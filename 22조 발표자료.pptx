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0287000" cy="10287000"/>
  <p:notesSz cx="10287000" cy="10287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1525" y="3188970"/>
            <a:ext cx="874395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43050" y="5760720"/>
            <a:ext cx="72009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14350" y="2366010"/>
            <a:ext cx="4474845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297805" y="2366010"/>
            <a:ext cx="4474845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028700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402067" y="486427"/>
            <a:ext cx="9682286" cy="951356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476250" y="560610"/>
            <a:ext cx="9334487" cy="916576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885074" y="2418943"/>
            <a:ext cx="8534399" cy="696186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863325" y="684435"/>
            <a:ext cx="2212097" cy="72526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880026" y="898444"/>
            <a:ext cx="174214" cy="1742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160683" y="898444"/>
            <a:ext cx="174214" cy="1742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441341" y="898444"/>
            <a:ext cx="174214" cy="17421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561975" y="1304692"/>
            <a:ext cx="9163052" cy="83581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2289484" y="1496576"/>
            <a:ext cx="7135034" cy="45205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8815916" y="834905"/>
            <a:ext cx="238125" cy="20320"/>
          </a:xfrm>
          <a:custGeom>
            <a:avLst/>
            <a:gdLst/>
            <a:ahLst/>
            <a:cxnLst/>
            <a:rect l="l" t="t" r="r" b="b"/>
            <a:pathLst>
              <a:path w="238125" h="20319">
                <a:moveTo>
                  <a:pt x="0" y="0"/>
                </a:moveTo>
                <a:lnTo>
                  <a:pt x="238124" y="0"/>
                </a:lnTo>
                <a:lnTo>
                  <a:pt x="23812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8815916" y="85522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0" y="0"/>
                </a:moveTo>
                <a:lnTo>
                  <a:pt x="20180" y="0"/>
                </a:lnTo>
                <a:lnTo>
                  <a:pt x="20180" y="198119"/>
                </a:lnTo>
                <a:lnTo>
                  <a:pt x="0" y="19811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8815916" y="1053345"/>
            <a:ext cx="238125" cy="19050"/>
          </a:xfrm>
          <a:custGeom>
            <a:avLst/>
            <a:gdLst/>
            <a:ahLst/>
            <a:cxnLst/>
            <a:rect l="l" t="t" r="r" b="b"/>
            <a:pathLst>
              <a:path w="238125" h="19050">
                <a:moveTo>
                  <a:pt x="0" y="0"/>
                </a:moveTo>
                <a:lnTo>
                  <a:pt x="238124" y="0"/>
                </a:lnTo>
                <a:lnTo>
                  <a:pt x="23812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9033861" y="85508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20180" y="197764"/>
                </a:moveTo>
                <a:lnTo>
                  <a:pt x="0" y="197764"/>
                </a:lnTo>
                <a:lnTo>
                  <a:pt x="0" y="0"/>
                </a:lnTo>
                <a:lnTo>
                  <a:pt x="20180" y="0"/>
                </a:lnTo>
                <a:lnTo>
                  <a:pt x="20180" y="197764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8409288" y="1052849"/>
            <a:ext cx="218440" cy="20320"/>
          </a:xfrm>
          <a:custGeom>
            <a:avLst/>
            <a:gdLst/>
            <a:ahLst/>
            <a:cxnLst/>
            <a:rect l="l" t="t" r="r" b="b"/>
            <a:pathLst>
              <a:path w="218440" h="20319">
                <a:moveTo>
                  <a:pt x="217944" y="20180"/>
                </a:moveTo>
                <a:lnTo>
                  <a:pt x="0" y="20180"/>
                </a:lnTo>
                <a:lnTo>
                  <a:pt x="0" y="0"/>
                </a:lnTo>
                <a:lnTo>
                  <a:pt x="217944" y="0"/>
                </a:lnTo>
                <a:lnTo>
                  <a:pt x="217944" y="2018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9235292" y="837797"/>
            <a:ext cx="232590" cy="23259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1313229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6301" y="286990"/>
                </a:moveTo>
                <a:lnTo>
                  <a:pt x="10195" y="286990"/>
                </a:lnTo>
                <a:lnTo>
                  <a:pt x="7214" y="285881"/>
                </a:lnTo>
                <a:lnTo>
                  <a:pt x="166" y="279107"/>
                </a:lnTo>
                <a:lnTo>
                  <a:pt x="11" y="271547"/>
                </a:lnTo>
                <a:lnTo>
                  <a:pt x="122471" y="144115"/>
                </a:lnTo>
                <a:lnTo>
                  <a:pt x="0" y="16683"/>
                </a:lnTo>
                <a:lnTo>
                  <a:pt x="155" y="9134"/>
                </a:lnTo>
                <a:lnTo>
                  <a:pt x="9647" y="0"/>
                </a:lnTo>
                <a:lnTo>
                  <a:pt x="17184" y="155"/>
                </a:lnTo>
                <a:lnTo>
                  <a:pt x="152021" y="140454"/>
                </a:lnTo>
                <a:lnTo>
                  <a:pt x="152021" y="147740"/>
                </a:lnTo>
                <a:lnTo>
                  <a:pt x="19414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901482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35719" y="286990"/>
                </a:moveTo>
                <a:lnTo>
                  <a:pt x="141825" y="286990"/>
                </a:lnTo>
                <a:lnTo>
                  <a:pt x="144806" y="285881"/>
                </a:lnTo>
                <a:lnTo>
                  <a:pt x="151854" y="279107"/>
                </a:lnTo>
                <a:lnTo>
                  <a:pt x="152009" y="271547"/>
                </a:lnTo>
                <a:lnTo>
                  <a:pt x="29550" y="144115"/>
                </a:lnTo>
                <a:lnTo>
                  <a:pt x="152021" y="16683"/>
                </a:lnTo>
                <a:lnTo>
                  <a:pt x="151866" y="9134"/>
                </a:lnTo>
                <a:lnTo>
                  <a:pt x="142374" y="0"/>
                </a:lnTo>
                <a:lnTo>
                  <a:pt x="134837" y="155"/>
                </a:lnTo>
                <a:lnTo>
                  <a:pt x="0" y="140454"/>
                </a:lnTo>
                <a:lnTo>
                  <a:pt x="0" y="147740"/>
                </a:lnTo>
                <a:lnTo>
                  <a:pt x="132607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1726355" y="1565410"/>
            <a:ext cx="314960" cy="314960"/>
          </a:xfrm>
          <a:custGeom>
            <a:avLst/>
            <a:gdLst/>
            <a:ahLst/>
            <a:cxnLst/>
            <a:rect l="l" t="t" r="r" b="b"/>
            <a:pathLst>
              <a:path w="314960" h="314960">
                <a:moveTo>
                  <a:pt x="72486" y="288184"/>
                </a:moveTo>
                <a:lnTo>
                  <a:pt x="157182" y="288184"/>
                </a:lnTo>
                <a:lnTo>
                  <a:pt x="106246" y="277874"/>
                </a:lnTo>
                <a:lnTo>
                  <a:pt x="64604" y="249775"/>
                </a:lnTo>
                <a:lnTo>
                  <a:pt x="36502" y="208133"/>
                </a:lnTo>
                <a:lnTo>
                  <a:pt x="26193" y="157182"/>
                </a:lnTo>
                <a:lnTo>
                  <a:pt x="36502" y="106257"/>
                </a:lnTo>
                <a:lnTo>
                  <a:pt x="64604" y="64615"/>
                </a:lnTo>
                <a:lnTo>
                  <a:pt x="106246" y="36513"/>
                </a:lnTo>
                <a:lnTo>
                  <a:pt x="157186" y="26201"/>
                </a:lnTo>
                <a:lnTo>
                  <a:pt x="242130" y="26201"/>
                </a:lnTo>
                <a:lnTo>
                  <a:pt x="231889" y="18917"/>
                </a:lnTo>
                <a:lnTo>
                  <a:pt x="196107" y="4892"/>
                </a:lnTo>
                <a:lnTo>
                  <a:pt x="157183" y="0"/>
                </a:lnTo>
                <a:lnTo>
                  <a:pt x="107556" y="8027"/>
                </a:lnTo>
                <a:lnTo>
                  <a:pt x="72463" y="26201"/>
                </a:lnTo>
                <a:lnTo>
                  <a:pt x="157186" y="26201"/>
                </a:lnTo>
                <a:lnTo>
                  <a:pt x="72462" y="26202"/>
                </a:lnTo>
                <a:lnTo>
                  <a:pt x="64414" y="30370"/>
                </a:lnTo>
                <a:lnTo>
                  <a:pt x="30369" y="64416"/>
                </a:lnTo>
                <a:lnTo>
                  <a:pt x="8027" y="107556"/>
                </a:lnTo>
                <a:lnTo>
                  <a:pt x="0" y="157199"/>
                </a:lnTo>
                <a:lnTo>
                  <a:pt x="8023" y="206813"/>
                </a:lnTo>
                <a:lnTo>
                  <a:pt x="30364" y="249957"/>
                </a:lnTo>
                <a:lnTo>
                  <a:pt x="64411" y="284002"/>
                </a:lnTo>
                <a:lnTo>
                  <a:pt x="72486" y="288184"/>
                </a:lnTo>
                <a:close/>
              </a:path>
              <a:path w="314960" h="314960">
                <a:moveTo>
                  <a:pt x="209590" y="117891"/>
                </a:moveTo>
                <a:lnTo>
                  <a:pt x="314375" y="117891"/>
                </a:lnTo>
                <a:lnTo>
                  <a:pt x="314364" y="13095"/>
                </a:lnTo>
                <a:lnTo>
                  <a:pt x="288173" y="13095"/>
                </a:lnTo>
                <a:lnTo>
                  <a:pt x="288173" y="70435"/>
                </a:lnTo>
                <a:lnTo>
                  <a:pt x="254056" y="70438"/>
                </a:lnTo>
                <a:lnTo>
                  <a:pt x="270372" y="91692"/>
                </a:lnTo>
                <a:lnTo>
                  <a:pt x="209590" y="91692"/>
                </a:lnTo>
                <a:lnTo>
                  <a:pt x="209590" y="117891"/>
                </a:lnTo>
                <a:close/>
              </a:path>
              <a:path w="314960" h="314960">
                <a:moveTo>
                  <a:pt x="254056" y="70438"/>
                </a:moveTo>
                <a:lnTo>
                  <a:pt x="288173" y="70438"/>
                </a:lnTo>
                <a:lnTo>
                  <a:pt x="263065" y="41092"/>
                </a:lnTo>
                <a:lnTo>
                  <a:pt x="242131" y="26202"/>
                </a:lnTo>
                <a:lnTo>
                  <a:pt x="157193" y="26202"/>
                </a:lnTo>
                <a:lnTo>
                  <a:pt x="191493" y="30789"/>
                </a:lnTo>
                <a:lnTo>
                  <a:pt x="222746" y="43893"/>
                </a:lnTo>
                <a:lnTo>
                  <a:pt x="249515" y="64523"/>
                </a:lnTo>
                <a:lnTo>
                  <a:pt x="254056" y="70438"/>
                </a:lnTo>
                <a:close/>
              </a:path>
              <a:path w="314960" h="314960">
                <a:moveTo>
                  <a:pt x="157186" y="314367"/>
                </a:moveTo>
                <a:lnTo>
                  <a:pt x="201094" y="308146"/>
                </a:lnTo>
                <a:lnTo>
                  <a:pt x="240450" y="290559"/>
                </a:lnTo>
                <a:lnTo>
                  <a:pt x="273310" y="263220"/>
                </a:lnTo>
                <a:lnTo>
                  <a:pt x="297733" y="227745"/>
                </a:lnTo>
                <a:lnTo>
                  <a:pt x="311774" y="185748"/>
                </a:lnTo>
                <a:lnTo>
                  <a:pt x="313079" y="178634"/>
                </a:lnTo>
                <a:lnTo>
                  <a:pt x="308375" y="171816"/>
                </a:lnTo>
                <a:lnTo>
                  <a:pt x="293995" y="169215"/>
                </a:lnTo>
                <a:lnTo>
                  <a:pt x="287309" y="173931"/>
                </a:lnTo>
                <a:lnTo>
                  <a:pt x="286014" y="181026"/>
                </a:lnTo>
                <a:lnTo>
                  <a:pt x="269969" y="223969"/>
                </a:lnTo>
                <a:lnTo>
                  <a:pt x="241042" y="257893"/>
                </a:lnTo>
                <a:lnTo>
                  <a:pt x="202394" y="280173"/>
                </a:lnTo>
                <a:lnTo>
                  <a:pt x="157182" y="288184"/>
                </a:lnTo>
                <a:lnTo>
                  <a:pt x="72486" y="288184"/>
                </a:lnTo>
                <a:lnTo>
                  <a:pt x="107554" y="306341"/>
                </a:lnTo>
                <a:lnTo>
                  <a:pt x="157186" y="314367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8922903" y="1591280"/>
            <a:ext cx="274320" cy="263525"/>
          </a:xfrm>
          <a:custGeom>
            <a:avLst/>
            <a:gdLst/>
            <a:ahLst/>
            <a:cxnLst/>
            <a:rect l="l" t="t" r="r" b="b"/>
            <a:pathLst>
              <a:path w="274320" h="263525">
                <a:moveTo>
                  <a:pt x="71829" y="262977"/>
                </a:moveTo>
                <a:lnTo>
                  <a:pt x="42377" y="237922"/>
                </a:lnTo>
                <a:lnTo>
                  <a:pt x="42302" y="236333"/>
                </a:lnTo>
                <a:lnTo>
                  <a:pt x="56658" y="168590"/>
                </a:lnTo>
                <a:lnTo>
                  <a:pt x="5049" y="122060"/>
                </a:lnTo>
                <a:lnTo>
                  <a:pt x="2340" y="117554"/>
                </a:lnTo>
                <a:lnTo>
                  <a:pt x="0" y="107905"/>
                </a:lnTo>
                <a:lnTo>
                  <a:pt x="192" y="103008"/>
                </a:lnTo>
                <a:lnTo>
                  <a:pt x="87391" y="73955"/>
                </a:lnTo>
                <a:lnTo>
                  <a:pt x="115676" y="10509"/>
                </a:lnTo>
                <a:lnTo>
                  <a:pt x="119114" y="6537"/>
                </a:lnTo>
                <a:lnTo>
                  <a:pt x="127605" y="1315"/>
                </a:lnTo>
                <a:lnTo>
                  <a:pt x="132306" y="0"/>
                </a:lnTo>
                <a:lnTo>
                  <a:pt x="141955" y="0"/>
                </a:lnTo>
                <a:lnTo>
                  <a:pt x="146670" y="1315"/>
                </a:lnTo>
                <a:lnTo>
                  <a:pt x="155121" y="6537"/>
                </a:lnTo>
                <a:lnTo>
                  <a:pt x="158572" y="10509"/>
                </a:lnTo>
                <a:lnTo>
                  <a:pt x="164490" y="23779"/>
                </a:lnTo>
                <a:lnTo>
                  <a:pt x="136278" y="23779"/>
                </a:lnTo>
                <a:lnTo>
                  <a:pt x="135640" y="24195"/>
                </a:lnTo>
                <a:lnTo>
                  <a:pt x="104607" y="93775"/>
                </a:lnTo>
                <a:lnTo>
                  <a:pt x="100921" y="96445"/>
                </a:lnTo>
                <a:lnTo>
                  <a:pt x="25156" y="104441"/>
                </a:lnTo>
                <a:lnTo>
                  <a:pt x="24570" y="104922"/>
                </a:lnTo>
                <a:lnTo>
                  <a:pt x="24023" y="106602"/>
                </a:lnTo>
                <a:lnTo>
                  <a:pt x="24218" y="107345"/>
                </a:lnTo>
                <a:lnTo>
                  <a:pt x="80806" y="158341"/>
                </a:lnTo>
                <a:lnTo>
                  <a:pt x="82208" y="162665"/>
                </a:lnTo>
                <a:lnTo>
                  <a:pt x="66404" y="237219"/>
                </a:lnTo>
                <a:lnTo>
                  <a:pt x="66690" y="237922"/>
                </a:lnTo>
                <a:lnTo>
                  <a:pt x="68117" y="238938"/>
                </a:lnTo>
                <a:lnTo>
                  <a:pt x="68873" y="238977"/>
                </a:lnTo>
                <a:lnTo>
                  <a:pt x="116538" y="238977"/>
                </a:lnTo>
                <a:lnTo>
                  <a:pt x="76960" y="261792"/>
                </a:lnTo>
                <a:lnTo>
                  <a:pt x="71829" y="262977"/>
                </a:lnTo>
                <a:close/>
              </a:path>
              <a:path w="274320" h="263525">
                <a:moveTo>
                  <a:pt x="231830" y="239211"/>
                </a:moveTo>
                <a:lnTo>
                  <a:pt x="205831" y="239211"/>
                </a:lnTo>
                <a:lnTo>
                  <a:pt x="207633" y="237909"/>
                </a:lnTo>
                <a:lnTo>
                  <a:pt x="207886" y="237206"/>
                </a:lnTo>
                <a:lnTo>
                  <a:pt x="192079" y="162665"/>
                </a:lnTo>
                <a:lnTo>
                  <a:pt x="193513" y="158328"/>
                </a:lnTo>
                <a:lnTo>
                  <a:pt x="250082" y="107332"/>
                </a:lnTo>
                <a:lnTo>
                  <a:pt x="250277" y="106602"/>
                </a:lnTo>
                <a:lnTo>
                  <a:pt x="249730" y="104922"/>
                </a:lnTo>
                <a:lnTo>
                  <a:pt x="249144" y="104441"/>
                </a:lnTo>
                <a:lnTo>
                  <a:pt x="173374" y="96445"/>
                </a:lnTo>
                <a:lnTo>
                  <a:pt x="169701" y="93775"/>
                </a:lnTo>
                <a:lnTo>
                  <a:pt x="138674" y="24195"/>
                </a:lnTo>
                <a:lnTo>
                  <a:pt x="138049" y="23779"/>
                </a:lnTo>
                <a:lnTo>
                  <a:pt x="164490" y="23779"/>
                </a:lnTo>
                <a:lnTo>
                  <a:pt x="186870" y="73968"/>
                </a:lnTo>
                <a:lnTo>
                  <a:pt x="255981" y="81273"/>
                </a:lnTo>
                <a:lnTo>
                  <a:pt x="260813" y="83331"/>
                </a:lnTo>
                <a:lnTo>
                  <a:pt x="268379" y="89751"/>
                </a:lnTo>
                <a:lnTo>
                  <a:pt x="271087" y="93827"/>
                </a:lnTo>
                <a:lnTo>
                  <a:pt x="274078" y="103008"/>
                </a:lnTo>
                <a:lnTo>
                  <a:pt x="274278" y="107905"/>
                </a:lnTo>
                <a:lnTo>
                  <a:pt x="273171" y="112593"/>
                </a:lnTo>
                <a:lnTo>
                  <a:pt x="271947" y="117606"/>
                </a:lnTo>
                <a:lnTo>
                  <a:pt x="269238" y="122112"/>
                </a:lnTo>
                <a:lnTo>
                  <a:pt x="217656" y="168616"/>
                </a:lnTo>
                <a:lnTo>
                  <a:pt x="232006" y="236333"/>
                </a:lnTo>
                <a:lnTo>
                  <a:pt x="231942" y="237922"/>
                </a:lnTo>
                <a:lnTo>
                  <a:pt x="231830" y="239211"/>
                </a:lnTo>
                <a:close/>
              </a:path>
              <a:path w="274320" h="263525">
                <a:moveTo>
                  <a:pt x="116538" y="238977"/>
                </a:moveTo>
                <a:lnTo>
                  <a:pt x="68873" y="238977"/>
                </a:lnTo>
                <a:lnTo>
                  <a:pt x="131212" y="203035"/>
                </a:lnTo>
                <a:lnTo>
                  <a:pt x="133035" y="202006"/>
                </a:lnTo>
                <a:lnTo>
                  <a:pt x="135080" y="201459"/>
                </a:lnTo>
                <a:lnTo>
                  <a:pt x="139234" y="201459"/>
                </a:lnTo>
                <a:lnTo>
                  <a:pt x="141278" y="202006"/>
                </a:lnTo>
                <a:lnTo>
                  <a:pt x="184796" y="227087"/>
                </a:lnTo>
                <a:lnTo>
                  <a:pt x="137163" y="227087"/>
                </a:lnTo>
                <a:lnTo>
                  <a:pt x="116538" y="238977"/>
                </a:lnTo>
                <a:close/>
              </a:path>
              <a:path w="274320" h="263525">
                <a:moveTo>
                  <a:pt x="206391" y="262652"/>
                </a:moveTo>
                <a:lnTo>
                  <a:pt x="201221" y="262652"/>
                </a:lnTo>
                <a:lnTo>
                  <a:pt x="196755" y="261441"/>
                </a:lnTo>
                <a:lnTo>
                  <a:pt x="137163" y="227087"/>
                </a:lnTo>
                <a:lnTo>
                  <a:pt x="184796" y="227087"/>
                </a:lnTo>
                <a:lnTo>
                  <a:pt x="205831" y="239211"/>
                </a:lnTo>
                <a:lnTo>
                  <a:pt x="231830" y="239211"/>
                </a:lnTo>
                <a:lnTo>
                  <a:pt x="207029" y="262626"/>
                </a:lnTo>
                <a:lnTo>
                  <a:pt x="206391" y="262652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2029684" y="814138"/>
            <a:ext cx="379901" cy="37990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4350" y="411480"/>
            <a:ext cx="92583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4350" y="2366010"/>
            <a:ext cx="92583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97580" y="9566910"/>
            <a:ext cx="32918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14350" y="9566910"/>
            <a:ext cx="236601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406640" y="9566910"/>
            <a:ext cx="236601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2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3.png"/><Relationship Id="rId13" Type="http://schemas.openxmlformats.org/officeDocument/2006/relationships/image" Target="../media/image11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7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8.png"/><Relationship Id="rId13" Type="http://schemas.openxmlformats.org/officeDocument/2006/relationships/image" Target="../media/image15.png"/><Relationship Id="rId14" Type="http://schemas.openxmlformats.org/officeDocument/2006/relationships/image" Target="../media/image19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7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15.pn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24.png"/><Relationship Id="rId19" Type="http://schemas.openxmlformats.org/officeDocument/2006/relationships/image" Target="../media/image25.png"/><Relationship Id="rId20" Type="http://schemas.openxmlformats.org/officeDocument/2006/relationships/image" Target="../media/image26.png"/><Relationship Id="rId21" Type="http://schemas.openxmlformats.org/officeDocument/2006/relationships/image" Target="../media/image27.png"/><Relationship Id="rId22" Type="http://schemas.openxmlformats.org/officeDocument/2006/relationships/image" Target="../media/image28.png"/><Relationship Id="rId23" Type="http://schemas.openxmlformats.org/officeDocument/2006/relationships/image" Target="../media/image29.png"/><Relationship Id="rId24" Type="http://schemas.openxmlformats.org/officeDocument/2006/relationships/image" Target="../media/image30.png"/><Relationship Id="rId25" Type="http://schemas.openxmlformats.org/officeDocument/2006/relationships/image" Target="../media/image31.png"/><Relationship Id="rId26" Type="http://schemas.openxmlformats.org/officeDocument/2006/relationships/image" Target="../media/image32.png"/><Relationship Id="rId27" Type="http://schemas.openxmlformats.org/officeDocument/2006/relationships/image" Target="../media/image33.png"/><Relationship Id="rId28" Type="http://schemas.openxmlformats.org/officeDocument/2006/relationships/image" Target="../media/image34.png"/><Relationship Id="rId29" Type="http://schemas.openxmlformats.org/officeDocument/2006/relationships/image" Target="../media/image35.png"/><Relationship Id="rId30" Type="http://schemas.openxmlformats.org/officeDocument/2006/relationships/image" Target="../media/image36.png"/><Relationship Id="rId31" Type="http://schemas.openxmlformats.org/officeDocument/2006/relationships/image" Target="../media/image37.png"/><Relationship Id="rId32" Type="http://schemas.openxmlformats.org/officeDocument/2006/relationships/image" Target="../media/image38.png"/><Relationship Id="rId33" Type="http://schemas.openxmlformats.org/officeDocument/2006/relationships/image" Target="../media/image39.png"/><Relationship Id="rId34" Type="http://schemas.openxmlformats.org/officeDocument/2006/relationships/image" Target="../media/image40.png"/><Relationship Id="rId35" Type="http://schemas.openxmlformats.org/officeDocument/2006/relationships/image" Target="../media/image41.png"/><Relationship Id="rId36" Type="http://schemas.openxmlformats.org/officeDocument/2006/relationships/image" Target="../media/image42.png"/><Relationship Id="rId37" Type="http://schemas.openxmlformats.org/officeDocument/2006/relationships/image" Target="../media/image43.png"/><Relationship Id="rId38" Type="http://schemas.openxmlformats.org/officeDocument/2006/relationships/image" Target="../media/image44.png"/><Relationship Id="rId39" Type="http://schemas.openxmlformats.org/officeDocument/2006/relationships/image" Target="../media/image45.png"/><Relationship Id="rId40" Type="http://schemas.openxmlformats.org/officeDocument/2006/relationships/image" Target="../media/image46.png"/><Relationship Id="rId41" Type="http://schemas.openxmlformats.org/officeDocument/2006/relationships/image" Target="../media/image47.png"/><Relationship Id="rId42" Type="http://schemas.openxmlformats.org/officeDocument/2006/relationships/image" Target="../media/image48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7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4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1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7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4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15.png"/><Relationship Id="rId17" Type="http://schemas.openxmlformats.org/officeDocument/2006/relationships/image" Target="../media/image50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7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4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15.png"/><Relationship Id="rId17" Type="http://schemas.openxmlformats.org/officeDocument/2006/relationships/image" Target="../media/image50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7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4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15.png"/><Relationship Id="rId17" Type="http://schemas.openxmlformats.org/officeDocument/2006/relationships/image" Target="../media/image51.png"/><Relationship Id="rId18" Type="http://schemas.openxmlformats.org/officeDocument/2006/relationships/image" Target="../media/image5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17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56.png"/><Relationship Id="rId16" Type="http://schemas.openxmlformats.org/officeDocument/2006/relationships/image" Target="../media/image21.png"/><Relationship Id="rId17" Type="http://schemas.openxmlformats.org/officeDocument/2006/relationships/image" Target="../media/image15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7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15.png"/><Relationship Id="rId16" Type="http://schemas.openxmlformats.org/officeDocument/2006/relationships/image" Target="../media/image57.png"/><Relationship Id="rId17" Type="http://schemas.openxmlformats.org/officeDocument/2006/relationships/image" Target="../media/image58.png"/><Relationship Id="rId18" Type="http://schemas.openxmlformats.org/officeDocument/2006/relationships/image" Target="../media/image59.png"/><Relationship Id="rId19" Type="http://schemas.openxmlformats.org/officeDocument/2006/relationships/image" Target="../media/image60.png"/><Relationship Id="rId20" Type="http://schemas.openxmlformats.org/officeDocument/2006/relationships/image" Target="../media/image61.png"/><Relationship Id="rId21" Type="http://schemas.openxmlformats.org/officeDocument/2006/relationships/image" Target="../media/image62.png"/><Relationship Id="rId22" Type="http://schemas.openxmlformats.org/officeDocument/2006/relationships/image" Target="../media/image63.png"/><Relationship Id="rId23" Type="http://schemas.openxmlformats.org/officeDocument/2006/relationships/image" Target="../media/image64.png"/><Relationship Id="rId24" Type="http://schemas.openxmlformats.org/officeDocument/2006/relationships/image" Target="../media/image65.png"/><Relationship Id="rId25" Type="http://schemas.openxmlformats.org/officeDocument/2006/relationships/image" Target="../media/image66.png"/><Relationship Id="rId26" Type="http://schemas.openxmlformats.org/officeDocument/2006/relationships/image" Target="../media/image67.png"/><Relationship Id="rId27" Type="http://schemas.openxmlformats.org/officeDocument/2006/relationships/image" Target="../media/image68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png"/><Relationship Id="rId13" Type="http://schemas.openxmlformats.org/officeDocument/2006/relationships/image" Target="../media/image79.png"/><Relationship Id="rId14" Type="http://schemas.openxmlformats.org/officeDocument/2006/relationships/image" Target="../media/image80.png"/><Relationship Id="rId15" Type="http://schemas.openxmlformats.org/officeDocument/2006/relationships/image" Target="../media/image81.png"/><Relationship Id="rId16" Type="http://schemas.openxmlformats.org/officeDocument/2006/relationships/image" Target="../media/image82.png"/><Relationship Id="rId17" Type="http://schemas.openxmlformats.org/officeDocument/2006/relationships/image" Target="../media/image83.png"/><Relationship Id="rId18" Type="http://schemas.openxmlformats.org/officeDocument/2006/relationships/image" Target="../media/image84.png"/><Relationship Id="rId19" Type="http://schemas.openxmlformats.org/officeDocument/2006/relationships/image" Target="../media/image85.png"/><Relationship Id="rId20" Type="http://schemas.openxmlformats.org/officeDocument/2006/relationships/image" Target="../media/image86.png"/><Relationship Id="rId21" Type="http://schemas.openxmlformats.org/officeDocument/2006/relationships/image" Target="../media/image87.png"/><Relationship Id="rId22" Type="http://schemas.openxmlformats.org/officeDocument/2006/relationships/image" Target="../media/image88.png"/><Relationship Id="rId23" Type="http://schemas.openxmlformats.org/officeDocument/2006/relationships/image" Target="../media/image89.png"/><Relationship Id="rId24" Type="http://schemas.openxmlformats.org/officeDocument/2006/relationships/image" Target="../media/image90.png"/><Relationship Id="rId25" Type="http://schemas.openxmlformats.org/officeDocument/2006/relationships/image" Target="../media/image91.png"/><Relationship Id="rId26" Type="http://schemas.openxmlformats.org/officeDocument/2006/relationships/image" Target="../media/image92.png"/><Relationship Id="rId27" Type="http://schemas.openxmlformats.org/officeDocument/2006/relationships/image" Target="../media/image93.png"/><Relationship Id="rId28" Type="http://schemas.openxmlformats.org/officeDocument/2006/relationships/image" Target="../media/image94.png"/><Relationship Id="rId29" Type="http://schemas.openxmlformats.org/officeDocument/2006/relationships/image" Target="../media/image95.png"/><Relationship Id="rId30" Type="http://schemas.openxmlformats.org/officeDocument/2006/relationships/image" Target="../media/image96.png"/><Relationship Id="rId31" Type="http://schemas.openxmlformats.org/officeDocument/2006/relationships/image" Target="../media/image97.png"/><Relationship Id="rId32" Type="http://schemas.openxmlformats.org/officeDocument/2006/relationships/image" Target="../media/image98.png"/><Relationship Id="rId33" Type="http://schemas.openxmlformats.org/officeDocument/2006/relationships/image" Target="../media/image99.png"/><Relationship Id="rId34" Type="http://schemas.openxmlformats.org/officeDocument/2006/relationships/image" Target="../media/image100.png"/><Relationship Id="rId35" Type="http://schemas.openxmlformats.org/officeDocument/2006/relationships/image" Target="../media/image101.png"/><Relationship Id="rId36" Type="http://schemas.openxmlformats.org/officeDocument/2006/relationships/image" Target="../media/image102.png"/><Relationship Id="rId37" Type="http://schemas.openxmlformats.org/officeDocument/2006/relationships/image" Target="../media/image103.png"/><Relationship Id="rId38" Type="http://schemas.openxmlformats.org/officeDocument/2006/relationships/image" Target="../media/image104.png"/><Relationship Id="rId39" Type="http://schemas.openxmlformats.org/officeDocument/2006/relationships/image" Target="../media/image105.png"/><Relationship Id="rId40" Type="http://schemas.openxmlformats.org/officeDocument/2006/relationships/image" Target="../media/image106.png"/><Relationship Id="rId41" Type="http://schemas.openxmlformats.org/officeDocument/2006/relationships/image" Target="../media/image107.png"/><Relationship Id="rId42" Type="http://schemas.openxmlformats.org/officeDocument/2006/relationships/image" Target="../media/image108.png"/><Relationship Id="rId43" Type="http://schemas.openxmlformats.org/officeDocument/2006/relationships/image" Target="../media/image109.png"/><Relationship Id="rId44" Type="http://schemas.openxmlformats.org/officeDocument/2006/relationships/image" Target="../media/image110.png"/><Relationship Id="rId45" Type="http://schemas.openxmlformats.org/officeDocument/2006/relationships/image" Target="../media/image111.png"/><Relationship Id="rId46" Type="http://schemas.openxmlformats.org/officeDocument/2006/relationships/image" Target="../media/image112.png"/><Relationship Id="rId47" Type="http://schemas.openxmlformats.org/officeDocument/2006/relationships/image" Target="../media/image113.png"/><Relationship Id="rId48" Type="http://schemas.openxmlformats.org/officeDocument/2006/relationships/image" Target="../media/image114.png"/><Relationship Id="rId49" Type="http://schemas.openxmlformats.org/officeDocument/2006/relationships/image" Target="../media/image115.png"/><Relationship Id="rId50" Type="http://schemas.openxmlformats.org/officeDocument/2006/relationships/image" Target="../media/image116.png"/><Relationship Id="rId51" Type="http://schemas.openxmlformats.org/officeDocument/2006/relationships/image" Target="../media/image117.png"/><Relationship Id="rId52" Type="http://schemas.openxmlformats.org/officeDocument/2006/relationships/image" Target="../media/image118.png"/><Relationship Id="rId53" Type="http://schemas.openxmlformats.org/officeDocument/2006/relationships/image" Target="../media/image119.png"/><Relationship Id="rId54" Type="http://schemas.openxmlformats.org/officeDocument/2006/relationships/image" Target="../media/image120.png"/><Relationship Id="rId55" Type="http://schemas.openxmlformats.org/officeDocument/2006/relationships/image" Target="../media/image121.png"/><Relationship Id="rId56" Type="http://schemas.openxmlformats.org/officeDocument/2006/relationships/image" Target="../media/image122.png"/><Relationship Id="rId57" Type="http://schemas.openxmlformats.org/officeDocument/2006/relationships/image" Target="../media/image123.png"/><Relationship Id="rId58" Type="http://schemas.openxmlformats.org/officeDocument/2006/relationships/image" Target="../media/image124.png"/><Relationship Id="rId59" Type="http://schemas.openxmlformats.org/officeDocument/2006/relationships/image" Target="../media/image125.png"/><Relationship Id="rId60" Type="http://schemas.openxmlformats.org/officeDocument/2006/relationships/image" Target="../media/image126.png"/><Relationship Id="rId61" Type="http://schemas.openxmlformats.org/officeDocument/2006/relationships/image" Target="../media/image127.png"/><Relationship Id="rId62" Type="http://schemas.openxmlformats.org/officeDocument/2006/relationships/image" Target="../media/image128.png"/><Relationship Id="rId63" Type="http://schemas.openxmlformats.org/officeDocument/2006/relationships/image" Target="../media/image129.png"/><Relationship Id="rId64" Type="http://schemas.openxmlformats.org/officeDocument/2006/relationships/image" Target="../media/image130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74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Relationship Id="rId8" Type="http://schemas.openxmlformats.org/officeDocument/2006/relationships/image" Target="../media/image133.png"/><Relationship Id="rId9" Type="http://schemas.openxmlformats.org/officeDocument/2006/relationships/image" Target="../media/image134.png"/><Relationship Id="rId10" Type="http://schemas.openxmlformats.org/officeDocument/2006/relationships/image" Target="../media/image135.png"/><Relationship Id="rId11" Type="http://schemas.openxmlformats.org/officeDocument/2006/relationships/image" Target="../media/image136.png"/><Relationship Id="rId12" Type="http://schemas.openxmlformats.org/officeDocument/2006/relationships/image" Target="../media/image137.png"/><Relationship Id="rId13" Type="http://schemas.openxmlformats.org/officeDocument/2006/relationships/image" Target="../media/image138.png"/><Relationship Id="rId14" Type="http://schemas.openxmlformats.org/officeDocument/2006/relationships/image" Target="../media/image139.png"/><Relationship Id="rId15" Type="http://schemas.openxmlformats.org/officeDocument/2006/relationships/image" Target="../media/image140.png"/><Relationship Id="rId16" Type="http://schemas.openxmlformats.org/officeDocument/2006/relationships/image" Target="../media/image141.png"/><Relationship Id="rId17" Type="http://schemas.openxmlformats.org/officeDocument/2006/relationships/image" Target="../media/image142.png"/><Relationship Id="rId18" Type="http://schemas.openxmlformats.org/officeDocument/2006/relationships/image" Target="../media/image143.png"/><Relationship Id="rId19" Type="http://schemas.openxmlformats.org/officeDocument/2006/relationships/image" Target="../media/image144.png"/><Relationship Id="rId20" Type="http://schemas.openxmlformats.org/officeDocument/2006/relationships/image" Target="../media/image145.png"/><Relationship Id="rId21" Type="http://schemas.openxmlformats.org/officeDocument/2006/relationships/image" Target="../media/image146.png"/><Relationship Id="rId22" Type="http://schemas.openxmlformats.org/officeDocument/2006/relationships/image" Target="../media/image147.png"/><Relationship Id="rId23" Type="http://schemas.openxmlformats.org/officeDocument/2006/relationships/image" Target="../media/image148.png"/><Relationship Id="rId24" Type="http://schemas.openxmlformats.org/officeDocument/2006/relationships/image" Target="../media/image149.png"/><Relationship Id="rId25" Type="http://schemas.openxmlformats.org/officeDocument/2006/relationships/image" Target="../media/image123.png"/><Relationship Id="rId26" Type="http://schemas.openxmlformats.org/officeDocument/2006/relationships/image" Target="../media/image150.png"/><Relationship Id="rId27" Type="http://schemas.openxmlformats.org/officeDocument/2006/relationships/image" Target="../media/image151.png"/><Relationship Id="rId28" Type="http://schemas.openxmlformats.org/officeDocument/2006/relationships/image" Target="../media/image152.png"/><Relationship Id="rId29" Type="http://schemas.openxmlformats.org/officeDocument/2006/relationships/image" Target="../media/image153.png"/><Relationship Id="rId30" Type="http://schemas.openxmlformats.org/officeDocument/2006/relationships/image" Target="../media/image154.png"/><Relationship Id="rId31" Type="http://schemas.openxmlformats.org/officeDocument/2006/relationships/image" Target="../media/image155.png"/><Relationship Id="rId32" Type="http://schemas.openxmlformats.org/officeDocument/2006/relationships/image" Target="../media/image156.png"/><Relationship Id="rId33" Type="http://schemas.openxmlformats.org/officeDocument/2006/relationships/image" Target="../media/image117.png"/><Relationship Id="rId34" Type="http://schemas.openxmlformats.org/officeDocument/2006/relationships/image" Target="../media/image87.png"/><Relationship Id="rId35" Type="http://schemas.openxmlformats.org/officeDocument/2006/relationships/image" Target="../media/image157.png"/><Relationship Id="rId36" Type="http://schemas.openxmlformats.org/officeDocument/2006/relationships/image" Target="../media/image115.png"/><Relationship Id="rId37" Type="http://schemas.openxmlformats.org/officeDocument/2006/relationships/image" Target="../media/image116.png"/><Relationship Id="rId38" Type="http://schemas.openxmlformats.org/officeDocument/2006/relationships/image" Target="../media/image114.png"/><Relationship Id="rId39" Type="http://schemas.openxmlformats.org/officeDocument/2006/relationships/image" Target="../media/image158.png"/><Relationship Id="rId40" Type="http://schemas.openxmlformats.org/officeDocument/2006/relationships/image" Target="../media/image159.png"/><Relationship Id="rId41" Type="http://schemas.openxmlformats.org/officeDocument/2006/relationships/image" Target="../media/image160.png"/><Relationship Id="rId42" Type="http://schemas.openxmlformats.org/officeDocument/2006/relationships/image" Target="../media/image161.png"/><Relationship Id="rId43" Type="http://schemas.openxmlformats.org/officeDocument/2006/relationships/image" Target="../media/image162.png"/><Relationship Id="rId44" Type="http://schemas.openxmlformats.org/officeDocument/2006/relationships/image" Target="../media/image163.png"/><Relationship Id="rId45" Type="http://schemas.openxmlformats.org/officeDocument/2006/relationships/image" Target="../media/image164.png"/><Relationship Id="rId46" Type="http://schemas.openxmlformats.org/officeDocument/2006/relationships/image" Target="../media/image165.png"/><Relationship Id="rId47" Type="http://schemas.openxmlformats.org/officeDocument/2006/relationships/image" Target="../media/image166.png"/><Relationship Id="rId48" Type="http://schemas.openxmlformats.org/officeDocument/2006/relationships/image" Target="../media/image167.png"/><Relationship Id="rId49" Type="http://schemas.openxmlformats.org/officeDocument/2006/relationships/image" Target="../media/image168.png"/><Relationship Id="rId50" Type="http://schemas.openxmlformats.org/officeDocument/2006/relationships/image" Target="../media/image169.png"/><Relationship Id="rId51" Type="http://schemas.openxmlformats.org/officeDocument/2006/relationships/image" Target="../media/image107.png"/><Relationship Id="rId52" Type="http://schemas.openxmlformats.org/officeDocument/2006/relationships/image" Target="../media/image170.png"/><Relationship Id="rId53" Type="http://schemas.openxmlformats.org/officeDocument/2006/relationships/image" Target="../media/image171.png"/><Relationship Id="rId54" Type="http://schemas.openxmlformats.org/officeDocument/2006/relationships/image" Target="../media/image172.png"/><Relationship Id="rId55" Type="http://schemas.openxmlformats.org/officeDocument/2006/relationships/image" Target="../media/image173.png"/><Relationship Id="rId56" Type="http://schemas.openxmlformats.org/officeDocument/2006/relationships/image" Target="../media/image174.png"/><Relationship Id="rId57" Type="http://schemas.openxmlformats.org/officeDocument/2006/relationships/image" Target="../media/image97.png"/><Relationship Id="rId58" Type="http://schemas.openxmlformats.org/officeDocument/2006/relationships/image" Target="../media/image96.png"/><Relationship Id="rId59" Type="http://schemas.openxmlformats.org/officeDocument/2006/relationships/image" Target="../media/image175.png"/><Relationship Id="rId60" Type="http://schemas.openxmlformats.org/officeDocument/2006/relationships/image" Target="../media/image176.png"/><Relationship Id="rId61" Type="http://schemas.openxmlformats.org/officeDocument/2006/relationships/image" Target="../media/image177.png"/><Relationship Id="rId62" Type="http://schemas.openxmlformats.org/officeDocument/2006/relationships/image" Target="../media/image178.png"/><Relationship Id="rId63" Type="http://schemas.openxmlformats.org/officeDocument/2006/relationships/image" Target="../media/image94.png"/><Relationship Id="rId64" Type="http://schemas.openxmlformats.org/officeDocument/2006/relationships/image" Target="../media/image179.png"/><Relationship Id="rId65" Type="http://schemas.openxmlformats.org/officeDocument/2006/relationships/image" Target="../media/image180.png"/><Relationship Id="rId66" Type="http://schemas.openxmlformats.org/officeDocument/2006/relationships/image" Target="../media/image181.png"/><Relationship Id="rId67" Type="http://schemas.openxmlformats.org/officeDocument/2006/relationships/image" Target="../media/image182.png"/><Relationship Id="rId68" Type="http://schemas.openxmlformats.org/officeDocument/2006/relationships/image" Target="../media/image89.png"/><Relationship Id="rId69" Type="http://schemas.openxmlformats.org/officeDocument/2006/relationships/image" Target="../media/image90.png"/><Relationship Id="rId70" Type="http://schemas.openxmlformats.org/officeDocument/2006/relationships/image" Target="../media/image183.png"/><Relationship Id="rId71" Type="http://schemas.openxmlformats.org/officeDocument/2006/relationships/image" Target="../media/image184.png"/><Relationship Id="rId72" Type="http://schemas.openxmlformats.org/officeDocument/2006/relationships/image" Target="../media/image185.png"/><Relationship Id="rId73" Type="http://schemas.openxmlformats.org/officeDocument/2006/relationships/image" Target="../media/image120.png"/><Relationship Id="rId74" Type="http://schemas.openxmlformats.org/officeDocument/2006/relationships/image" Target="../media/image186.png"/><Relationship Id="rId75" Type="http://schemas.openxmlformats.org/officeDocument/2006/relationships/image" Target="../media/image187.png"/><Relationship Id="rId76" Type="http://schemas.openxmlformats.org/officeDocument/2006/relationships/image" Target="../media/image188.png"/><Relationship Id="rId77" Type="http://schemas.openxmlformats.org/officeDocument/2006/relationships/image" Target="../media/image189.png"/><Relationship Id="rId78" Type="http://schemas.openxmlformats.org/officeDocument/2006/relationships/image" Target="../media/image190.png"/><Relationship Id="rId79" Type="http://schemas.openxmlformats.org/officeDocument/2006/relationships/image" Target="../media/image191.png"/><Relationship Id="rId80" Type="http://schemas.openxmlformats.org/officeDocument/2006/relationships/image" Target="../media/image192.png"/><Relationship Id="rId81" Type="http://schemas.openxmlformats.org/officeDocument/2006/relationships/image" Target="../media/image108.png"/><Relationship Id="rId82" Type="http://schemas.openxmlformats.org/officeDocument/2006/relationships/image" Target="../media/image193.png"/><Relationship Id="rId83" Type="http://schemas.openxmlformats.org/officeDocument/2006/relationships/image" Target="../media/image194.png"/><Relationship Id="rId84" Type="http://schemas.openxmlformats.org/officeDocument/2006/relationships/image" Target="../media/image195.png"/><Relationship Id="rId85" Type="http://schemas.openxmlformats.org/officeDocument/2006/relationships/image" Target="../media/image196.png"/><Relationship Id="rId86" Type="http://schemas.openxmlformats.org/officeDocument/2006/relationships/image" Target="../media/image197.png"/><Relationship Id="rId87" Type="http://schemas.openxmlformats.org/officeDocument/2006/relationships/image" Target="../media/image198.png"/><Relationship Id="rId88" Type="http://schemas.openxmlformats.org/officeDocument/2006/relationships/image" Target="../media/image199.png"/><Relationship Id="rId89" Type="http://schemas.openxmlformats.org/officeDocument/2006/relationships/image" Target="../media/image200.png"/><Relationship Id="rId90" Type="http://schemas.openxmlformats.org/officeDocument/2006/relationships/image" Target="../media/image201.png"/><Relationship Id="rId91" Type="http://schemas.openxmlformats.org/officeDocument/2006/relationships/image" Target="../media/image202.png"/><Relationship Id="rId92" Type="http://schemas.openxmlformats.org/officeDocument/2006/relationships/image" Target="../media/image203.png"/><Relationship Id="rId93" Type="http://schemas.openxmlformats.org/officeDocument/2006/relationships/image" Target="../media/image204.png"/><Relationship Id="rId94" Type="http://schemas.openxmlformats.org/officeDocument/2006/relationships/image" Target="../media/image205.png"/><Relationship Id="rId95" Type="http://schemas.openxmlformats.org/officeDocument/2006/relationships/image" Target="../media/image206.png"/><Relationship Id="rId96" Type="http://schemas.openxmlformats.org/officeDocument/2006/relationships/image" Target="../media/image207.png"/><Relationship Id="rId97" Type="http://schemas.openxmlformats.org/officeDocument/2006/relationships/image" Target="../media/image208.png"/><Relationship Id="rId98" Type="http://schemas.openxmlformats.org/officeDocument/2006/relationships/image" Target="../media/image209.png"/><Relationship Id="rId99" Type="http://schemas.openxmlformats.org/officeDocument/2006/relationships/image" Target="../media/image210.png"/><Relationship Id="rId100" Type="http://schemas.openxmlformats.org/officeDocument/2006/relationships/image" Target="../media/image211.png"/><Relationship Id="rId101" Type="http://schemas.openxmlformats.org/officeDocument/2006/relationships/image" Target="../media/image212.png"/><Relationship Id="rId102" Type="http://schemas.openxmlformats.org/officeDocument/2006/relationships/image" Target="../media/image213.png"/><Relationship Id="rId103" Type="http://schemas.openxmlformats.org/officeDocument/2006/relationships/image" Target="../media/image214.png"/><Relationship Id="rId104" Type="http://schemas.openxmlformats.org/officeDocument/2006/relationships/image" Target="../media/image215.png"/><Relationship Id="rId105" Type="http://schemas.openxmlformats.org/officeDocument/2006/relationships/image" Target="../media/image216.png"/><Relationship Id="rId106" Type="http://schemas.openxmlformats.org/officeDocument/2006/relationships/image" Target="../media/image119.png"/><Relationship Id="rId107" Type="http://schemas.openxmlformats.org/officeDocument/2006/relationships/image" Target="../media/image217.png"/><Relationship Id="rId108" Type="http://schemas.openxmlformats.org/officeDocument/2006/relationships/image" Target="../media/image218.png"/><Relationship Id="rId109" Type="http://schemas.openxmlformats.org/officeDocument/2006/relationships/image" Target="../media/image219.png"/><Relationship Id="rId110" Type="http://schemas.openxmlformats.org/officeDocument/2006/relationships/image" Target="../media/image220.png"/><Relationship Id="rId111" Type="http://schemas.openxmlformats.org/officeDocument/2006/relationships/image" Target="../media/image221.png"/><Relationship Id="rId112" Type="http://schemas.openxmlformats.org/officeDocument/2006/relationships/image" Target="../media/image222.png"/><Relationship Id="rId113" Type="http://schemas.openxmlformats.org/officeDocument/2006/relationships/image" Target="../media/image223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224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Relationship Id="rId8" Type="http://schemas.openxmlformats.org/officeDocument/2006/relationships/image" Target="../media/image133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227.png"/><Relationship Id="rId12" Type="http://schemas.openxmlformats.org/officeDocument/2006/relationships/image" Target="../media/image79.png"/><Relationship Id="rId13" Type="http://schemas.openxmlformats.org/officeDocument/2006/relationships/image" Target="../media/image228.png"/><Relationship Id="rId14" Type="http://schemas.openxmlformats.org/officeDocument/2006/relationships/image" Target="../media/image205.png"/><Relationship Id="rId15" Type="http://schemas.openxmlformats.org/officeDocument/2006/relationships/image" Target="../media/image87.png"/><Relationship Id="rId16" Type="http://schemas.openxmlformats.org/officeDocument/2006/relationships/image" Target="../media/image229.png"/><Relationship Id="rId17" Type="http://schemas.openxmlformats.org/officeDocument/2006/relationships/image" Target="../media/image230.png"/><Relationship Id="rId18" Type="http://schemas.openxmlformats.org/officeDocument/2006/relationships/image" Target="../media/image231.png"/><Relationship Id="rId19" Type="http://schemas.openxmlformats.org/officeDocument/2006/relationships/image" Target="../media/image232.png"/><Relationship Id="rId20" Type="http://schemas.openxmlformats.org/officeDocument/2006/relationships/image" Target="../media/image233.png"/><Relationship Id="rId21" Type="http://schemas.openxmlformats.org/officeDocument/2006/relationships/image" Target="../media/image138.png"/><Relationship Id="rId22" Type="http://schemas.openxmlformats.org/officeDocument/2006/relationships/image" Target="../media/image234.png"/><Relationship Id="rId23" Type="http://schemas.openxmlformats.org/officeDocument/2006/relationships/image" Target="../media/image112.png"/><Relationship Id="rId24" Type="http://schemas.openxmlformats.org/officeDocument/2006/relationships/image" Target="../media/image235.png"/><Relationship Id="rId25" Type="http://schemas.openxmlformats.org/officeDocument/2006/relationships/image" Target="../media/image236.png"/><Relationship Id="rId26" Type="http://schemas.openxmlformats.org/officeDocument/2006/relationships/image" Target="../media/image237.png"/><Relationship Id="rId27" Type="http://schemas.openxmlformats.org/officeDocument/2006/relationships/image" Target="../media/image238.png"/><Relationship Id="rId28" Type="http://schemas.openxmlformats.org/officeDocument/2006/relationships/image" Target="../media/image184.png"/><Relationship Id="rId29" Type="http://schemas.openxmlformats.org/officeDocument/2006/relationships/image" Target="../media/image239.png"/><Relationship Id="rId30" Type="http://schemas.openxmlformats.org/officeDocument/2006/relationships/image" Target="../media/image240.png"/><Relationship Id="rId31" Type="http://schemas.openxmlformats.org/officeDocument/2006/relationships/image" Target="../media/image241.png"/><Relationship Id="rId32" Type="http://schemas.openxmlformats.org/officeDocument/2006/relationships/image" Target="../media/image242.png"/><Relationship Id="rId33" Type="http://schemas.openxmlformats.org/officeDocument/2006/relationships/image" Target="../media/image243.png"/><Relationship Id="rId34" Type="http://schemas.openxmlformats.org/officeDocument/2006/relationships/image" Target="../media/image244.png"/><Relationship Id="rId35" Type="http://schemas.openxmlformats.org/officeDocument/2006/relationships/image" Target="../media/image245.png"/><Relationship Id="rId36" Type="http://schemas.openxmlformats.org/officeDocument/2006/relationships/image" Target="../media/image246.png"/><Relationship Id="rId37" Type="http://schemas.openxmlformats.org/officeDocument/2006/relationships/image" Target="../media/image155.png"/><Relationship Id="rId38" Type="http://schemas.openxmlformats.org/officeDocument/2006/relationships/image" Target="../media/image247.png"/><Relationship Id="rId39" Type="http://schemas.openxmlformats.org/officeDocument/2006/relationships/image" Target="../media/image107.png"/><Relationship Id="rId40" Type="http://schemas.openxmlformats.org/officeDocument/2006/relationships/image" Target="../media/image248.png"/><Relationship Id="rId41" Type="http://schemas.openxmlformats.org/officeDocument/2006/relationships/image" Target="../media/image249.png"/><Relationship Id="rId42" Type="http://schemas.openxmlformats.org/officeDocument/2006/relationships/image" Target="../media/image250.png"/><Relationship Id="rId43" Type="http://schemas.openxmlformats.org/officeDocument/2006/relationships/image" Target="../media/image251.png"/><Relationship Id="rId44" Type="http://schemas.openxmlformats.org/officeDocument/2006/relationships/image" Target="../media/image252.png"/><Relationship Id="rId45" Type="http://schemas.openxmlformats.org/officeDocument/2006/relationships/image" Target="../media/image114.png"/><Relationship Id="rId46" Type="http://schemas.openxmlformats.org/officeDocument/2006/relationships/image" Target="../media/image253.png"/><Relationship Id="rId47" Type="http://schemas.openxmlformats.org/officeDocument/2006/relationships/image" Target="../media/image254.png"/><Relationship Id="rId48" Type="http://schemas.openxmlformats.org/officeDocument/2006/relationships/image" Target="../media/image255.png"/><Relationship Id="rId49" Type="http://schemas.openxmlformats.org/officeDocument/2006/relationships/image" Target="../media/image256.png"/><Relationship Id="rId50" Type="http://schemas.openxmlformats.org/officeDocument/2006/relationships/image" Target="../media/image257.png"/><Relationship Id="rId51" Type="http://schemas.openxmlformats.org/officeDocument/2006/relationships/image" Target="../media/image183.png"/><Relationship Id="rId52" Type="http://schemas.openxmlformats.org/officeDocument/2006/relationships/image" Target="../media/image258.png"/><Relationship Id="rId53" Type="http://schemas.openxmlformats.org/officeDocument/2006/relationships/image" Target="../media/image259.png"/><Relationship Id="rId54" Type="http://schemas.openxmlformats.org/officeDocument/2006/relationships/image" Target="../media/image260.png"/><Relationship Id="rId55" Type="http://schemas.openxmlformats.org/officeDocument/2006/relationships/image" Target="../media/image261.png"/><Relationship Id="rId56" Type="http://schemas.openxmlformats.org/officeDocument/2006/relationships/image" Target="../media/image262.png"/><Relationship Id="rId57" Type="http://schemas.openxmlformats.org/officeDocument/2006/relationships/image" Target="../media/image92.png"/><Relationship Id="rId58" Type="http://schemas.openxmlformats.org/officeDocument/2006/relationships/image" Target="../media/image263.png"/><Relationship Id="rId59" Type="http://schemas.openxmlformats.org/officeDocument/2006/relationships/image" Target="../media/image264.png"/><Relationship Id="rId60" Type="http://schemas.openxmlformats.org/officeDocument/2006/relationships/image" Target="../media/image168.png"/><Relationship Id="rId61" Type="http://schemas.openxmlformats.org/officeDocument/2006/relationships/image" Target="../media/image265.png"/><Relationship Id="rId62" Type="http://schemas.openxmlformats.org/officeDocument/2006/relationships/image" Target="../media/image266.png"/><Relationship Id="rId63" Type="http://schemas.openxmlformats.org/officeDocument/2006/relationships/image" Target="../media/image267.png"/><Relationship Id="rId64" Type="http://schemas.openxmlformats.org/officeDocument/2006/relationships/image" Target="../media/image268.png"/><Relationship Id="rId65" Type="http://schemas.openxmlformats.org/officeDocument/2006/relationships/image" Target="../media/image269.png"/><Relationship Id="rId66" Type="http://schemas.openxmlformats.org/officeDocument/2006/relationships/image" Target="../media/image270.png"/><Relationship Id="rId67" Type="http://schemas.openxmlformats.org/officeDocument/2006/relationships/image" Target="../media/image122.png"/><Relationship Id="rId68" Type="http://schemas.openxmlformats.org/officeDocument/2006/relationships/image" Target="../media/image271.png"/><Relationship Id="rId69" Type="http://schemas.openxmlformats.org/officeDocument/2006/relationships/image" Target="../media/image272.png"/><Relationship Id="rId70" Type="http://schemas.openxmlformats.org/officeDocument/2006/relationships/image" Target="../media/image273.png"/><Relationship Id="rId71" Type="http://schemas.openxmlformats.org/officeDocument/2006/relationships/image" Target="../media/image274.png"/><Relationship Id="rId72" Type="http://schemas.openxmlformats.org/officeDocument/2006/relationships/image" Target="../media/image275.png"/><Relationship Id="rId73" Type="http://schemas.openxmlformats.org/officeDocument/2006/relationships/image" Target="../media/image276.png"/><Relationship Id="rId74" Type="http://schemas.openxmlformats.org/officeDocument/2006/relationships/image" Target="../media/image277.png"/><Relationship Id="rId75" Type="http://schemas.openxmlformats.org/officeDocument/2006/relationships/image" Target="../media/image278.png"/><Relationship Id="rId76" Type="http://schemas.openxmlformats.org/officeDocument/2006/relationships/image" Target="../media/image127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279.png"/><Relationship Id="rId6" Type="http://schemas.openxmlformats.org/officeDocument/2006/relationships/image" Target="../media/image280.png"/><Relationship Id="rId7" Type="http://schemas.openxmlformats.org/officeDocument/2006/relationships/image" Target="../media/image226.png"/><Relationship Id="rId8" Type="http://schemas.openxmlformats.org/officeDocument/2006/relationships/image" Target="../media/image133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227.png"/><Relationship Id="rId12" Type="http://schemas.openxmlformats.org/officeDocument/2006/relationships/image" Target="../media/image79.png"/><Relationship Id="rId13" Type="http://schemas.openxmlformats.org/officeDocument/2006/relationships/image" Target="../media/image281.png"/><Relationship Id="rId14" Type="http://schemas.openxmlformats.org/officeDocument/2006/relationships/image" Target="../media/image230.png"/><Relationship Id="rId15" Type="http://schemas.openxmlformats.org/officeDocument/2006/relationships/image" Target="../media/image282.png"/><Relationship Id="rId16" Type="http://schemas.openxmlformats.org/officeDocument/2006/relationships/image" Target="../media/image283.png"/><Relationship Id="rId17" Type="http://schemas.openxmlformats.org/officeDocument/2006/relationships/image" Target="../media/image237.png"/><Relationship Id="rId18" Type="http://schemas.openxmlformats.org/officeDocument/2006/relationships/image" Target="../media/image197.png"/><Relationship Id="rId19" Type="http://schemas.openxmlformats.org/officeDocument/2006/relationships/image" Target="../media/image284.png"/><Relationship Id="rId20" Type="http://schemas.openxmlformats.org/officeDocument/2006/relationships/image" Target="../media/image285.png"/><Relationship Id="rId21" Type="http://schemas.openxmlformats.org/officeDocument/2006/relationships/image" Target="../media/image286.png"/><Relationship Id="rId22" Type="http://schemas.openxmlformats.org/officeDocument/2006/relationships/image" Target="../media/image274.png"/><Relationship Id="rId23" Type="http://schemas.openxmlformats.org/officeDocument/2006/relationships/image" Target="../media/image287.png"/><Relationship Id="rId24" Type="http://schemas.openxmlformats.org/officeDocument/2006/relationships/image" Target="../media/image288.png"/><Relationship Id="rId25" Type="http://schemas.openxmlformats.org/officeDocument/2006/relationships/image" Target="../media/image123.png"/><Relationship Id="rId26" Type="http://schemas.openxmlformats.org/officeDocument/2006/relationships/image" Target="../media/image91.png"/><Relationship Id="rId27" Type="http://schemas.openxmlformats.org/officeDocument/2006/relationships/image" Target="../media/image92.png"/><Relationship Id="rId28" Type="http://schemas.openxmlformats.org/officeDocument/2006/relationships/image" Target="../media/image289.png"/><Relationship Id="rId29" Type="http://schemas.openxmlformats.org/officeDocument/2006/relationships/image" Target="../media/image146.png"/><Relationship Id="rId30" Type="http://schemas.openxmlformats.org/officeDocument/2006/relationships/image" Target="../media/image290.png"/><Relationship Id="rId31" Type="http://schemas.openxmlformats.org/officeDocument/2006/relationships/image" Target="../media/image100.png"/><Relationship Id="rId32" Type="http://schemas.openxmlformats.org/officeDocument/2006/relationships/image" Target="../media/image291.png"/><Relationship Id="rId33" Type="http://schemas.openxmlformats.org/officeDocument/2006/relationships/image" Target="../media/image292.png"/><Relationship Id="rId34" Type="http://schemas.openxmlformats.org/officeDocument/2006/relationships/image" Target="../media/image293.png"/><Relationship Id="rId35" Type="http://schemas.openxmlformats.org/officeDocument/2006/relationships/image" Target="../media/image294.png"/><Relationship Id="rId36" Type="http://schemas.openxmlformats.org/officeDocument/2006/relationships/image" Target="../media/image295.png"/><Relationship Id="rId37" Type="http://schemas.openxmlformats.org/officeDocument/2006/relationships/image" Target="../media/image296.png"/><Relationship Id="rId38" Type="http://schemas.openxmlformats.org/officeDocument/2006/relationships/image" Target="../media/image297.png"/><Relationship Id="rId39" Type="http://schemas.openxmlformats.org/officeDocument/2006/relationships/image" Target="../media/image298.png"/><Relationship Id="rId40" Type="http://schemas.openxmlformats.org/officeDocument/2006/relationships/image" Target="../media/image299.png"/><Relationship Id="rId41" Type="http://schemas.openxmlformats.org/officeDocument/2006/relationships/image" Target="../media/image300.png"/><Relationship Id="rId42" Type="http://schemas.openxmlformats.org/officeDocument/2006/relationships/image" Target="../media/image301.png"/><Relationship Id="rId43" Type="http://schemas.openxmlformats.org/officeDocument/2006/relationships/image" Target="../media/image302.png"/><Relationship Id="rId44" Type="http://schemas.openxmlformats.org/officeDocument/2006/relationships/image" Target="../media/image303.png"/><Relationship Id="rId45" Type="http://schemas.openxmlformats.org/officeDocument/2006/relationships/image" Target="../media/image304.png"/><Relationship Id="rId46" Type="http://schemas.openxmlformats.org/officeDocument/2006/relationships/image" Target="../media/image305.png"/><Relationship Id="rId47" Type="http://schemas.openxmlformats.org/officeDocument/2006/relationships/image" Target="../media/image236.png"/><Relationship Id="rId48" Type="http://schemas.openxmlformats.org/officeDocument/2006/relationships/image" Target="../media/image306.png"/><Relationship Id="rId49" Type="http://schemas.openxmlformats.org/officeDocument/2006/relationships/image" Target="../media/image107.png"/><Relationship Id="rId50" Type="http://schemas.openxmlformats.org/officeDocument/2006/relationships/image" Target="../media/image307.png"/><Relationship Id="rId51" Type="http://schemas.openxmlformats.org/officeDocument/2006/relationships/image" Target="../media/image308.png"/><Relationship Id="rId52" Type="http://schemas.openxmlformats.org/officeDocument/2006/relationships/image" Target="../media/image309.png"/><Relationship Id="rId53" Type="http://schemas.openxmlformats.org/officeDocument/2006/relationships/image" Target="../media/image310.png"/><Relationship Id="rId54" Type="http://schemas.openxmlformats.org/officeDocument/2006/relationships/image" Target="../media/image311.png"/><Relationship Id="rId55" Type="http://schemas.openxmlformats.org/officeDocument/2006/relationships/image" Target="../media/image312.png"/><Relationship Id="rId56" Type="http://schemas.openxmlformats.org/officeDocument/2006/relationships/image" Target="../media/image267.png"/><Relationship Id="rId57" Type="http://schemas.openxmlformats.org/officeDocument/2006/relationships/image" Target="../media/image235.png"/><Relationship Id="rId58" Type="http://schemas.openxmlformats.org/officeDocument/2006/relationships/image" Target="../media/image313.png"/><Relationship Id="rId59" Type="http://schemas.openxmlformats.org/officeDocument/2006/relationships/image" Target="../media/image314.png"/><Relationship Id="rId60" Type="http://schemas.openxmlformats.org/officeDocument/2006/relationships/image" Target="../media/image315.png"/><Relationship Id="rId61" Type="http://schemas.openxmlformats.org/officeDocument/2006/relationships/image" Target="../media/image173.png"/><Relationship Id="rId62" Type="http://schemas.openxmlformats.org/officeDocument/2006/relationships/image" Target="../media/image242.png"/><Relationship Id="rId63" Type="http://schemas.openxmlformats.org/officeDocument/2006/relationships/image" Target="../media/image128.png"/><Relationship Id="rId64" Type="http://schemas.openxmlformats.org/officeDocument/2006/relationships/image" Target="../media/image87.png"/><Relationship Id="rId65" Type="http://schemas.openxmlformats.org/officeDocument/2006/relationships/image" Target="../media/image262.png"/><Relationship Id="rId66" Type="http://schemas.openxmlformats.org/officeDocument/2006/relationships/image" Target="../media/image250.png"/><Relationship Id="rId67" Type="http://schemas.openxmlformats.org/officeDocument/2006/relationships/image" Target="../media/image126.png"/><Relationship Id="rId68" Type="http://schemas.openxmlformats.org/officeDocument/2006/relationships/image" Target="../media/image316.png"/><Relationship Id="rId69" Type="http://schemas.openxmlformats.org/officeDocument/2006/relationships/image" Target="../media/image317.png"/><Relationship Id="rId70" Type="http://schemas.openxmlformats.org/officeDocument/2006/relationships/image" Target="../media/image318.png"/><Relationship Id="rId71" Type="http://schemas.openxmlformats.org/officeDocument/2006/relationships/image" Target="../media/image248.png"/><Relationship Id="rId72" Type="http://schemas.openxmlformats.org/officeDocument/2006/relationships/image" Target="../media/image220.png"/><Relationship Id="rId73" Type="http://schemas.openxmlformats.org/officeDocument/2006/relationships/image" Target="../media/image319.png"/><Relationship Id="rId74" Type="http://schemas.openxmlformats.org/officeDocument/2006/relationships/image" Target="../media/image320.png"/><Relationship Id="rId75" Type="http://schemas.openxmlformats.org/officeDocument/2006/relationships/image" Target="../media/image321.png"/><Relationship Id="rId76" Type="http://schemas.openxmlformats.org/officeDocument/2006/relationships/image" Target="../media/image322.png"/><Relationship Id="rId77" Type="http://schemas.openxmlformats.org/officeDocument/2006/relationships/image" Target="../media/image323.png"/><Relationship Id="rId78" Type="http://schemas.openxmlformats.org/officeDocument/2006/relationships/image" Target="../media/image218.png"/><Relationship Id="rId79" Type="http://schemas.openxmlformats.org/officeDocument/2006/relationships/image" Target="../media/image324.png"/><Relationship Id="rId80" Type="http://schemas.openxmlformats.org/officeDocument/2006/relationships/image" Target="../media/image325.png"/><Relationship Id="rId81" Type="http://schemas.openxmlformats.org/officeDocument/2006/relationships/image" Target="../media/image326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279.png"/><Relationship Id="rId6" Type="http://schemas.openxmlformats.org/officeDocument/2006/relationships/image" Target="../media/image280.png"/><Relationship Id="rId7" Type="http://schemas.openxmlformats.org/officeDocument/2006/relationships/image" Target="../media/image226.png"/><Relationship Id="rId8" Type="http://schemas.openxmlformats.org/officeDocument/2006/relationships/image" Target="../media/image133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227.png"/><Relationship Id="rId12" Type="http://schemas.openxmlformats.org/officeDocument/2006/relationships/image" Target="../media/image79.png"/><Relationship Id="rId13" Type="http://schemas.openxmlformats.org/officeDocument/2006/relationships/image" Target="../media/image327.png"/><Relationship Id="rId14" Type="http://schemas.openxmlformats.org/officeDocument/2006/relationships/image" Target="../media/image242.png"/><Relationship Id="rId15" Type="http://schemas.openxmlformats.org/officeDocument/2006/relationships/image" Target="../media/image128.png"/><Relationship Id="rId16" Type="http://schemas.openxmlformats.org/officeDocument/2006/relationships/image" Target="../media/image147.png"/><Relationship Id="rId17" Type="http://schemas.openxmlformats.org/officeDocument/2006/relationships/image" Target="../media/image229.png"/><Relationship Id="rId18" Type="http://schemas.openxmlformats.org/officeDocument/2006/relationships/image" Target="../media/image299.png"/><Relationship Id="rId19" Type="http://schemas.openxmlformats.org/officeDocument/2006/relationships/image" Target="../media/image196.png"/><Relationship Id="rId20" Type="http://schemas.openxmlformats.org/officeDocument/2006/relationships/image" Target="../media/image328.png"/><Relationship Id="rId21" Type="http://schemas.openxmlformats.org/officeDocument/2006/relationships/image" Target="../media/image107.png"/><Relationship Id="rId22" Type="http://schemas.openxmlformats.org/officeDocument/2006/relationships/image" Target="../media/image237.png"/><Relationship Id="rId23" Type="http://schemas.openxmlformats.org/officeDocument/2006/relationships/image" Target="../media/image205.png"/><Relationship Id="rId24" Type="http://schemas.openxmlformats.org/officeDocument/2006/relationships/image" Target="../media/image184.png"/><Relationship Id="rId25" Type="http://schemas.openxmlformats.org/officeDocument/2006/relationships/image" Target="../media/image239.png"/><Relationship Id="rId26" Type="http://schemas.openxmlformats.org/officeDocument/2006/relationships/image" Target="../media/image276.png"/><Relationship Id="rId27" Type="http://schemas.openxmlformats.org/officeDocument/2006/relationships/image" Target="../media/image329.png"/><Relationship Id="rId28" Type="http://schemas.openxmlformats.org/officeDocument/2006/relationships/image" Target="../media/image303.png"/><Relationship Id="rId29" Type="http://schemas.openxmlformats.org/officeDocument/2006/relationships/image" Target="../media/image330.png"/><Relationship Id="rId30" Type="http://schemas.openxmlformats.org/officeDocument/2006/relationships/image" Target="../media/image331.png"/><Relationship Id="rId31" Type="http://schemas.openxmlformats.org/officeDocument/2006/relationships/image" Target="../media/image298.png"/><Relationship Id="rId32" Type="http://schemas.openxmlformats.org/officeDocument/2006/relationships/image" Target="../media/image332.png"/><Relationship Id="rId33" Type="http://schemas.openxmlformats.org/officeDocument/2006/relationships/image" Target="../media/image333.png"/><Relationship Id="rId34" Type="http://schemas.openxmlformats.org/officeDocument/2006/relationships/image" Target="../media/image334.png"/><Relationship Id="rId35" Type="http://schemas.openxmlformats.org/officeDocument/2006/relationships/image" Target="../media/image335.png"/><Relationship Id="rId36" Type="http://schemas.openxmlformats.org/officeDocument/2006/relationships/image" Target="../media/image336.png"/><Relationship Id="rId37" Type="http://schemas.openxmlformats.org/officeDocument/2006/relationships/image" Target="../media/image319.png"/><Relationship Id="rId38" Type="http://schemas.openxmlformats.org/officeDocument/2006/relationships/image" Target="../media/image337.png"/><Relationship Id="rId39" Type="http://schemas.openxmlformats.org/officeDocument/2006/relationships/image" Target="../media/image338.png"/><Relationship Id="rId40" Type="http://schemas.openxmlformats.org/officeDocument/2006/relationships/image" Target="../media/image138.png"/><Relationship Id="rId41" Type="http://schemas.openxmlformats.org/officeDocument/2006/relationships/image" Target="../media/image339.png"/><Relationship Id="rId42" Type="http://schemas.openxmlformats.org/officeDocument/2006/relationships/image" Target="../media/image340.png"/><Relationship Id="rId43" Type="http://schemas.openxmlformats.org/officeDocument/2006/relationships/image" Target="../media/image155.png"/><Relationship Id="rId44" Type="http://schemas.openxmlformats.org/officeDocument/2006/relationships/image" Target="../media/image341.png"/><Relationship Id="rId45" Type="http://schemas.openxmlformats.org/officeDocument/2006/relationships/image" Target="../media/image342.png"/><Relationship Id="rId46" Type="http://schemas.openxmlformats.org/officeDocument/2006/relationships/image" Target="../media/image123.png"/><Relationship Id="rId47" Type="http://schemas.openxmlformats.org/officeDocument/2006/relationships/image" Target="../media/image271.png"/><Relationship Id="rId48" Type="http://schemas.openxmlformats.org/officeDocument/2006/relationships/image" Target="../media/image343.png"/><Relationship Id="rId49" Type="http://schemas.openxmlformats.org/officeDocument/2006/relationships/image" Target="../media/image344.png"/><Relationship Id="rId50" Type="http://schemas.openxmlformats.org/officeDocument/2006/relationships/image" Target="../media/image345.png"/><Relationship Id="rId51" Type="http://schemas.openxmlformats.org/officeDocument/2006/relationships/image" Target="../media/image346.png"/><Relationship Id="rId52" Type="http://schemas.openxmlformats.org/officeDocument/2006/relationships/image" Target="../media/image347.png"/><Relationship Id="rId53" Type="http://schemas.openxmlformats.org/officeDocument/2006/relationships/image" Target="../media/image173.png"/><Relationship Id="rId54" Type="http://schemas.openxmlformats.org/officeDocument/2006/relationships/image" Target="../media/image348.png"/><Relationship Id="rId55" Type="http://schemas.openxmlformats.org/officeDocument/2006/relationships/image" Target="../media/image146.png"/><Relationship Id="rId56" Type="http://schemas.openxmlformats.org/officeDocument/2006/relationships/image" Target="../media/image290.png"/><Relationship Id="rId57" Type="http://schemas.openxmlformats.org/officeDocument/2006/relationships/image" Target="../media/image349.png"/><Relationship Id="rId58" Type="http://schemas.openxmlformats.org/officeDocument/2006/relationships/image" Target="../media/image350.png"/><Relationship Id="rId59" Type="http://schemas.openxmlformats.org/officeDocument/2006/relationships/image" Target="../media/image87.png"/><Relationship Id="rId60" Type="http://schemas.openxmlformats.org/officeDocument/2006/relationships/image" Target="../media/image351.png"/><Relationship Id="rId61" Type="http://schemas.openxmlformats.org/officeDocument/2006/relationships/image" Target="../media/image352.png"/><Relationship Id="rId62" Type="http://schemas.openxmlformats.org/officeDocument/2006/relationships/image" Target="../media/image353.png"/><Relationship Id="rId63" Type="http://schemas.openxmlformats.org/officeDocument/2006/relationships/image" Target="../media/image354.png"/><Relationship Id="rId64" Type="http://schemas.openxmlformats.org/officeDocument/2006/relationships/image" Target="../media/image355.png"/><Relationship Id="rId65" Type="http://schemas.openxmlformats.org/officeDocument/2006/relationships/image" Target="../media/image356.png"/><Relationship Id="rId66" Type="http://schemas.openxmlformats.org/officeDocument/2006/relationships/image" Target="../media/image357.png"/><Relationship Id="rId67" Type="http://schemas.openxmlformats.org/officeDocument/2006/relationships/image" Target="../media/image358.png"/><Relationship Id="rId68" Type="http://schemas.openxmlformats.org/officeDocument/2006/relationships/image" Target="../media/image359.png"/><Relationship Id="rId69" Type="http://schemas.openxmlformats.org/officeDocument/2006/relationships/image" Target="../media/image360.png"/><Relationship Id="rId70" Type="http://schemas.openxmlformats.org/officeDocument/2006/relationships/image" Target="../media/image361.png"/><Relationship Id="rId71" Type="http://schemas.openxmlformats.org/officeDocument/2006/relationships/image" Target="../media/image362.png"/><Relationship Id="rId72" Type="http://schemas.openxmlformats.org/officeDocument/2006/relationships/image" Target="../media/image363.png"/><Relationship Id="rId73" Type="http://schemas.openxmlformats.org/officeDocument/2006/relationships/image" Target="../media/image364.png"/><Relationship Id="rId74" Type="http://schemas.openxmlformats.org/officeDocument/2006/relationships/image" Target="../media/image365.png"/><Relationship Id="rId75" Type="http://schemas.openxmlformats.org/officeDocument/2006/relationships/image" Target="../media/image366.png"/><Relationship Id="rId76" Type="http://schemas.openxmlformats.org/officeDocument/2006/relationships/image" Target="../media/image367.png"/><Relationship Id="rId77" Type="http://schemas.openxmlformats.org/officeDocument/2006/relationships/image" Target="../media/image368.png"/><Relationship Id="rId78" Type="http://schemas.openxmlformats.org/officeDocument/2006/relationships/image" Target="../media/image369.png"/><Relationship Id="rId79" Type="http://schemas.openxmlformats.org/officeDocument/2006/relationships/image" Target="../media/image370.png"/><Relationship Id="rId80" Type="http://schemas.openxmlformats.org/officeDocument/2006/relationships/image" Target="../media/image371.png"/><Relationship Id="rId81" Type="http://schemas.openxmlformats.org/officeDocument/2006/relationships/image" Target="../media/image372.png"/><Relationship Id="rId82" Type="http://schemas.openxmlformats.org/officeDocument/2006/relationships/image" Target="../media/image373.png"/><Relationship Id="rId83" Type="http://schemas.openxmlformats.org/officeDocument/2006/relationships/image" Target="../media/image374.png"/><Relationship Id="rId84" Type="http://schemas.openxmlformats.org/officeDocument/2006/relationships/image" Target="../media/image375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7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15.png"/><Relationship Id="rId16" Type="http://schemas.openxmlformats.org/officeDocument/2006/relationships/image" Target="../media/image376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377.png"/><Relationship Id="rId7" Type="http://schemas.openxmlformats.org/officeDocument/2006/relationships/image" Target="../media/image378.png"/><Relationship Id="rId8" Type="http://schemas.openxmlformats.org/officeDocument/2006/relationships/image" Target="../media/image379.png"/><Relationship Id="rId9" Type="http://schemas.openxmlformats.org/officeDocument/2006/relationships/image" Target="../media/image380.png"/><Relationship Id="rId10" Type="http://schemas.openxmlformats.org/officeDocument/2006/relationships/image" Target="../media/image381.png"/><Relationship Id="rId11" Type="http://schemas.openxmlformats.org/officeDocument/2006/relationships/image" Target="../media/image382.png"/><Relationship Id="rId12" Type="http://schemas.openxmlformats.org/officeDocument/2006/relationships/image" Target="../media/image383.png"/><Relationship Id="rId13" Type="http://schemas.openxmlformats.org/officeDocument/2006/relationships/image" Target="../media/image384.png"/><Relationship Id="rId14" Type="http://schemas.openxmlformats.org/officeDocument/2006/relationships/image" Target="../media/image385.png"/><Relationship Id="rId15" Type="http://schemas.openxmlformats.org/officeDocument/2006/relationships/image" Target="../media/image386.png"/><Relationship Id="rId16" Type="http://schemas.openxmlformats.org/officeDocument/2006/relationships/image" Target="../media/image387.png"/><Relationship Id="rId17" Type="http://schemas.openxmlformats.org/officeDocument/2006/relationships/image" Target="../media/image388.png"/><Relationship Id="rId18" Type="http://schemas.openxmlformats.org/officeDocument/2006/relationships/image" Target="../media/image389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0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377.png"/><Relationship Id="rId7" Type="http://schemas.openxmlformats.org/officeDocument/2006/relationships/image" Target="../media/image378.png"/><Relationship Id="rId8" Type="http://schemas.openxmlformats.org/officeDocument/2006/relationships/image" Target="../media/image379.png"/><Relationship Id="rId9" Type="http://schemas.openxmlformats.org/officeDocument/2006/relationships/image" Target="../media/image391.png"/><Relationship Id="rId10" Type="http://schemas.openxmlformats.org/officeDocument/2006/relationships/image" Target="../media/image392.png"/><Relationship Id="rId11" Type="http://schemas.openxmlformats.org/officeDocument/2006/relationships/image" Target="../media/image393.png"/><Relationship Id="rId12" Type="http://schemas.openxmlformats.org/officeDocument/2006/relationships/image" Target="../media/image394.png"/><Relationship Id="rId13" Type="http://schemas.openxmlformats.org/officeDocument/2006/relationships/image" Target="../media/image395.png"/><Relationship Id="rId14" Type="http://schemas.openxmlformats.org/officeDocument/2006/relationships/image" Target="../media/image396.png"/><Relationship Id="rId15" Type="http://schemas.openxmlformats.org/officeDocument/2006/relationships/image" Target="../media/image397.png"/><Relationship Id="rId16" Type="http://schemas.openxmlformats.org/officeDocument/2006/relationships/image" Target="../media/image398.png"/><Relationship Id="rId17" Type="http://schemas.openxmlformats.org/officeDocument/2006/relationships/image" Target="../media/image399.png"/><Relationship Id="rId18" Type="http://schemas.openxmlformats.org/officeDocument/2006/relationships/image" Target="../media/image400.png"/><Relationship Id="rId19" Type="http://schemas.openxmlformats.org/officeDocument/2006/relationships/image" Target="../media/image401.png"/><Relationship Id="rId20" Type="http://schemas.openxmlformats.org/officeDocument/2006/relationships/image" Target="../media/image402.png"/><Relationship Id="rId21" Type="http://schemas.openxmlformats.org/officeDocument/2006/relationships/image" Target="../media/image403.png"/><Relationship Id="rId22" Type="http://schemas.openxmlformats.org/officeDocument/2006/relationships/image" Target="../media/image404.png"/><Relationship Id="rId23" Type="http://schemas.openxmlformats.org/officeDocument/2006/relationships/image" Target="../media/image405.png"/><Relationship Id="rId24" Type="http://schemas.openxmlformats.org/officeDocument/2006/relationships/image" Target="../media/image406.png"/><Relationship Id="rId25" Type="http://schemas.openxmlformats.org/officeDocument/2006/relationships/image" Target="../media/image407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0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377.png"/><Relationship Id="rId7" Type="http://schemas.openxmlformats.org/officeDocument/2006/relationships/image" Target="../media/image378.png"/><Relationship Id="rId8" Type="http://schemas.openxmlformats.org/officeDocument/2006/relationships/image" Target="../media/image379.png"/><Relationship Id="rId9" Type="http://schemas.openxmlformats.org/officeDocument/2006/relationships/image" Target="../media/image391.png"/><Relationship Id="rId10" Type="http://schemas.openxmlformats.org/officeDocument/2006/relationships/image" Target="../media/image408.png"/><Relationship Id="rId11" Type="http://schemas.openxmlformats.org/officeDocument/2006/relationships/image" Target="../media/image409.png"/><Relationship Id="rId12" Type="http://schemas.openxmlformats.org/officeDocument/2006/relationships/image" Target="../media/image410.png"/><Relationship Id="rId13" Type="http://schemas.openxmlformats.org/officeDocument/2006/relationships/image" Target="../media/image411.png"/><Relationship Id="rId14" Type="http://schemas.openxmlformats.org/officeDocument/2006/relationships/image" Target="../media/image412.png"/><Relationship Id="rId15" Type="http://schemas.openxmlformats.org/officeDocument/2006/relationships/image" Target="../media/image413.png"/><Relationship Id="rId16" Type="http://schemas.openxmlformats.org/officeDocument/2006/relationships/image" Target="../media/image406.png"/><Relationship Id="rId17" Type="http://schemas.openxmlformats.org/officeDocument/2006/relationships/image" Target="../media/image414.png"/><Relationship Id="rId18" Type="http://schemas.openxmlformats.org/officeDocument/2006/relationships/image" Target="../media/image415.png"/><Relationship Id="rId19" Type="http://schemas.openxmlformats.org/officeDocument/2006/relationships/image" Target="../media/image416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0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392.png"/><Relationship Id="rId7" Type="http://schemas.openxmlformats.org/officeDocument/2006/relationships/image" Target="../media/image417.png"/><Relationship Id="rId8" Type="http://schemas.openxmlformats.org/officeDocument/2006/relationships/image" Target="../media/image404.png"/><Relationship Id="rId9" Type="http://schemas.openxmlformats.org/officeDocument/2006/relationships/image" Target="../media/image418.png"/><Relationship Id="rId10" Type="http://schemas.openxmlformats.org/officeDocument/2006/relationships/image" Target="../media/image419.png"/><Relationship Id="rId11" Type="http://schemas.openxmlformats.org/officeDocument/2006/relationships/image" Target="../media/image420.png"/><Relationship Id="rId12" Type="http://schemas.openxmlformats.org/officeDocument/2006/relationships/image" Target="../media/image421.png"/><Relationship Id="rId13" Type="http://schemas.openxmlformats.org/officeDocument/2006/relationships/image" Target="../media/image422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0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423.png"/><Relationship Id="rId7" Type="http://schemas.openxmlformats.org/officeDocument/2006/relationships/image" Target="../media/image424.png"/><Relationship Id="rId8" Type="http://schemas.openxmlformats.org/officeDocument/2006/relationships/image" Target="../media/image205.png"/><Relationship Id="rId9" Type="http://schemas.openxmlformats.org/officeDocument/2006/relationships/image" Target="../media/image185.png"/><Relationship Id="rId10" Type="http://schemas.openxmlformats.org/officeDocument/2006/relationships/image" Target="../media/image130.png"/><Relationship Id="rId11" Type="http://schemas.openxmlformats.org/officeDocument/2006/relationships/image" Target="../media/image425.png"/><Relationship Id="rId12" Type="http://schemas.openxmlformats.org/officeDocument/2006/relationships/image" Target="../media/image426.png"/><Relationship Id="rId13" Type="http://schemas.openxmlformats.org/officeDocument/2006/relationships/image" Target="../media/image427.png"/><Relationship Id="rId14" Type="http://schemas.openxmlformats.org/officeDocument/2006/relationships/image" Target="../media/image428.png"/><Relationship Id="rId15" Type="http://schemas.openxmlformats.org/officeDocument/2006/relationships/image" Target="../media/image429.png"/><Relationship Id="rId16" Type="http://schemas.openxmlformats.org/officeDocument/2006/relationships/image" Target="../media/image91.png"/><Relationship Id="rId17" Type="http://schemas.openxmlformats.org/officeDocument/2006/relationships/image" Target="../media/image430.png"/><Relationship Id="rId18" Type="http://schemas.openxmlformats.org/officeDocument/2006/relationships/image" Target="../media/image311.png"/><Relationship Id="rId19" Type="http://schemas.openxmlformats.org/officeDocument/2006/relationships/image" Target="../media/image155.png"/><Relationship Id="rId20" Type="http://schemas.openxmlformats.org/officeDocument/2006/relationships/image" Target="../media/image268.png"/><Relationship Id="rId21" Type="http://schemas.openxmlformats.org/officeDocument/2006/relationships/image" Target="../media/image269.png"/><Relationship Id="rId22" Type="http://schemas.openxmlformats.org/officeDocument/2006/relationships/image" Target="../media/image431.png"/><Relationship Id="rId23" Type="http://schemas.openxmlformats.org/officeDocument/2006/relationships/image" Target="../media/image432.png"/><Relationship Id="rId24" Type="http://schemas.openxmlformats.org/officeDocument/2006/relationships/image" Target="../media/image433.png"/><Relationship Id="rId25" Type="http://schemas.openxmlformats.org/officeDocument/2006/relationships/image" Target="../media/image434.png"/><Relationship Id="rId26" Type="http://schemas.openxmlformats.org/officeDocument/2006/relationships/image" Target="../media/image435.png"/><Relationship Id="rId27" Type="http://schemas.openxmlformats.org/officeDocument/2006/relationships/image" Target="../media/image318.png"/><Relationship Id="rId28" Type="http://schemas.openxmlformats.org/officeDocument/2006/relationships/image" Target="../media/image436.png"/><Relationship Id="rId29" Type="http://schemas.openxmlformats.org/officeDocument/2006/relationships/image" Target="../media/image437.png"/><Relationship Id="rId30" Type="http://schemas.openxmlformats.org/officeDocument/2006/relationships/image" Target="../media/image438.png"/><Relationship Id="rId31" Type="http://schemas.openxmlformats.org/officeDocument/2006/relationships/image" Target="../media/image333.png"/><Relationship Id="rId32" Type="http://schemas.openxmlformats.org/officeDocument/2006/relationships/image" Target="../media/image271.png"/><Relationship Id="rId33" Type="http://schemas.openxmlformats.org/officeDocument/2006/relationships/image" Target="../media/image195.png"/><Relationship Id="rId34" Type="http://schemas.openxmlformats.org/officeDocument/2006/relationships/image" Target="../media/image439.png"/><Relationship Id="rId35" Type="http://schemas.openxmlformats.org/officeDocument/2006/relationships/image" Target="../media/image349.png"/><Relationship Id="rId36" Type="http://schemas.openxmlformats.org/officeDocument/2006/relationships/image" Target="../media/image325.png"/><Relationship Id="rId37" Type="http://schemas.openxmlformats.org/officeDocument/2006/relationships/image" Target="../media/image273.png"/><Relationship Id="rId38" Type="http://schemas.openxmlformats.org/officeDocument/2006/relationships/image" Target="../media/image302.png"/><Relationship Id="rId39" Type="http://schemas.openxmlformats.org/officeDocument/2006/relationships/image" Target="../media/image126.png"/><Relationship Id="rId40" Type="http://schemas.openxmlformats.org/officeDocument/2006/relationships/image" Target="../media/image440.png"/><Relationship Id="rId41" Type="http://schemas.openxmlformats.org/officeDocument/2006/relationships/image" Target="../media/image107.png"/><Relationship Id="rId42" Type="http://schemas.openxmlformats.org/officeDocument/2006/relationships/image" Target="../media/image307.png"/><Relationship Id="rId43" Type="http://schemas.openxmlformats.org/officeDocument/2006/relationships/image" Target="../media/image236.png"/><Relationship Id="rId44" Type="http://schemas.openxmlformats.org/officeDocument/2006/relationships/image" Target="../media/image441.png"/><Relationship Id="rId45" Type="http://schemas.openxmlformats.org/officeDocument/2006/relationships/image" Target="../media/image442.png"/><Relationship Id="rId46" Type="http://schemas.openxmlformats.org/officeDocument/2006/relationships/image" Target="../media/image443.png"/><Relationship Id="rId47" Type="http://schemas.openxmlformats.org/officeDocument/2006/relationships/image" Target="../media/image444.png"/><Relationship Id="rId48" Type="http://schemas.openxmlformats.org/officeDocument/2006/relationships/image" Target="../media/image116.png"/><Relationship Id="rId49" Type="http://schemas.openxmlformats.org/officeDocument/2006/relationships/image" Target="../media/image174.png"/><Relationship Id="rId50" Type="http://schemas.openxmlformats.org/officeDocument/2006/relationships/image" Target="../media/image445.png"/><Relationship Id="rId51" Type="http://schemas.openxmlformats.org/officeDocument/2006/relationships/image" Target="../media/image446.png"/><Relationship Id="rId52" Type="http://schemas.openxmlformats.org/officeDocument/2006/relationships/image" Target="../media/image186.png"/><Relationship Id="rId53" Type="http://schemas.openxmlformats.org/officeDocument/2006/relationships/image" Target="../media/image303.png"/><Relationship Id="rId54" Type="http://schemas.openxmlformats.org/officeDocument/2006/relationships/image" Target="../media/image447.png"/><Relationship Id="rId55" Type="http://schemas.openxmlformats.org/officeDocument/2006/relationships/image" Target="../media/image100.png"/><Relationship Id="rId56" Type="http://schemas.openxmlformats.org/officeDocument/2006/relationships/image" Target="../media/image448.png"/><Relationship Id="rId57" Type="http://schemas.openxmlformats.org/officeDocument/2006/relationships/image" Target="../media/image242.png"/><Relationship Id="rId58" Type="http://schemas.openxmlformats.org/officeDocument/2006/relationships/image" Target="../media/image128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0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449.png"/><Relationship Id="rId7" Type="http://schemas.openxmlformats.org/officeDocument/2006/relationships/image" Target="../media/image450.png"/><Relationship Id="rId8" Type="http://schemas.openxmlformats.org/officeDocument/2006/relationships/image" Target="../media/image451.png"/><Relationship Id="rId9" Type="http://schemas.openxmlformats.org/officeDocument/2006/relationships/image" Target="../media/image452.png"/><Relationship Id="rId10" Type="http://schemas.openxmlformats.org/officeDocument/2006/relationships/image" Target="../media/image391.png"/><Relationship Id="rId11" Type="http://schemas.openxmlformats.org/officeDocument/2006/relationships/image" Target="../media/image394.png"/><Relationship Id="rId12" Type="http://schemas.openxmlformats.org/officeDocument/2006/relationships/image" Target="../media/image453.png"/><Relationship Id="rId13" Type="http://schemas.openxmlformats.org/officeDocument/2006/relationships/image" Target="../media/image406.png"/><Relationship Id="rId14" Type="http://schemas.openxmlformats.org/officeDocument/2006/relationships/image" Target="../media/image404.png"/><Relationship Id="rId15" Type="http://schemas.openxmlformats.org/officeDocument/2006/relationships/image" Target="../media/image454.png"/><Relationship Id="rId16" Type="http://schemas.openxmlformats.org/officeDocument/2006/relationships/image" Target="../media/image455.png"/><Relationship Id="rId17" Type="http://schemas.openxmlformats.org/officeDocument/2006/relationships/image" Target="../media/image414.png"/><Relationship Id="rId18" Type="http://schemas.openxmlformats.org/officeDocument/2006/relationships/image" Target="../media/image456.png"/><Relationship Id="rId19" Type="http://schemas.openxmlformats.org/officeDocument/2006/relationships/image" Target="../media/image457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458.png"/><Relationship Id="rId6" Type="http://schemas.openxmlformats.org/officeDocument/2006/relationships/image" Target="../media/image133.png"/><Relationship Id="rId7" Type="http://schemas.openxmlformats.org/officeDocument/2006/relationships/image" Target="../media/image459.png"/><Relationship Id="rId8" Type="http://schemas.openxmlformats.org/officeDocument/2006/relationships/image" Target="../media/image460.png"/><Relationship Id="rId9" Type="http://schemas.openxmlformats.org/officeDocument/2006/relationships/image" Target="../media/image461.png"/><Relationship Id="rId10" Type="http://schemas.openxmlformats.org/officeDocument/2006/relationships/image" Target="../media/image462.png"/><Relationship Id="rId11" Type="http://schemas.openxmlformats.org/officeDocument/2006/relationships/image" Target="../media/image463.png"/><Relationship Id="rId12" Type="http://schemas.openxmlformats.org/officeDocument/2006/relationships/image" Target="../media/image278.png"/><Relationship Id="rId13" Type="http://schemas.openxmlformats.org/officeDocument/2006/relationships/image" Target="../media/image441.png"/><Relationship Id="rId14" Type="http://schemas.openxmlformats.org/officeDocument/2006/relationships/image" Target="../media/image100.png"/><Relationship Id="rId15" Type="http://schemas.openxmlformats.org/officeDocument/2006/relationships/image" Target="../media/image443.png"/><Relationship Id="rId16" Type="http://schemas.openxmlformats.org/officeDocument/2006/relationships/image" Target="../media/image464.png"/><Relationship Id="rId17" Type="http://schemas.openxmlformats.org/officeDocument/2006/relationships/image" Target="../media/image212.png"/><Relationship Id="rId18" Type="http://schemas.openxmlformats.org/officeDocument/2006/relationships/image" Target="../media/image114.png"/><Relationship Id="rId19" Type="http://schemas.openxmlformats.org/officeDocument/2006/relationships/image" Target="../media/image169.png"/><Relationship Id="rId20" Type="http://schemas.openxmlformats.org/officeDocument/2006/relationships/image" Target="../media/image465.png"/><Relationship Id="rId21" Type="http://schemas.openxmlformats.org/officeDocument/2006/relationships/image" Target="../media/image466.png"/><Relationship Id="rId22" Type="http://schemas.openxmlformats.org/officeDocument/2006/relationships/image" Target="../media/image298.png"/><Relationship Id="rId23" Type="http://schemas.openxmlformats.org/officeDocument/2006/relationships/image" Target="../media/image467.png"/><Relationship Id="rId24" Type="http://schemas.openxmlformats.org/officeDocument/2006/relationships/image" Target="../media/image468.png"/><Relationship Id="rId25" Type="http://schemas.openxmlformats.org/officeDocument/2006/relationships/image" Target="../media/image469.png"/><Relationship Id="rId26" Type="http://schemas.openxmlformats.org/officeDocument/2006/relationships/image" Target="../media/image470.png"/><Relationship Id="rId27" Type="http://schemas.openxmlformats.org/officeDocument/2006/relationships/image" Target="../media/image471.png"/><Relationship Id="rId28" Type="http://schemas.openxmlformats.org/officeDocument/2006/relationships/image" Target="../media/image472.png"/><Relationship Id="rId29" Type="http://schemas.openxmlformats.org/officeDocument/2006/relationships/image" Target="../media/image473.png"/><Relationship Id="rId30" Type="http://schemas.openxmlformats.org/officeDocument/2006/relationships/image" Target="../media/image129.png"/><Relationship Id="rId31" Type="http://schemas.openxmlformats.org/officeDocument/2006/relationships/image" Target="../media/image138.png"/><Relationship Id="rId32" Type="http://schemas.openxmlformats.org/officeDocument/2006/relationships/image" Target="../media/image350.png"/><Relationship Id="rId33" Type="http://schemas.openxmlformats.org/officeDocument/2006/relationships/image" Target="../media/image474.png"/><Relationship Id="rId34" Type="http://schemas.openxmlformats.org/officeDocument/2006/relationships/image" Target="../media/image205.png"/><Relationship Id="rId35" Type="http://schemas.openxmlformats.org/officeDocument/2006/relationships/image" Target="../media/image284.png"/><Relationship Id="rId36" Type="http://schemas.openxmlformats.org/officeDocument/2006/relationships/image" Target="../media/image271.png"/><Relationship Id="rId37" Type="http://schemas.openxmlformats.org/officeDocument/2006/relationships/image" Target="../media/image343.png"/><Relationship Id="rId38" Type="http://schemas.openxmlformats.org/officeDocument/2006/relationships/image" Target="../media/image116.png"/><Relationship Id="rId39" Type="http://schemas.openxmlformats.org/officeDocument/2006/relationships/image" Target="../media/image185.png"/><Relationship Id="rId40" Type="http://schemas.openxmlformats.org/officeDocument/2006/relationships/image" Target="../media/image475.png"/><Relationship Id="rId41" Type="http://schemas.openxmlformats.org/officeDocument/2006/relationships/image" Target="../media/image238.png"/><Relationship Id="rId42" Type="http://schemas.openxmlformats.org/officeDocument/2006/relationships/image" Target="../media/image476.png"/><Relationship Id="rId43" Type="http://schemas.openxmlformats.org/officeDocument/2006/relationships/image" Target="../media/image309.png"/><Relationship Id="rId44" Type="http://schemas.openxmlformats.org/officeDocument/2006/relationships/image" Target="../media/image155.png"/><Relationship Id="rId45" Type="http://schemas.openxmlformats.org/officeDocument/2006/relationships/image" Target="../media/image250.png"/><Relationship Id="rId46" Type="http://schemas.openxmlformats.org/officeDocument/2006/relationships/image" Target="../media/image477.png"/><Relationship Id="rId47" Type="http://schemas.openxmlformats.org/officeDocument/2006/relationships/image" Target="../media/image217.png"/><Relationship Id="rId48" Type="http://schemas.openxmlformats.org/officeDocument/2006/relationships/image" Target="../media/image478.png"/><Relationship Id="rId49" Type="http://schemas.openxmlformats.org/officeDocument/2006/relationships/image" Target="../media/image479.png"/><Relationship Id="rId50" Type="http://schemas.openxmlformats.org/officeDocument/2006/relationships/image" Target="../media/image480.png"/><Relationship Id="rId51" Type="http://schemas.openxmlformats.org/officeDocument/2006/relationships/image" Target="../media/image481.png"/><Relationship Id="rId52" Type="http://schemas.openxmlformats.org/officeDocument/2006/relationships/image" Target="../media/image482.png"/><Relationship Id="rId53" Type="http://schemas.openxmlformats.org/officeDocument/2006/relationships/image" Target="../media/image483.png"/><Relationship Id="rId54" Type="http://schemas.openxmlformats.org/officeDocument/2006/relationships/image" Target="../media/image484.png"/><Relationship Id="rId55" Type="http://schemas.openxmlformats.org/officeDocument/2006/relationships/image" Target="../media/image158.png"/><Relationship Id="rId56" Type="http://schemas.openxmlformats.org/officeDocument/2006/relationships/image" Target="../media/image485.png"/><Relationship Id="rId57" Type="http://schemas.openxmlformats.org/officeDocument/2006/relationships/image" Target="../media/image486.png"/><Relationship Id="rId58" Type="http://schemas.openxmlformats.org/officeDocument/2006/relationships/image" Target="../media/image487.png"/><Relationship Id="rId59" Type="http://schemas.openxmlformats.org/officeDocument/2006/relationships/image" Target="../media/image488.png"/><Relationship Id="rId60" Type="http://schemas.openxmlformats.org/officeDocument/2006/relationships/image" Target="../media/image489.png"/><Relationship Id="rId61" Type="http://schemas.openxmlformats.org/officeDocument/2006/relationships/image" Target="../media/image490.png"/><Relationship Id="rId62" Type="http://schemas.openxmlformats.org/officeDocument/2006/relationships/image" Target="../media/image428.png"/><Relationship Id="rId63" Type="http://schemas.openxmlformats.org/officeDocument/2006/relationships/image" Target="../media/image491.png"/><Relationship Id="rId64" Type="http://schemas.openxmlformats.org/officeDocument/2006/relationships/image" Target="../media/image492.png"/><Relationship Id="rId65" Type="http://schemas.openxmlformats.org/officeDocument/2006/relationships/image" Target="../media/image493.png"/><Relationship Id="rId66" Type="http://schemas.openxmlformats.org/officeDocument/2006/relationships/image" Target="../media/image430.png"/><Relationship Id="rId67" Type="http://schemas.openxmlformats.org/officeDocument/2006/relationships/image" Target="../media/image494.png"/><Relationship Id="rId68" Type="http://schemas.openxmlformats.org/officeDocument/2006/relationships/image" Target="../media/image306.png"/><Relationship Id="rId69" Type="http://schemas.openxmlformats.org/officeDocument/2006/relationships/image" Target="../media/image168.png"/><Relationship Id="rId70" Type="http://schemas.openxmlformats.org/officeDocument/2006/relationships/image" Target="../media/image495.png"/><Relationship Id="rId71" Type="http://schemas.openxmlformats.org/officeDocument/2006/relationships/image" Target="../media/image328.png"/><Relationship Id="rId72" Type="http://schemas.openxmlformats.org/officeDocument/2006/relationships/image" Target="../media/image159.png"/><Relationship Id="rId73" Type="http://schemas.openxmlformats.org/officeDocument/2006/relationships/image" Target="../media/image496.png"/><Relationship Id="rId74" Type="http://schemas.openxmlformats.org/officeDocument/2006/relationships/image" Target="../media/image287.png"/><Relationship Id="rId75" Type="http://schemas.openxmlformats.org/officeDocument/2006/relationships/image" Target="../media/image174.png"/><Relationship Id="rId76" Type="http://schemas.openxmlformats.org/officeDocument/2006/relationships/image" Target="../media/image91.png"/><Relationship Id="rId77" Type="http://schemas.openxmlformats.org/officeDocument/2006/relationships/image" Target="../media/image302.png"/><Relationship Id="rId78" Type="http://schemas.openxmlformats.org/officeDocument/2006/relationships/image" Target="../media/image220.png"/><Relationship Id="rId79" Type="http://schemas.openxmlformats.org/officeDocument/2006/relationships/image" Target="../media/image497.png"/><Relationship Id="rId80" Type="http://schemas.openxmlformats.org/officeDocument/2006/relationships/image" Target="../media/image498.png"/><Relationship Id="rId81" Type="http://schemas.openxmlformats.org/officeDocument/2006/relationships/image" Target="../media/image311.png"/><Relationship Id="rId82" Type="http://schemas.openxmlformats.org/officeDocument/2006/relationships/image" Target="../media/image499.png"/><Relationship Id="rId83" Type="http://schemas.openxmlformats.org/officeDocument/2006/relationships/image" Target="../media/image130.png"/><Relationship Id="rId84" Type="http://schemas.openxmlformats.org/officeDocument/2006/relationships/image" Target="../media/image500.png"/><Relationship Id="rId85" Type="http://schemas.openxmlformats.org/officeDocument/2006/relationships/image" Target="../media/image160.png"/><Relationship Id="rId86" Type="http://schemas.openxmlformats.org/officeDocument/2006/relationships/image" Target="../media/image120.png"/><Relationship Id="rId87" Type="http://schemas.openxmlformats.org/officeDocument/2006/relationships/image" Target="../media/image230.png"/><Relationship Id="rId88" Type="http://schemas.openxmlformats.org/officeDocument/2006/relationships/image" Target="../media/image180.png"/><Relationship Id="rId89" Type="http://schemas.openxmlformats.org/officeDocument/2006/relationships/image" Target="../media/image501.png"/><Relationship Id="rId90" Type="http://schemas.openxmlformats.org/officeDocument/2006/relationships/image" Target="../media/image135.png"/><Relationship Id="rId91" Type="http://schemas.openxmlformats.org/officeDocument/2006/relationships/image" Target="../media/image439.png"/><Relationship Id="rId92" Type="http://schemas.openxmlformats.org/officeDocument/2006/relationships/image" Target="../media/image502.png"/><Relationship Id="rId93" Type="http://schemas.openxmlformats.org/officeDocument/2006/relationships/image" Target="../media/image291.png"/><Relationship Id="rId94" Type="http://schemas.openxmlformats.org/officeDocument/2006/relationships/image" Target="../media/image503.png"/><Relationship Id="rId95" Type="http://schemas.openxmlformats.org/officeDocument/2006/relationships/image" Target="../media/image504.png"/><Relationship Id="rId96" Type="http://schemas.openxmlformats.org/officeDocument/2006/relationships/image" Target="../media/image505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028700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2067" y="486427"/>
            <a:ext cx="9682286" cy="9513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6250" y="560610"/>
            <a:ext cx="9334487" cy="91657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63325" y="684435"/>
            <a:ext cx="2212097" cy="7252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0026" y="898444"/>
            <a:ext cx="174214" cy="1742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60683" y="898444"/>
            <a:ext cx="174214" cy="1742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41341" y="898444"/>
            <a:ext cx="174214" cy="1742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43117" y="7972966"/>
            <a:ext cx="5600761" cy="75843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1975" y="1304692"/>
            <a:ext cx="9163052" cy="8358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89484" y="1496576"/>
            <a:ext cx="7135034" cy="4520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15916" y="834905"/>
            <a:ext cx="238125" cy="20320"/>
          </a:xfrm>
          <a:custGeom>
            <a:avLst/>
            <a:gdLst/>
            <a:ahLst/>
            <a:cxnLst/>
            <a:rect l="l" t="t" r="r" b="b"/>
            <a:pathLst>
              <a:path w="238125" h="20319">
                <a:moveTo>
                  <a:pt x="0" y="0"/>
                </a:moveTo>
                <a:lnTo>
                  <a:pt x="238124" y="0"/>
                </a:lnTo>
                <a:lnTo>
                  <a:pt x="23812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15916" y="85522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0" y="0"/>
                </a:moveTo>
                <a:lnTo>
                  <a:pt x="20180" y="0"/>
                </a:lnTo>
                <a:lnTo>
                  <a:pt x="20180" y="198119"/>
                </a:lnTo>
                <a:lnTo>
                  <a:pt x="0" y="19811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15916" y="1053345"/>
            <a:ext cx="238125" cy="19050"/>
          </a:xfrm>
          <a:custGeom>
            <a:avLst/>
            <a:gdLst/>
            <a:ahLst/>
            <a:cxnLst/>
            <a:rect l="l" t="t" r="r" b="b"/>
            <a:pathLst>
              <a:path w="238125" h="19050">
                <a:moveTo>
                  <a:pt x="0" y="0"/>
                </a:moveTo>
                <a:lnTo>
                  <a:pt x="238124" y="0"/>
                </a:lnTo>
                <a:lnTo>
                  <a:pt x="23812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033861" y="85508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20180" y="197764"/>
                </a:moveTo>
                <a:lnTo>
                  <a:pt x="0" y="197764"/>
                </a:lnTo>
                <a:lnTo>
                  <a:pt x="0" y="0"/>
                </a:lnTo>
                <a:lnTo>
                  <a:pt x="20180" y="0"/>
                </a:lnTo>
                <a:lnTo>
                  <a:pt x="20180" y="197764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409288" y="1052849"/>
            <a:ext cx="218440" cy="20320"/>
          </a:xfrm>
          <a:custGeom>
            <a:avLst/>
            <a:gdLst/>
            <a:ahLst/>
            <a:cxnLst/>
            <a:rect l="l" t="t" r="r" b="b"/>
            <a:pathLst>
              <a:path w="218440" h="20319">
                <a:moveTo>
                  <a:pt x="217944" y="20180"/>
                </a:moveTo>
                <a:lnTo>
                  <a:pt x="0" y="20180"/>
                </a:lnTo>
                <a:lnTo>
                  <a:pt x="0" y="0"/>
                </a:lnTo>
                <a:lnTo>
                  <a:pt x="217944" y="0"/>
                </a:lnTo>
                <a:lnTo>
                  <a:pt x="217944" y="2018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235292" y="837797"/>
            <a:ext cx="232590" cy="23259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3229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6301" y="286990"/>
                </a:moveTo>
                <a:lnTo>
                  <a:pt x="10195" y="286990"/>
                </a:lnTo>
                <a:lnTo>
                  <a:pt x="7214" y="285881"/>
                </a:lnTo>
                <a:lnTo>
                  <a:pt x="166" y="279107"/>
                </a:lnTo>
                <a:lnTo>
                  <a:pt x="11" y="271547"/>
                </a:lnTo>
                <a:lnTo>
                  <a:pt x="122471" y="144115"/>
                </a:lnTo>
                <a:lnTo>
                  <a:pt x="0" y="16683"/>
                </a:lnTo>
                <a:lnTo>
                  <a:pt x="155" y="9134"/>
                </a:lnTo>
                <a:lnTo>
                  <a:pt x="9647" y="0"/>
                </a:lnTo>
                <a:lnTo>
                  <a:pt x="17184" y="155"/>
                </a:lnTo>
                <a:lnTo>
                  <a:pt x="152021" y="140454"/>
                </a:lnTo>
                <a:lnTo>
                  <a:pt x="152021" y="147740"/>
                </a:lnTo>
                <a:lnTo>
                  <a:pt x="19414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01482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35719" y="286990"/>
                </a:moveTo>
                <a:lnTo>
                  <a:pt x="141825" y="286990"/>
                </a:lnTo>
                <a:lnTo>
                  <a:pt x="144806" y="285881"/>
                </a:lnTo>
                <a:lnTo>
                  <a:pt x="151854" y="279107"/>
                </a:lnTo>
                <a:lnTo>
                  <a:pt x="152009" y="271547"/>
                </a:lnTo>
                <a:lnTo>
                  <a:pt x="29550" y="144115"/>
                </a:lnTo>
                <a:lnTo>
                  <a:pt x="152021" y="16683"/>
                </a:lnTo>
                <a:lnTo>
                  <a:pt x="151866" y="9134"/>
                </a:lnTo>
                <a:lnTo>
                  <a:pt x="142374" y="0"/>
                </a:lnTo>
                <a:lnTo>
                  <a:pt x="134837" y="155"/>
                </a:lnTo>
                <a:lnTo>
                  <a:pt x="0" y="140454"/>
                </a:lnTo>
                <a:lnTo>
                  <a:pt x="0" y="147740"/>
                </a:lnTo>
                <a:lnTo>
                  <a:pt x="132607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26355" y="1565410"/>
            <a:ext cx="314960" cy="314960"/>
          </a:xfrm>
          <a:custGeom>
            <a:avLst/>
            <a:gdLst/>
            <a:ahLst/>
            <a:cxnLst/>
            <a:rect l="l" t="t" r="r" b="b"/>
            <a:pathLst>
              <a:path w="314960" h="314960">
                <a:moveTo>
                  <a:pt x="72486" y="288184"/>
                </a:moveTo>
                <a:lnTo>
                  <a:pt x="157182" y="288184"/>
                </a:lnTo>
                <a:lnTo>
                  <a:pt x="106246" y="277874"/>
                </a:lnTo>
                <a:lnTo>
                  <a:pt x="64604" y="249775"/>
                </a:lnTo>
                <a:lnTo>
                  <a:pt x="36502" y="208133"/>
                </a:lnTo>
                <a:lnTo>
                  <a:pt x="26193" y="157182"/>
                </a:lnTo>
                <a:lnTo>
                  <a:pt x="36502" y="106257"/>
                </a:lnTo>
                <a:lnTo>
                  <a:pt x="64604" y="64615"/>
                </a:lnTo>
                <a:lnTo>
                  <a:pt x="106246" y="36513"/>
                </a:lnTo>
                <a:lnTo>
                  <a:pt x="157186" y="26201"/>
                </a:lnTo>
                <a:lnTo>
                  <a:pt x="242130" y="26201"/>
                </a:lnTo>
                <a:lnTo>
                  <a:pt x="231889" y="18917"/>
                </a:lnTo>
                <a:lnTo>
                  <a:pt x="196107" y="4892"/>
                </a:lnTo>
                <a:lnTo>
                  <a:pt x="157183" y="0"/>
                </a:lnTo>
                <a:lnTo>
                  <a:pt x="107556" y="8027"/>
                </a:lnTo>
                <a:lnTo>
                  <a:pt x="72463" y="26201"/>
                </a:lnTo>
                <a:lnTo>
                  <a:pt x="157186" y="26201"/>
                </a:lnTo>
                <a:lnTo>
                  <a:pt x="72462" y="26202"/>
                </a:lnTo>
                <a:lnTo>
                  <a:pt x="64414" y="30370"/>
                </a:lnTo>
                <a:lnTo>
                  <a:pt x="30369" y="64416"/>
                </a:lnTo>
                <a:lnTo>
                  <a:pt x="8027" y="107556"/>
                </a:lnTo>
                <a:lnTo>
                  <a:pt x="0" y="157199"/>
                </a:lnTo>
                <a:lnTo>
                  <a:pt x="8023" y="206813"/>
                </a:lnTo>
                <a:lnTo>
                  <a:pt x="30364" y="249957"/>
                </a:lnTo>
                <a:lnTo>
                  <a:pt x="64411" y="284002"/>
                </a:lnTo>
                <a:lnTo>
                  <a:pt x="72486" y="288184"/>
                </a:lnTo>
                <a:close/>
              </a:path>
              <a:path w="314960" h="314960">
                <a:moveTo>
                  <a:pt x="209590" y="117891"/>
                </a:moveTo>
                <a:lnTo>
                  <a:pt x="314375" y="117891"/>
                </a:lnTo>
                <a:lnTo>
                  <a:pt x="314364" y="13095"/>
                </a:lnTo>
                <a:lnTo>
                  <a:pt x="288173" y="13095"/>
                </a:lnTo>
                <a:lnTo>
                  <a:pt x="288173" y="70435"/>
                </a:lnTo>
                <a:lnTo>
                  <a:pt x="254056" y="70438"/>
                </a:lnTo>
                <a:lnTo>
                  <a:pt x="270372" y="91692"/>
                </a:lnTo>
                <a:lnTo>
                  <a:pt x="209590" y="91692"/>
                </a:lnTo>
                <a:lnTo>
                  <a:pt x="209590" y="117891"/>
                </a:lnTo>
                <a:close/>
              </a:path>
              <a:path w="314960" h="314960">
                <a:moveTo>
                  <a:pt x="254056" y="70438"/>
                </a:moveTo>
                <a:lnTo>
                  <a:pt x="288173" y="70438"/>
                </a:lnTo>
                <a:lnTo>
                  <a:pt x="263065" y="41092"/>
                </a:lnTo>
                <a:lnTo>
                  <a:pt x="242131" y="26202"/>
                </a:lnTo>
                <a:lnTo>
                  <a:pt x="157193" y="26202"/>
                </a:lnTo>
                <a:lnTo>
                  <a:pt x="191493" y="30789"/>
                </a:lnTo>
                <a:lnTo>
                  <a:pt x="222746" y="43893"/>
                </a:lnTo>
                <a:lnTo>
                  <a:pt x="249515" y="64523"/>
                </a:lnTo>
                <a:lnTo>
                  <a:pt x="254056" y="70438"/>
                </a:lnTo>
                <a:close/>
              </a:path>
              <a:path w="314960" h="314960">
                <a:moveTo>
                  <a:pt x="157186" y="314367"/>
                </a:moveTo>
                <a:lnTo>
                  <a:pt x="201094" y="308146"/>
                </a:lnTo>
                <a:lnTo>
                  <a:pt x="240450" y="290559"/>
                </a:lnTo>
                <a:lnTo>
                  <a:pt x="273310" y="263220"/>
                </a:lnTo>
                <a:lnTo>
                  <a:pt x="297733" y="227745"/>
                </a:lnTo>
                <a:lnTo>
                  <a:pt x="311774" y="185748"/>
                </a:lnTo>
                <a:lnTo>
                  <a:pt x="313079" y="178634"/>
                </a:lnTo>
                <a:lnTo>
                  <a:pt x="308375" y="171816"/>
                </a:lnTo>
                <a:lnTo>
                  <a:pt x="293995" y="169215"/>
                </a:lnTo>
                <a:lnTo>
                  <a:pt x="287309" y="173931"/>
                </a:lnTo>
                <a:lnTo>
                  <a:pt x="286014" y="181026"/>
                </a:lnTo>
                <a:lnTo>
                  <a:pt x="269969" y="223969"/>
                </a:lnTo>
                <a:lnTo>
                  <a:pt x="241042" y="257893"/>
                </a:lnTo>
                <a:lnTo>
                  <a:pt x="202394" y="280173"/>
                </a:lnTo>
                <a:lnTo>
                  <a:pt x="157182" y="288184"/>
                </a:lnTo>
                <a:lnTo>
                  <a:pt x="72486" y="288184"/>
                </a:lnTo>
                <a:lnTo>
                  <a:pt x="107554" y="306341"/>
                </a:lnTo>
                <a:lnTo>
                  <a:pt x="157186" y="314367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922903" y="1591280"/>
            <a:ext cx="274320" cy="263525"/>
          </a:xfrm>
          <a:custGeom>
            <a:avLst/>
            <a:gdLst/>
            <a:ahLst/>
            <a:cxnLst/>
            <a:rect l="l" t="t" r="r" b="b"/>
            <a:pathLst>
              <a:path w="274320" h="263525">
                <a:moveTo>
                  <a:pt x="71829" y="262977"/>
                </a:moveTo>
                <a:lnTo>
                  <a:pt x="42377" y="237922"/>
                </a:lnTo>
                <a:lnTo>
                  <a:pt x="42302" y="236333"/>
                </a:lnTo>
                <a:lnTo>
                  <a:pt x="56658" y="168590"/>
                </a:lnTo>
                <a:lnTo>
                  <a:pt x="5049" y="122060"/>
                </a:lnTo>
                <a:lnTo>
                  <a:pt x="2340" y="117554"/>
                </a:lnTo>
                <a:lnTo>
                  <a:pt x="0" y="107905"/>
                </a:lnTo>
                <a:lnTo>
                  <a:pt x="192" y="103008"/>
                </a:lnTo>
                <a:lnTo>
                  <a:pt x="87391" y="73955"/>
                </a:lnTo>
                <a:lnTo>
                  <a:pt x="115676" y="10509"/>
                </a:lnTo>
                <a:lnTo>
                  <a:pt x="119114" y="6537"/>
                </a:lnTo>
                <a:lnTo>
                  <a:pt x="127605" y="1315"/>
                </a:lnTo>
                <a:lnTo>
                  <a:pt x="132306" y="0"/>
                </a:lnTo>
                <a:lnTo>
                  <a:pt x="141955" y="0"/>
                </a:lnTo>
                <a:lnTo>
                  <a:pt x="146670" y="1315"/>
                </a:lnTo>
                <a:lnTo>
                  <a:pt x="155121" y="6537"/>
                </a:lnTo>
                <a:lnTo>
                  <a:pt x="158572" y="10509"/>
                </a:lnTo>
                <a:lnTo>
                  <a:pt x="164490" y="23779"/>
                </a:lnTo>
                <a:lnTo>
                  <a:pt x="136278" y="23779"/>
                </a:lnTo>
                <a:lnTo>
                  <a:pt x="135640" y="24195"/>
                </a:lnTo>
                <a:lnTo>
                  <a:pt x="104607" y="93775"/>
                </a:lnTo>
                <a:lnTo>
                  <a:pt x="100921" y="96445"/>
                </a:lnTo>
                <a:lnTo>
                  <a:pt x="25156" y="104441"/>
                </a:lnTo>
                <a:lnTo>
                  <a:pt x="24570" y="104922"/>
                </a:lnTo>
                <a:lnTo>
                  <a:pt x="24023" y="106602"/>
                </a:lnTo>
                <a:lnTo>
                  <a:pt x="24218" y="107345"/>
                </a:lnTo>
                <a:lnTo>
                  <a:pt x="80806" y="158341"/>
                </a:lnTo>
                <a:lnTo>
                  <a:pt x="82208" y="162665"/>
                </a:lnTo>
                <a:lnTo>
                  <a:pt x="66404" y="237219"/>
                </a:lnTo>
                <a:lnTo>
                  <a:pt x="66690" y="237922"/>
                </a:lnTo>
                <a:lnTo>
                  <a:pt x="68117" y="238938"/>
                </a:lnTo>
                <a:lnTo>
                  <a:pt x="68873" y="238977"/>
                </a:lnTo>
                <a:lnTo>
                  <a:pt x="116538" y="238977"/>
                </a:lnTo>
                <a:lnTo>
                  <a:pt x="76960" y="261792"/>
                </a:lnTo>
                <a:lnTo>
                  <a:pt x="71829" y="262977"/>
                </a:lnTo>
                <a:close/>
              </a:path>
              <a:path w="274320" h="263525">
                <a:moveTo>
                  <a:pt x="231830" y="239211"/>
                </a:moveTo>
                <a:lnTo>
                  <a:pt x="205831" y="239211"/>
                </a:lnTo>
                <a:lnTo>
                  <a:pt x="207633" y="237909"/>
                </a:lnTo>
                <a:lnTo>
                  <a:pt x="207886" y="237206"/>
                </a:lnTo>
                <a:lnTo>
                  <a:pt x="192079" y="162665"/>
                </a:lnTo>
                <a:lnTo>
                  <a:pt x="193513" y="158328"/>
                </a:lnTo>
                <a:lnTo>
                  <a:pt x="250082" y="107332"/>
                </a:lnTo>
                <a:lnTo>
                  <a:pt x="250277" y="106602"/>
                </a:lnTo>
                <a:lnTo>
                  <a:pt x="249730" y="104922"/>
                </a:lnTo>
                <a:lnTo>
                  <a:pt x="249144" y="104441"/>
                </a:lnTo>
                <a:lnTo>
                  <a:pt x="173374" y="96445"/>
                </a:lnTo>
                <a:lnTo>
                  <a:pt x="169701" y="93775"/>
                </a:lnTo>
                <a:lnTo>
                  <a:pt x="138674" y="24195"/>
                </a:lnTo>
                <a:lnTo>
                  <a:pt x="138049" y="23779"/>
                </a:lnTo>
                <a:lnTo>
                  <a:pt x="164490" y="23779"/>
                </a:lnTo>
                <a:lnTo>
                  <a:pt x="186870" y="73968"/>
                </a:lnTo>
                <a:lnTo>
                  <a:pt x="255981" y="81273"/>
                </a:lnTo>
                <a:lnTo>
                  <a:pt x="260813" y="83331"/>
                </a:lnTo>
                <a:lnTo>
                  <a:pt x="268379" y="89751"/>
                </a:lnTo>
                <a:lnTo>
                  <a:pt x="271087" y="93827"/>
                </a:lnTo>
                <a:lnTo>
                  <a:pt x="274078" y="103008"/>
                </a:lnTo>
                <a:lnTo>
                  <a:pt x="274278" y="107905"/>
                </a:lnTo>
                <a:lnTo>
                  <a:pt x="273171" y="112593"/>
                </a:lnTo>
                <a:lnTo>
                  <a:pt x="271947" y="117606"/>
                </a:lnTo>
                <a:lnTo>
                  <a:pt x="269238" y="122112"/>
                </a:lnTo>
                <a:lnTo>
                  <a:pt x="217656" y="168616"/>
                </a:lnTo>
                <a:lnTo>
                  <a:pt x="232006" y="236333"/>
                </a:lnTo>
                <a:lnTo>
                  <a:pt x="231942" y="237922"/>
                </a:lnTo>
                <a:lnTo>
                  <a:pt x="231830" y="239211"/>
                </a:lnTo>
                <a:close/>
              </a:path>
              <a:path w="274320" h="263525">
                <a:moveTo>
                  <a:pt x="116538" y="238977"/>
                </a:moveTo>
                <a:lnTo>
                  <a:pt x="68873" y="238977"/>
                </a:lnTo>
                <a:lnTo>
                  <a:pt x="131212" y="203035"/>
                </a:lnTo>
                <a:lnTo>
                  <a:pt x="133035" y="202006"/>
                </a:lnTo>
                <a:lnTo>
                  <a:pt x="135080" y="201459"/>
                </a:lnTo>
                <a:lnTo>
                  <a:pt x="139234" y="201459"/>
                </a:lnTo>
                <a:lnTo>
                  <a:pt x="141278" y="202006"/>
                </a:lnTo>
                <a:lnTo>
                  <a:pt x="184796" y="227087"/>
                </a:lnTo>
                <a:lnTo>
                  <a:pt x="137163" y="227087"/>
                </a:lnTo>
                <a:lnTo>
                  <a:pt x="116538" y="238977"/>
                </a:lnTo>
                <a:close/>
              </a:path>
              <a:path w="274320" h="263525">
                <a:moveTo>
                  <a:pt x="206391" y="262652"/>
                </a:moveTo>
                <a:lnTo>
                  <a:pt x="201221" y="262652"/>
                </a:lnTo>
                <a:lnTo>
                  <a:pt x="196755" y="261441"/>
                </a:lnTo>
                <a:lnTo>
                  <a:pt x="137163" y="227087"/>
                </a:lnTo>
                <a:lnTo>
                  <a:pt x="184796" y="227087"/>
                </a:lnTo>
                <a:lnTo>
                  <a:pt x="205831" y="239211"/>
                </a:lnTo>
                <a:lnTo>
                  <a:pt x="231830" y="239211"/>
                </a:lnTo>
                <a:lnTo>
                  <a:pt x="207029" y="262626"/>
                </a:lnTo>
                <a:lnTo>
                  <a:pt x="206391" y="262652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18149" y="8128347"/>
            <a:ext cx="447675" cy="44767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029684" y="814138"/>
            <a:ext cx="379901" cy="37990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43117" y="7702084"/>
            <a:ext cx="541762" cy="54176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485976" y="7844943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40">
                <a:moveTo>
                  <a:pt x="136277" y="256045"/>
                </a:moveTo>
                <a:lnTo>
                  <a:pt x="119777" y="256045"/>
                </a:lnTo>
                <a:lnTo>
                  <a:pt x="113084" y="249353"/>
                </a:lnTo>
                <a:lnTo>
                  <a:pt x="113084" y="142961"/>
                </a:lnTo>
                <a:lnTo>
                  <a:pt x="6692" y="142961"/>
                </a:lnTo>
                <a:lnTo>
                  <a:pt x="0" y="136268"/>
                </a:lnTo>
                <a:lnTo>
                  <a:pt x="0" y="119768"/>
                </a:lnTo>
                <a:lnTo>
                  <a:pt x="6692" y="113075"/>
                </a:lnTo>
                <a:lnTo>
                  <a:pt x="113084" y="113075"/>
                </a:lnTo>
                <a:lnTo>
                  <a:pt x="113084" y="6692"/>
                </a:lnTo>
                <a:lnTo>
                  <a:pt x="119777" y="0"/>
                </a:lnTo>
                <a:lnTo>
                  <a:pt x="136277" y="0"/>
                </a:lnTo>
                <a:lnTo>
                  <a:pt x="142970" y="6692"/>
                </a:lnTo>
                <a:lnTo>
                  <a:pt x="142970" y="113075"/>
                </a:lnTo>
                <a:lnTo>
                  <a:pt x="249353" y="113075"/>
                </a:lnTo>
                <a:lnTo>
                  <a:pt x="256045" y="119768"/>
                </a:lnTo>
                <a:lnTo>
                  <a:pt x="256045" y="136268"/>
                </a:lnTo>
                <a:lnTo>
                  <a:pt x="249353" y="142961"/>
                </a:lnTo>
                <a:lnTo>
                  <a:pt x="142970" y="142961"/>
                </a:lnTo>
                <a:lnTo>
                  <a:pt x="142970" y="2493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38893" y="4928322"/>
            <a:ext cx="1097280" cy="1225550"/>
          </a:xfrm>
          <a:custGeom>
            <a:avLst/>
            <a:gdLst/>
            <a:ahLst/>
            <a:cxnLst/>
            <a:rect l="l" t="t" r="r" b="b"/>
            <a:pathLst>
              <a:path w="1097279" h="1225550">
                <a:moveTo>
                  <a:pt x="1075334" y="722985"/>
                </a:moveTo>
                <a:lnTo>
                  <a:pt x="0" y="722985"/>
                </a:lnTo>
                <a:lnTo>
                  <a:pt x="0" y="605942"/>
                </a:lnTo>
                <a:lnTo>
                  <a:pt x="1097280" y="605942"/>
                </a:lnTo>
                <a:lnTo>
                  <a:pt x="1097280" y="698601"/>
                </a:lnTo>
                <a:lnTo>
                  <a:pt x="1096467" y="709980"/>
                </a:lnTo>
                <a:lnTo>
                  <a:pt x="1092809" y="716889"/>
                </a:lnTo>
                <a:lnTo>
                  <a:pt x="1079804" y="721766"/>
                </a:lnTo>
                <a:lnTo>
                  <a:pt x="1075334" y="722985"/>
                </a:lnTo>
                <a:close/>
              </a:path>
              <a:path w="1097279" h="1225550">
                <a:moveTo>
                  <a:pt x="607161" y="848563"/>
                </a:moveTo>
                <a:lnTo>
                  <a:pt x="470611" y="848563"/>
                </a:lnTo>
                <a:lnTo>
                  <a:pt x="470611" y="722985"/>
                </a:lnTo>
                <a:lnTo>
                  <a:pt x="607161" y="722985"/>
                </a:lnTo>
                <a:lnTo>
                  <a:pt x="607161" y="848563"/>
                </a:lnTo>
                <a:close/>
              </a:path>
              <a:path w="1097279" h="1225550">
                <a:moveTo>
                  <a:pt x="930656" y="1225296"/>
                </a:moveTo>
                <a:lnTo>
                  <a:pt x="809548" y="1225296"/>
                </a:lnTo>
                <a:lnTo>
                  <a:pt x="809548" y="967232"/>
                </a:lnTo>
                <a:lnTo>
                  <a:pt x="805484" y="963168"/>
                </a:lnTo>
                <a:lnTo>
                  <a:pt x="147523" y="963168"/>
                </a:lnTo>
                <a:lnTo>
                  <a:pt x="147523" y="848563"/>
                </a:lnTo>
                <a:lnTo>
                  <a:pt x="874166" y="848563"/>
                </a:lnTo>
                <a:lnTo>
                  <a:pt x="888873" y="849858"/>
                </a:lnTo>
                <a:lnTo>
                  <a:pt x="926592" y="869289"/>
                </a:lnTo>
                <a:lnTo>
                  <a:pt x="947166" y="906551"/>
                </a:lnTo>
                <a:lnTo>
                  <a:pt x="948537" y="921715"/>
                </a:lnTo>
                <a:lnTo>
                  <a:pt x="948537" y="1207414"/>
                </a:lnTo>
                <a:lnTo>
                  <a:pt x="946099" y="1213104"/>
                </a:lnTo>
                <a:lnTo>
                  <a:pt x="936345" y="1222857"/>
                </a:lnTo>
                <a:lnTo>
                  <a:pt x="930656" y="1225296"/>
                </a:lnTo>
                <a:close/>
              </a:path>
              <a:path w="1097279" h="1225550">
                <a:moveTo>
                  <a:pt x="623011" y="119481"/>
                </a:moveTo>
                <a:lnTo>
                  <a:pt x="482803" y="119481"/>
                </a:lnTo>
                <a:lnTo>
                  <a:pt x="482803" y="0"/>
                </a:lnTo>
                <a:lnTo>
                  <a:pt x="623011" y="0"/>
                </a:lnTo>
                <a:lnTo>
                  <a:pt x="623011" y="119481"/>
                </a:lnTo>
                <a:close/>
              </a:path>
              <a:path w="1097279" h="1225550">
                <a:moveTo>
                  <a:pt x="952195" y="229209"/>
                </a:moveTo>
                <a:lnTo>
                  <a:pt x="157276" y="229209"/>
                </a:lnTo>
                <a:lnTo>
                  <a:pt x="157276" y="119481"/>
                </a:lnTo>
                <a:lnTo>
                  <a:pt x="952195" y="119481"/>
                </a:lnTo>
                <a:lnTo>
                  <a:pt x="952195" y="229209"/>
                </a:lnTo>
                <a:close/>
              </a:path>
              <a:path w="1097279" h="1225550">
                <a:moveTo>
                  <a:pt x="162153" y="549859"/>
                </a:moveTo>
                <a:lnTo>
                  <a:pt x="86563" y="452323"/>
                </a:lnTo>
                <a:lnTo>
                  <a:pt x="109956" y="445808"/>
                </a:lnTo>
                <a:lnTo>
                  <a:pt x="135026" y="438454"/>
                </a:lnTo>
                <a:lnTo>
                  <a:pt x="190195" y="421233"/>
                </a:lnTo>
                <a:lnTo>
                  <a:pt x="247954" y="400507"/>
                </a:lnTo>
                <a:lnTo>
                  <a:pt x="304190" y="376123"/>
                </a:lnTo>
                <a:lnTo>
                  <a:pt x="356768" y="347929"/>
                </a:lnTo>
                <a:lnTo>
                  <a:pt x="403555" y="315772"/>
                </a:lnTo>
                <a:lnTo>
                  <a:pt x="440740" y="279501"/>
                </a:lnTo>
                <a:lnTo>
                  <a:pt x="465328" y="237337"/>
                </a:lnTo>
                <a:lnTo>
                  <a:pt x="466750" y="232460"/>
                </a:lnTo>
                <a:lnTo>
                  <a:pt x="467360" y="230835"/>
                </a:lnTo>
                <a:lnTo>
                  <a:pt x="468172" y="229209"/>
                </a:lnTo>
                <a:lnTo>
                  <a:pt x="637641" y="229209"/>
                </a:lnTo>
                <a:lnTo>
                  <a:pt x="641299" y="236524"/>
                </a:lnTo>
                <a:lnTo>
                  <a:pt x="653605" y="254660"/>
                </a:lnTo>
                <a:lnTo>
                  <a:pt x="686219" y="290017"/>
                </a:lnTo>
                <a:lnTo>
                  <a:pt x="728776" y="323964"/>
                </a:lnTo>
                <a:lnTo>
                  <a:pt x="745333" y="335280"/>
                </a:lnTo>
                <a:lnTo>
                  <a:pt x="554736" y="335280"/>
                </a:lnTo>
                <a:lnTo>
                  <a:pt x="518922" y="372770"/>
                </a:lnTo>
                <a:lnTo>
                  <a:pt x="474878" y="407212"/>
                </a:lnTo>
                <a:lnTo>
                  <a:pt x="425196" y="438759"/>
                </a:lnTo>
                <a:lnTo>
                  <a:pt x="372465" y="467563"/>
                </a:lnTo>
                <a:lnTo>
                  <a:pt x="317906" y="493318"/>
                </a:lnTo>
                <a:lnTo>
                  <a:pt x="262737" y="515721"/>
                </a:lnTo>
                <a:lnTo>
                  <a:pt x="209854" y="534619"/>
                </a:lnTo>
                <a:lnTo>
                  <a:pt x="185356" y="542696"/>
                </a:lnTo>
                <a:lnTo>
                  <a:pt x="162153" y="549859"/>
                </a:lnTo>
                <a:close/>
              </a:path>
              <a:path w="1097279" h="1225550">
                <a:moveTo>
                  <a:pt x="941222" y="551078"/>
                </a:moveTo>
                <a:lnTo>
                  <a:pt x="892454" y="533985"/>
                </a:lnTo>
                <a:lnTo>
                  <a:pt x="845637" y="515867"/>
                </a:lnTo>
                <a:lnTo>
                  <a:pt x="800770" y="496726"/>
                </a:lnTo>
                <a:lnTo>
                  <a:pt x="757854" y="476560"/>
                </a:lnTo>
                <a:lnTo>
                  <a:pt x="716889" y="455371"/>
                </a:lnTo>
                <a:lnTo>
                  <a:pt x="669264" y="427520"/>
                </a:lnTo>
                <a:lnTo>
                  <a:pt x="626364" y="398221"/>
                </a:lnTo>
                <a:lnTo>
                  <a:pt x="588187" y="367474"/>
                </a:lnTo>
                <a:lnTo>
                  <a:pt x="554736" y="335280"/>
                </a:lnTo>
                <a:lnTo>
                  <a:pt x="745333" y="335280"/>
                </a:lnTo>
                <a:lnTo>
                  <a:pt x="752246" y="340004"/>
                </a:lnTo>
                <a:lnTo>
                  <a:pt x="776935" y="355358"/>
                </a:lnTo>
                <a:lnTo>
                  <a:pt x="829551" y="383895"/>
                </a:lnTo>
                <a:lnTo>
                  <a:pt x="884110" y="408889"/>
                </a:lnTo>
                <a:lnTo>
                  <a:pt x="939546" y="430110"/>
                </a:lnTo>
                <a:lnTo>
                  <a:pt x="991971" y="446874"/>
                </a:lnTo>
                <a:lnTo>
                  <a:pt x="1016812" y="453542"/>
                </a:lnTo>
                <a:lnTo>
                  <a:pt x="941222" y="551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126420" y="4991720"/>
            <a:ext cx="1144905" cy="1160780"/>
          </a:xfrm>
          <a:custGeom>
            <a:avLst/>
            <a:gdLst/>
            <a:ahLst/>
            <a:cxnLst/>
            <a:rect l="l" t="t" r="r" b="b"/>
            <a:pathLst>
              <a:path w="1144904" h="1160779">
                <a:moveTo>
                  <a:pt x="92659" y="702259"/>
                </a:moveTo>
                <a:lnTo>
                  <a:pt x="0" y="614476"/>
                </a:lnTo>
                <a:lnTo>
                  <a:pt x="28003" y="600494"/>
                </a:lnTo>
                <a:lnTo>
                  <a:pt x="55930" y="585368"/>
                </a:lnTo>
                <a:lnTo>
                  <a:pt x="111556" y="551688"/>
                </a:lnTo>
                <a:lnTo>
                  <a:pt x="163830" y="514045"/>
                </a:lnTo>
                <a:lnTo>
                  <a:pt x="209702" y="473049"/>
                </a:lnTo>
                <a:lnTo>
                  <a:pt x="248412" y="429006"/>
                </a:lnTo>
                <a:lnTo>
                  <a:pt x="279196" y="382219"/>
                </a:lnTo>
                <a:lnTo>
                  <a:pt x="299313" y="332994"/>
                </a:lnTo>
                <a:lnTo>
                  <a:pt x="305940" y="282854"/>
                </a:lnTo>
                <a:lnTo>
                  <a:pt x="306019" y="15849"/>
                </a:lnTo>
                <a:lnTo>
                  <a:pt x="446227" y="15849"/>
                </a:lnTo>
                <a:lnTo>
                  <a:pt x="446227" y="282854"/>
                </a:lnTo>
                <a:lnTo>
                  <a:pt x="447713" y="307924"/>
                </a:lnTo>
                <a:lnTo>
                  <a:pt x="459600" y="354863"/>
                </a:lnTo>
                <a:lnTo>
                  <a:pt x="482993" y="397725"/>
                </a:lnTo>
                <a:lnTo>
                  <a:pt x="515607" y="437654"/>
                </a:lnTo>
                <a:lnTo>
                  <a:pt x="550266" y="469392"/>
                </a:lnTo>
                <a:lnTo>
                  <a:pt x="379171" y="469392"/>
                </a:lnTo>
                <a:lnTo>
                  <a:pt x="328269" y="528675"/>
                </a:lnTo>
                <a:lnTo>
                  <a:pt x="297561" y="558888"/>
                </a:lnTo>
                <a:lnTo>
                  <a:pt x="263347" y="589483"/>
                </a:lnTo>
                <a:lnTo>
                  <a:pt x="225704" y="619620"/>
                </a:lnTo>
                <a:lnTo>
                  <a:pt x="184708" y="648462"/>
                </a:lnTo>
                <a:lnTo>
                  <a:pt x="140360" y="676008"/>
                </a:lnTo>
                <a:lnTo>
                  <a:pt x="92659" y="702259"/>
                </a:lnTo>
                <a:close/>
              </a:path>
              <a:path w="1144904" h="1160779">
                <a:moveTo>
                  <a:pt x="668121" y="675436"/>
                </a:moveTo>
                <a:lnTo>
                  <a:pt x="630478" y="658520"/>
                </a:lnTo>
                <a:lnTo>
                  <a:pt x="590702" y="637032"/>
                </a:lnTo>
                <a:lnTo>
                  <a:pt x="550164" y="612190"/>
                </a:lnTo>
                <a:lnTo>
                  <a:pt x="510235" y="585216"/>
                </a:lnTo>
                <a:lnTo>
                  <a:pt x="471982" y="556717"/>
                </a:lnTo>
                <a:lnTo>
                  <a:pt x="436473" y="527304"/>
                </a:lnTo>
                <a:lnTo>
                  <a:pt x="405079" y="497890"/>
                </a:lnTo>
                <a:lnTo>
                  <a:pt x="379171" y="469392"/>
                </a:lnTo>
                <a:lnTo>
                  <a:pt x="550266" y="469392"/>
                </a:lnTo>
                <a:lnTo>
                  <a:pt x="556755" y="474916"/>
                </a:lnTo>
                <a:lnTo>
                  <a:pt x="579882" y="492709"/>
                </a:lnTo>
                <a:lnTo>
                  <a:pt x="630936" y="526694"/>
                </a:lnTo>
                <a:lnTo>
                  <a:pt x="686866" y="559003"/>
                </a:lnTo>
                <a:lnTo>
                  <a:pt x="746150" y="590092"/>
                </a:lnTo>
                <a:lnTo>
                  <a:pt x="668121" y="675436"/>
                </a:lnTo>
                <a:close/>
              </a:path>
              <a:path w="1144904" h="1160779">
                <a:moveTo>
                  <a:pt x="955040" y="841248"/>
                </a:moveTo>
                <a:lnTo>
                  <a:pt x="833932" y="841248"/>
                </a:lnTo>
                <a:lnTo>
                  <a:pt x="833932" y="0"/>
                </a:lnTo>
                <a:lnTo>
                  <a:pt x="972921" y="0"/>
                </a:lnTo>
                <a:lnTo>
                  <a:pt x="972921" y="318211"/>
                </a:lnTo>
                <a:lnTo>
                  <a:pt x="1144828" y="318211"/>
                </a:lnTo>
                <a:lnTo>
                  <a:pt x="1144828" y="435254"/>
                </a:lnTo>
                <a:lnTo>
                  <a:pt x="972921" y="435254"/>
                </a:lnTo>
                <a:lnTo>
                  <a:pt x="972921" y="823366"/>
                </a:lnTo>
                <a:lnTo>
                  <a:pt x="970483" y="829056"/>
                </a:lnTo>
                <a:lnTo>
                  <a:pt x="960729" y="838809"/>
                </a:lnTo>
                <a:lnTo>
                  <a:pt x="955040" y="841248"/>
                </a:lnTo>
                <a:close/>
              </a:path>
              <a:path w="1144904" h="1160779">
                <a:moveTo>
                  <a:pt x="980643" y="1160678"/>
                </a:moveTo>
                <a:lnTo>
                  <a:pt x="299923" y="1160678"/>
                </a:lnTo>
                <a:lnTo>
                  <a:pt x="285711" y="1159344"/>
                </a:lnTo>
                <a:lnTo>
                  <a:pt x="248107" y="1139342"/>
                </a:lnTo>
                <a:lnTo>
                  <a:pt x="226961" y="1101509"/>
                </a:lnTo>
                <a:lnTo>
                  <a:pt x="225552" y="1086307"/>
                </a:lnTo>
                <a:lnTo>
                  <a:pt x="225552" y="777849"/>
                </a:lnTo>
                <a:lnTo>
                  <a:pt x="365760" y="777849"/>
                </a:lnTo>
                <a:lnTo>
                  <a:pt x="365760" y="1036726"/>
                </a:lnTo>
                <a:lnTo>
                  <a:pt x="366979" y="1039774"/>
                </a:lnTo>
                <a:lnTo>
                  <a:pt x="371856" y="1043838"/>
                </a:lnTo>
                <a:lnTo>
                  <a:pt x="374294" y="1044854"/>
                </a:lnTo>
                <a:lnTo>
                  <a:pt x="998524" y="1044854"/>
                </a:lnTo>
                <a:lnTo>
                  <a:pt x="998524" y="1142796"/>
                </a:lnTo>
                <a:lnTo>
                  <a:pt x="996086" y="1148486"/>
                </a:lnTo>
                <a:lnTo>
                  <a:pt x="986332" y="1158240"/>
                </a:lnTo>
                <a:lnTo>
                  <a:pt x="980643" y="11606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370004" y="4990501"/>
            <a:ext cx="928369" cy="1162050"/>
          </a:xfrm>
          <a:custGeom>
            <a:avLst/>
            <a:gdLst/>
            <a:ahLst/>
            <a:cxnLst/>
            <a:rect l="l" t="t" r="r" b="b"/>
            <a:pathLst>
              <a:path w="928370" h="1162050">
                <a:moveTo>
                  <a:pt x="318211" y="915619"/>
                </a:moveTo>
                <a:lnTo>
                  <a:pt x="277672" y="913371"/>
                </a:lnTo>
                <a:lnTo>
                  <a:pt x="205740" y="895388"/>
                </a:lnTo>
                <a:lnTo>
                  <a:pt x="145770" y="860069"/>
                </a:lnTo>
                <a:lnTo>
                  <a:pt x="96393" y="811301"/>
                </a:lnTo>
                <a:lnTo>
                  <a:pt x="57378" y="750150"/>
                </a:lnTo>
                <a:lnTo>
                  <a:pt x="28727" y="679132"/>
                </a:lnTo>
                <a:lnTo>
                  <a:pt x="18288" y="640080"/>
                </a:lnTo>
                <a:lnTo>
                  <a:pt x="10287" y="599313"/>
                </a:lnTo>
                <a:lnTo>
                  <a:pt x="4572" y="557479"/>
                </a:lnTo>
                <a:lnTo>
                  <a:pt x="1143" y="514578"/>
                </a:lnTo>
                <a:lnTo>
                  <a:pt x="0" y="470611"/>
                </a:lnTo>
                <a:lnTo>
                  <a:pt x="1143" y="432130"/>
                </a:lnTo>
                <a:lnTo>
                  <a:pt x="4572" y="393496"/>
                </a:lnTo>
                <a:lnTo>
                  <a:pt x="10287" y="354711"/>
                </a:lnTo>
                <a:lnTo>
                  <a:pt x="18288" y="315772"/>
                </a:lnTo>
                <a:lnTo>
                  <a:pt x="28689" y="277672"/>
                </a:lnTo>
                <a:lnTo>
                  <a:pt x="41605" y="241401"/>
                </a:lnTo>
                <a:lnTo>
                  <a:pt x="74980" y="174345"/>
                </a:lnTo>
                <a:lnTo>
                  <a:pt x="118872" y="116890"/>
                </a:lnTo>
                <a:lnTo>
                  <a:pt x="173736" y="71323"/>
                </a:lnTo>
                <a:lnTo>
                  <a:pt x="240030" y="41605"/>
                </a:lnTo>
                <a:lnTo>
                  <a:pt x="277634" y="34175"/>
                </a:lnTo>
                <a:lnTo>
                  <a:pt x="318211" y="31699"/>
                </a:lnTo>
                <a:lnTo>
                  <a:pt x="359321" y="34175"/>
                </a:lnTo>
                <a:lnTo>
                  <a:pt x="397306" y="41605"/>
                </a:lnTo>
                <a:lnTo>
                  <a:pt x="463905" y="71323"/>
                </a:lnTo>
                <a:lnTo>
                  <a:pt x="518769" y="116890"/>
                </a:lnTo>
                <a:lnTo>
                  <a:pt x="548547" y="153619"/>
                </a:lnTo>
                <a:lnTo>
                  <a:pt x="318211" y="153619"/>
                </a:lnTo>
                <a:lnTo>
                  <a:pt x="295275" y="155600"/>
                </a:lnTo>
                <a:lnTo>
                  <a:pt x="254431" y="171450"/>
                </a:lnTo>
                <a:lnTo>
                  <a:pt x="220256" y="202158"/>
                </a:lnTo>
                <a:lnTo>
                  <a:pt x="192519" y="241782"/>
                </a:lnTo>
                <a:lnTo>
                  <a:pt x="171107" y="288798"/>
                </a:lnTo>
                <a:lnTo>
                  <a:pt x="155562" y="340004"/>
                </a:lnTo>
                <a:lnTo>
                  <a:pt x="145694" y="393954"/>
                </a:lnTo>
                <a:lnTo>
                  <a:pt x="140817" y="445160"/>
                </a:lnTo>
                <a:lnTo>
                  <a:pt x="140208" y="469392"/>
                </a:lnTo>
                <a:lnTo>
                  <a:pt x="140855" y="501853"/>
                </a:lnTo>
                <a:lnTo>
                  <a:pt x="146037" y="564032"/>
                </a:lnTo>
                <a:lnTo>
                  <a:pt x="156476" y="622134"/>
                </a:lnTo>
                <a:lnTo>
                  <a:pt x="172631" y="673646"/>
                </a:lnTo>
                <a:lnTo>
                  <a:pt x="194576" y="717880"/>
                </a:lnTo>
                <a:lnTo>
                  <a:pt x="222313" y="753237"/>
                </a:lnTo>
                <a:lnTo>
                  <a:pt x="255917" y="778954"/>
                </a:lnTo>
                <a:lnTo>
                  <a:pt x="295846" y="792060"/>
                </a:lnTo>
                <a:lnTo>
                  <a:pt x="318211" y="793699"/>
                </a:lnTo>
                <a:lnTo>
                  <a:pt x="553780" y="793699"/>
                </a:lnTo>
                <a:lnTo>
                  <a:pt x="541210" y="811301"/>
                </a:lnTo>
                <a:lnTo>
                  <a:pt x="491528" y="860069"/>
                </a:lnTo>
                <a:lnTo>
                  <a:pt x="431025" y="895388"/>
                </a:lnTo>
                <a:lnTo>
                  <a:pt x="358787" y="913371"/>
                </a:lnTo>
                <a:lnTo>
                  <a:pt x="318211" y="915619"/>
                </a:lnTo>
                <a:close/>
              </a:path>
              <a:path w="928370" h="1162050">
                <a:moveTo>
                  <a:pt x="553780" y="793699"/>
                </a:moveTo>
                <a:lnTo>
                  <a:pt x="318211" y="793699"/>
                </a:lnTo>
                <a:lnTo>
                  <a:pt x="340080" y="792060"/>
                </a:lnTo>
                <a:lnTo>
                  <a:pt x="360578" y="787146"/>
                </a:lnTo>
                <a:lnTo>
                  <a:pt x="397459" y="767486"/>
                </a:lnTo>
                <a:lnTo>
                  <a:pt x="428548" y="736701"/>
                </a:lnTo>
                <a:lnTo>
                  <a:pt x="453542" y="696772"/>
                </a:lnTo>
                <a:lnTo>
                  <a:pt x="472744" y="648766"/>
                </a:lnTo>
                <a:lnTo>
                  <a:pt x="486460" y="593750"/>
                </a:lnTo>
                <a:lnTo>
                  <a:pt x="494690" y="533400"/>
                </a:lnTo>
                <a:lnTo>
                  <a:pt x="497433" y="469392"/>
                </a:lnTo>
                <a:lnTo>
                  <a:pt x="496824" y="445160"/>
                </a:lnTo>
                <a:lnTo>
                  <a:pt x="491947" y="393954"/>
                </a:lnTo>
                <a:lnTo>
                  <a:pt x="482041" y="340004"/>
                </a:lnTo>
                <a:lnTo>
                  <a:pt x="466191" y="288798"/>
                </a:lnTo>
                <a:lnTo>
                  <a:pt x="444246" y="241782"/>
                </a:lnTo>
                <a:lnTo>
                  <a:pt x="416204" y="202158"/>
                </a:lnTo>
                <a:lnTo>
                  <a:pt x="381990" y="171450"/>
                </a:lnTo>
                <a:lnTo>
                  <a:pt x="341147" y="155600"/>
                </a:lnTo>
                <a:lnTo>
                  <a:pt x="318211" y="153619"/>
                </a:lnTo>
                <a:lnTo>
                  <a:pt x="548547" y="153619"/>
                </a:lnTo>
                <a:lnTo>
                  <a:pt x="580605" y="206959"/>
                </a:lnTo>
                <a:lnTo>
                  <a:pt x="608952" y="277672"/>
                </a:lnTo>
                <a:lnTo>
                  <a:pt x="619353" y="315772"/>
                </a:lnTo>
                <a:lnTo>
                  <a:pt x="627354" y="354711"/>
                </a:lnTo>
                <a:lnTo>
                  <a:pt x="633069" y="393496"/>
                </a:lnTo>
                <a:lnTo>
                  <a:pt x="636498" y="432130"/>
                </a:lnTo>
                <a:lnTo>
                  <a:pt x="637641" y="470611"/>
                </a:lnTo>
                <a:lnTo>
                  <a:pt x="636498" y="514578"/>
                </a:lnTo>
                <a:lnTo>
                  <a:pt x="633069" y="557479"/>
                </a:lnTo>
                <a:lnTo>
                  <a:pt x="627354" y="599313"/>
                </a:lnTo>
                <a:lnTo>
                  <a:pt x="619353" y="640080"/>
                </a:lnTo>
                <a:lnTo>
                  <a:pt x="608914" y="679132"/>
                </a:lnTo>
                <a:lnTo>
                  <a:pt x="595884" y="715822"/>
                </a:lnTo>
                <a:lnTo>
                  <a:pt x="562051" y="782116"/>
                </a:lnTo>
                <a:lnTo>
                  <a:pt x="553780" y="793699"/>
                </a:lnTo>
                <a:close/>
              </a:path>
              <a:path w="928370" h="1162050">
                <a:moveTo>
                  <a:pt x="909929" y="1161897"/>
                </a:moveTo>
                <a:lnTo>
                  <a:pt x="788822" y="1161897"/>
                </a:lnTo>
                <a:lnTo>
                  <a:pt x="788822" y="0"/>
                </a:lnTo>
                <a:lnTo>
                  <a:pt x="927811" y="0"/>
                </a:lnTo>
                <a:lnTo>
                  <a:pt x="927811" y="1144016"/>
                </a:lnTo>
                <a:lnTo>
                  <a:pt x="925372" y="1149705"/>
                </a:lnTo>
                <a:lnTo>
                  <a:pt x="915619" y="1159459"/>
                </a:lnTo>
                <a:lnTo>
                  <a:pt x="909929" y="11618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440461" y="4989282"/>
            <a:ext cx="1098550" cy="1167130"/>
          </a:xfrm>
          <a:custGeom>
            <a:avLst/>
            <a:gdLst/>
            <a:ahLst/>
            <a:cxnLst/>
            <a:rect l="l" t="t" r="r" b="b"/>
            <a:pathLst>
              <a:path w="1098550" h="1167129">
                <a:moveTo>
                  <a:pt x="548640" y="476707"/>
                </a:moveTo>
                <a:lnTo>
                  <a:pt x="508292" y="475830"/>
                </a:lnTo>
                <a:lnTo>
                  <a:pt x="468934" y="473202"/>
                </a:lnTo>
                <a:lnTo>
                  <a:pt x="430568" y="468820"/>
                </a:lnTo>
                <a:lnTo>
                  <a:pt x="357378" y="454723"/>
                </a:lnTo>
                <a:lnTo>
                  <a:pt x="292150" y="433082"/>
                </a:lnTo>
                <a:lnTo>
                  <a:pt x="235839" y="403783"/>
                </a:lnTo>
                <a:lnTo>
                  <a:pt x="190728" y="366598"/>
                </a:lnTo>
                <a:lnTo>
                  <a:pt x="157848" y="321487"/>
                </a:lnTo>
                <a:lnTo>
                  <a:pt x="141084" y="268452"/>
                </a:lnTo>
                <a:lnTo>
                  <a:pt x="138988" y="238963"/>
                </a:lnTo>
                <a:lnTo>
                  <a:pt x="141084" y="208940"/>
                </a:lnTo>
                <a:lnTo>
                  <a:pt x="157848" y="155295"/>
                </a:lnTo>
                <a:lnTo>
                  <a:pt x="190728" y="110109"/>
                </a:lnTo>
                <a:lnTo>
                  <a:pt x="235839" y="72923"/>
                </a:lnTo>
                <a:lnTo>
                  <a:pt x="292150" y="43624"/>
                </a:lnTo>
                <a:lnTo>
                  <a:pt x="357378" y="21983"/>
                </a:lnTo>
                <a:lnTo>
                  <a:pt x="430568" y="7886"/>
                </a:lnTo>
                <a:lnTo>
                  <a:pt x="468934" y="3505"/>
                </a:lnTo>
                <a:lnTo>
                  <a:pt x="508292" y="876"/>
                </a:lnTo>
                <a:lnTo>
                  <a:pt x="548640" y="0"/>
                </a:lnTo>
                <a:lnTo>
                  <a:pt x="588987" y="876"/>
                </a:lnTo>
                <a:lnTo>
                  <a:pt x="628345" y="3505"/>
                </a:lnTo>
                <a:lnTo>
                  <a:pt x="666711" y="7886"/>
                </a:lnTo>
                <a:lnTo>
                  <a:pt x="739902" y="21983"/>
                </a:lnTo>
                <a:lnTo>
                  <a:pt x="805129" y="43624"/>
                </a:lnTo>
                <a:lnTo>
                  <a:pt x="861441" y="72923"/>
                </a:lnTo>
                <a:lnTo>
                  <a:pt x="906140" y="109728"/>
                </a:lnTo>
                <a:lnTo>
                  <a:pt x="549859" y="109728"/>
                </a:lnTo>
                <a:lnTo>
                  <a:pt x="522236" y="110223"/>
                </a:lnTo>
                <a:lnTo>
                  <a:pt x="469506" y="114185"/>
                </a:lnTo>
                <a:lnTo>
                  <a:pt x="420509" y="122110"/>
                </a:lnTo>
                <a:lnTo>
                  <a:pt x="377532" y="133997"/>
                </a:lnTo>
                <a:lnTo>
                  <a:pt x="341109" y="149885"/>
                </a:lnTo>
                <a:lnTo>
                  <a:pt x="300532" y="181660"/>
                </a:lnTo>
                <a:lnTo>
                  <a:pt x="280530" y="223037"/>
                </a:lnTo>
                <a:lnTo>
                  <a:pt x="279196" y="238963"/>
                </a:lnTo>
                <a:lnTo>
                  <a:pt x="280530" y="254850"/>
                </a:lnTo>
                <a:lnTo>
                  <a:pt x="300532" y="295656"/>
                </a:lnTo>
                <a:lnTo>
                  <a:pt x="341109" y="326859"/>
                </a:lnTo>
                <a:lnTo>
                  <a:pt x="377532" y="342709"/>
                </a:lnTo>
                <a:lnTo>
                  <a:pt x="420509" y="354596"/>
                </a:lnTo>
                <a:lnTo>
                  <a:pt x="469506" y="362521"/>
                </a:lnTo>
                <a:lnTo>
                  <a:pt x="522236" y="366483"/>
                </a:lnTo>
                <a:lnTo>
                  <a:pt x="549859" y="366979"/>
                </a:lnTo>
                <a:lnTo>
                  <a:pt x="906140" y="366979"/>
                </a:lnTo>
                <a:lnTo>
                  <a:pt x="885444" y="386181"/>
                </a:lnTo>
                <a:lnTo>
                  <a:pt x="834542" y="419404"/>
                </a:lnTo>
                <a:lnTo>
                  <a:pt x="773582" y="444855"/>
                </a:lnTo>
                <a:lnTo>
                  <a:pt x="704088" y="462686"/>
                </a:lnTo>
                <a:lnTo>
                  <a:pt x="628345" y="473202"/>
                </a:lnTo>
                <a:lnTo>
                  <a:pt x="588987" y="475830"/>
                </a:lnTo>
                <a:lnTo>
                  <a:pt x="548640" y="476707"/>
                </a:lnTo>
                <a:close/>
              </a:path>
              <a:path w="1098550" h="1167129">
                <a:moveTo>
                  <a:pt x="906140" y="366979"/>
                </a:moveTo>
                <a:lnTo>
                  <a:pt x="549859" y="366979"/>
                </a:lnTo>
                <a:lnTo>
                  <a:pt x="576910" y="366483"/>
                </a:lnTo>
                <a:lnTo>
                  <a:pt x="603199" y="364998"/>
                </a:lnTo>
                <a:lnTo>
                  <a:pt x="653491" y="359054"/>
                </a:lnTo>
                <a:lnTo>
                  <a:pt x="699211" y="349148"/>
                </a:lnTo>
                <a:lnTo>
                  <a:pt x="738835" y="335280"/>
                </a:lnTo>
                <a:lnTo>
                  <a:pt x="785126" y="307047"/>
                </a:lnTo>
                <a:lnTo>
                  <a:pt x="812749" y="269595"/>
                </a:lnTo>
                <a:lnTo>
                  <a:pt x="818083" y="238963"/>
                </a:lnTo>
                <a:lnTo>
                  <a:pt x="816749" y="223037"/>
                </a:lnTo>
                <a:lnTo>
                  <a:pt x="796747" y="181660"/>
                </a:lnTo>
                <a:lnTo>
                  <a:pt x="756170" y="149885"/>
                </a:lnTo>
                <a:lnTo>
                  <a:pt x="719785" y="133997"/>
                </a:lnTo>
                <a:lnTo>
                  <a:pt x="677113" y="122110"/>
                </a:lnTo>
                <a:lnTo>
                  <a:pt x="628726" y="114185"/>
                </a:lnTo>
                <a:lnTo>
                  <a:pt x="576910" y="110223"/>
                </a:lnTo>
                <a:lnTo>
                  <a:pt x="549859" y="109728"/>
                </a:lnTo>
                <a:lnTo>
                  <a:pt x="906140" y="109728"/>
                </a:lnTo>
                <a:lnTo>
                  <a:pt x="939431" y="155295"/>
                </a:lnTo>
                <a:lnTo>
                  <a:pt x="956195" y="208940"/>
                </a:lnTo>
                <a:lnTo>
                  <a:pt x="958291" y="238963"/>
                </a:lnTo>
                <a:lnTo>
                  <a:pt x="956195" y="268452"/>
                </a:lnTo>
                <a:lnTo>
                  <a:pt x="949909" y="295960"/>
                </a:lnTo>
                <a:lnTo>
                  <a:pt x="939431" y="321487"/>
                </a:lnTo>
                <a:lnTo>
                  <a:pt x="924763" y="345033"/>
                </a:lnTo>
                <a:lnTo>
                  <a:pt x="906551" y="366598"/>
                </a:lnTo>
                <a:lnTo>
                  <a:pt x="906140" y="366979"/>
                </a:lnTo>
                <a:close/>
              </a:path>
              <a:path w="1098550" h="1167129">
                <a:moveTo>
                  <a:pt x="1080617" y="660806"/>
                </a:moveTo>
                <a:lnTo>
                  <a:pt x="0" y="660806"/>
                </a:lnTo>
                <a:lnTo>
                  <a:pt x="0" y="546201"/>
                </a:lnTo>
                <a:lnTo>
                  <a:pt x="1098499" y="546201"/>
                </a:lnTo>
                <a:lnTo>
                  <a:pt x="1098499" y="642924"/>
                </a:lnTo>
                <a:lnTo>
                  <a:pt x="1096060" y="648614"/>
                </a:lnTo>
                <a:lnTo>
                  <a:pt x="1086307" y="658368"/>
                </a:lnTo>
                <a:lnTo>
                  <a:pt x="1080617" y="660806"/>
                </a:lnTo>
                <a:close/>
              </a:path>
              <a:path w="1098550" h="1167129">
                <a:moveTo>
                  <a:pt x="874166" y="1166774"/>
                </a:moveTo>
                <a:lnTo>
                  <a:pt x="230428" y="1166774"/>
                </a:lnTo>
                <a:lnTo>
                  <a:pt x="215226" y="1165479"/>
                </a:lnTo>
                <a:lnTo>
                  <a:pt x="177393" y="1146048"/>
                </a:lnTo>
                <a:lnTo>
                  <a:pt x="157391" y="1108786"/>
                </a:lnTo>
                <a:lnTo>
                  <a:pt x="156057" y="1093622"/>
                </a:lnTo>
                <a:lnTo>
                  <a:pt x="156057" y="749808"/>
                </a:lnTo>
                <a:lnTo>
                  <a:pt x="948537" y="749808"/>
                </a:lnTo>
                <a:lnTo>
                  <a:pt x="948537" y="863193"/>
                </a:lnTo>
                <a:lnTo>
                  <a:pt x="290169" y="863193"/>
                </a:lnTo>
                <a:lnTo>
                  <a:pt x="290169" y="1049324"/>
                </a:lnTo>
                <a:lnTo>
                  <a:pt x="294233" y="1053388"/>
                </a:lnTo>
                <a:lnTo>
                  <a:pt x="948537" y="1053388"/>
                </a:lnTo>
                <a:lnTo>
                  <a:pt x="948537" y="1093622"/>
                </a:lnTo>
                <a:lnTo>
                  <a:pt x="936193" y="1135799"/>
                </a:lnTo>
                <a:lnTo>
                  <a:pt x="902512" y="1161745"/>
                </a:lnTo>
                <a:lnTo>
                  <a:pt x="888873" y="1165517"/>
                </a:lnTo>
                <a:lnTo>
                  <a:pt x="874166" y="1166774"/>
                </a:lnTo>
                <a:close/>
              </a:path>
              <a:path w="1098550" h="1167129">
                <a:moveTo>
                  <a:pt x="948537" y="1053388"/>
                </a:moveTo>
                <a:lnTo>
                  <a:pt x="809142" y="1053388"/>
                </a:lnTo>
                <a:lnTo>
                  <a:pt x="813206" y="1049324"/>
                </a:lnTo>
                <a:lnTo>
                  <a:pt x="813206" y="863193"/>
                </a:lnTo>
                <a:lnTo>
                  <a:pt x="948537" y="863193"/>
                </a:lnTo>
                <a:lnTo>
                  <a:pt x="948537" y="1053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702840" y="3546481"/>
            <a:ext cx="499109" cy="613410"/>
          </a:xfrm>
          <a:custGeom>
            <a:avLst/>
            <a:gdLst/>
            <a:ahLst/>
            <a:cxnLst/>
            <a:rect l="l" t="t" r="r" b="b"/>
            <a:pathLst>
              <a:path w="499110" h="613410">
                <a:moveTo>
                  <a:pt x="481330" y="350520"/>
                </a:moveTo>
                <a:lnTo>
                  <a:pt x="458470" y="350520"/>
                </a:lnTo>
                <a:lnTo>
                  <a:pt x="458470" y="170180"/>
                </a:lnTo>
                <a:lnTo>
                  <a:pt x="307340" y="170180"/>
                </a:lnTo>
                <a:lnTo>
                  <a:pt x="307340" y="144145"/>
                </a:lnTo>
                <a:lnTo>
                  <a:pt x="458470" y="144145"/>
                </a:lnTo>
                <a:lnTo>
                  <a:pt x="458470" y="0"/>
                </a:lnTo>
                <a:lnTo>
                  <a:pt x="490220" y="0"/>
                </a:lnTo>
                <a:lnTo>
                  <a:pt x="490220" y="341206"/>
                </a:lnTo>
                <a:lnTo>
                  <a:pt x="489056" y="344170"/>
                </a:lnTo>
                <a:lnTo>
                  <a:pt x="484399" y="349250"/>
                </a:lnTo>
                <a:lnTo>
                  <a:pt x="481330" y="350520"/>
                </a:lnTo>
                <a:close/>
              </a:path>
              <a:path w="499110" h="613410">
                <a:moveTo>
                  <a:pt x="332740" y="50800"/>
                </a:moveTo>
                <a:lnTo>
                  <a:pt x="27305" y="50800"/>
                </a:lnTo>
                <a:lnTo>
                  <a:pt x="27305" y="23495"/>
                </a:lnTo>
                <a:lnTo>
                  <a:pt x="333375" y="23495"/>
                </a:lnTo>
                <a:lnTo>
                  <a:pt x="332740" y="50800"/>
                </a:lnTo>
                <a:close/>
              </a:path>
              <a:path w="499110" h="613410">
                <a:moveTo>
                  <a:pt x="20320" y="329565"/>
                </a:moveTo>
                <a:lnTo>
                  <a:pt x="0" y="308610"/>
                </a:lnTo>
                <a:lnTo>
                  <a:pt x="16331" y="301188"/>
                </a:lnTo>
                <a:lnTo>
                  <a:pt x="32305" y="292893"/>
                </a:lnTo>
                <a:lnTo>
                  <a:pt x="77787" y="263029"/>
                </a:lnTo>
                <a:lnTo>
                  <a:pt x="115887" y="228917"/>
                </a:lnTo>
                <a:lnTo>
                  <a:pt x="144522" y="192484"/>
                </a:lnTo>
                <a:lnTo>
                  <a:pt x="161766" y="155654"/>
                </a:lnTo>
                <a:lnTo>
                  <a:pt x="165100" y="132715"/>
                </a:lnTo>
                <a:lnTo>
                  <a:pt x="165100" y="50800"/>
                </a:lnTo>
                <a:lnTo>
                  <a:pt x="196850" y="50800"/>
                </a:lnTo>
                <a:lnTo>
                  <a:pt x="196850" y="130175"/>
                </a:lnTo>
                <a:lnTo>
                  <a:pt x="197842" y="143688"/>
                </a:lnTo>
                <a:lnTo>
                  <a:pt x="200818" y="156924"/>
                </a:lnTo>
                <a:lnTo>
                  <a:pt x="205779" y="169882"/>
                </a:lnTo>
                <a:lnTo>
                  <a:pt x="212725" y="182562"/>
                </a:lnTo>
                <a:lnTo>
                  <a:pt x="214247" y="184785"/>
                </a:lnTo>
                <a:lnTo>
                  <a:pt x="182245" y="184785"/>
                </a:lnTo>
                <a:lnTo>
                  <a:pt x="157480" y="226377"/>
                </a:lnTo>
                <a:lnTo>
                  <a:pt x="127773" y="258167"/>
                </a:lnTo>
                <a:lnTo>
                  <a:pt x="92789" y="287417"/>
                </a:lnTo>
                <a:lnTo>
                  <a:pt x="55443" y="312539"/>
                </a:lnTo>
                <a:lnTo>
                  <a:pt x="31630" y="324921"/>
                </a:lnTo>
                <a:lnTo>
                  <a:pt x="20320" y="329565"/>
                </a:lnTo>
                <a:close/>
              </a:path>
              <a:path w="499110" h="613410">
                <a:moveTo>
                  <a:pt x="330835" y="313690"/>
                </a:moveTo>
                <a:lnTo>
                  <a:pt x="288607" y="290195"/>
                </a:lnTo>
                <a:lnTo>
                  <a:pt x="255686" y="267454"/>
                </a:lnTo>
                <a:lnTo>
                  <a:pt x="225186" y="241458"/>
                </a:lnTo>
                <a:lnTo>
                  <a:pt x="199449" y="213360"/>
                </a:lnTo>
                <a:lnTo>
                  <a:pt x="182245" y="184785"/>
                </a:lnTo>
                <a:lnTo>
                  <a:pt x="214247" y="184785"/>
                </a:lnTo>
                <a:lnTo>
                  <a:pt x="221138" y="194845"/>
                </a:lnTo>
                <a:lnTo>
                  <a:pt x="230505" y="206613"/>
                </a:lnTo>
                <a:lnTo>
                  <a:pt x="264041" y="238779"/>
                </a:lnTo>
                <a:lnTo>
                  <a:pt x="302260" y="265747"/>
                </a:lnTo>
                <a:lnTo>
                  <a:pt x="339407" y="286285"/>
                </a:lnTo>
                <a:lnTo>
                  <a:pt x="350520" y="291465"/>
                </a:lnTo>
                <a:lnTo>
                  <a:pt x="330835" y="313690"/>
                </a:lnTo>
                <a:close/>
              </a:path>
              <a:path w="499110" h="613410">
                <a:moveTo>
                  <a:pt x="304165" y="613410"/>
                </a:moveTo>
                <a:lnTo>
                  <a:pt x="253742" y="610195"/>
                </a:lnTo>
                <a:lnTo>
                  <a:pt x="203517" y="599837"/>
                </a:lnTo>
                <a:lnTo>
                  <a:pt x="160178" y="579953"/>
                </a:lnTo>
                <a:lnTo>
                  <a:pt x="127317" y="549592"/>
                </a:lnTo>
                <a:lnTo>
                  <a:pt x="110351" y="506908"/>
                </a:lnTo>
                <a:lnTo>
                  <a:pt x="109220" y="489585"/>
                </a:lnTo>
                <a:lnTo>
                  <a:pt x="110351" y="472261"/>
                </a:lnTo>
                <a:lnTo>
                  <a:pt x="127317" y="429577"/>
                </a:lnTo>
                <a:lnTo>
                  <a:pt x="160178" y="399216"/>
                </a:lnTo>
                <a:lnTo>
                  <a:pt x="203517" y="379333"/>
                </a:lnTo>
                <a:lnTo>
                  <a:pt x="253742" y="368974"/>
                </a:lnTo>
                <a:lnTo>
                  <a:pt x="304165" y="365760"/>
                </a:lnTo>
                <a:lnTo>
                  <a:pt x="320774" y="366117"/>
                </a:lnTo>
                <a:lnTo>
                  <a:pt x="371792" y="371475"/>
                </a:lnTo>
                <a:lnTo>
                  <a:pt x="420132" y="384869"/>
                </a:lnTo>
                <a:lnTo>
                  <a:pt x="438532" y="393700"/>
                </a:lnTo>
                <a:lnTo>
                  <a:pt x="304800" y="393700"/>
                </a:lnTo>
                <a:lnTo>
                  <a:pt x="290492" y="393997"/>
                </a:lnTo>
                <a:lnTo>
                  <a:pt x="247332" y="398462"/>
                </a:lnTo>
                <a:lnTo>
                  <a:pt x="207208" y="409178"/>
                </a:lnTo>
                <a:lnTo>
                  <a:pt x="165318" y="435114"/>
                </a:lnTo>
                <a:lnTo>
                  <a:pt x="143787" y="476488"/>
                </a:lnTo>
                <a:lnTo>
                  <a:pt x="142875" y="489585"/>
                </a:lnTo>
                <a:lnTo>
                  <a:pt x="143787" y="502682"/>
                </a:lnTo>
                <a:lnTo>
                  <a:pt x="165318" y="544056"/>
                </a:lnTo>
                <a:lnTo>
                  <a:pt x="207208" y="569992"/>
                </a:lnTo>
                <a:lnTo>
                  <a:pt x="247332" y="580707"/>
                </a:lnTo>
                <a:lnTo>
                  <a:pt x="290492" y="585172"/>
                </a:lnTo>
                <a:lnTo>
                  <a:pt x="304800" y="585470"/>
                </a:lnTo>
                <a:lnTo>
                  <a:pt x="438532" y="585470"/>
                </a:lnTo>
                <a:lnTo>
                  <a:pt x="434657" y="587692"/>
                </a:lnTo>
                <a:lnTo>
                  <a:pt x="388699" y="604302"/>
                </a:lnTo>
                <a:lnTo>
                  <a:pt x="337582" y="611981"/>
                </a:lnTo>
                <a:lnTo>
                  <a:pt x="320774" y="613053"/>
                </a:lnTo>
                <a:lnTo>
                  <a:pt x="304165" y="613410"/>
                </a:lnTo>
                <a:close/>
              </a:path>
              <a:path w="499110" h="613410">
                <a:moveTo>
                  <a:pt x="438532" y="585470"/>
                </a:moveTo>
                <a:lnTo>
                  <a:pt x="304800" y="585470"/>
                </a:lnTo>
                <a:lnTo>
                  <a:pt x="319087" y="585172"/>
                </a:lnTo>
                <a:lnTo>
                  <a:pt x="361950" y="580707"/>
                </a:lnTo>
                <a:lnTo>
                  <a:pt x="401598" y="569992"/>
                </a:lnTo>
                <a:lnTo>
                  <a:pt x="443031" y="544056"/>
                </a:lnTo>
                <a:lnTo>
                  <a:pt x="464542" y="502682"/>
                </a:lnTo>
                <a:lnTo>
                  <a:pt x="465455" y="489585"/>
                </a:lnTo>
                <a:lnTo>
                  <a:pt x="464542" y="476488"/>
                </a:lnTo>
                <a:lnTo>
                  <a:pt x="443031" y="435114"/>
                </a:lnTo>
                <a:lnTo>
                  <a:pt x="401598" y="409178"/>
                </a:lnTo>
                <a:lnTo>
                  <a:pt x="361950" y="398462"/>
                </a:lnTo>
                <a:lnTo>
                  <a:pt x="319087" y="393997"/>
                </a:lnTo>
                <a:lnTo>
                  <a:pt x="304800" y="393700"/>
                </a:lnTo>
                <a:lnTo>
                  <a:pt x="438532" y="393700"/>
                </a:lnTo>
                <a:lnTo>
                  <a:pt x="471328" y="418266"/>
                </a:lnTo>
                <a:lnTo>
                  <a:pt x="494585" y="456485"/>
                </a:lnTo>
                <a:lnTo>
                  <a:pt x="499110" y="489585"/>
                </a:lnTo>
                <a:lnTo>
                  <a:pt x="497979" y="506908"/>
                </a:lnTo>
                <a:lnTo>
                  <a:pt x="481012" y="549592"/>
                </a:lnTo>
                <a:lnTo>
                  <a:pt x="448151" y="579953"/>
                </a:lnTo>
                <a:lnTo>
                  <a:pt x="438532" y="5854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285136" y="3556006"/>
            <a:ext cx="566420" cy="593725"/>
          </a:xfrm>
          <a:custGeom>
            <a:avLst/>
            <a:gdLst/>
            <a:ahLst/>
            <a:cxnLst/>
            <a:rect l="l" t="t" r="r" b="b"/>
            <a:pathLst>
              <a:path w="566420" h="593725">
                <a:moveTo>
                  <a:pt x="444500" y="273050"/>
                </a:moveTo>
                <a:lnTo>
                  <a:pt x="123825" y="273050"/>
                </a:lnTo>
                <a:lnTo>
                  <a:pt x="115907" y="272375"/>
                </a:lnTo>
                <a:lnTo>
                  <a:pt x="85784" y="242847"/>
                </a:lnTo>
                <a:lnTo>
                  <a:pt x="85090" y="234950"/>
                </a:lnTo>
                <a:lnTo>
                  <a:pt x="85090" y="0"/>
                </a:lnTo>
                <a:lnTo>
                  <a:pt x="116840" y="0"/>
                </a:lnTo>
                <a:lnTo>
                  <a:pt x="116840" y="94615"/>
                </a:lnTo>
                <a:lnTo>
                  <a:pt x="483235" y="94615"/>
                </a:lnTo>
                <a:lnTo>
                  <a:pt x="483235" y="121920"/>
                </a:lnTo>
                <a:lnTo>
                  <a:pt x="116840" y="121920"/>
                </a:lnTo>
                <a:lnTo>
                  <a:pt x="116840" y="243628"/>
                </a:lnTo>
                <a:lnTo>
                  <a:pt x="118956" y="245745"/>
                </a:lnTo>
                <a:lnTo>
                  <a:pt x="481700" y="245745"/>
                </a:lnTo>
                <a:lnTo>
                  <a:pt x="480457" y="250031"/>
                </a:lnTo>
                <a:lnTo>
                  <a:pt x="452417" y="272375"/>
                </a:lnTo>
                <a:lnTo>
                  <a:pt x="444500" y="273050"/>
                </a:lnTo>
                <a:close/>
              </a:path>
              <a:path w="566420" h="593725">
                <a:moveTo>
                  <a:pt x="483235" y="94615"/>
                </a:moveTo>
                <a:lnTo>
                  <a:pt x="450850" y="94615"/>
                </a:lnTo>
                <a:lnTo>
                  <a:pt x="450850" y="0"/>
                </a:lnTo>
                <a:lnTo>
                  <a:pt x="483235" y="0"/>
                </a:lnTo>
                <a:lnTo>
                  <a:pt x="483235" y="94615"/>
                </a:lnTo>
                <a:close/>
              </a:path>
              <a:path w="566420" h="593725">
                <a:moveTo>
                  <a:pt x="481700" y="245745"/>
                </a:moveTo>
                <a:lnTo>
                  <a:pt x="448733" y="245745"/>
                </a:lnTo>
                <a:lnTo>
                  <a:pt x="450850" y="243628"/>
                </a:lnTo>
                <a:lnTo>
                  <a:pt x="450850" y="121920"/>
                </a:lnTo>
                <a:lnTo>
                  <a:pt x="483235" y="121920"/>
                </a:lnTo>
                <a:lnTo>
                  <a:pt x="483235" y="234950"/>
                </a:lnTo>
                <a:lnTo>
                  <a:pt x="482540" y="242847"/>
                </a:lnTo>
                <a:lnTo>
                  <a:pt x="481700" y="245745"/>
                </a:lnTo>
                <a:close/>
              </a:path>
              <a:path w="566420" h="593725">
                <a:moveTo>
                  <a:pt x="557106" y="380365"/>
                </a:moveTo>
                <a:lnTo>
                  <a:pt x="0" y="380365"/>
                </a:lnTo>
                <a:lnTo>
                  <a:pt x="0" y="353060"/>
                </a:lnTo>
                <a:lnTo>
                  <a:pt x="566420" y="353060"/>
                </a:lnTo>
                <a:lnTo>
                  <a:pt x="566420" y="371051"/>
                </a:lnTo>
                <a:lnTo>
                  <a:pt x="565150" y="374015"/>
                </a:lnTo>
                <a:lnTo>
                  <a:pt x="560070" y="379095"/>
                </a:lnTo>
                <a:lnTo>
                  <a:pt x="557106" y="380365"/>
                </a:lnTo>
                <a:close/>
              </a:path>
              <a:path w="566420" h="593725">
                <a:moveTo>
                  <a:pt x="291676" y="593725"/>
                </a:moveTo>
                <a:lnTo>
                  <a:pt x="268605" y="593725"/>
                </a:lnTo>
                <a:lnTo>
                  <a:pt x="268605" y="380365"/>
                </a:lnTo>
                <a:lnTo>
                  <a:pt x="300990" y="380365"/>
                </a:lnTo>
                <a:lnTo>
                  <a:pt x="300990" y="584411"/>
                </a:lnTo>
                <a:lnTo>
                  <a:pt x="299720" y="587375"/>
                </a:lnTo>
                <a:lnTo>
                  <a:pt x="294640" y="592455"/>
                </a:lnTo>
                <a:lnTo>
                  <a:pt x="291676" y="5937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68066" y="3547116"/>
            <a:ext cx="581025" cy="601980"/>
          </a:xfrm>
          <a:custGeom>
            <a:avLst/>
            <a:gdLst/>
            <a:ahLst/>
            <a:cxnLst/>
            <a:rect l="l" t="t" r="r" b="b"/>
            <a:pathLst>
              <a:path w="581025" h="601979">
                <a:moveTo>
                  <a:pt x="201295" y="452755"/>
                </a:moveTo>
                <a:lnTo>
                  <a:pt x="169545" y="452755"/>
                </a:lnTo>
                <a:lnTo>
                  <a:pt x="169545" y="322580"/>
                </a:lnTo>
                <a:lnTo>
                  <a:pt x="151884" y="320952"/>
                </a:lnTo>
                <a:lnTo>
                  <a:pt x="104140" y="307975"/>
                </a:lnTo>
                <a:lnTo>
                  <a:pt x="65147" y="284638"/>
                </a:lnTo>
                <a:lnTo>
                  <a:pt x="36115" y="252888"/>
                </a:lnTo>
                <a:lnTo>
                  <a:pt x="18137" y="213479"/>
                </a:lnTo>
                <a:lnTo>
                  <a:pt x="12065" y="169545"/>
                </a:lnTo>
                <a:lnTo>
                  <a:pt x="12799" y="153928"/>
                </a:lnTo>
                <a:lnTo>
                  <a:pt x="23812" y="110172"/>
                </a:lnTo>
                <a:lnTo>
                  <a:pt x="47148" y="72846"/>
                </a:lnTo>
                <a:lnTo>
                  <a:pt x="81676" y="44053"/>
                </a:lnTo>
                <a:lnTo>
                  <a:pt x="126563" y="25022"/>
                </a:lnTo>
                <a:lnTo>
                  <a:pt x="180975" y="18415"/>
                </a:lnTo>
                <a:lnTo>
                  <a:pt x="199866" y="19149"/>
                </a:lnTo>
                <a:lnTo>
                  <a:pt x="250825" y="30162"/>
                </a:lnTo>
                <a:lnTo>
                  <a:pt x="283992" y="46990"/>
                </a:lnTo>
                <a:lnTo>
                  <a:pt x="180975" y="46990"/>
                </a:lnTo>
                <a:lnTo>
                  <a:pt x="164643" y="47605"/>
                </a:lnTo>
                <a:lnTo>
                  <a:pt x="121602" y="56832"/>
                </a:lnTo>
                <a:lnTo>
                  <a:pt x="87669" y="75525"/>
                </a:lnTo>
                <a:lnTo>
                  <a:pt x="57050" y="111779"/>
                </a:lnTo>
                <a:lnTo>
                  <a:pt x="43735" y="157321"/>
                </a:lnTo>
                <a:lnTo>
                  <a:pt x="43180" y="169545"/>
                </a:lnTo>
                <a:lnTo>
                  <a:pt x="43735" y="181788"/>
                </a:lnTo>
                <a:lnTo>
                  <a:pt x="57050" y="227786"/>
                </a:lnTo>
                <a:lnTo>
                  <a:pt x="87669" y="264676"/>
                </a:lnTo>
                <a:lnTo>
                  <a:pt x="121602" y="283845"/>
                </a:lnTo>
                <a:lnTo>
                  <a:pt x="164643" y="293370"/>
                </a:lnTo>
                <a:lnTo>
                  <a:pt x="180975" y="294005"/>
                </a:lnTo>
                <a:lnTo>
                  <a:pt x="283430" y="294005"/>
                </a:lnTo>
                <a:lnTo>
                  <a:pt x="276046" y="298787"/>
                </a:lnTo>
                <a:lnTo>
                  <a:pt x="233838" y="316309"/>
                </a:lnTo>
                <a:lnTo>
                  <a:pt x="201295" y="321945"/>
                </a:lnTo>
                <a:lnTo>
                  <a:pt x="201295" y="452755"/>
                </a:lnTo>
                <a:close/>
              </a:path>
              <a:path w="581025" h="601979">
                <a:moveTo>
                  <a:pt x="283430" y="294005"/>
                </a:moveTo>
                <a:lnTo>
                  <a:pt x="180975" y="294005"/>
                </a:lnTo>
                <a:lnTo>
                  <a:pt x="197306" y="293370"/>
                </a:lnTo>
                <a:lnTo>
                  <a:pt x="212645" y="291465"/>
                </a:lnTo>
                <a:lnTo>
                  <a:pt x="252670" y="278328"/>
                </a:lnTo>
                <a:lnTo>
                  <a:pt x="291266" y="247630"/>
                </a:lnTo>
                <a:lnTo>
                  <a:pt x="313134" y="205442"/>
                </a:lnTo>
                <a:lnTo>
                  <a:pt x="318135" y="169545"/>
                </a:lnTo>
                <a:lnTo>
                  <a:pt x="317579" y="157321"/>
                </a:lnTo>
                <a:lnTo>
                  <a:pt x="304284" y="111779"/>
                </a:lnTo>
                <a:lnTo>
                  <a:pt x="274101" y="75525"/>
                </a:lnTo>
                <a:lnTo>
                  <a:pt x="240347" y="56832"/>
                </a:lnTo>
                <a:lnTo>
                  <a:pt x="197306" y="47605"/>
                </a:lnTo>
                <a:lnTo>
                  <a:pt x="180975" y="46990"/>
                </a:lnTo>
                <a:lnTo>
                  <a:pt x="283992" y="46990"/>
                </a:lnTo>
                <a:lnTo>
                  <a:pt x="314166" y="72846"/>
                </a:lnTo>
                <a:lnTo>
                  <a:pt x="337502" y="110172"/>
                </a:lnTo>
                <a:lnTo>
                  <a:pt x="348515" y="153928"/>
                </a:lnTo>
                <a:lnTo>
                  <a:pt x="349250" y="169545"/>
                </a:lnTo>
                <a:lnTo>
                  <a:pt x="348615" y="184249"/>
                </a:lnTo>
                <a:lnTo>
                  <a:pt x="339090" y="225742"/>
                </a:lnTo>
                <a:lnTo>
                  <a:pt x="318670" y="261878"/>
                </a:lnTo>
                <a:lnTo>
                  <a:pt x="288210" y="290909"/>
                </a:lnTo>
                <a:lnTo>
                  <a:pt x="283430" y="294005"/>
                </a:lnTo>
                <a:close/>
              </a:path>
              <a:path w="581025" h="601979">
                <a:moveTo>
                  <a:pt x="170180" y="479425"/>
                </a:moveTo>
                <a:lnTo>
                  <a:pt x="0" y="479425"/>
                </a:lnTo>
                <a:lnTo>
                  <a:pt x="0" y="452755"/>
                </a:lnTo>
                <a:lnTo>
                  <a:pt x="211554" y="452695"/>
                </a:lnTo>
                <a:lnTo>
                  <a:pt x="222646" y="452517"/>
                </a:lnTo>
                <a:lnTo>
                  <a:pt x="274002" y="450612"/>
                </a:lnTo>
                <a:lnTo>
                  <a:pt x="315039" y="447913"/>
                </a:lnTo>
                <a:lnTo>
                  <a:pt x="355282" y="443865"/>
                </a:lnTo>
                <a:lnTo>
                  <a:pt x="401955" y="436245"/>
                </a:lnTo>
                <a:lnTo>
                  <a:pt x="401955" y="457623"/>
                </a:lnTo>
                <a:lnTo>
                  <a:pt x="352028" y="471011"/>
                </a:lnTo>
                <a:lnTo>
                  <a:pt x="300672" y="475615"/>
                </a:lnTo>
                <a:lnTo>
                  <a:pt x="239315" y="478472"/>
                </a:lnTo>
                <a:lnTo>
                  <a:pt x="205720" y="479187"/>
                </a:lnTo>
                <a:lnTo>
                  <a:pt x="170180" y="479425"/>
                </a:lnTo>
                <a:close/>
              </a:path>
              <a:path w="581025" h="601979">
                <a:moveTo>
                  <a:pt x="473286" y="601980"/>
                </a:moveTo>
                <a:lnTo>
                  <a:pt x="450850" y="601980"/>
                </a:lnTo>
                <a:lnTo>
                  <a:pt x="450850" y="0"/>
                </a:lnTo>
                <a:lnTo>
                  <a:pt x="482600" y="0"/>
                </a:lnTo>
                <a:lnTo>
                  <a:pt x="482600" y="242570"/>
                </a:lnTo>
                <a:lnTo>
                  <a:pt x="581025" y="242570"/>
                </a:lnTo>
                <a:lnTo>
                  <a:pt x="581025" y="269240"/>
                </a:lnTo>
                <a:lnTo>
                  <a:pt x="482600" y="269240"/>
                </a:lnTo>
                <a:lnTo>
                  <a:pt x="482600" y="593090"/>
                </a:lnTo>
                <a:lnTo>
                  <a:pt x="481330" y="596159"/>
                </a:lnTo>
                <a:lnTo>
                  <a:pt x="476250" y="600816"/>
                </a:lnTo>
                <a:lnTo>
                  <a:pt x="473286" y="6019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639144" y="3542670"/>
            <a:ext cx="564515" cy="616585"/>
          </a:xfrm>
          <a:custGeom>
            <a:avLst/>
            <a:gdLst/>
            <a:ahLst/>
            <a:cxnLst/>
            <a:rect l="l" t="t" r="r" b="b"/>
            <a:pathLst>
              <a:path w="564514" h="616585">
                <a:moveTo>
                  <a:pt x="283210" y="616585"/>
                </a:moveTo>
                <a:lnTo>
                  <a:pt x="265112" y="616208"/>
                </a:lnTo>
                <a:lnTo>
                  <a:pt x="247015" y="615077"/>
                </a:lnTo>
                <a:lnTo>
                  <a:pt x="193159" y="607040"/>
                </a:lnTo>
                <a:lnTo>
                  <a:pt x="145415" y="590550"/>
                </a:lnTo>
                <a:lnTo>
                  <a:pt x="107672" y="564773"/>
                </a:lnTo>
                <a:lnTo>
                  <a:pt x="83978" y="528717"/>
                </a:lnTo>
                <a:lnTo>
                  <a:pt x="79375" y="497840"/>
                </a:lnTo>
                <a:lnTo>
                  <a:pt x="80525" y="481965"/>
                </a:lnTo>
                <a:lnTo>
                  <a:pt x="97790" y="441960"/>
                </a:lnTo>
                <a:lnTo>
                  <a:pt x="131484" y="412670"/>
                </a:lnTo>
                <a:lnTo>
                  <a:pt x="176371" y="393144"/>
                </a:lnTo>
                <a:lnTo>
                  <a:pt x="228917" y="382488"/>
                </a:lnTo>
                <a:lnTo>
                  <a:pt x="283210" y="379095"/>
                </a:lnTo>
                <a:lnTo>
                  <a:pt x="301010" y="379511"/>
                </a:lnTo>
                <a:lnTo>
                  <a:pt x="354647" y="385762"/>
                </a:lnTo>
                <a:lnTo>
                  <a:pt x="404713" y="400050"/>
                </a:lnTo>
                <a:lnTo>
                  <a:pt x="420311" y="407035"/>
                </a:lnTo>
                <a:lnTo>
                  <a:pt x="281305" y="407035"/>
                </a:lnTo>
                <a:lnTo>
                  <a:pt x="265807" y="407332"/>
                </a:lnTo>
                <a:lnTo>
                  <a:pt x="220027" y="411797"/>
                </a:lnTo>
                <a:lnTo>
                  <a:pt x="178177" y="422513"/>
                </a:lnTo>
                <a:lnTo>
                  <a:pt x="143906" y="440293"/>
                </a:lnTo>
                <a:lnTo>
                  <a:pt x="115490" y="474980"/>
                </a:lnTo>
                <a:lnTo>
                  <a:pt x="111760" y="497840"/>
                </a:lnTo>
                <a:lnTo>
                  <a:pt x="112692" y="509746"/>
                </a:lnTo>
                <a:lnTo>
                  <a:pt x="134719" y="547925"/>
                </a:lnTo>
                <a:lnTo>
                  <a:pt x="178177" y="572730"/>
                </a:lnTo>
                <a:lnTo>
                  <a:pt x="220027" y="583565"/>
                </a:lnTo>
                <a:lnTo>
                  <a:pt x="265807" y="588327"/>
                </a:lnTo>
                <a:lnTo>
                  <a:pt x="281305" y="588645"/>
                </a:lnTo>
                <a:lnTo>
                  <a:pt x="423258" y="588645"/>
                </a:lnTo>
                <a:lnTo>
                  <a:pt x="419735" y="590550"/>
                </a:lnTo>
                <a:lnTo>
                  <a:pt x="372169" y="607040"/>
                </a:lnTo>
                <a:lnTo>
                  <a:pt x="318849" y="615077"/>
                </a:lnTo>
                <a:lnTo>
                  <a:pt x="301010" y="616208"/>
                </a:lnTo>
                <a:lnTo>
                  <a:pt x="283210" y="616585"/>
                </a:lnTo>
                <a:close/>
              </a:path>
              <a:path w="564514" h="616585">
                <a:moveTo>
                  <a:pt x="423258" y="588645"/>
                </a:moveTo>
                <a:lnTo>
                  <a:pt x="281305" y="588645"/>
                </a:lnTo>
                <a:lnTo>
                  <a:pt x="296803" y="588367"/>
                </a:lnTo>
                <a:lnTo>
                  <a:pt x="312182" y="587534"/>
                </a:lnTo>
                <a:lnTo>
                  <a:pt x="357286" y="581580"/>
                </a:lnTo>
                <a:lnTo>
                  <a:pt x="396875" y="568960"/>
                </a:lnTo>
                <a:lnTo>
                  <a:pt x="435927" y="541020"/>
                </a:lnTo>
                <a:lnTo>
                  <a:pt x="450850" y="497840"/>
                </a:lnTo>
                <a:lnTo>
                  <a:pt x="449917" y="485656"/>
                </a:lnTo>
                <a:lnTo>
                  <a:pt x="427891" y="447119"/>
                </a:lnTo>
                <a:lnTo>
                  <a:pt x="384433" y="422334"/>
                </a:lnTo>
                <a:lnTo>
                  <a:pt x="342582" y="411797"/>
                </a:lnTo>
                <a:lnTo>
                  <a:pt x="296803" y="407332"/>
                </a:lnTo>
                <a:lnTo>
                  <a:pt x="281305" y="407035"/>
                </a:lnTo>
                <a:lnTo>
                  <a:pt x="420311" y="407035"/>
                </a:lnTo>
                <a:lnTo>
                  <a:pt x="457299" y="432792"/>
                </a:lnTo>
                <a:lnTo>
                  <a:pt x="480615" y="468392"/>
                </a:lnTo>
                <a:lnTo>
                  <a:pt x="485140" y="497840"/>
                </a:lnTo>
                <a:lnTo>
                  <a:pt x="484009" y="513973"/>
                </a:lnTo>
                <a:lnTo>
                  <a:pt x="467042" y="554037"/>
                </a:lnTo>
                <a:lnTo>
                  <a:pt x="433645" y="583029"/>
                </a:lnTo>
                <a:lnTo>
                  <a:pt x="423258" y="588645"/>
                </a:lnTo>
                <a:close/>
              </a:path>
              <a:path w="564514" h="616585">
                <a:moveTo>
                  <a:pt x="493395" y="213995"/>
                </a:moveTo>
                <a:lnTo>
                  <a:pt x="125095" y="213995"/>
                </a:lnTo>
                <a:lnTo>
                  <a:pt x="117177" y="213300"/>
                </a:lnTo>
                <a:lnTo>
                  <a:pt x="87054" y="183534"/>
                </a:lnTo>
                <a:lnTo>
                  <a:pt x="86360" y="175895"/>
                </a:lnTo>
                <a:lnTo>
                  <a:pt x="86360" y="0"/>
                </a:lnTo>
                <a:lnTo>
                  <a:pt x="118745" y="0"/>
                </a:lnTo>
                <a:lnTo>
                  <a:pt x="118745" y="182245"/>
                </a:lnTo>
                <a:lnTo>
                  <a:pt x="119168" y="183620"/>
                </a:lnTo>
                <a:lnTo>
                  <a:pt x="120861" y="186584"/>
                </a:lnTo>
                <a:lnTo>
                  <a:pt x="122555" y="187325"/>
                </a:lnTo>
                <a:lnTo>
                  <a:pt x="493395" y="187325"/>
                </a:lnTo>
                <a:lnTo>
                  <a:pt x="493395" y="213995"/>
                </a:lnTo>
                <a:close/>
              </a:path>
              <a:path w="564514" h="616585">
                <a:moveTo>
                  <a:pt x="299720" y="304165"/>
                </a:moveTo>
                <a:lnTo>
                  <a:pt x="267970" y="304165"/>
                </a:lnTo>
                <a:lnTo>
                  <a:pt x="267970" y="213995"/>
                </a:lnTo>
                <a:lnTo>
                  <a:pt x="299720" y="213995"/>
                </a:lnTo>
                <a:lnTo>
                  <a:pt x="299720" y="304165"/>
                </a:lnTo>
                <a:close/>
              </a:path>
              <a:path w="564514" h="616585">
                <a:moveTo>
                  <a:pt x="555201" y="330835"/>
                </a:moveTo>
                <a:lnTo>
                  <a:pt x="0" y="330835"/>
                </a:lnTo>
                <a:lnTo>
                  <a:pt x="0" y="304165"/>
                </a:lnTo>
                <a:lnTo>
                  <a:pt x="564515" y="304165"/>
                </a:lnTo>
                <a:lnTo>
                  <a:pt x="564515" y="321521"/>
                </a:lnTo>
                <a:lnTo>
                  <a:pt x="563245" y="324485"/>
                </a:lnTo>
                <a:lnTo>
                  <a:pt x="558165" y="329565"/>
                </a:lnTo>
                <a:lnTo>
                  <a:pt x="555201" y="330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248109" y="3550291"/>
            <a:ext cx="541020" cy="598805"/>
          </a:xfrm>
          <a:custGeom>
            <a:avLst/>
            <a:gdLst/>
            <a:ahLst/>
            <a:cxnLst/>
            <a:rect l="l" t="t" r="r" b="b"/>
            <a:pathLst>
              <a:path w="541020" h="598804">
                <a:moveTo>
                  <a:pt x="430741" y="598805"/>
                </a:moveTo>
                <a:lnTo>
                  <a:pt x="408305" y="598805"/>
                </a:lnTo>
                <a:lnTo>
                  <a:pt x="408305" y="0"/>
                </a:lnTo>
                <a:lnTo>
                  <a:pt x="440055" y="0"/>
                </a:lnTo>
                <a:lnTo>
                  <a:pt x="440055" y="224155"/>
                </a:lnTo>
                <a:lnTo>
                  <a:pt x="541020" y="224155"/>
                </a:lnTo>
                <a:lnTo>
                  <a:pt x="541020" y="250825"/>
                </a:lnTo>
                <a:lnTo>
                  <a:pt x="440055" y="250825"/>
                </a:lnTo>
                <a:lnTo>
                  <a:pt x="440055" y="589915"/>
                </a:lnTo>
                <a:lnTo>
                  <a:pt x="438785" y="592984"/>
                </a:lnTo>
                <a:lnTo>
                  <a:pt x="433705" y="597641"/>
                </a:lnTo>
                <a:lnTo>
                  <a:pt x="430741" y="598805"/>
                </a:lnTo>
                <a:close/>
              </a:path>
              <a:path w="541020" h="598804">
                <a:moveTo>
                  <a:pt x="21590" y="499745"/>
                </a:moveTo>
                <a:lnTo>
                  <a:pt x="2540" y="475615"/>
                </a:lnTo>
                <a:lnTo>
                  <a:pt x="14862" y="472519"/>
                </a:lnTo>
                <a:lnTo>
                  <a:pt x="27701" y="468947"/>
                </a:lnTo>
                <a:lnTo>
                  <a:pt x="69036" y="455354"/>
                </a:lnTo>
                <a:lnTo>
                  <a:pt x="111125" y="437197"/>
                </a:lnTo>
                <a:lnTo>
                  <a:pt x="151963" y="414397"/>
                </a:lnTo>
                <a:lnTo>
                  <a:pt x="189547" y="386873"/>
                </a:lnTo>
                <a:lnTo>
                  <a:pt x="220186" y="354389"/>
                </a:lnTo>
                <a:lnTo>
                  <a:pt x="242570" y="317182"/>
                </a:lnTo>
                <a:lnTo>
                  <a:pt x="253881" y="274974"/>
                </a:lnTo>
                <a:lnTo>
                  <a:pt x="254635" y="259715"/>
                </a:lnTo>
                <a:lnTo>
                  <a:pt x="254635" y="61171"/>
                </a:lnTo>
                <a:lnTo>
                  <a:pt x="252518" y="59055"/>
                </a:lnTo>
                <a:lnTo>
                  <a:pt x="0" y="59055"/>
                </a:lnTo>
                <a:lnTo>
                  <a:pt x="0" y="32385"/>
                </a:lnTo>
                <a:lnTo>
                  <a:pt x="248920" y="32385"/>
                </a:lnTo>
                <a:lnTo>
                  <a:pt x="256579" y="33059"/>
                </a:lnTo>
                <a:lnTo>
                  <a:pt x="286940" y="62587"/>
                </a:lnTo>
                <a:lnTo>
                  <a:pt x="287655" y="70485"/>
                </a:lnTo>
                <a:lnTo>
                  <a:pt x="287580" y="259715"/>
                </a:lnTo>
                <a:lnTo>
                  <a:pt x="279162" y="307022"/>
                </a:lnTo>
                <a:lnTo>
                  <a:pt x="260032" y="349250"/>
                </a:lnTo>
                <a:lnTo>
                  <a:pt x="232330" y="386080"/>
                </a:lnTo>
                <a:lnTo>
                  <a:pt x="198120" y="417830"/>
                </a:lnTo>
                <a:lnTo>
                  <a:pt x="158432" y="444738"/>
                </a:lnTo>
                <a:lnTo>
                  <a:pt x="114300" y="467042"/>
                </a:lnTo>
                <a:lnTo>
                  <a:pt x="67945" y="485219"/>
                </a:lnTo>
                <a:lnTo>
                  <a:pt x="44767" y="492938"/>
                </a:lnTo>
                <a:lnTo>
                  <a:pt x="21590" y="4997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820245" y="3551561"/>
            <a:ext cx="564515" cy="599440"/>
          </a:xfrm>
          <a:custGeom>
            <a:avLst/>
            <a:gdLst/>
            <a:ahLst/>
            <a:cxnLst/>
            <a:rect l="l" t="t" r="r" b="b"/>
            <a:pathLst>
              <a:path w="564514" h="599439">
                <a:moveTo>
                  <a:pt x="485775" y="215900"/>
                </a:moveTo>
                <a:lnTo>
                  <a:pt x="127000" y="215900"/>
                </a:lnTo>
                <a:lnTo>
                  <a:pt x="119082" y="215225"/>
                </a:lnTo>
                <a:lnTo>
                  <a:pt x="88959" y="185697"/>
                </a:lnTo>
                <a:lnTo>
                  <a:pt x="88265" y="177800"/>
                </a:lnTo>
                <a:lnTo>
                  <a:pt x="88265" y="90170"/>
                </a:lnTo>
                <a:lnTo>
                  <a:pt x="443018" y="90170"/>
                </a:lnTo>
                <a:lnTo>
                  <a:pt x="445135" y="88053"/>
                </a:lnTo>
                <a:lnTo>
                  <a:pt x="445135" y="26670"/>
                </a:lnTo>
                <a:lnTo>
                  <a:pt x="85725" y="26670"/>
                </a:lnTo>
                <a:lnTo>
                  <a:pt x="85725" y="0"/>
                </a:lnTo>
                <a:lnTo>
                  <a:pt x="477520" y="0"/>
                </a:lnTo>
                <a:lnTo>
                  <a:pt x="477520" y="78740"/>
                </a:lnTo>
                <a:lnTo>
                  <a:pt x="453945" y="114141"/>
                </a:lnTo>
                <a:lnTo>
                  <a:pt x="438785" y="116840"/>
                </a:lnTo>
                <a:lnTo>
                  <a:pt x="121285" y="116840"/>
                </a:lnTo>
                <a:lnTo>
                  <a:pt x="121285" y="185843"/>
                </a:lnTo>
                <a:lnTo>
                  <a:pt x="123401" y="187960"/>
                </a:lnTo>
                <a:lnTo>
                  <a:pt x="485775" y="187960"/>
                </a:lnTo>
                <a:lnTo>
                  <a:pt x="485775" y="215900"/>
                </a:lnTo>
                <a:close/>
              </a:path>
              <a:path w="564514" h="599439">
                <a:moveTo>
                  <a:pt x="555201" y="308610"/>
                </a:moveTo>
                <a:lnTo>
                  <a:pt x="0" y="308610"/>
                </a:lnTo>
                <a:lnTo>
                  <a:pt x="0" y="281940"/>
                </a:lnTo>
                <a:lnTo>
                  <a:pt x="564515" y="281940"/>
                </a:lnTo>
                <a:lnTo>
                  <a:pt x="564515" y="299296"/>
                </a:lnTo>
                <a:lnTo>
                  <a:pt x="563245" y="302260"/>
                </a:lnTo>
                <a:lnTo>
                  <a:pt x="558165" y="307340"/>
                </a:lnTo>
                <a:lnTo>
                  <a:pt x="555201" y="308610"/>
                </a:lnTo>
                <a:close/>
              </a:path>
              <a:path w="564514" h="599439">
                <a:moveTo>
                  <a:pt x="485351" y="599440"/>
                </a:moveTo>
                <a:lnTo>
                  <a:pt x="127635" y="599440"/>
                </a:lnTo>
                <a:lnTo>
                  <a:pt x="120491" y="598825"/>
                </a:lnTo>
                <a:lnTo>
                  <a:pt x="89654" y="570012"/>
                </a:lnTo>
                <a:lnTo>
                  <a:pt x="88900" y="561340"/>
                </a:lnTo>
                <a:lnTo>
                  <a:pt x="88900" y="471170"/>
                </a:lnTo>
                <a:lnTo>
                  <a:pt x="446193" y="471170"/>
                </a:lnTo>
                <a:lnTo>
                  <a:pt x="448310" y="469053"/>
                </a:lnTo>
                <a:lnTo>
                  <a:pt x="448310" y="402590"/>
                </a:lnTo>
                <a:lnTo>
                  <a:pt x="88265" y="402590"/>
                </a:lnTo>
                <a:lnTo>
                  <a:pt x="88265" y="374650"/>
                </a:lnTo>
                <a:lnTo>
                  <a:pt x="481330" y="374650"/>
                </a:lnTo>
                <a:lnTo>
                  <a:pt x="481330" y="458470"/>
                </a:lnTo>
                <a:lnTo>
                  <a:pt x="456565" y="495141"/>
                </a:lnTo>
                <a:lnTo>
                  <a:pt x="442595" y="497840"/>
                </a:lnTo>
                <a:lnTo>
                  <a:pt x="122555" y="497840"/>
                </a:lnTo>
                <a:lnTo>
                  <a:pt x="122555" y="570018"/>
                </a:lnTo>
                <a:lnTo>
                  <a:pt x="124671" y="572135"/>
                </a:lnTo>
                <a:lnTo>
                  <a:pt x="494665" y="572135"/>
                </a:lnTo>
                <a:lnTo>
                  <a:pt x="494665" y="590126"/>
                </a:lnTo>
                <a:lnTo>
                  <a:pt x="493395" y="593090"/>
                </a:lnTo>
                <a:lnTo>
                  <a:pt x="488315" y="598170"/>
                </a:lnTo>
                <a:lnTo>
                  <a:pt x="485351" y="599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604172" y="3545845"/>
            <a:ext cx="502920" cy="596900"/>
          </a:xfrm>
          <a:custGeom>
            <a:avLst/>
            <a:gdLst/>
            <a:ahLst/>
            <a:cxnLst/>
            <a:rect l="l" t="t" r="r" b="b"/>
            <a:pathLst>
              <a:path w="502920" h="596900">
                <a:moveTo>
                  <a:pt x="162560" y="320040"/>
                </a:moveTo>
                <a:lnTo>
                  <a:pt x="117554" y="314860"/>
                </a:lnTo>
                <a:lnTo>
                  <a:pt x="75247" y="299243"/>
                </a:lnTo>
                <a:lnTo>
                  <a:pt x="39925" y="272911"/>
                </a:lnTo>
                <a:lnTo>
                  <a:pt x="13970" y="235585"/>
                </a:lnTo>
                <a:lnTo>
                  <a:pt x="873" y="187364"/>
                </a:lnTo>
                <a:lnTo>
                  <a:pt x="0" y="168910"/>
                </a:lnTo>
                <a:lnTo>
                  <a:pt x="833" y="151050"/>
                </a:lnTo>
                <a:lnTo>
                  <a:pt x="13335" y="104140"/>
                </a:lnTo>
                <a:lnTo>
                  <a:pt x="38338" y="67587"/>
                </a:lnTo>
                <a:lnTo>
                  <a:pt x="72945" y="41671"/>
                </a:lnTo>
                <a:lnTo>
                  <a:pt x="115589" y="26134"/>
                </a:lnTo>
                <a:lnTo>
                  <a:pt x="162560" y="20955"/>
                </a:lnTo>
                <a:lnTo>
                  <a:pt x="178514" y="21550"/>
                </a:lnTo>
                <a:lnTo>
                  <a:pt x="223520" y="30480"/>
                </a:lnTo>
                <a:lnTo>
                  <a:pt x="261895" y="49530"/>
                </a:lnTo>
                <a:lnTo>
                  <a:pt x="162560" y="49530"/>
                </a:lnTo>
                <a:lnTo>
                  <a:pt x="149403" y="49986"/>
                </a:lnTo>
                <a:lnTo>
                  <a:pt x="100528" y="60960"/>
                </a:lnTo>
                <a:lnTo>
                  <a:pt x="61575" y="86975"/>
                </a:lnTo>
                <a:lnTo>
                  <a:pt x="36552" y="127833"/>
                </a:lnTo>
                <a:lnTo>
                  <a:pt x="30480" y="168910"/>
                </a:lnTo>
                <a:lnTo>
                  <a:pt x="31174" y="184229"/>
                </a:lnTo>
                <a:lnTo>
                  <a:pt x="41592" y="223520"/>
                </a:lnTo>
                <a:lnTo>
                  <a:pt x="71120" y="261620"/>
                </a:lnTo>
                <a:lnTo>
                  <a:pt x="113347" y="284162"/>
                </a:lnTo>
                <a:lnTo>
                  <a:pt x="162560" y="291465"/>
                </a:lnTo>
                <a:lnTo>
                  <a:pt x="259523" y="291465"/>
                </a:lnTo>
                <a:lnTo>
                  <a:pt x="250348" y="297418"/>
                </a:lnTo>
                <a:lnTo>
                  <a:pt x="208577" y="314325"/>
                </a:lnTo>
                <a:lnTo>
                  <a:pt x="178256" y="319405"/>
                </a:lnTo>
                <a:lnTo>
                  <a:pt x="162560" y="320040"/>
                </a:lnTo>
                <a:close/>
              </a:path>
              <a:path w="502920" h="596900">
                <a:moveTo>
                  <a:pt x="259523" y="291465"/>
                </a:moveTo>
                <a:lnTo>
                  <a:pt x="162560" y="291465"/>
                </a:lnTo>
                <a:lnTo>
                  <a:pt x="175141" y="290949"/>
                </a:lnTo>
                <a:lnTo>
                  <a:pt x="187483" y="289401"/>
                </a:lnTo>
                <a:lnTo>
                  <a:pt x="233521" y="273129"/>
                </a:lnTo>
                <a:lnTo>
                  <a:pt x="268684" y="242014"/>
                </a:lnTo>
                <a:lnTo>
                  <a:pt x="288687" y="196532"/>
                </a:lnTo>
                <a:lnTo>
                  <a:pt x="290830" y="168910"/>
                </a:lnTo>
                <a:lnTo>
                  <a:pt x="289897" y="154186"/>
                </a:lnTo>
                <a:lnTo>
                  <a:pt x="279717" y="116205"/>
                </a:lnTo>
                <a:lnTo>
                  <a:pt x="251777" y="79057"/>
                </a:lnTo>
                <a:lnTo>
                  <a:pt x="211137" y="56832"/>
                </a:lnTo>
                <a:lnTo>
                  <a:pt x="162560" y="49530"/>
                </a:lnTo>
                <a:lnTo>
                  <a:pt x="261895" y="49530"/>
                </a:lnTo>
                <a:lnTo>
                  <a:pt x="292497" y="79136"/>
                </a:lnTo>
                <a:lnTo>
                  <a:pt x="312936" y="118844"/>
                </a:lnTo>
                <a:lnTo>
                  <a:pt x="320675" y="168910"/>
                </a:lnTo>
                <a:lnTo>
                  <a:pt x="320159" y="186491"/>
                </a:lnTo>
                <a:lnTo>
                  <a:pt x="308610" y="233045"/>
                </a:lnTo>
                <a:lnTo>
                  <a:pt x="284380" y="270133"/>
                </a:lnTo>
                <a:lnTo>
                  <a:pt x="262612" y="289460"/>
                </a:lnTo>
                <a:lnTo>
                  <a:pt x="259523" y="291465"/>
                </a:lnTo>
                <a:close/>
              </a:path>
              <a:path w="502920" h="596900">
                <a:moveTo>
                  <a:pt x="456141" y="398780"/>
                </a:moveTo>
                <a:lnTo>
                  <a:pt x="433705" y="398780"/>
                </a:lnTo>
                <a:lnTo>
                  <a:pt x="433705" y="0"/>
                </a:lnTo>
                <a:lnTo>
                  <a:pt x="465455" y="0"/>
                </a:lnTo>
                <a:lnTo>
                  <a:pt x="465455" y="389466"/>
                </a:lnTo>
                <a:lnTo>
                  <a:pt x="464185" y="392430"/>
                </a:lnTo>
                <a:lnTo>
                  <a:pt x="459105" y="397510"/>
                </a:lnTo>
                <a:lnTo>
                  <a:pt x="456141" y="398780"/>
                </a:lnTo>
                <a:close/>
              </a:path>
              <a:path w="502920" h="596900">
                <a:moveTo>
                  <a:pt x="68580" y="596265"/>
                </a:moveTo>
                <a:lnTo>
                  <a:pt x="51435" y="572770"/>
                </a:lnTo>
                <a:lnTo>
                  <a:pt x="60920" y="570666"/>
                </a:lnTo>
                <a:lnTo>
                  <a:pt x="70961" y="568166"/>
                </a:lnTo>
                <a:lnTo>
                  <a:pt x="115808" y="554196"/>
                </a:lnTo>
                <a:lnTo>
                  <a:pt x="151209" y="539551"/>
                </a:lnTo>
                <a:lnTo>
                  <a:pt x="185737" y="521335"/>
                </a:lnTo>
                <a:lnTo>
                  <a:pt x="226060" y="492125"/>
                </a:lnTo>
                <a:lnTo>
                  <a:pt x="254635" y="457517"/>
                </a:lnTo>
                <a:lnTo>
                  <a:pt x="265430" y="417195"/>
                </a:lnTo>
                <a:lnTo>
                  <a:pt x="265430" y="374015"/>
                </a:lnTo>
                <a:lnTo>
                  <a:pt x="299720" y="374015"/>
                </a:lnTo>
                <a:lnTo>
                  <a:pt x="299720" y="419735"/>
                </a:lnTo>
                <a:lnTo>
                  <a:pt x="301109" y="434360"/>
                </a:lnTo>
                <a:lnTo>
                  <a:pt x="305276" y="448389"/>
                </a:lnTo>
                <a:lnTo>
                  <a:pt x="312221" y="461823"/>
                </a:lnTo>
                <a:lnTo>
                  <a:pt x="317376" y="468630"/>
                </a:lnTo>
                <a:lnTo>
                  <a:pt x="283210" y="468630"/>
                </a:lnTo>
                <a:lnTo>
                  <a:pt x="257849" y="502622"/>
                </a:lnTo>
                <a:lnTo>
                  <a:pt x="218360" y="533638"/>
                </a:lnTo>
                <a:lnTo>
                  <a:pt x="172501" y="560050"/>
                </a:lnTo>
                <a:lnTo>
                  <a:pt x="124460" y="580707"/>
                </a:lnTo>
                <a:lnTo>
                  <a:pt x="80883" y="593864"/>
                </a:lnTo>
                <a:lnTo>
                  <a:pt x="68580" y="596265"/>
                </a:lnTo>
                <a:close/>
              </a:path>
              <a:path w="502920" h="596900">
                <a:moveTo>
                  <a:pt x="485775" y="596900"/>
                </a:moveTo>
                <a:lnTo>
                  <a:pt x="446841" y="585767"/>
                </a:lnTo>
                <a:lnTo>
                  <a:pt x="401002" y="566420"/>
                </a:lnTo>
                <a:lnTo>
                  <a:pt x="356274" y="541278"/>
                </a:lnTo>
                <a:lnTo>
                  <a:pt x="316865" y="511810"/>
                </a:lnTo>
                <a:lnTo>
                  <a:pt x="288885" y="479663"/>
                </a:lnTo>
                <a:lnTo>
                  <a:pt x="283210" y="468630"/>
                </a:lnTo>
                <a:lnTo>
                  <a:pt x="317376" y="468630"/>
                </a:lnTo>
                <a:lnTo>
                  <a:pt x="321945" y="474662"/>
                </a:lnTo>
                <a:lnTo>
                  <a:pt x="333652" y="486886"/>
                </a:lnTo>
                <a:lnTo>
                  <a:pt x="375920" y="519747"/>
                </a:lnTo>
                <a:lnTo>
                  <a:pt x="425331" y="546001"/>
                </a:lnTo>
                <a:lnTo>
                  <a:pt x="475139" y="564515"/>
                </a:lnTo>
                <a:lnTo>
                  <a:pt x="502920" y="572135"/>
                </a:lnTo>
                <a:lnTo>
                  <a:pt x="485775" y="596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190277" y="3545211"/>
            <a:ext cx="537845" cy="603885"/>
          </a:xfrm>
          <a:custGeom>
            <a:avLst/>
            <a:gdLst/>
            <a:ahLst/>
            <a:cxnLst/>
            <a:rect l="l" t="t" r="r" b="b"/>
            <a:pathLst>
              <a:path w="537845" h="603885">
                <a:moveTo>
                  <a:pt x="38735" y="451485"/>
                </a:moveTo>
                <a:lnTo>
                  <a:pt x="2778" y="428466"/>
                </a:lnTo>
                <a:lnTo>
                  <a:pt x="0" y="74295"/>
                </a:lnTo>
                <a:lnTo>
                  <a:pt x="694" y="66397"/>
                </a:lnTo>
                <a:lnTo>
                  <a:pt x="30817" y="36869"/>
                </a:lnTo>
                <a:lnTo>
                  <a:pt x="38735" y="36195"/>
                </a:lnTo>
                <a:lnTo>
                  <a:pt x="281305" y="36195"/>
                </a:lnTo>
                <a:lnTo>
                  <a:pt x="281305" y="63500"/>
                </a:lnTo>
                <a:lnTo>
                  <a:pt x="33866" y="63500"/>
                </a:lnTo>
                <a:lnTo>
                  <a:pt x="31750" y="65616"/>
                </a:lnTo>
                <a:lnTo>
                  <a:pt x="31750" y="421428"/>
                </a:lnTo>
                <a:lnTo>
                  <a:pt x="33866" y="423545"/>
                </a:lnTo>
                <a:lnTo>
                  <a:pt x="38100" y="423545"/>
                </a:lnTo>
                <a:lnTo>
                  <a:pt x="72469" y="423942"/>
                </a:lnTo>
                <a:lnTo>
                  <a:pt x="349250" y="423961"/>
                </a:lnTo>
                <a:lnTo>
                  <a:pt x="349250" y="438150"/>
                </a:lnTo>
                <a:lnTo>
                  <a:pt x="295314" y="443150"/>
                </a:lnTo>
                <a:lnTo>
                  <a:pt x="256738" y="445710"/>
                </a:lnTo>
                <a:lnTo>
                  <a:pt x="196850" y="448627"/>
                </a:lnTo>
                <a:lnTo>
                  <a:pt x="136068" y="450473"/>
                </a:lnTo>
                <a:lnTo>
                  <a:pt x="57368" y="451445"/>
                </a:lnTo>
                <a:lnTo>
                  <a:pt x="38735" y="451485"/>
                </a:lnTo>
                <a:close/>
              </a:path>
              <a:path w="537845" h="603885">
                <a:moveTo>
                  <a:pt x="349250" y="423961"/>
                </a:moveTo>
                <a:lnTo>
                  <a:pt x="91142" y="423961"/>
                </a:lnTo>
                <a:lnTo>
                  <a:pt x="131068" y="423624"/>
                </a:lnTo>
                <a:lnTo>
                  <a:pt x="172184" y="422672"/>
                </a:lnTo>
                <a:lnTo>
                  <a:pt x="213915" y="421084"/>
                </a:lnTo>
                <a:lnTo>
                  <a:pt x="255190" y="418862"/>
                </a:lnTo>
                <a:lnTo>
                  <a:pt x="295433" y="416024"/>
                </a:lnTo>
                <a:lnTo>
                  <a:pt x="349250" y="410845"/>
                </a:lnTo>
                <a:lnTo>
                  <a:pt x="349250" y="423961"/>
                </a:lnTo>
                <a:close/>
              </a:path>
              <a:path w="537845" h="603885">
                <a:moveTo>
                  <a:pt x="426931" y="603885"/>
                </a:moveTo>
                <a:lnTo>
                  <a:pt x="403860" y="603885"/>
                </a:lnTo>
                <a:lnTo>
                  <a:pt x="403860" y="0"/>
                </a:lnTo>
                <a:lnTo>
                  <a:pt x="436245" y="0"/>
                </a:lnTo>
                <a:lnTo>
                  <a:pt x="436245" y="217170"/>
                </a:lnTo>
                <a:lnTo>
                  <a:pt x="537845" y="217170"/>
                </a:lnTo>
                <a:lnTo>
                  <a:pt x="537845" y="243840"/>
                </a:lnTo>
                <a:lnTo>
                  <a:pt x="436245" y="243840"/>
                </a:lnTo>
                <a:lnTo>
                  <a:pt x="436245" y="594571"/>
                </a:lnTo>
                <a:lnTo>
                  <a:pt x="434975" y="597535"/>
                </a:lnTo>
                <a:lnTo>
                  <a:pt x="429895" y="602615"/>
                </a:lnTo>
                <a:lnTo>
                  <a:pt x="426931" y="603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799877" y="4028445"/>
            <a:ext cx="40005" cy="123825"/>
          </a:xfrm>
          <a:custGeom>
            <a:avLst/>
            <a:gdLst/>
            <a:ahLst/>
            <a:cxnLst/>
            <a:rect l="l" t="t" r="r" b="b"/>
            <a:pathLst>
              <a:path w="40004" h="123825">
                <a:moveTo>
                  <a:pt x="7408" y="123825"/>
                </a:moveTo>
                <a:lnTo>
                  <a:pt x="1058" y="123825"/>
                </a:lnTo>
                <a:lnTo>
                  <a:pt x="0" y="122343"/>
                </a:lnTo>
                <a:lnTo>
                  <a:pt x="0" y="0"/>
                </a:lnTo>
                <a:lnTo>
                  <a:pt x="40005" y="0"/>
                </a:lnTo>
                <a:lnTo>
                  <a:pt x="40005" y="56515"/>
                </a:lnTo>
                <a:lnTo>
                  <a:pt x="38946" y="61595"/>
                </a:lnTo>
                <a:lnTo>
                  <a:pt x="36830" y="66675"/>
                </a:lnTo>
                <a:lnTo>
                  <a:pt x="11430" y="119380"/>
                </a:lnTo>
                <a:lnTo>
                  <a:pt x="9842" y="121179"/>
                </a:lnTo>
                <a:lnTo>
                  <a:pt x="8572" y="1232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786740" y="8228283"/>
            <a:ext cx="202565" cy="265430"/>
          </a:xfrm>
          <a:custGeom>
            <a:avLst/>
            <a:gdLst/>
            <a:ahLst/>
            <a:cxnLst/>
            <a:rect l="l" t="t" r="r" b="b"/>
            <a:pathLst>
              <a:path w="202564" h="265429">
                <a:moveTo>
                  <a:pt x="198185" y="265147"/>
                </a:moveTo>
                <a:lnTo>
                  <a:pt x="180490" y="265147"/>
                </a:lnTo>
                <a:lnTo>
                  <a:pt x="180490" y="109802"/>
                </a:lnTo>
                <a:lnTo>
                  <a:pt x="101421" y="109802"/>
                </a:lnTo>
                <a:lnTo>
                  <a:pt x="101421" y="91362"/>
                </a:lnTo>
                <a:lnTo>
                  <a:pt x="180490" y="91362"/>
                </a:lnTo>
                <a:lnTo>
                  <a:pt x="180490" y="0"/>
                </a:lnTo>
                <a:lnTo>
                  <a:pt x="202283" y="0"/>
                </a:lnTo>
                <a:lnTo>
                  <a:pt x="202283" y="261049"/>
                </a:lnTo>
                <a:lnTo>
                  <a:pt x="201724" y="262353"/>
                </a:lnTo>
                <a:lnTo>
                  <a:pt x="199489" y="264588"/>
                </a:lnTo>
                <a:lnTo>
                  <a:pt x="198185" y="265147"/>
                </a:lnTo>
                <a:close/>
              </a:path>
              <a:path w="202564" h="265429">
                <a:moveTo>
                  <a:pt x="27101" y="199209"/>
                </a:moveTo>
                <a:lnTo>
                  <a:pt x="23562" y="199209"/>
                </a:lnTo>
                <a:lnTo>
                  <a:pt x="20163" y="199070"/>
                </a:lnTo>
                <a:lnTo>
                  <a:pt x="0" y="186357"/>
                </a:lnTo>
                <a:lnTo>
                  <a:pt x="0" y="26170"/>
                </a:lnTo>
                <a:lnTo>
                  <a:pt x="1629" y="22165"/>
                </a:lnTo>
                <a:lnTo>
                  <a:pt x="8149" y="15832"/>
                </a:lnTo>
                <a:lnTo>
                  <a:pt x="12200" y="14249"/>
                </a:lnTo>
                <a:lnTo>
                  <a:pt x="131595" y="14249"/>
                </a:lnTo>
                <a:lnTo>
                  <a:pt x="131595" y="32689"/>
                </a:lnTo>
                <a:lnTo>
                  <a:pt x="22724" y="32689"/>
                </a:lnTo>
                <a:lnTo>
                  <a:pt x="21792" y="33620"/>
                </a:lnTo>
                <a:lnTo>
                  <a:pt x="21792" y="179838"/>
                </a:lnTo>
                <a:lnTo>
                  <a:pt x="22724" y="180769"/>
                </a:lnTo>
                <a:lnTo>
                  <a:pt x="153388" y="180769"/>
                </a:lnTo>
                <a:lnTo>
                  <a:pt x="153388" y="192504"/>
                </a:lnTo>
                <a:lnTo>
                  <a:pt x="110501" y="196869"/>
                </a:lnTo>
                <a:lnTo>
                  <a:pt x="41734" y="199140"/>
                </a:lnTo>
                <a:lnTo>
                  <a:pt x="27101" y="199209"/>
                </a:lnTo>
                <a:close/>
              </a:path>
              <a:path w="202564" h="265429">
                <a:moveTo>
                  <a:pt x="153388" y="180769"/>
                </a:moveTo>
                <a:lnTo>
                  <a:pt x="24586" y="180769"/>
                </a:lnTo>
                <a:lnTo>
                  <a:pt x="59336" y="180490"/>
                </a:lnTo>
                <a:lnTo>
                  <a:pt x="92061" y="179652"/>
                </a:lnTo>
                <a:lnTo>
                  <a:pt x="107786" y="178936"/>
                </a:lnTo>
                <a:lnTo>
                  <a:pt x="123248" y="177905"/>
                </a:lnTo>
                <a:lnTo>
                  <a:pt x="138449" y="176561"/>
                </a:lnTo>
                <a:lnTo>
                  <a:pt x="153388" y="174902"/>
                </a:lnTo>
                <a:lnTo>
                  <a:pt x="153388" y="180769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110446" y="8228841"/>
            <a:ext cx="242570" cy="264795"/>
          </a:xfrm>
          <a:custGeom>
            <a:avLst/>
            <a:gdLst/>
            <a:ahLst/>
            <a:cxnLst/>
            <a:rect l="l" t="t" r="r" b="b"/>
            <a:pathLst>
              <a:path w="242570" h="264795">
                <a:moveTo>
                  <a:pt x="197067" y="264588"/>
                </a:moveTo>
                <a:lnTo>
                  <a:pt x="179372" y="264588"/>
                </a:lnTo>
                <a:lnTo>
                  <a:pt x="179372" y="0"/>
                </a:lnTo>
                <a:lnTo>
                  <a:pt x="201165" y="0"/>
                </a:lnTo>
                <a:lnTo>
                  <a:pt x="201165" y="96391"/>
                </a:lnTo>
                <a:lnTo>
                  <a:pt x="242237" y="96391"/>
                </a:lnTo>
                <a:lnTo>
                  <a:pt x="242237" y="114832"/>
                </a:lnTo>
                <a:lnTo>
                  <a:pt x="201165" y="114832"/>
                </a:lnTo>
                <a:lnTo>
                  <a:pt x="201165" y="260490"/>
                </a:lnTo>
                <a:lnTo>
                  <a:pt x="200606" y="261794"/>
                </a:lnTo>
                <a:lnTo>
                  <a:pt x="198371" y="264030"/>
                </a:lnTo>
                <a:lnTo>
                  <a:pt x="197067" y="264588"/>
                </a:lnTo>
                <a:close/>
              </a:path>
              <a:path w="242570" h="264795">
                <a:moveTo>
                  <a:pt x="12572" y="222679"/>
                </a:moveTo>
                <a:lnTo>
                  <a:pt x="0" y="206753"/>
                </a:lnTo>
                <a:lnTo>
                  <a:pt x="6891" y="205077"/>
                </a:lnTo>
                <a:lnTo>
                  <a:pt x="14342" y="202935"/>
                </a:lnTo>
                <a:lnTo>
                  <a:pt x="52535" y="187719"/>
                </a:lnTo>
                <a:lnTo>
                  <a:pt x="85277" y="165193"/>
                </a:lnTo>
                <a:lnTo>
                  <a:pt x="106057" y="133115"/>
                </a:lnTo>
                <a:lnTo>
                  <a:pt x="108964" y="113155"/>
                </a:lnTo>
                <a:lnTo>
                  <a:pt x="108964" y="33620"/>
                </a:lnTo>
                <a:lnTo>
                  <a:pt x="108033" y="32689"/>
                </a:lnTo>
                <a:lnTo>
                  <a:pt x="1955" y="32689"/>
                </a:lnTo>
                <a:lnTo>
                  <a:pt x="1955" y="14249"/>
                </a:lnTo>
                <a:lnTo>
                  <a:pt x="118929" y="14249"/>
                </a:lnTo>
                <a:lnTo>
                  <a:pt x="122934" y="15832"/>
                </a:lnTo>
                <a:lnTo>
                  <a:pt x="129640" y="22165"/>
                </a:lnTo>
                <a:lnTo>
                  <a:pt x="131316" y="26170"/>
                </a:lnTo>
                <a:lnTo>
                  <a:pt x="131316" y="110361"/>
                </a:lnTo>
                <a:lnTo>
                  <a:pt x="120839" y="152830"/>
                </a:lnTo>
                <a:lnTo>
                  <a:pt x="93458" y="184960"/>
                </a:lnTo>
                <a:lnTo>
                  <a:pt x="55320" y="207871"/>
                </a:lnTo>
                <a:lnTo>
                  <a:pt x="23312" y="219658"/>
                </a:lnTo>
                <a:lnTo>
                  <a:pt x="12572" y="222679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362182" y="8228841"/>
            <a:ext cx="252095" cy="264795"/>
          </a:xfrm>
          <a:custGeom>
            <a:avLst/>
            <a:gdLst/>
            <a:ahLst/>
            <a:cxnLst/>
            <a:rect l="l" t="t" r="r" b="b"/>
            <a:pathLst>
              <a:path w="252095" h="264795">
                <a:moveTo>
                  <a:pt x="207684" y="264588"/>
                </a:moveTo>
                <a:lnTo>
                  <a:pt x="189710" y="264588"/>
                </a:lnTo>
                <a:lnTo>
                  <a:pt x="189710" y="0"/>
                </a:lnTo>
                <a:lnTo>
                  <a:pt x="211782" y="0"/>
                </a:lnTo>
                <a:lnTo>
                  <a:pt x="211782" y="96391"/>
                </a:lnTo>
                <a:lnTo>
                  <a:pt x="252015" y="96391"/>
                </a:lnTo>
                <a:lnTo>
                  <a:pt x="252015" y="114832"/>
                </a:lnTo>
                <a:lnTo>
                  <a:pt x="211782" y="114832"/>
                </a:lnTo>
                <a:lnTo>
                  <a:pt x="211782" y="260677"/>
                </a:lnTo>
                <a:lnTo>
                  <a:pt x="211224" y="262027"/>
                </a:lnTo>
                <a:lnTo>
                  <a:pt x="208988" y="264076"/>
                </a:lnTo>
                <a:lnTo>
                  <a:pt x="207684" y="264588"/>
                </a:lnTo>
                <a:close/>
              </a:path>
              <a:path w="252095" h="264795">
                <a:moveTo>
                  <a:pt x="89127" y="223796"/>
                </a:moveTo>
                <a:lnTo>
                  <a:pt x="73481" y="212062"/>
                </a:lnTo>
                <a:lnTo>
                  <a:pt x="80151" y="206264"/>
                </a:lnTo>
                <a:lnTo>
                  <a:pt x="86501" y="200580"/>
                </a:lnTo>
                <a:lnTo>
                  <a:pt x="116508" y="167079"/>
                </a:lnTo>
                <a:lnTo>
                  <a:pt x="130897" y="124820"/>
                </a:lnTo>
                <a:lnTo>
                  <a:pt x="131875" y="32875"/>
                </a:lnTo>
                <a:lnTo>
                  <a:pt x="130943" y="31851"/>
                </a:lnTo>
                <a:lnTo>
                  <a:pt x="3352" y="31851"/>
                </a:lnTo>
                <a:lnTo>
                  <a:pt x="3352" y="13690"/>
                </a:lnTo>
                <a:lnTo>
                  <a:pt x="142026" y="13690"/>
                </a:lnTo>
                <a:lnTo>
                  <a:pt x="146077" y="15273"/>
                </a:lnTo>
                <a:lnTo>
                  <a:pt x="152597" y="21606"/>
                </a:lnTo>
                <a:lnTo>
                  <a:pt x="154227" y="25611"/>
                </a:lnTo>
                <a:lnTo>
                  <a:pt x="154138" y="106729"/>
                </a:lnTo>
                <a:lnTo>
                  <a:pt x="147800" y="147835"/>
                </a:lnTo>
                <a:lnTo>
                  <a:pt x="127963" y="186217"/>
                </a:lnTo>
                <a:lnTo>
                  <a:pt x="98723" y="216480"/>
                </a:lnTo>
                <a:lnTo>
                  <a:pt x="89127" y="223796"/>
                </a:lnTo>
                <a:close/>
              </a:path>
              <a:path w="252095" h="264795">
                <a:moveTo>
                  <a:pt x="14808" y="212341"/>
                </a:moveTo>
                <a:lnTo>
                  <a:pt x="0" y="199489"/>
                </a:lnTo>
                <a:lnTo>
                  <a:pt x="15803" y="188837"/>
                </a:lnTo>
                <a:lnTo>
                  <a:pt x="29406" y="177836"/>
                </a:lnTo>
                <a:lnTo>
                  <a:pt x="57101" y="142701"/>
                </a:lnTo>
                <a:lnTo>
                  <a:pt x="66217" y="103935"/>
                </a:lnTo>
                <a:lnTo>
                  <a:pt x="66217" y="32875"/>
                </a:lnTo>
                <a:lnTo>
                  <a:pt x="65285" y="31851"/>
                </a:lnTo>
                <a:lnTo>
                  <a:pt x="88289" y="31851"/>
                </a:lnTo>
                <a:lnTo>
                  <a:pt x="88289" y="98347"/>
                </a:lnTo>
                <a:lnTo>
                  <a:pt x="87154" y="114142"/>
                </a:lnTo>
                <a:lnTo>
                  <a:pt x="70128" y="159954"/>
                </a:lnTo>
                <a:lnTo>
                  <a:pt x="32161" y="200606"/>
                </a:lnTo>
                <a:lnTo>
                  <a:pt x="14808" y="212341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39344" y="8227445"/>
            <a:ext cx="206375" cy="266065"/>
          </a:xfrm>
          <a:custGeom>
            <a:avLst/>
            <a:gdLst/>
            <a:ahLst/>
            <a:cxnLst/>
            <a:rect l="l" t="t" r="r" b="b"/>
            <a:pathLst>
              <a:path w="206375" h="266065">
                <a:moveTo>
                  <a:pt x="71246" y="208709"/>
                </a:moveTo>
                <a:lnTo>
                  <a:pt x="32706" y="195996"/>
                </a:lnTo>
                <a:lnTo>
                  <a:pt x="9499" y="163516"/>
                </a:lnTo>
                <a:lnTo>
                  <a:pt x="261" y="118490"/>
                </a:lnTo>
                <a:lnTo>
                  <a:pt x="0" y="108685"/>
                </a:lnTo>
                <a:lnTo>
                  <a:pt x="261" y="99500"/>
                </a:lnTo>
                <a:lnTo>
                  <a:pt x="9499" y="55460"/>
                </a:lnTo>
                <a:lnTo>
                  <a:pt x="32706" y="22543"/>
                </a:lnTo>
                <a:lnTo>
                  <a:pt x="71246" y="9220"/>
                </a:lnTo>
                <a:lnTo>
                  <a:pt x="80282" y="9761"/>
                </a:lnTo>
                <a:lnTo>
                  <a:pt x="115844" y="27869"/>
                </a:lnTo>
                <a:lnTo>
                  <a:pt x="116395" y="28498"/>
                </a:lnTo>
                <a:lnTo>
                  <a:pt x="62771" y="28498"/>
                </a:lnTo>
                <a:lnTo>
                  <a:pt x="55274" y="30966"/>
                </a:lnTo>
                <a:lnTo>
                  <a:pt x="31065" y="60664"/>
                </a:lnTo>
                <a:lnTo>
                  <a:pt x="22526" y="101525"/>
                </a:lnTo>
                <a:lnTo>
                  <a:pt x="22351" y="108405"/>
                </a:lnTo>
                <a:lnTo>
                  <a:pt x="22526" y="116159"/>
                </a:lnTo>
                <a:lnTo>
                  <a:pt x="31144" y="158566"/>
                </a:lnTo>
                <a:lnTo>
                  <a:pt x="62771" y="189151"/>
                </a:lnTo>
                <a:lnTo>
                  <a:pt x="117092" y="189151"/>
                </a:lnTo>
                <a:lnTo>
                  <a:pt x="115600" y="190828"/>
                </a:lnTo>
                <a:lnTo>
                  <a:pt x="80274" y="208194"/>
                </a:lnTo>
                <a:lnTo>
                  <a:pt x="71246" y="208709"/>
                </a:lnTo>
                <a:close/>
              </a:path>
              <a:path w="206375" h="266065">
                <a:moveTo>
                  <a:pt x="117092" y="189151"/>
                </a:moveTo>
                <a:lnTo>
                  <a:pt x="80093" y="189151"/>
                </a:lnTo>
                <a:lnTo>
                  <a:pt x="87451" y="186916"/>
                </a:lnTo>
                <a:lnTo>
                  <a:pt x="99744" y="177975"/>
                </a:lnTo>
                <a:lnTo>
                  <a:pt x="117626" y="138580"/>
                </a:lnTo>
                <a:lnTo>
                  <a:pt x="120420" y="108405"/>
                </a:lnTo>
                <a:lnTo>
                  <a:pt x="120245" y="101525"/>
                </a:lnTo>
                <a:lnTo>
                  <a:pt x="111706" y="60664"/>
                </a:lnTo>
                <a:lnTo>
                  <a:pt x="87497" y="30966"/>
                </a:lnTo>
                <a:lnTo>
                  <a:pt x="80093" y="28498"/>
                </a:lnTo>
                <a:lnTo>
                  <a:pt x="116395" y="28498"/>
                </a:lnTo>
                <a:lnTo>
                  <a:pt x="136127" y="63667"/>
                </a:lnTo>
                <a:lnTo>
                  <a:pt x="142492" y="108685"/>
                </a:lnTo>
                <a:lnTo>
                  <a:pt x="142230" y="118490"/>
                </a:lnTo>
                <a:lnTo>
                  <a:pt x="132992" y="163516"/>
                </a:lnTo>
                <a:lnTo>
                  <a:pt x="120821" y="184960"/>
                </a:lnTo>
                <a:lnTo>
                  <a:pt x="117092" y="189151"/>
                </a:lnTo>
                <a:close/>
              </a:path>
              <a:path w="206375" h="266065">
                <a:moveTo>
                  <a:pt x="202097" y="265985"/>
                </a:moveTo>
                <a:lnTo>
                  <a:pt x="184401" y="265985"/>
                </a:lnTo>
                <a:lnTo>
                  <a:pt x="184401" y="0"/>
                </a:lnTo>
                <a:lnTo>
                  <a:pt x="206194" y="0"/>
                </a:lnTo>
                <a:lnTo>
                  <a:pt x="206194" y="261887"/>
                </a:lnTo>
                <a:lnTo>
                  <a:pt x="205636" y="263191"/>
                </a:lnTo>
                <a:lnTo>
                  <a:pt x="203400" y="265426"/>
                </a:lnTo>
                <a:lnTo>
                  <a:pt x="202097" y="265985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965314" y="8228841"/>
            <a:ext cx="242570" cy="264795"/>
          </a:xfrm>
          <a:custGeom>
            <a:avLst/>
            <a:gdLst/>
            <a:ahLst/>
            <a:cxnLst/>
            <a:rect l="l" t="t" r="r" b="b"/>
            <a:pathLst>
              <a:path w="242570" h="264795">
                <a:moveTo>
                  <a:pt x="197067" y="264588"/>
                </a:moveTo>
                <a:lnTo>
                  <a:pt x="179372" y="264588"/>
                </a:lnTo>
                <a:lnTo>
                  <a:pt x="179372" y="0"/>
                </a:lnTo>
                <a:lnTo>
                  <a:pt x="201165" y="0"/>
                </a:lnTo>
                <a:lnTo>
                  <a:pt x="201165" y="96391"/>
                </a:lnTo>
                <a:lnTo>
                  <a:pt x="242237" y="96391"/>
                </a:lnTo>
                <a:lnTo>
                  <a:pt x="242237" y="114832"/>
                </a:lnTo>
                <a:lnTo>
                  <a:pt x="201165" y="114832"/>
                </a:lnTo>
                <a:lnTo>
                  <a:pt x="201165" y="260490"/>
                </a:lnTo>
                <a:lnTo>
                  <a:pt x="200606" y="261794"/>
                </a:lnTo>
                <a:lnTo>
                  <a:pt x="198371" y="264030"/>
                </a:lnTo>
                <a:lnTo>
                  <a:pt x="197067" y="264588"/>
                </a:lnTo>
                <a:close/>
              </a:path>
              <a:path w="242570" h="264795">
                <a:moveTo>
                  <a:pt x="12572" y="222679"/>
                </a:moveTo>
                <a:lnTo>
                  <a:pt x="0" y="206753"/>
                </a:lnTo>
                <a:lnTo>
                  <a:pt x="6891" y="205077"/>
                </a:lnTo>
                <a:lnTo>
                  <a:pt x="14342" y="202935"/>
                </a:lnTo>
                <a:lnTo>
                  <a:pt x="52535" y="187719"/>
                </a:lnTo>
                <a:lnTo>
                  <a:pt x="85277" y="165193"/>
                </a:lnTo>
                <a:lnTo>
                  <a:pt x="106057" y="133115"/>
                </a:lnTo>
                <a:lnTo>
                  <a:pt x="108964" y="113155"/>
                </a:lnTo>
                <a:lnTo>
                  <a:pt x="108964" y="33620"/>
                </a:lnTo>
                <a:lnTo>
                  <a:pt x="108033" y="32689"/>
                </a:lnTo>
                <a:lnTo>
                  <a:pt x="1955" y="32689"/>
                </a:lnTo>
                <a:lnTo>
                  <a:pt x="1955" y="14249"/>
                </a:lnTo>
                <a:lnTo>
                  <a:pt x="118929" y="14249"/>
                </a:lnTo>
                <a:lnTo>
                  <a:pt x="122934" y="15832"/>
                </a:lnTo>
                <a:lnTo>
                  <a:pt x="129640" y="22165"/>
                </a:lnTo>
                <a:lnTo>
                  <a:pt x="131316" y="26170"/>
                </a:lnTo>
                <a:lnTo>
                  <a:pt x="131316" y="110361"/>
                </a:lnTo>
                <a:lnTo>
                  <a:pt x="120839" y="152830"/>
                </a:lnTo>
                <a:lnTo>
                  <a:pt x="93458" y="184960"/>
                </a:lnTo>
                <a:lnTo>
                  <a:pt x="55320" y="207871"/>
                </a:lnTo>
                <a:lnTo>
                  <a:pt x="23312" y="219658"/>
                </a:lnTo>
                <a:lnTo>
                  <a:pt x="12572" y="222679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219007" y="8224930"/>
            <a:ext cx="250190" cy="267970"/>
          </a:xfrm>
          <a:custGeom>
            <a:avLst/>
            <a:gdLst/>
            <a:ahLst/>
            <a:cxnLst/>
            <a:rect l="l" t="t" r="r" b="b"/>
            <a:pathLst>
              <a:path w="250189" h="267970">
                <a:moveTo>
                  <a:pt x="219605" y="104773"/>
                </a:moveTo>
                <a:lnTo>
                  <a:pt x="49080" y="104773"/>
                </a:lnTo>
                <a:lnTo>
                  <a:pt x="45029" y="103143"/>
                </a:lnTo>
                <a:lnTo>
                  <a:pt x="38510" y="96624"/>
                </a:lnTo>
                <a:lnTo>
                  <a:pt x="36880" y="92666"/>
                </a:lnTo>
                <a:lnTo>
                  <a:pt x="36880" y="0"/>
                </a:lnTo>
                <a:lnTo>
                  <a:pt x="58952" y="0"/>
                </a:lnTo>
                <a:lnTo>
                  <a:pt x="58952" y="85681"/>
                </a:lnTo>
                <a:lnTo>
                  <a:pt x="59884" y="86613"/>
                </a:lnTo>
                <a:lnTo>
                  <a:pt x="219605" y="86613"/>
                </a:lnTo>
                <a:lnTo>
                  <a:pt x="219605" y="104773"/>
                </a:lnTo>
                <a:close/>
              </a:path>
              <a:path w="250189" h="267970">
                <a:moveTo>
                  <a:pt x="245682" y="157300"/>
                </a:moveTo>
                <a:lnTo>
                  <a:pt x="0" y="157300"/>
                </a:lnTo>
                <a:lnTo>
                  <a:pt x="0" y="138301"/>
                </a:lnTo>
                <a:lnTo>
                  <a:pt x="249780" y="138301"/>
                </a:lnTo>
                <a:lnTo>
                  <a:pt x="249780" y="153202"/>
                </a:lnTo>
                <a:lnTo>
                  <a:pt x="249221" y="154506"/>
                </a:lnTo>
                <a:lnTo>
                  <a:pt x="246986" y="156741"/>
                </a:lnTo>
                <a:lnTo>
                  <a:pt x="245682" y="157300"/>
                </a:lnTo>
                <a:close/>
              </a:path>
              <a:path w="250189" h="267970">
                <a:moveTo>
                  <a:pt x="219047" y="267662"/>
                </a:moveTo>
                <a:lnTo>
                  <a:pt x="47497" y="267662"/>
                </a:lnTo>
                <a:lnTo>
                  <a:pt x="43539" y="266032"/>
                </a:lnTo>
                <a:lnTo>
                  <a:pt x="36647" y="259513"/>
                </a:lnTo>
                <a:lnTo>
                  <a:pt x="34924" y="255461"/>
                </a:lnTo>
                <a:lnTo>
                  <a:pt x="34924" y="187475"/>
                </a:lnTo>
                <a:lnTo>
                  <a:pt x="57276" y="187475"/>
                </a:lnTo>
                <a:lnTo>
                  <a:pt x="57276" y="248011"/>
                </a:lnTo>
                <a:lnTo>
                  <a:pt x="58207" y="248942"/>
                </a:lnTo>
                <a:lnTo>
                  <a:pt x="220723" y="248942"/>
                </a:lnTo>
                <a:lnTo>
                  <a:pt x="220676" y="266032"/>
                </a:lnTo>
                <a:lnTo>
                  <a:pt x="219047" y="267662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554183" y="8214033"/>
            <a:ext cx="250190" cy="279400"/>
          </a:xfrm>
          <a:custGeom>
            <a:avLst/>
            <a:gdLst/>
            <a:ahLst/>
            <a:cxnLst/>
            <a:rect l="l" t="t" r="r" b="b"/>
            <a:pathLst>
              <a:path w="250189" h="279400">
                <a:moveTo>
                  <a:pt x="245310" y="159814"/>
                </a:moveTo>
                <a:lnTo>
                  <a:pt x="0" y="159814"/>
                </a:lnTo>
                <a:lnTo>
                  <a:pt x="0" y="141095"/>
                </a:lnTo>
                <a:lnTo>
                  <a:pt x="249780" y="141095"/>
                </a:lnTo>
                <a:lnTo>
                  <a:pt x="249780" y="156275"/>
                </a:lnTo>
                <a:lnTo>
                  <a:pt x="249128" y="157719"/>
                </a:lnTo>
                <a:lnTo>
                  <a:pt x="246521" y="159395"/>
                </a:lnTo>
                <a:lnTo>
                  <a:pt x="245310" y="159814"/>
                </a:lnTo>
                <a:close/>
              </a:path>
              <a:path w="250189" h="279400">
                <a:moveTo>
                  <a:pt x="134110" y="194739"/>
                </a:moveTo>
                <a:lnTo>
                  <a:pt x="112876" y="194739"/>
                </a:lnTo>
                <a:lnTo>
                  <a:pt x="112876" y="159814"/>
                </a:lnTo>
                <a:lnTo>
                  <a:pt x="134669" y="159814"/>
                </a:lnTo>
                <a:lnTo>
                  <a:pt x="134622" y="191992"/>
                </a:lnTo>
                <a:lnTo>
                  <a:pt x="134436" y="193296"/>
                </a:lnTo>
                <a:lnTo>
                  <a:pt x="134296" y="193994"/>
                </a:lnTo>
                <a:lnTo>
                  <a:pt x="134110" y="194739"/>
                </a:lnTo>
                <a:close/>
              </a:path>
              <a:path w="250189" h="279400">
                <a:moveTo>
                  <a:pt x="210199" y="279396"/>
                </a:moveTo>
                <a:lnTo>
                  <a:pt x="191945" y="279396"/>
                </a:lnTo>
                <a:lnTo>
                  <a:pt x="191945" y="214390"/>
                </a:lnTo>
                <a:lnTo>
                  <a:pt x="191014" y="213459"/>
                </a:lnTo>
                <a:lnTo>
                  <a:pt x="33527" y="213459"/>
                </a:lnTo>
                <a:lnTo>
                  <a:pt x="33527" y="194739"/>
                </a:lnTo>
                <a:lnTo>
                  <a:pt x="201910" y="194739"/>
                </a:lnTo>
                <a:lnTo>
                  <a:pt x="205915" y="196322"/>
                </a:lnTo>
                <a:lnTo>
                  <a:pt x="212620" y="202655"/>
                </a:lnTo>
                <a:lnTo>
                  <a:pt x="214297" y="206660"/>
                </a:lnTo>
                <a:lnTo>
                  <a:pt x="214297" y="275299"/>
                </a:lnTo>
                <a:lnTo>
                  <a:pt x="213738" y="276602"/>
                </a:lnTo>
                <a:lnTo>
                  <a:pt x="211503" y="278838"/>
                </a:lnTo>
                <a:lnTo>
                  <a:pt x="210199" y="279396"/>
                </a:lnTo>
                <a:close/>
              </a:path>
              <a:path w="250189" h="279400">
                <a:moveTo>
                  <a:pt x="136904" y="27660"/>
                </a:moveTo>
                <a:lnTo>
                  <a:pt x="114552" y="27660"/>
                </a:lnTo>
                <a:lnTo>
                  <a:pt x="114552" y="0"/>
                </a:lnTo>
                <a:lnTo>
                  <a:pt x="136904" y="0"/>
                </a:lnTo>
                <a:lnTo>
                  <a:pt x="136904" y="27660"/>
                </a:lnTo>
                <a:close/>
              </a:path>
              <a:path w="250189" h="279400">
                <a:moveTo>
                  <a:pt x="216253" y="45541"/>
                </a:moveTo>
                <a:lnTo>
                  <a:pt x="35762" y="45541"/>
                </a:lnTo>
                <a:lnTo>
                  <a:pt x="35762" y="27660"/>
                </a:lnTo>
                <a:lnTo>
                  <a:pt x="216253" y="27660"/>
                </a:lnTo>
                <a:lnTo>
                  <a:pt x="216253" y="45541"/>
                </a:lnTo>
                <a:close/>
              </a:path>
              <a:path w="250189" h="279400">
                <a:moveTo>
                  <a:pt x="34086" y="122096"/>
                </a:moveTo>
                <a:lnTo>
                  <a:pt x="21792" y="106450"/>
                </a:lnTo>
                <a:lnTo>
                  <a:pt x="27896" y="104634"/>
                </a:lnTo>
                <a:lnTo>
                  <a:pt x="34470" y="102538"/>
                </a:lnTo>
                <a:lnTo>
                  <a:pt x="71429" y="87948"/>
                </a:lnTo>
                <a:lnTo>
                  <a:pt x="109244" y="60256"/>
                </a:lnTo>
                <a:lnTo>
                  <a:pt x="113435" y="45541"/>
                </a:lnTo>
                <a:lnTo>
                  <a:pt x="138022" y="45541"/>
                </a:lnTo>
                <a:lnTo>
                  <a:pt x="151915" y="69569"/>
                </a:lnTo>
                <a:lnTo>
                  <a:pt x="126287" y="69569"/>
                </a:lnTo>
                <a:lnTo>
                  <a:pt x="97020" y="94890"/>
                </a:lnTo>
                <a:lnTo>
                  <a:pt x="57974" y="113854"/>
                </a:lnTo>
                <a:lnTo>
                  <a:pt x="41164" y="120047"/>
                </a:lnTo>
                <a:lnTo>
                  <a:pt x="34086" y="122096"/>
                </a:lnTo>
                <a:close/>
              </a:path>
              <a:path w="250189" h="279400">
                <a:moveTo>
                  <a:pt x="216532" y="122375"/>
                </a:moveTo>
                <a:lnTo>
                  <a:pt x="175845" y="106415"/>
                </a:lnTo>
                <a:lnTo>
                  <a:pt x="141793" y="85216"/>
                </a:lnTo>
                <a:lnTo>
                  <a:pt x="126287" y="69569"/>
                </a:lnTo>
                <a:lnTo>
                  <a:pt x="151915" y="69569"/>
                </a:lnTo>
                <a:lnTo>
                  <a:pt x="160373" y="76461"/>
                </a:lnTo>
                <a:lnTo>
                  <a:pt x="166054" y="80326"/>
                </a:lnTo>
                <a:lnTo>
                  <a:pt x="205170" y="99465"/>
                </a:lnTo>
                <a:lnTo>
                  <a:pt x="228546" y="107008"/>
                </a:lnTo>
                <a:lnTo>
                  <a:pt x="216532" y="122375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806478" y="8228283"/>
            <a:ext cx="257810" cy="264160"/>
          </a:xfrm>
          <a:custGeom>
            <a:avLst/>
            <a:gdLst/>
            <a:ahLst/>
            <a:cxnLst/>
            <a:rect l="l" t="t" r="r" b="b"/>
            <a:pathLst>
              <a:path w="257810" h="264159">
                <a:moveTo>
                  <a:pt x="14808" y="156741"/>
                </a:moveTo>
                <a:lnTo>
                  <a:pt x="0" y="142771"/>
                </a:lnTo>
                <a:lnTo>
                  <a:pt x="6164" y="139541"/>
                </a:lnTo>
                <a:lnTo>
                  <a:pt x="12363" y="135996"/>
                </a:lnTo>
                <a:lnTo>
                  <a:pt x="47841" y="108755"/>
                </a:lnTo>
                <a:lnTo>
                  <a:pt x="70966" y="71059"/>
                </a:lnTo>
                <a:lnTo>
                  <a:pt x="70966" y="3911"/>
                </a:lnTo>
                <a:lnTo>
                  <a:pt x="93318" y="3911"/>
                </a:lnTo>
                <a:lnTo>
                  <a:pt x="93318" y="70221"/>
                </a:lnTo>
                <a:lnTo>
                  <a:pt x="95274" y="77532"/>
                </a:lnTo>
                <a:lnTo>
                  <a:pt x="103097" y="91502"/>
                </a:lnTo>
                <a:lnTo>
                  <a:pt x="107687" y="97230"/>
                </a:lnTo>
                <a:lnTo>
                  <a:pt x="82980" y="97230"/>
                </a:lnTo>
                <a:lnTo>
                  <a:pt x="55739" y="128243"/>
                </a:lnTo>
                <a:lnTo>
                  <a:pt x="26272" y="150140"/>
                </a:lnTo>
                <a:lnTo>
                  <a:pt x="14808" y="156741"/>
                </a:lnTo>
                <a:close/>
              </a:path>
              <a:path w="257810" h="264159">
                <a:moveTo>
                  <a:pt x="151153" y="150594"/>
                </a:moveTo>
                <a:lnTo>
                  <a:pt x="107102" y="122562"/>
                </a:lnTo>
                <a:lnTo>
                  <a:pt x="82980" y="97230"/>
                </a:lnTo>
                <a:lnTo>
                  <a:pt x="107687" y="97230"/>
                </a:lnTo>
                <a:lnTo>
                  <a:pt x="108359" y="98068"/>
                </a:lnTo>
                <a:lnTo>
                  <a:pt x="114971" y="104215"/>
                </a:lnTo>
                <a:lnTo>
                  <a:pt x="150629" y="129360"/>
                </a:lnTo>
                <a:lnTo>
                  <a:pt x="164285" y="136625"/>
                </a:lnTo>
                <a:lnTo>
                  <a:pt x="151153" y="150594"/>
                </a:lnTo>
                <a:close/>
              </a:path>
              <a:path w="257810" h="264159">
                <a:moveTo>
                  <a:pt x="210199" y="192225"/>
                </a:moveTo>
                <a:lnTo>
                  <a:pt x="192225" y="192225"/>
                </a:lnTo>
                <a:lnTo>
                  <a:pt x="192225" y="0"/>
                </a:lnTo>
                <a:lnTo>
                  <a:pt x="214297" y="0"/>
                </a:lnTo>
                <a:lnTo>
                  <a:pt x="214297" y="76554"/>
                </a:lnTo>
                <a:lnTo>
                  <a:pt x="257324" y="76554"/>
                </a:lnTo>
                <a:lnTo>
                  <a:pt x="257324" y="95274"/>
                </a:lnTo>
                <a:lnTo>
                  <a:pt x="214297" y="95274"/>
                </a:lnTo>
                <a:lnTo>
                  <a:pt x="214297" y="188127"/>
                </a:lnTo>
                <a:lnTo>
                  <a:pt x="213738" y="189431"/>
                </a:lnTo>
                <a:lnTo>
                  <a:pt x="211503" y="191666"/>
                </a:lnTo>
                <a:lnTo>
                  <a:pt x="210199" y="192225"/>
                </a:lnTo>
                <a:close/>
              </a:path>
              <a:path w="257810" h="264159">
                <a:moveTo>
                  <a:pt x="222399" y="264030"/>
                </a:moveTo>
                <a:lnTo>
                  <a:pt x="62771" y="264030"/>
                </a:lnTo>
                <a:lnTo>
                  <a:pt x="58719" y="262446"/>
                </a:lnTo>
                <a:lnTo>
                  <a:pt x="52200" y="256113"/>
                </a:lnTo>
                <a:lnTo>
                  <a:pt x="50570" y="252109"/>
                </a:lnTo>
                <a:lnTo>
                  <a:pt x="50570" y="178534"/>
                </a:lnTo>
                <a:lnTo>
                  <a:pt x="72922" y="178534"/>
                </a:lnTo>
                <a:lnTo>
                  <a:pt x="72922" y="244658"/>
                </a:lnTo>
                <a:lnTo>
                  <a:pt x="73853" y="245589"/>
                </a:lnTo>
                <a:lnTo>
                  <a:pt x="224076" y="245589"/>
                </a:lnTo>
                <a:lnTo>
                  <a:pt x="224076" y="262260"/>
                </a:lnTo>
                <a:lnTo>
                  <a:pt x="222399" y="264030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151153" y="8227724"/>
            <a:ext cx="218440" cy="266065"/>
          </a:xfrm>
          <a:custGeom>
            <a:avLst/>
            <a:gdLst/>
            <a:ahLst/>
            <a:cxnLst/>
            <a:rect l="l" t="t" r="r" b="b"/>
            <a:pathLst>
              <a:path w="218439" h="266065">
                <a:moveTo>
                  <a:pt x="161491" y="32689"/>
                </a:moveTo>
                <a:lnTo>
                  <a:pt x="2514" y="32689"/>
                </a:lnTo>
                <a:lnTo>
                  <a:pt x="2514" y="14528"/>
                </a:lnTo>
                <a:lnTo>
                  <a:pt x="161491" y="14528"/>
                </a:lnTo>
                <a:lnTo>
                  <a:pt x="161491" y="32689"/>
                </a:lnTo>
                <a:close/>
              </a:path>
              <a:path w="218439" h="266065">
                <a:moveTo>
                  <a:pt x="54016" y="180210"/>
                </a:moveTo>
                <a:lnTo>
                  <a:pt x="32968" y="180210"/>
                </a:lnTo>
                <a:lnTo>
                  <a:pt x="32037" y="177416"/>
                </a:lnTo>
                <a:lnTo>
                  <a:pt x="31636" y="174529"/>
                </a:lnTo>
                <a:lnTo>
                  <a:pt x="31571" y="32689"/>
                </a:lnTo>
                <a:lnTo>
                  <a:pt x="53085" y="32689"/>
                </a:lnTo>
                <a:lnTo>
                  <a:pt x="53085" y="179279"/>
                </a:lnTo>
                <a:lnTo>
                  <a:pt x="54016" y="180210"/>
                </a:lnTo>
                <a:close/>
              </a:path>
              <a:path w="218439" h="266065">
                <a:moveTo>
                  <a:pt x="83539" y="198651"/>
                </a:moveTo>
                <a:lnTo>
                  <a:pt x="0" y="198651"/>
                </a:lnTo>
                <a:lnTo>
                  <a:pt x="0" y="180210"/>
                </a:lnTo>
                <a:lnTo>
                  <a:pt x="110548" y="180210"/>
                </a:lnTo>
                <a:lnTo>
                  <a:pt x="111479" y="179279"/>
                </a:lnTo>
                <a:lnTo>
                  <a:pt x="111479" y="32689"/>
                </a:lnTo>
                <a:lnTo>
                  <a:pt x="133272" y="32689"/>
                </a:lnTo>
                <a:lnTo>
                  <a:pt x="133215" y="173226"/>
                </a:lnTo>
                <a:lnTo>
                  <a:pt x="132806" y="175926"/>
                </a:lnTo>
                <a:lnTo>
                  <a:pt x="131875" y="178534"/>
                </a:lnTo>
                <a:lnTo>
                  <a:pt x="170432" y="178534"/>
                </a:lnTo>
                <a:lnTo>
                  <a:pt x="170432" y="191945"/>
                </a:lnTo>
                <a:lnTo>
                  <a:pt x="164471" y="193435"/>
                </a:lnTo>
                <a:lnTo>
                  <a:pt x="115530" y="197859"/>
                </a:lnTo>
                <a:lnTo>
                  <a:pt x="107102" y="198185"/>
                </a:lnTo>
                <a:lnTo>
                  <a:pt x="83539" y="198651"/>
                </a:lnTo>
                <a:close/>
              </a:path>
              <a:path w="218439" h="266065">
                <a:moveTo>
                  <a:pt x="170432" y="178534"/>
                </a:moveTo>
                <a:lnTo>
                  <a:pt x="131875" y="178534"/>
                </a:lnTo>
                <a:lnTo>
                  <a:pt x="138022" y="178162"/>
                </a:lnTo>
                <a:lnTo>
                  <a:pt x="144680" y="177510"/>
                </a:lnTo>
                <a:lnTo>
                  <a:pt x="159023" y="175647"/>
                </a:lnTo>
                <a:lnTo>
                  <a:pt x="165216" y="174529"/>
                </a:lnTo>
                <a:lnTo>
                  <a:pt x="170432" y="173226"/>
                </a:lnTo>
                <a:lnTo>
                  <a:pt x="170432" y="178534"/>
                </a:lnTo>
                <a:close/>
              </a:path>
              <a:path w="218439" h="266065">
                <a:moveTo>
                  <a:pt x="214111" y="265706"/>
                </a:moveTo>
                <a:lnTo>
                  <a:pt x="196136" y="265706"/>
                </a:lnTo>
                <a:lnTo>
                  <a:pt x="196136" y="0"/>
                </a:lnTo>
                <a:lnTo>
                  <a:pt x="218208" y="0"/>
                </a:lnTo>
                <a:lnTo>
                  <a:pt x="218208" y="261608"/>
                </a:lnTo>
                <a:lnTo>
                  <a:pt x="217650" y="262912"/>
                </a:lnTo>
                <a:lnTo>
                  <a:pt x="215414" y="265147"/>
                </a:lnTo>
                <a:lnTo>
                  <a:pt x="214111" y="265706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407919" y="8228003"/>
            <a:ext cx="239395" cy="265430"/>
          </a:xfrm>
          <a:custGeom>
            <a:avLst/>
            <a:gdLst/>
            <a:ahLst/>
            <a:cxnLst/>
            <a:rect l="l" t="t" r="r" b="b"/>
            <a:pathLst>
              <a:path w="239395" h="265429">
                <a:moveTo>
                  <a:pt x="69569" y="215973"/>
                </a:moveTo>
                <a:lnTo>
                  <a:pt x="60629" y="215973"/>
                </a:lnTo>
                <a:lnTo>
                  <a:pt x="52340" y="214250"/>
                </a:lnTo>
                <a:lnTo>
                  <a:pt x="19250" y="190688"/>
                </a:lnTo>
                <a:lnTo>
                  <a:pt x="7264" y="148639"/>
                </a:lnTo>
                <a:lnTo>
                  <a:pt x="7552" y="141636"/>
                </a:lnTo>
                <a:lnTo>
                  <a:pt x="30221" y="94901"/>
                </a:lnTo>
                <a:lnTo>
                  <a:pt x="69569" y="81583"/>
                </a:lnTo>
                <a:lnTo>
                  <a:pt x="76343" y="81906"/>
                </a:lnTo>
                <a:lnTo>
                  <a:pt x="114565" y="100582"/>
                </a:lnTo>
                <a:lnTo>
                  <a:pt x="63236" y="100582"/>
                </a:lnTo>
                <a:lnTo>
                  <a:pt x="57555" y="101886"/>
                </a:lnTo>
                <a:lnTo>
                  <a:pt x="29196" y="136252"/>
                </a:lnTo>
                <a:lnTo>
                  <a:pt x="28268" y="155650"/>
                </a:lnTo>
                <a:lnTo>
                  <a:pt x="29243" y="161677"/>
                </a:lnTo>
                <a:lnTo>
                  <a:pt x="58067" y="195717"/>
                </a:lnTo>
                <a:lnTo>
                  <a:pt x="63609" y="196974"/>
                </a:lnTo>
                <a:lnTo>
                  <a:pt x="114165" y="196974"/>
                </a:lnTo>
                <a:lnTo>
                  <a:pt x="108964" y="202609"/>
                </a:lnTo>
                <a:lnTo>
                  <a:pt x="76275" y="215650"/>
                </a:lnTo>
                <a:lnTo>
                  <a:pt x="69569" y="215973"/>
                </a:lnTo>
                <a:close/>
              </a:path>
              <a:path w="239395" h="265429">
                <a:moveTo>
                  <a:pt x="114165" y="196974"/>
                </a:moveTo>
                <a:lnTo>
                  <a:pt x="75716" y="196974"/>
                </a:lnTo>
                <a:lnTo>
                  <a:pt x="81304" y="195717"/>
                </a:lnTo>
                <a:lnTo>
                  <a:pt x="91362" y="190688"/>
                </a:lnTo>
                <a:lnTo>
                  <a:pt x="110871" y="155650"/>
                </a:lnTo>
                <a:lnTo>
                  <a:pt x="110812" y="141636"/>
                </a:lnTo>
                <a:lnTo>
                  <a:pt x="91595" y="107102"/>
                </a:lnTo>
                <a:lnTo>
                  <a:pt x="75716" y="100582"/>
                </a:lnTo>
                <a:lnTo>
                  <a:pt x="114565" y="100582"/>
                </a:lnTo>
                <a:lnTo>
                  <a:pt x="131866" y="141636"/>
                </a:lnTo>
                <a:lnTo>
                  <a:pt x="132154" y="148639"/>
                </a:lnTo>
                <a:lnTo>
                  <a:pt x="131865" y="155650"/>
                </a:lnTo>
                <a:lnTo>
                  <a:pt x="120140" y="190502"/>
                </a:lnTo>
                <a:lnTo>
                  <a:pt x="114165" y="196974"/>
                </a:lnTo>
                <a:close/>
              </a:path>
              <a:path w="239395" h="265429">
                <a:moveTo>
                  <a:pt x="80186" y="42468"/>
                </a:moveTo>
                <a:lnTo>
                  <a:pt x="57835" y="42468"/>
                </a:lnTo>
                <a:lnTo>
                  <a:pt x="57835" y="2514"/>
                </a:lnTo>
                <a:lnTo>
                  <a:pt x="80186" y="2514"/>
                </a:lnTo>
                <a:lnTo>
                  <a:pt x="80186" y="42468"/>
                </a:lnTo>
                <a:close/>
              </a:path>
              <a:path w="239395" h="265429">
                <a:moveTo>
                  <a:pt x="137463" y="60629"/>
                </a:moveTo>
                <a:lnTo>
                  <a:pt x="0" y="60629"/>
                </a:lnTo>
                <a:lnTo>
                  <a:pt x="0" y="42468"/>
                </a:lnTo>
                <a:lnTo>
                  <a:pt x="137463" y="42468"/>
                </a:lnTo>
                <a:lnTo>
                  <a:pt x="137463" y="60629"/>
                </a:lnTo>
                <a:close/>
              </a:path>
              <a:path w="239395" h="265429">
                <a:moveTo>
                  <a:pt x="172108" y="259280"/>
                </a:moveTo>
                <a:lnTo>
                  <a:pt x="155065" y="259280"/>
                </a:lnTo>
                <a:lnTo>
                  <a:pt x="155065" y="0"/>
                </a:lnTo>
                <a:lnTo>
                  <a:pt x="176578" y="0"/>
                </a:lnTo>
                <a:lnTo>
                  <a:pt x="176578" y="108685"/>
                </a:lnTo>
                <a:lnTo>
                  <a:pt x="238884" y="108685"/>
                </a:lnTo>
                <a:lnTo>
                  <a:pt x="238884" y="127684"/>
                </a:lnTo>
                <a:lnTo>
                  <a:pt x="176578" y="127684"/>
                </a:lnTo>
                <a:lnTo>
                  <a:pt x="176578" y="255741"/>
                </a:lnTo>
                <a:lnTo>
                  <a:pt x="175926" y="257184"/>
                </a:lnTo>
                <a:lnTo>
                  <a:pt x="173319" y="258861"/>
                </a:lnTo>
                <a:lnTo>
                  <a:pt x="172108" y="259280"/>
                </a:lnTo>
                <a:close/>
              </a:path>
              <a:path w="239395" h="265429">
                <a:moveTo>
                  <a:pt x="238884" y="108685"/>
                </a:moveTo>
                <a:lnTo>
                  <a:pt x="217370" y="108685"/>
                </a:lnTo>
                <a:lnTo>
                  <a:pt x="217370" y="0"/>
                </a:lnTo>
                <a:lnTo>
                  <a:pt x="238884" y="0"/>
                </a:lnTo>
                <a:lnTo>
                  <a:pt x="238884" y="108685"/>
                </a:lnTo>
                <a:close/>
              </a:path>
              <a:path w="239395" h="265429">
                <a:moveTo>
                  <a:pt x="234413" y="265426"/>
                </a:moveTo>
                <a:lnTo>
                  <a:pt x="217370" y="265426"/>
                </a:lnTo>
                <a:lnTo>
                  <a:pt x="217370" y="127684"/>
                </a:lnTo>
                <a:lnTo>
                  <a:pt x="238884" y="127684"/>
                </a:lnTo>
                <a:lnTo>
                  <a:pt x="238884" y="261887"/>
                </a:lnTo>
                <a:lnTo>
                  <a:pt x="238232" y="263331"/>
                </a:lnTo>
                <a:lnTo>
                  <a:pt x="235624" y="265007"/>
                </a:lnTo>
                <a:lnTo>
                  <a:pt x="234413" y="265426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752035" y="8228841"/>
            <a:ext cx="225425" cy="264795"/>
          </a:xfrm>
          <a:custGeom>
            <a:avLst/>
            <a:gdLst/>
            <a:ahLst/>
            <a:cxnLst/>
            <a:rect l="l" t="t" r="r" b="b"/>
            <a:pathLst>
              <a:path w="225425" h="264795">
                <a:moveTo>
                  <a:pt x="169314" y="92759"/>
                </a:moveTo>
                <a:lnTo>
                  <a:pt x="147242" y="92759"/>
                </a:lnTo>
                <a:lnTo>
                  <a:pt x="147242" y="0"/>
                </a:lnTo>
                <a:lnTo>
                  <a:pt x="169314" y="0"/>
                </a:lnTo>
                <a:lnTo>
                  <a:pt x="169314" y="92759"/>
                </a:lnTo>
                <a:close/>
              </a:path>
              <a:path w="225425" h="264795">
                <a:moveTo>
                  <a:pt x="13969" y="222958"/>
                </a:moveTo>
                <a:lnTo>
                  <a:pt x="0" y="208988"/>
                </a:lnTo>
                <a:lnTo>
                  <a:pt x="21321" y="200021"/>
                </a:lnTo>
                <a:lnTo>
                  <a:pt x="39744" y="190164"/>
                </a:lnTo>
                <a:lnTo>
                  <a:pt x="77777" y="155073"/>
                </a:lnTo>
                <a:lnTo>
                  <a:pt x="91921" y="109523"/>
                </a:lnTo>
                <a:lnTo>
                  <a:pt x="2793" y="109523"/>
                </a:lnTo>
                <a:lnTo>
                  <a:pt x="2793" y="91083"/>
                </a:lnTo>
                <a:lnTo>
                  <a:pt x="92480" y="91083"/>
                </a:lnTo>
                <a:lnTo>
                  <a:pt x="92480" y="35297"/>
                </a:lnTo>
                <a:lnTo>
                  <a:pt x="91549" y="34365"/>
                </a:lnTo>
                <a:lnTo>
                  <a:pt x="5308" y="34365"/>
                </a:lnTo>
                <a:lnTo>
                  <a:pt x="5308" y="15925"/>
                </a:lnTo>
                <a:lnTo>
                  <a:pt x="102352" y="15925"/>
                </a:lnTo>
                <a:lnTo>
                  <a:pt x="106403" y="17508"/>
                </a:lnTo>
                <a:lnTo>
                  <a:pt x="112922" y="23841"/>
                </a:lnTo>
                <a:lnTo>
                  <a:pt x="114552" y="27846"/>
                </a:lnTo>
                <a:lnTo>
                  <a:pt x="114552" y="92759"/>
                </a:lnTo>
                <a:lnTo>
                  <a:pt x="169314" y="92759"/>
                </a:lnTo>
                <a:lnTo>
                  <a:pt x="169314" y="111199"/>
                </a:lnTo>
                <a:lnTo>
                  <a:pt x="113714" y="111199"/>
                </a:lnTo>
                <a:lnTo>
                  <a:pt x="112710" y="119677"/>
                </a:lnTo>
                <a:lnTo>
                  <a:pt x="98277" y="160478"/>
                </a:lnTo>
                <a:lnTo>
                  <a:pt x="65981" y="195918"/>
                </a:lnTo>
                <a:lnTo>
                  <a:pt x="26106" y="218409"/>
                </a:lnTo>
                <a:lnTo>
                  <a:pt x="13969" y="222958"/>
                </a:lnTo>
                <a:close/>
              </a:path>
              <a:path w="225425" h="264795">
                <a:moveTo>
                  <a:pt x="165030" y="258442"/>
                </a:moveTo>
                <a:lnTo>
                  <a:pt x="147242" y="258442"/>
                </a:lnTo>
                <a:lnTo>
                  <a:pt x="147242" y="111199"/>
                </a:lnTo>
                <a:lnTo>
                  <a:pt x="169314" y="111199"/>
                </a:lnTo>
                <a:lnTo>
                  <a:pt x="169314" y="254903"/>
                </a:lnTo>
                <a:lnTo>
                  <a:pt x="168709" y="256346"/>
                </a:lnTo>
                <a:lnTo>
                  <a:pt x="166287" y="258022"/>
                </a:lnTo>
                <a:lnTo>
                  <a:pt x="165030" y="258442"/>
                </a:lnTo>
                <a:close/>
              </a:path>
              <a:path w="225425" h="264795">
                <a:moveTo>
                  <a:pt x="220723" y="264588"/>
                </a:moveTo>
                <a:lnTo>
                  <a:pt x="203400" y="264588"/>
                </a:lnTo>
                <a:lnTo>
                  <a:pt x="203400" y="0"/>
                </a:lnTo>
                <a:lnTo>
                  <a:pt x="225193" y="0"/>
                </a:lnTo>
                <a:lnTo>
                  <a:pt x="225193" y="259000"/>
                </a:lnTo>
                <a:lnTo>
                  <a:pt x="225007" y="261049"/>
                </a:lnTo>
                <a:lnTo>
                  <a:pt x="224309" y="262493"/>
                </a:lnTo>
                <a:lnTo>
                  <a:pt x="221887" y="264169"/>
                </a:lnTo>
                <a:lnTo>
                  <a:pt x="220723" y="264588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018588" y="8227445"/>
            <a:ext cx="210820" cy="266065"/>
          </a:xfrm>
          <a:custGeom>
            <a:avLst/>
            <a:gdLst/>
            <a:ahLst/>
            <a:cxnLst/>
            <a:rect l="l" t="t" r="r" b="b"/>
            <a:pathLst>
              <a:path w="210820" h="266065">
                <a:moveTo>
                  <a:pt x="210657" y="94994"/>
                </a:moveTo>
                <a:lnTo>
                  <a:pt x="188584" y="94994"/>
                </a:lnTo>
                <a:lnTo>
                  <a:pt x="188584" y="0"/>
                </a:lnTo>
                <a:lnTo>
                  <a:pt x="210657" y="0"/>
                </a:lnTo>
                <a:lnTo>
                  <a:pt x="210657" y="94994"/>
                </a:lnTo>
                <a:close/>
              </a:path>
              <a:path w="210820" h="266065">
                <a:moveTo>
                  <a:pt x="71238" y="208430"/>
                </a:moveTo>
                <a:lnTo>
                  <a:pt x="32698" y="195717"/>
                </a:lnTo>
                <a:lnTo>
                  <a:pt x="9491" y="163237"/>
                </a:lnTo>
                <a:lnTo>
                  <a:pt x="253" y="118211"/>
                </a:lnTo>
                <a:lnTo>
                  <a:pt x="0" y="108126"/>
                </a:lnTo>
                <a:lnTo>
                  <a:pt x="253" y="99220"/>
                </a:lnTo>
                <a:lnTo>
                  <a:pt x="9491" y="55180"/>
                </a:lnTo>
                <a:lnTo>
                  <a:pt x="32698" y="22264"/>
                </a:lnTo>
                <a:lnTo>
                  <a:pt x="71238" y="8940"/>
                </a:lnTo>
                <a:lnTo>
                  <a:pt x="79113" y="9359"/>
                </a:lnTo>
                <a:lnTo>
                  <a:pt x="116753" y="28533"/>
                </a:lnTo>
                <a:lnTo>
                  <a:pt x="116957" y="28777"/>
                </a:lnTo>
                <a:lnTo>
                  <a:pt x="62763" y="28777"/>
                </a:lnTo>
                <a:lnTo>
                  <a:pt x="55312" y="31199"/>
                </a:lnTo>
                <a:lnTo>
                  <a:pt x="28979" y="66880"/>
                </a:lnTo>
                <a:lnTo>
                  <a:pt x="22623" y="108126"/>
                </a:lnTo>
                <a:lnTo>
                  <a:pt x="22797" y="115871"/>
                </a:lnTo>
                <a:lnTo>
                  <a:pt x="31415" y="157937"/>
                </a:lnTo>
                <a:lnTo>
                  <a:pt x="62949" y="188313"/>
                </a:lnTo>
                <a:lnTo>
                  <a:pt x="117512" y="188313"/>
                </a:lnTo>
                <a:lnTo>
                  <a:pt x="114020" y="191980"/>
                </a:lnTo>
                <a:lnTo>
                  <a:pt x="79759" y="207958"/>
                </a:lnTo>
                <a:lnTo>
                  <a:pt x="71238" y="208430"/>
                </a:lnTo>
                <a:close/>
              </a:path>
              <a:path w="210820" h="266065">
                <a:moveTo>
                  <a:pt x="117512" y="188313"/>
                </a:moveTo>
                <a:lnTo>
                  <a:pt x="79899" y="188313"/>
                </a:lnTo>
                <a:lnTo>
                  <a:pt x="87163" y="186078"/>
                </a:lnTo>
                <a:lnTo>
                  <a:pt x="99457" y="177137"/>
                </a:lnTo>
                <a:lnTo>
                  <a:pt x="117338" y="138161"/>
                </a:lnTo>
                <a:lnTo>
                  <a:pt x="120132" y="108126"/>
                </a:lnTo>
                <a:lnTo>
                  <a:pt x="119958" y="101255"/>
                </a:lnTo>
                <a:lnTo>
                  <a:pt x="111418" y="60655"/>
                </a:lnTo>
                <a:lnTo>
                  <a:pt x="80085" y="28777"/>
                </a:lnTo>
                <a:lnTo>
                  <a:pt x="116957" y="28777"/>
                </a:lnTo>
                <a:lnTo>
                  <a:pt x="137708" y="69430"/>
                </a:lnTo>
                <a:lnTo>
                  <a:pt x="141925" y="94994"/>
                </a:lnTo>
                <a:lnTo>
                  <a:pt x="210657" y="94994"/>
                </a:lnTo>
                <a:lnTo>
                  <a:pt x="210657" y="113435"/>
                </a:lnTo>
                <a:lnTo>
                  <a:pt x="142484" y="113435"/>
                </a:lnTo>
                <a:lnTo>
                  <a:pt x="141951" y="123065"/>
                </a:lnTo>
                <a:lnTo>
                  <a:pt x="131657" y="166310"/>
                </a:lnTo>
                <a:lnTo>
                  <a:pt x="119233" y="186506"/>
                </a:lnTo>
                <a:lnTo>
                  <a:pt x="117512" y="188313"/>
                </a:lnTo>
                <a:close/>
              </a:path>
              <a:path w="210820" h="266065">
                <a:moveTo>
                  <a:pt x="206559" y="265985"/>
                </a:moveTo>
                <a:lnTo>
                  <a:pt x="188584" y="265985"/>
                </a:lnTo>
                <a:lnTo>
                  <a:pt x="188584" y="113435"/>
                </a:lnTo>
                <a:lnTo>
                  <a:pt x="210657" y="113435"/>
                </a:lnTo>
                <a:lnTo>
                  <a:pt x="210657" y="261887"/>
                </a:lnTo>
                <a:lnTo>
                  <a:pt x="210098" y="263191"/>
                </a:lnTo>
                <a:lnTo>
                  <a:pt x="207863" y="265426"/>
                </a:lnTo>
                <a:lnTo>
                  <a:pt x="206559" y="265985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330286" y="8228283"/>
            <a:ext cx="232410" cy="265430"/>
          </a:xfrm>
          <a:custGeom>
            <a:avLst/>
            <a:gdLst/>
            <a:ahLst/>
            <a:cxnLst/>
            <a:rect l="l" t="t" r="r" b="b"/>
            <a:pathLst>
              <a:path w="232409" h="265429">
                <a:moveTo>
                  <a:pt x="227801" y="265147"/>
                </a:moveTo>
                <a:lnTo>
                  <a:pt x="210106" y="265147"/>
                </a:lnTo>
                <a:lnTo>
                  <a:pt x="210106" y="104215"/>
                </a:lnTo>
                <a:lnTo>
                  <a:pt x="135786" y="104215"/>
                </a:lnTo>
                <a:lnTo>
                  <a:pt x="135786" y="85774"/>
                </a:lnTo>
                <a:lnTo>
                  <a:pt x="210106" y="85774"/>
                </a:lnTo>
                <a:lnTo>
                  <a:pt x="210106" y="0"/>
                </a:lnTo>
                <a:lnTo>
                  <a:pt x="231899" y="0"/>
                </a:lnTo>
                <a:lnTo>
                  <a:pt x="231899" y="261049"/>
                </a:lnTo>
                <a:lnTo>
                  <a:pt x="231340" y="262353"/>
                </a:lnTo>
                <a:lnTo>
                  <a:pt x="229105" y="264588"/>
                </a:lnTo>
                <a:lnTo>
                  <a:pt x="227801" y="265147"/>
                </a:lnTo>
                <a:close/>
              </a:path>
              <a:path w="232409" h="265429">
                <a:moveTo>
                  <a:pt x="14808" y="204518"/>
                </a:moveTo>
                <a:lnTo>
                  <a:pt x="0" y="190828"/>
                </a:lnTo>
                <a:lnTo>
                  <a:pt x="6679" y="186427"/>
                </a:lnTo>
                <a:lnTo>
                  <a:pt x="13306" y="181607"/>
                </a:lnTo>
                <a:lnTo>
                  <a:pt x="44319" y="152480"/>
                </a:lnTo>
                <a:lnTo>
                  <a:pt x="65937" y="120559"/>
                </a:lnTo>
                <a:lnTo>
                  <a:pt x="72084" y="104308"/>
                </a:lnTo>
                <a:lnTo>
                  <a:pt x="72084" y="12852"/>
                </a:lnTo>
                <a:lnTo>
                  <a:pt x="94715" y="12852"/>
                </a:lnTo>
                <a:lnTo>
                  <a:pt x="94715" y="103469"/>
                </a:lnTo>
                <a:lnTo>
                  <a:pt x="97230" y="111386"/>
                </a:lnTo>
                <a:lnTo>
                  <a:pt x="102259" y="120140"/>
                </a:lnTo>
                <a:lnTo>
                  <a:pt x="106266" y="126671"/>
                </a:lnTo>
                <a:lnTo>
                  <a:pt x="110261" y="132434"/>
                </a:lnTo>
                <a:lnTo>
                  <a:pt x="84657" y="132434"/>
                </a:lnTo>
                <a:lnTo>
                  <a:pt x="59546" y="166441"/>
                </a:lnTo>
                <a:lnTo>
                  <a:pt x="27287" y="197067"/>
                </a:lnTo>
                <a:lnTo>
                  <a:pt x="20768" y="201538"/>
                </a:lnTo>
                <a:lnTo>
                  <a:pt x="14808" y="204518"/>
                </a:lnTo>
                <a:close/>
              </a:path>
              <a:path w="232409" h="265429">
                <a:moveTo>
                  <a:pt x="157021" y="200327"/>
                </a:moveTo>
                <a:lnTo>
                  <a:pt x="121703" y="175138"/>
                </a:lnTo>
                <a:lnTo>
                  <a:pt x="91900" y="143516"/>
                </a:lnTo>
                <a:lnTo>
                  <a:pt x="84657" y="132434"/>
                </a:lnTo>
                <a:lnTo>
                  <a:pt x="110261" y="132434"/>
                </a:lnTo>
                <a:lnTo>
                  <a:pt x="110745" y="133132"/>
                </a:lnTo>
                <a:lnTo>
                  <a:pt x="115696" y="139523"/>
                </a:lnTo>
                <a:lnTo>
                  <a:pt x="145705" y="168895"/>
                </a:lnTo>
                <a:lnTo>
                  <a:pt x="170432" y="184681"/>
                </a:lnTo>
                <a:lnTo>
                  <a:pt x="157021" y="200327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618903" y="8227724"/>
            <a:ext cx="200660" cy="266065"/>
          </a:xfrm>
          <a:custGeom>
            <a:avLst/>
            <a:gdLst/>
            <a:ahLst/>
            <a:cxnLst/>
            <a:rect l="l" t="t" r="r" b="b"/>
            <a:pathLst>
              <a:path w="200659" h="266065">
                <a:moveTo>
                  <a:pt x="195950" y="265706"/>
                </a:moveTo>
                <a:lnTo>
                  <a:pt x="177696" y="265706"/>
                </a:lnTo>
                <a:lnTo>
                  <a:pt x="177696" y="0"/>
                </a:lnTo>
                <a:lnTo>
                  <a:pt x="200048" y="0"/>
                </a:lnTo>
                <a:lnTo>
                  <a:pt x="200048" y="261608"/>
                </a:lnTo>
                <a:lnTo>
                  <a:pt x="199489" y="262912"/>
                </a:lnTo>
                <a:lnTo>
                  <a:pt x="197254" y="265147"/>
                </a:lnTo>
                <a:lnTo>
                  <a:pt x="195950" y="265706"/>
                </a:lnTo>
                <a:close/>
              </a:path>
              <a:path w="200659" h="266065">
                <a:moveTo>
                  <a:pt x="117253" y="203680"/>
                </a:moveTo>
                <a:lnTo>
                  <a:pt x="12200" y="203680"/>
                </a:lnTo>
                <a:lnTo>
                  <a:pt x="8149" y="202097"/>
                </a:lnTo>
                <a:lnTo>
                  <a:pt x="1629" y="195764"/>
                </a:lnTo>
                <a:lnTo>
                  <a:pt x="0" y="191759"/>
                </a:lnTo>
                <a:lnTo>
                  <a:pt x="0" y="13131"/>
                </a:lnTo>
                <a:lnTo>
                  <a:pt x="22072" y="13131"/>
                </a:lnTo>
                <a:lnTo>
                  <a:pt x="22072" y="84657"/>
                </a:lnTo>
                <a:lnTo>
                  <a:pt x="129640" y="84657"/>
                </a:lnTo>
                <a:lnTo>
                  <a:pt x="129640" y="103376"/>
                </a:lnTo>
                <a:lnTo>
                  <a:pt x="22072" y="103376"/>
                </a:lnTo>
                <a:lnTo>
                  <a:pt x="22072" y="184029"/>
                </a:lnTo>
                <a:lnTo>
                  <a:pt x="23003" y="184960"/>
                </a:lnTo>
                <a:lnTo>
                  <a:pt x="129640" y="184960"/>
                </a:lnTo>
                <a:lnTo>
                  <a:pt x="129640" y="191759"/>
                </a:lnTo>
                <a:lnTo>
                  <a:pt x="127963" y="195764"/>
                </a:lnTo>
                <a:lnTo>
                  <a:pt x="121258" y="202097"/>
                </a:lnTo>
                <a:lnTo>
                  <a:pt x="117253" y="203680"/>
                </a:lnTo>
                <a:close/>
              </a:path>
              <a:path w="200659" h="266065">
                <a:moveTo>
                  <a:pt x="129640" y="84657"/>
                </a:moveTo>
                <a:lnTo>
                  <a:pt x="107567" y="84657"/>
                </a:lnTo>
                <a:lnTo>
                  <a:pt x="107567" y="13131"/>
                </a:lnTo>
                <a:lnTo>
                  <a:pt x="129640" y="13131"/>
                </a:lnTo>
                <a:lnTo>
                  <a:pt x="129640" y="84657"/>
                </a:lnTo>
                <a:close/>
              </a:path>
              <a:path w="200659" h="266065">
                <a:moveTo>
                  <a:pt x="129640" y="184960"/>
                </a:moveTo>
                <a:lnTo>
                  <a:pt x="106636" y="184960"/>
                </a:lnTo>
                <a:lnTo>
                  <a:pt x="107567" y="184029"/>
                </a:lnTo>
                <a:lnTo>
                  <a:pt x="107567" y="103376"/>
                </a:lnTo>
                <a:lnTo>
                  <a:pt x="129640" y="103376"/>
                </a:lnTo>
                <a:lnTo>
                  <a:pt x="129640" y="184960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858906" y="8239179"/>
            <a:ext cx="250060" cy="21457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028700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2067" y="486427"/>
            <a:ext cx="9682286" cy="9513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6250" y="560610"/>
            <a:ext cx="9334487" cy="91657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63325" y="684435"/>
            <a:ext cx="2212097" cy="7252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0026" y="898444"/>
            <a:ext cx="174214" cy="1742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60683" y="898444"/>
            <a:ext cx="174214" cy="1742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41341" y="898444"/>
            <a:ext cx="174214" cy="1742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1975" y="1304692"/>
            <a:ext cx="9163052" cy="83581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89484" y="1496576"/>
            <a:ext cx="7135034" cy="4520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815916" y="834905"/>
            <a:ext cx="238125" cy="20320"/>
          </a:xfrm>
          <a:custGeom>
            <a:avLst/>
            <a:gdLst/>
            <a:ahLst/>
            <a:cxnLst/>
            <a:rect l="l" t="t" r="r" b="b"/>
            <a:pathLst>
              <a:path w="238125" h="20319">
                <a:moveTo>
                  <a:pt x="0" y="0"/>
                </a:moveTo>
                <a:lnTo>
                  <a:pt x="238124" y="0"/>
                </a:lnTo>
                <a:lnTo>
                  <a:pt x="23812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15916" y="85522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0" y="0"/>
                </a:moveTo>
                <a:lnTo>
                  <a:pt x="20180" y="0"/>
                </a:lnTo>
                <a:lnTo>
                  <a:pt x="20180" y="198119"/>
                </a:lnTo>
                <a:lnTo>
                  <a:pt x="0" y="19811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15916" y="1053345"/>
            <a:ext cx="238125" cy="19050"/>
          </a:xfrm>
          <a:custGeom>
            <a:avLst/>
            <a:gdLst/>
            <a:ahLst/>
            <a:cxnLst/>
            <a:rect l="l" t="t" r="r" b="b"/>
            <a:pathLst>
              <a:path w="238125" h="19050">
                <a:moveTo>
                  <a:pt x="0" y="0"/>
                </a:moveTo>
                <a:lnTo>
                  <a:pt x="238124" y="0"/>
                </a:lnTo>
                <a:lnTo>
                  <a:pt x="23812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033861" y="85508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20180" y="197764"/>
                </a:moveTo>
                <a:lnTo>
                  <a:pt x="0" y="197764"/>
                </a:lnTo>
                <a:lnTo>
                  <a:pt x="0" y="0"/>
                </a:lnTo>
                <a:lnTo>
                  <a:pt x="20180" y="0"/>
                </a:lnTo>
                <a:lnTo>
                  <a:pt x="20180" y="197764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409288" y="1052849"/>
            <a:ext cx="218440" cy="20320"/>
          </a:xfrm>
          <a:custGeom>
            <a:avLst/>
            <a:gdLst/>
            <a:ahLst/>
            <a:cxnLst/>
            <a:rect l="l" t="t" r="r" b="b"/>
            <a:pathLst>
              <a:path w="218440" h="20319">
                <a:moveTo>
                  <a:pt x="217944" y="20180"/>
                </a:moveTo>
                <a:lnTo>
                  <a:pt x="0" y="20180"/>
                </a:lnTo>
                <a:lnTo>
                  <a:pt x="0" y="0"/>
                </a:lnTo>
                <a:lnTo>
                  <a:pt x="217944" y="0"/>
                </a:lnTo>
                <a:lnTo>
                  <a:pt x="217944" y="2018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235292" y="837797"/>
            <a:ext cx="232590" cy="23259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13229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6301" y="286990"/>
                </a:moveTo>
                <a:lnTo>
                  <a:pt x="10195" y="286990"/>
                </a:lnTo>
                <a:lnTo>
                  <a:pt x="7214" y="285881"/>
                </a:lnTo>
                <a:lnTo>
                  <a:pt x="166" y="279107"/>
                </a:lnTo>
                <a:lnTo>
                  <a:pt x="11" y="271547"/>
                </a:lnTo>
                <a:lnTo>
                  <a:pt x="122471" y="144115"/>
                </a:lnTo>
                <a:lnTo>
                  <a:pt x="0" y="16683"/>
                </a:lnTo>
                <a:lnTo>
                  <a:pt x="155" y="9134"/>
                </a:lnTo>
                <a:lnTo>
                  <a:pt x="9647" y="0"/>
                </a:lnTo>
                <a:lnTo>
                  <a:pt x="17184" y="155"/>
                </a:lnTo>
                <a:lnTo>
                  <a:pt x="152021" y="140454"/>
                </a:lnTo>
                <a:lnTo>
                  <a:pt x="152021" y="147740"/>
                </a:lnTo>
                <a:lnTo>
                  <a:pt x="19414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01482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35719" y="286990"/>
                </a:moveTo>
                <a:lnTo>
                  <a:pt x="141825" y="286990"/>
                </a:lnTo>
                <a:lnTo>
                  <a:pt x="144806" y="285881"/>
                </a:lnTo>
                <a:lnTo>
                  <a:pt x="151854" y="279107"/>
                </a:lnTo>
                <a:lnTo>
                  <a:pt x="152009" y="271547"/>
                </a:lnTo>
                <a:lnTo>
                  <a:pt x="29550" y="144115"/>
                </a:lnTo>
                <a:lnTo>
                  <a:pt x="152021" y="16683"/>
                </a:lnTo>
                <a:lnTo>
                  <a:pt x="151866" y="9134"/>
                </a:lnTo>
                <a:lnTo>
                  <a:pt x="142374" y="0"/>
                </a:lnTo>
                <a:lnTo>
                  <a:pt x="134837" y="155"/>
                </a:lnTo>
                <a:lnTo>
                  <a:pt x="0" y="140454"/>
                </a:lnTo>
                <a:lnTo>
                  <a:pt x="0" y="147740"/>
                </a:lnTo>
                <a:lnTo>
                  <a:pt x="132607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26355" y="1565410"/>
            <a:ext cx="314960" cy="314960"/>
          </a:xfrm>
          <a:custGeom>
            <a:avLst/>
            <a:gdLst/>
            <a:ahLst/>
            <a:cxnLst/>
            <a:rect l="l" t="t" r="r" b="b"/>
            <a:pathLst>
              <a:path w="314960" h="314960">
                <a:moveTo>
                  <a:pt x="72486" y="288184"/>
                </a:moveTo>
                <a:lnTo>
                  <a:pt x="157182" y="288184"/>
                </a:lnTo>
                <a:lnTo>
                  <a:pt x="106246" y="277874"/>
                </a:lnTo>
                <a:lnTo>
                  <a:pt x="64604" y="249775"/>
                </a:lnTo>
                <a:lnTo>
                  <a:pt x="36502" y="208133"/>
                </a:lnTo>
                <a:lnTo>
                  <a:pt x="26193" y="157182"/>
                </a:lnTo>
                <a:lnTo>
                  <a:pt x="36502" y="106257"/>
                </a:lnTo>
                <a:lnTo>
                  <a:pt x="64604" y="64615"/>
                </a:lnTo>
                <a:lnTo>
                  <a:pt x="106246" y="36513"/>
                </a:lnTo>
                <a:lnTo>
                  <a:pt x="157186" y="26201"/>
                </a:lnTo>
                <a:lnTo>
                  <a:pt x="242130" y="26201"/>
                </a:lnTo>
                <a:lnTo>
                  <a:pt x="231889" y="18917"/>
                </a:lnTo>
                <a:lnTo>
                  <a:pt x="196107" y="4892"/>
                </a:lnTo>
                <a:lnTo>
                  <a:pt x="157183" y="0"/>
                </a:lnTo>
                <a:lnTo>
                  <a:pt x="107556" y="8027"/>
                </a:lnTo>
                <a:lnTo>
                  <a:pt x="72463" y="26201"/>
                </a:lnTo>
                <a:lnTo>
                  <a:pt x="157186" y="26201"/>
                </a:lnTo>
                <a:lnTo>
                  <a:pt x="72462" y="26202"/>
                </a:lnTo>
                <a:lnTo>
                  <a:pt x="64414" y="30370"/>
                </a:lnTo>
                <a:lnTo>
                  <a:pt x="30369" y="64416"/>
                </a:lnTo>
                <a:lnTo>
                  <a:pt x="8027" y="107556"/>
                </a:lnTo>
                <a:lnTo>
                  <a:pt x="0" y="157199"/>
                </a:lnTo>
                <a:lnTo>
                  <a:pt x="8023" y="206813"/>
                </a:lnTo>
                <a:lnTo>
                  <a:pt x="30364" y="249957"/>
                </a:lnTo>
                <a:lnTo>
                  <a:pt x="64411" y="284002"/>
                </a:lnTo>
                <a:lnTo>
                  <a:pt x="72486" y="288184"/>
                </a:lnTo>
                <a:close/>
              </a:path>
              <a:path w="314960" h="314960">
                <a:moveTo>
                  <a:pt x="209590" y="117891"/>
                </a:moveTo>
                <a:lnTo>
                  <a:pt x="314375" y="117891"/>
                </a:lnTo>
                <a:lnTo>
                  <a:pt x="314364" y="13095"/>
                </a:lnTo>
                <a:lnTo>
                  <a:pt x="288173" y="13095"/>
                </a:lnTo>
                <a:lnTo>
                  <a:pt x="288173" y="70435"/>
                </a:lnTo>
                <a:lnTo>
                  <a:pt x="254056" y="70438"/>
                </a:lnTo>
                <a:lnTo>
                  <a:pt x="270372" y="91692"/>
                </a:lnTo>
                <a:lnTo>
                  <a:pt x="209590" y="91692"/>
                </a:lnTo>
                <a:lnTo>
                  <a:pt x="209590" y="117891"/>
                </a:lnTo>
                <a:close/>
              </a:path>
              <a:path w="314960" h="314960">
                <a:moveTo>
                  <a:pt x="254056" y="70438"/>
                </a:moveTo>
                <a:lnTo>
                  <a:pt x="288173" y="70438"/>
                </a:lnTo>
                <a:lnTo>
                  <a:pt x="263065" y="41092"/>
                </a:lnTo>
                <a:lnTo>
                  <a:pt x="242131" y="26202"/>
                </a:lnTo>
                <a:lnTo>
                  <a:pt x="157193" y="26202"/>
                </a:lnTo>
                <a:lnTo>
                  <a:pt x="191493" y="30789"/>
                </a:lnTo>
                <a:lnTo>
                  <a:pt x="222746" y="43893"/>
                </a:lnTo>
                <a:lnTo>
                  <a:pt x="249515" y="64523"/>
                </a:lnTo>
                <a:lnTo>
                  <a:pt x="254056" y="70438"/>
                </a:lnTo>
                <a:close/>
              </a:path>
              <a:path w="314960" h="314960">
                <a:moveTo>
                  <a:pt x="157186" y="314367"/>
                </a:moveTo>
                <a:lnTo>
                  <a:pt x="201094" y="308146"/>
                </a:lnTo>
                <a:lnTo>
                  <a:pt x="240450" y="290559"/>
                </a:lnTo>
                <a:lnTo>
                  <a:pt x="273310" y="263220"/>
                </a:lnTo>
                <a:lnTo>
                  <a:pt x="297733" y="227745"/>
                </a:lnTo>
                <a:lnTo>
                  <a:pt x="311774" y="185748"/>
                </a:lnTo>
                <a:lnTo>
                  <a:pt x="313079" y="178634"/>
                </a:lnTo>
                <a:lnTo>
                  <a:pt x="308375" y="171816"/>
                </a:lnTo>
                <a:lnTo>
                  <a:pt x="293995" y="169215"/>
                </a:lnTo>
                <a:lnTo>
                  <a:pt x="287309" y="173931"/>
                </a:lnTo>
                <a:lnTo>
                  <a:pt x="286014" y="181026"/>
                </a:lnTo>
                <a:lnTo>
                  <a:pt x="269969" y="223969"/>
                </a:lnTo>
                <a:lnTo>
                  <a:pt x="241042" y="257893"/>
                </a:lnTo>
                <a:lnTo>
                  <a:pt x="202394" y="280173"/>
                </a:lnTo>
                <a:lnTo>
                  <a:pt x="157182" y="288184"/>
                </a:lnTo>
                <a:lnTo>
                  <a:pt x="72486" y="288184"/>
                </a:lnTo>
                <a:lnTo>
                  <a:pt x="107554" y="306341"/>
                </a:lnTo>
                <a:lnTo>
                  <a:pt x="157186" y="314367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922903" y="1591280"/>
            <a:ext cx="274320" cy="263525"/>
          </a:xfrm>
          <a:custGeom>
            <a:avLst/>
            <a:gdLst/>
            <a:ahLst/>
            <a:cxnLst/>
            <a:rect l="l" t="t" r="r" b="b"/>
            <a:pathLst>
              <a:path w="274320" h="263525">
                <a:moveTo>
                  <a:pt x="71829" y="262977"/>
                </a:moveTo>
                <a:lnTo>
                  <a:pt x="42377" y="237922"/>
                </a:lnTo>
                <a:lnTo>
                  <a:pt x="42302" y="236333"/>
                </a:lnTo>
                <a:lnTo>
                  <a:pt x="56658" y="168590"/>
                </a:lnTo>
                <a:lnTo>
                  <a:pt x="5049" y="122060"/>
                </a:lnTo>
                <a:lnTo>
                  <a:pt x="2340" y="117554"/>
                </a:lnTo>
                <a:lnTo>
                  <a:pt x="0" y="107905"/>
                </a:lnTo>
                <a:lnTo>
                  <a:pt x="192" y="103008"/>
                </a:lnTo>
                <a:lnTo>
                  <a:pt x="87391" y="73955"/>
                </a:lnTo>
                <a:lnTo>
                  <a:pt x="115676" y="10509"/>
                </a:lnTo>
                <a:lnTo>
                  <a:pt x="119114" y="6537"/>
                </a:lnTo>
                <a:lnTo>
                  <a:pt x="127605" y="1315"/>
                </a:lnTo>
                <a:lnTo>
                  <a:pt x="132306" y="0"/>
                </a:lnTo>
                <a:lnTo>
                  <a:pt x="141955" y="0"/>
                </a:lnTo>
                <a:lnTo>
                  <a:pt x="146670" y="1315"/>
                </a:lnTo>
                <a:lnTo>
                  <a:pt x="155121" y="6537"/>
                </a:lnTo>
                <a:lnTo>
                  <a:pt x="158572" y="10509"/>
                </a:lnTo>
                <a:lnTo>
                  <a:pt x="164490" y="23779"/>
                </a:lnTo>
                <a:lnTo>
                  <a:pt x="136278" y="23779"/>
                </a:lnTo>
                <a:lnTo>
                  <a:pt x="135640" y="24195"/>
                </a:lnTo>
                <a:lnTo>
                  <a:pt x="104607" y="93775"/>
                </a:lnTo>
                <a:lnTo>
                  <a:pt x="100921" y="96445"/>
                </a:lnTo>
                <a:lnTo>
                  <a:pt x="25156" y="104441"/>
                </a:lnTo>
                <a:lnTo>
                  <a:pt x="24570" y="104922"/>
                </a:lnTo>
                <a:lnTo>
                  <a:pt x="24023" y="106602"/>
                </a:lnTo>
                <a:lnTo>
                  <a:pt x="24218" y="107345"/>
                </a:lnTo>
                <a:lnTo>
                  <a:pt x="80806" y="158341"/>
                </a:lnTo>
                <a:lnTo>
                  <a:pt x="82208" y="162665"/>
                </a:lnTo>
                <a:lnTo>
                  <a:pt x="66404" y="237219"/>
                </a:lnTo>
                <a:lnTo>
                  <a:pt x="66690" y="237922"/>
                </a:lnTo>
                <a:lnTo>
                  <a:pt x="68117" y="238938"/>
                </a:lnTo>
                <a:lnTo>
                  <a:pt x="68873" y="238977"/>
                </a:lnTo>
                <a:lnTo>
                  <a:pt x="116538" y="238977"/>
                </a:lnTo>
                <a:lnTo>
                  <a:pt x="76960" y="261792"/>
                </a:lnTo>
                <a:lnTo>
                  <a:pt x="71829" y="262977"/>
                </a:lnTo>
                <a:close/>
              </a:path>
              <a:path w="274320" h="263525">
                <a:moveTo>
                  <a:pt x="231830" y="239211"/>
                </a:moveTo>
                <a:lnTo>
                  <a:pt x="205831" y="239211"/>
                </a:lnTo>
                <a:lnTo>
                  <a:pt x="207633" y="237909"/>
                </a:lnTo>
                <a:lnTo>
                  <a:pt x="207886" y="237206"/>
                </a:lnTo>
                <a:lnTo>
                  <a:pt x="192079" y="162665"/>
                </a:lnTo>
                <a:lnTo>
                  <a:pt x="193513" y="158328"/>
                </a:lnTo>
                <a:lnTo>
                  <a:pt x="250082" y="107332"/>
                </a:lnTo>
                <a:lnTo>
                  <a:pt x="250277" y="106602"/>
                </a:lnTo>
                <a:lnTo>
                  <a:pt x="249730" y="104922"/>
                </a:lnTo>
                <a:lnTo>
                  <a:pt x="249144" y="104441"/>
                </a:lnTo>
                <a:lnTo>
                  <a:pt x="173374" y="96445"/>
                </a:lnTo>
                <a:lnTo>
                  <a:pt x="169701" y="93775"/>
                </a:lnTo>
                <a:lnTo>
                  <a:pt x="138674" y="24195"/>
                </a:lnTo>
                <a:lnTo>
                  <a:pt x="138049" y="23779"/>
                </a:lnTo>
                <a:lnTo>
                  <a:pt x="164490" y="23779"/>
                </a:lnTo>
                <a:lnTo>
                  <a:pt x="186870" y="73968"/>
                </a:lnTo>
                <a:lnTo>
                  <a:pt x="255981" y="81273"/>
                </a:lnTo>
                <a:lnTo>
                  <a:pt x="260813" y="83331"/>
                </a:lnTo>
                <a:lnTo>
                  <a:pt x="268379" y="89751"/>
                </a:lnTo>
                <a:lnTo>
                  <a:pt x="271087" y="93827"/>
                </a:lnTo>
                <a:lnTo>
                  <a:pt x="274078" y="103008"/>
                </a:lnTo>
                <a:lnTo>
                  <a:pt x="274278" y="107905"/>
                </a:lnTo>
                <a:lnTo>
                  <a:pt x="273171" y="112593"/>
                </a:lnTo>
                <a:lnTo>
                  <a:pt x="271947" y="117606"/>
                </a:lnTo>
                <a:lnTo>
                  <a:pt x="269238" y="122112"/>
                </a:lnTo>
                <a:lnTo>
                  <a:pt x="217656" y="168616"/>
                </a:lnTo>
                <a:lnTo>
                  <a:pt x="232006" y="236333"/>
                </a:lnTo>
                <a:lnTo>
                  <a:pt x="231942" y="237922"/>
                </a:lnTo>
                <a:lnTo>
                  <a:pt x="231830" y="239211"/>
                </a:lnTo>
                <a:close/>
              </a:path>
              <a:path w="274320" h="263525">
                <a:moveTo>
                  <a:pt x="116538" y="238977"/>
                </a:moveTo>
                <a:lnTo>
                  <a:pt x="68873" y="238977"/>
                </a:lnTo>
                <a:lnTo>
                  <a:pt x="131212" y="203035"/>
                </a:lnTo>
                <a:lnTo>
                  <a:pt x="133035" y="202006"/>
                </a:lnTo>
                <a:lnTo>
                  <a:pt x="135080" y="201459"/>
                </a:lnTo>
                <a:lnTo>
                  <a:pt x="139234" y="201459"/>
                </a:lnTo>
                <a:lnTo>
                  <a:pt x="141278" y="202006"/>
                </a:lnTo>
                <a:lnTo>
                  <a:pt x="184796" y="227087"/>
                </a:lnTo>
                <a:lnTo>
                  <a:pt x="137163" y="227087"/>
                </a:lnTo>
                <a:lnTo>
                  <a:pt x="116538" y="238977"/>
                </a:lnTo>
                <a:close/>
              </a:path>
              <a:path w="274320" h="263525">
                <a:moveTo>
                  <a:pt x="206391" y="262652"/>
                </a:moveTo>
                <a:lnTo>
                  <a:pt x="201221" y="262652"/>
                </a:lnTo>
                <a:lnTo>
                  <a:pt x="196755" y="261441"/>
                </a:lnTo>
                <a:lnTo>
                  <a:pt x="137163" y="227087"/>
                </a:lnTo>
                <a:lnTo>
                  <a:pt x="184796" y="227087"/>
                </a:lnTo>
                <a:lnTo>
                  <a:pt x="205831" y="239211"/>
                </a:lnTo>
                <a:lnTo>
                  <a:pt x="231830" y="239211"/>
                </a:lnTo>
                <a:lnTo>
                  <a:pt x="207029" y="262626"/>
                </a:lnTo>
                <a:lnTo>
                  <a:pt x="206391" y="262652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029684" y="814138"/>
            <a:ext cx="379901" cy="37990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85074" y="5731552"/>
            <a:ext cx="8534392" cy="33695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05427" y="2765670"/>
            <a:ext cx="455930" cy="544195"/>
          </a:xfrm>
          <a:custGeom>
            <a:avLst/>
            <a:gdLst/>
            <a:ahLst/>
            <a:cxnLst/>
            <a:rect l="l" t="t" r="r" b="b"/>
            <a:pathLst>
              <a:path w="455930" h="544195">
                <a:moveTo>
                  <a:pt x="447103" y="544068"/>
                </a:moveTo>
                <a:lnTo>
                  <a:pt x="391477" y="544068"/>
                </a:lnTo>
                <a:lnTo>
                  <a:pt x="391477" y="0"/>
                </a:lnTo>
                <a:lnTo>
                  <a:pt x="455485" y="0"/>
                </a:lnTo>
                <a:lnTo>
                  <a:pt x="455485" y="535686"/>
                </a:lnTo>
                <a:lnTo>
                  <a:pt x="454342" y="538353"/>
                </a:lnTo>
                <a:lnTo>
                  <a:pt x="449770" y="542925"/>
                </a:lnTo>
                <a:lnTo>
                  <a:pt x="447103" y="544068"/>
                </a:lnTo>
                <a:close/>
              </a:path>
              <a:path w="455930" h="544195">
                <a:moveTo>
                  <a:pt x="33718" y="460629"/>
                </a:moveTo>
                <a:lnTo>
                  <a:pt x="0" y="414337"/>
                </a:lnTo>
                <a:lnTo>
                  <a:pt x="16359" y="410158"/>
                </a:lnTo>
                <a:lnTo>
                  <a:pt x="33432" y="405050"/>
                </a:lnTo>
                <a:lnTo>
                  <a:pt x="69723" y="392049"/>
                </a:lnTo>
                <a:lnTo>
                  <a:pt x="106156" y="375404"/>
                </a:lnTo>
                <a:lnTo>
                  <a:pt x="140017" y="355187"/>
                </a:lnTo>
                <a:lnTo>
                  <a:pt x="169878" y="331255"/>
                </a:lnTo>
                <a:lnTo>
                  <a:pt x="203811" y="288107"/>
                </a:lnTo>
                <a:lnTo>
                  <a:pt x="216027" y="236029"/>
                </a:lnTo>
                <a:lnTo>
                  <a:pt x="216598" y="88011"/>
                </a:lnTo>
                <a:lnTo>
                  <a:pt x="216598" y="84201"/>
                </a:lnTo>
                <a:lnTo>
                  <a:pt x="214503" y="82296"/>
                </a:lnTo>
                <a:lnTo>
                  <a:pt x="14287" y="82296"/>
                </a:lnTo>
                <a:lnTo>
                  <a:pt x="14287" y="27432"/>
                </a:lnTo>
                <a:lnTo>
                  <a:pt x="248602" y="27432"/>
                </a:lnTo>
                <a:lnTo>
                  <a:pt x="255692" y="28092"/>
                </a:lnTo>
                <a:lnTo>
                  <a:pt x="282321" y="62293"/>
                </a:lnTo>
                <a:lnTo>
                  <a:pt x="282321" y="226885"/>
                </a:lnTo>
                <a:lnTo>
                  <a:pt x="276606" y="274820"/>
                </a:lnTo>
                <a:lnTo>
                  <a:pt x="259461" y="316896"/>
                </a:lnTo>
                <a:lnTo>
                  <a:pt x="233314" y="353472"/>
                </a:lnTo>
                <a:lnTo>
                  <a:pt x="200596" y="384905"/>
                </a:lnTo>
                <a:lnTo>
                  <a:pt x="162591" y="411194"/>
                </a:lnTo>
                <a:lnTo>
                  <a:pt x="120586" y="432339"/>
                </a:lnTo>
                <a:lnTo>
                  <a:pt x="76866" y="448698"/>
                </a:lnTo>
                <a:lnTo>
                  <a:pt x="55221" y="455217"/>
                </a:lnTo>
                <a:lnTo>
                  <a:pt x="33718" y="4606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415205" y="2753097"/>
            <a:ext cx="514350" cy="556895"/>
          </a:xfrm>
          <a:custGeom>
            <a:avLst/>
            <a:gdLst/>
            <a:ahLst/>
            <a:cxnLst/>
            <a:rect l="l" t="t" r="r" b="b"/>
            <a:pathLst>
              <a:path w="514350" h="556895">
                <a:moveTo>
                  <a:pt x="260032" y="325755"/>
                </a:moveTo>
                <a:lnTo>
                  <a:pt x="212026" y="322218"/>
                </a:lnTo>
                <a:lnTo>
                  <a:pt x="165663" y="311610"/>
                </a:lnTo>
                <a:lnTo>
                  <a:pt x="126480" y="293983"/>
                </a:lnTo>
                <a:lnTo>
                  <a:pt x="90564" y="260657"/>
                </a:lnTo>
                <a:lnTo>
                  <a:pt x="81724" y="228028"/>
                </a:lnTo>
                <a:lnTo>
                  <a:pt x="82724" y="215598"/>
                </a:lnTo>
                <a:lnTo>
                  <a:pt x="106334" y="174432"/>
                </a:lnTo>
                <a:lnTo>
                  <a:pt x="139446" y="152304"/>
                </a:lnTo>
                <a:lnTo>
                  <a:pt x="181397" y="137570"/>
                </a:lnTo>
                <a:lnTo>
                  <a:pt x="228528" y="130016"/>
                </a:lnTo>
                <a:lnTo>
                  <a:pt x="260032" y="128587"/>
                </a:lnTo>
                <a:lnTo>
                  <a:pt x="275766" y="128962"/>
                </a:lnTo>
                <a:lnTo>
                  <a:pt x="323183" y="134588"/>
                </a:lnTo>
                <a:lnTo>
                  <a:pt x="367224" y="147286"/>
                </a:lnTo>
                <a:lnTo>
                  <a:pt x="403407" y="167235"/>
                </a:lnTo>
                <a:lnTo>
                  <a:pt x="418186" y="180594"/>
                </a:lnTo>
                <a:lnTo>
                  <a:pt x="260032" y="180594"/>
                </a:lnTo>
                <a:lnTo>
                  <a:pt x="250781" y="180772"/>
                </a:lnTo>
                <a:lnTo>
                  <a:pt x="211972" y="185076"/>
                </a:lnTo>
                <a:lnTo>
                  <a:pt x="170592" y="199024"/>
                </a:lnTo>
                <a:lnTo>
                  <a:pt x="148018" y="220027"/>
                </a:lnTo>
                <a:lnTo>
                  <a:pt x="148018" y="235648"/>
                </a:lnTo>
                <a:lnTo>
                  <a:pt x="184880" y="262604"/>
                </a:lnTo>
                <a:lnTo>
                  <a:pt x="231100" y="273123"/>
                </a:lnTo>
                <a:lnTo>
                  <a:pt x="260032" y="274891"/>
                </a:lnTo>
                <a:lnTo>
                  <a:pt x="418400" y="274891"/>
                </a:lnTo>
                <a:lnTo>
                  <a:pt x="413176" y="280213"/>
                </a:lnTo>
                <a:lnTo>
                  <a:pt x="380333" y="301752"/>
                </a:lnTo>
                <a:lnTo>
                  <a:pt x="338649" y="316378"/>
                </a:lnTo>
                <a:lnTo>
                  <a:pt x="291536" y="324254"/>
                </a:lnTo>
                <a:lnTo>
                  <a:pt x="275766" y="325379"/>
                </a:lnTo>
                <a:lnTo>
                  <a:pt x="260032" y="325755"/>
                </a:lnTo>
                <a:close/>
              </a:path>
              <a:path w="514350" h="556895">
                <a:moveTo>
                  <a:pt x="418400" y="274891"/>
                </a:moveTo>
                <a:lnTo>
                  <a:pt x="260032" y="274891"/>
                </a:lnTo>
                <a:lnTo>
                  <a:pt x="269783" y="274695"/>
                </a:lnTo>
                <a:lnTo>
                  <a:pt x="279606" y="274105"/>
                </a:lnTo>
                <a:lnTo>
                  <a:pt x="318539" y="267890"/>
                </a:lnTo>
                <a:lnTo>
                  <a:pt x="356973" y="252156"/>
                </a:lnTo>
                <a:lnTo>
                  <a:pt x="373189" y="235648"/>
                </a:lnTo>
                <a:lnTo>
                  <a:pt x="373189" y="219646"/>
                </a:lnTo>
                <a:lnTo>
                  <a:pt x="343542" y="195077"/>
                </a:lnTo>
                <a:lnTo>
                  <a:pt x="299466" y="183451"/>
                </a:lnTo>
                <a:lnTo>
                  <a:pt x="260032" y="180594"/>
                </a:lnTo>
                <a:lnTo>
                  <a:pt x="418186" y="180594"/>
                </a:lnTo>
                <a:lnTo>
                  <a:pt x="436768" y="215866"/>
                </a:lnTo>
                <a:lnTo>
                  <a:pt x="437769" y="228028"/>
                </a:lnTo>
                <a:lnTo>
                  <a:pt x="436768" y="240172"/>
                </a:lnTo>
                <a:lnTo>
                  <a:pt x="433768" y="251460"/>
                </a:lnTo>
                <a:lnTo>
                  <a:pt x="428767" y="261889"/>
                </a:lnTo>
                <a:lnTo>
                  <a:pt x="421767" y="271462"/>
                </a:lnTo>
                <a:lnTo>
                  <a:pt x="418400" y="274891"/>
                </a:lnTo>
                <a:close/>
              </a:path>
              <a:path w="514350" h="556895">
                <a:moveTo>
                  <a:pt x="290893" y="59436"/>
                </a:moveTo>
                <a:lnTo>
                  <a:pt x="225742" y="59436"/>
                </a:lnTo>
                <a:lnTo>
                  <a:pt x="225742" y="0"/>
                </a:lnTo>
                <a:lnTo>
                  <a:pt x="290893" y="0"/>
                </a:lnTo>
                <a:lnTo>
                  <a:pt x="290893" y="59436"/>
                </a:lnTo>
                <a:close/>
              </a:path>
              <a:path w="514350" h="556895">
                <a:moveTo>
                  <a:pt x="464629" y="113157"/>
                </a:moveTo>
                <a:lnTo>
                  <a:pt x="53149" y="113157"/>
                </a:lnTo>
                <a:lnTo>
                  <a:pt x="53149" y="59436"/>
                </a:lnTo>
                <a:lnTo>
                  <a:pt x="464629" y="59436"/>
                </a:lnTo>
                <a:lnTo>
                  <a:pt x="464629" y="113157"/>
                </a:lnTo>
                <a:close/>
              </a:path>
              <a:path w="514350" h="556895">
                <a:moveTo>
                  <a:pt x="504063" y="401193"/>
                </a:moveTo>
                <a:lnTo>
                  <a:pt x="0" y="401193"/>
                </a:lnTo>
                <a:lnTo>
                  <a:pt x="0" y="346900"/>
                </a:lnTo>
                <a:lnTo>
                  <a:pt x="514350" y="346900"/>
                </a:lnTo>
                <a:lnTo>
                  <a:pt x="514350" y="389763"/>
                </a:lnTo>
                <a:lnTo>
                  <a:pt x="513969" y="395097"/>
                </a:lnTo>
                <a:lnTo>
                  <a:pt x="512254" y="398335"/>
                </a:lnTo>
                <a:lnTo>
                  <a:pt x="506158" y="400621"/>
                </a:lnTo>
                <a:lnTo>
                  <a:pt x="504063" y="401193"/>
                </a:lnTo>
                <a:close/>
              </a:path>
              <a:path w="514350" h="556895">
                <a:moveTo>
                  <a:pt x="280035" y="556641"/>
                </a:moveTo>
                <a:lnTo>
                  <a:pt x="225171" y="556641"/>
                </a:lnTo>
                <a:lnTo>
                  <a:pt x="225171" y="401193"/>
                </a:lnTo>
                <a:lnTo>
                  <a:pt x="290322" y="401193"/>
                </a:lnTo>
                <a:lnTo>
                  <a:pt x="290322" y="545211"/>
                </a:lnTo>
                <a:lnTo>
                  <a:pt x="289941" y="550545"/>
                </a:lnTo>
                <a:lnTo>
                  <a:pt x="288226" y="553783"/>
                </a:lnTo>
                <a:lnTo>
                  <a:pt x="282130" y="556069"/>
                </a:lnTo>
                <a:lnTo>
                  <a:pt x="280035" y="5566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963846" y="2766241"/>
            <a:ext cx="457200" cy="543560"/>
          </a:xfrm>
          <a:custGeom>
            <a:avLst/>
            <a:gdLst/>
            <a:ahLst/>
            <a:cxnLst/>
            <a:rect l="l" t="t" r="r" b="b"/>
            <a:pathLst>
              <a:path w="457200" h="543560">
                <a:moveTo>
                  <a:pt x="174879" y="253746"/>
                </a:moveTo>
                <a:lnTo>
                  <a:pt x="109870" y="245530"/>
                </a:lnTo>
                <a:lnTo>
                  <a:pt x="61150" y="220884"/>
                </a:lnTo>
                <a:lnTo>
                  <a:pt x="30718" y="181951"/>
                </a:lnTo>
                <a:lnTo>
                  <a:pt x="20574" y="130873"/>
                </a:lnTo>
                <a:lnTo>
                  <a:pt x="21270" y="117425"/>
                </a:lnTo>
                <a:lnTo>
                  <a:pt x="31718" y="80295"/>
                </a:lnTo>
                <a:lnTo>
                  <a:pt x="63150" y="40290"/>
                </a:lnTo>
                <a:lnTo>
                  <a:pt x="98244" y="19180"/>
                </a:lnTo>
                <a:lnTo>
                  <a:pt x="142017" y="6929"/>
                </a:lnTo>
                <a:lnTo>
                  <a:pt x="174879" y="4572"/>
                </a:lnTo>
                <a:lnTo>
                  <a:pt x="191613" y="5161"/>
                </a:lnTo>
                <a:lnTo>
                  <a:pt x="236886" y="14001"/>
                </a:lnTo>
                <a:lnTo>
                  <a:pt x="274123" y="32325"/>
                </a:lnTo>
                <a:lnTo>
                  <a:pt x="299982" y="56007"/>
                </a:lnTo>
                <a:lnTo>
                  <a:pt x="174879" y="56007"/>
                </a:lnTo>
                <a:lnTo>
                  <a:pt x="164592" y="56382"/>
                </a:lnTo>
                <a:lnTo>
                  <a:pt x="121745" y="69115"/>
                </a:lnTo>
                <a:lnTo>
                  <a:pt x="94351" y="95654"/>
                </a:lnTo>
                <a:lnTo>
                  <a:pt x="84582" y="130873"/>
                </a:lnTo>
                <a:lnTo>
                  <a:pt x="86010" y="145161"/>
                </a:lnTo>
                <a:lnTo>
                  <a:pt x="107442" y="181165"/>
                </a:lnTo>
                <a:lnTo>
                  <a:pt x="153947" y="200453"/>
                </a:lnTo>
                <a:lnTo>
                  <a:pt x="174879" y="201739"/>
                </a:lnTo>
                <a:lnTo>
                  <a:pt x="301723" y="201739"/>
                </a:lnTo>
                <a:lnTo>
                  <a:pt x="301251" y="202382"/>
                </a:lnTo>
                <a:lnTo>
                  <a:pt x="272569" y="227582"/>
                </a:lnTo>
                <a:lnTo>
                  <a:pt x="235172" y="244887"/>
                </a:lnTo>
                <a:lnTo>
                  <a:pt x="190863" y="253192"/>
                </a:lnTo>
                <a:lnTo>
                  <a:pt x="174879" y="253746"/>
                </a:lnTo>
                <a:close/>
              </a:path>
              <a:path w="457200" h="543560">
                <a:moveTo>
                  <a:pt x="301723" y="201739"/>
                </a:moveTo>
                <a:lnTo>
                  <a:pt x="174879" y="201739"/>
                </a:lnTo>
                <a:lnTo>
                  <a:pt x="185183" y="201382"/>
                </a:lnTo>
                <a:lnTo>
                  <a:pt x="194952" y="200310"/>
                </a:lnTo>
                <a:lnTo>
                  <a:pt x="234957" y="185040"/>
                </a:lnTo>
                <a:lnTo>
                  <a:pt x="260657" y="150965"/>
                </a:lnTo>
                <a:lnTo>
                  <a:pt x="264033" y="130873"/>
                </a:lnTo>
                <a:lnTo>
                  <a:pt x="262622" y="115532"/>
                </a:lnTo>
                <a:lnTo>
                  <a:pt x="241458" y="77438"/>
                </a:lnTo>
                <a:lnTo>
                  <a:pt x="195542" y="57346"/>
                </a:lnTo>
                <a:lnTo>
                  <a:pt x="174879" y="56007"/>
                </a:lnTo>
                <a:lnTo>
                  <a:pt x="299982" y="56007"/>
                </a:lnTo>
                <a:lnTo>
                  <a:pt x="320218" y="92136"/>
                </a:lnTo>
                <a:lnTo>
                  <a:pt x="326326" y="130873"/>
                </a:lnTo>
                <a:lnTo>
                  <a:pt x="325620" y="144375"/>
                </a:lnTo>
                <a:lnTo>
                  <a:pt x="314896" y="181451"/>
                </a:lnTo>
                <a:lnTo>
                  <a:pt x="308627" y="192327"/>
                </a:lnTo>
                <a:lnTo>
                  <a:pt x="301723" y="201739"/>
                </a:lnTo>
                <a:close/>
              </a:path>
              <a:path w="457200" h="543560">
                <a:moveTo>
                  <a:pt x="448818" y="543496"/>
                </a:moveTo>
                <a:lnTo>
                  <a:pt x="391477" y="543496"/>
                </a:lnTo>
                <a:lnTo>
                  <a:pt x="391477" y="0"/>
                </a:lnTo>
                <a:lnTo>
                  <a:pt x="457200" y="0"/>
                </a:lnTo>
                <a:lnTo>
                  <a:pt x="457200" y="535114"/>
                </a:lnTo>
                <a:lnTo>
                  <a:pt x="456057" y="537781"/>
                </a:lnTo>
                <a:lnTo>
                  <a:pt x="451485" y="542353"/>
                </a:lnTo>
                <a:lnTo>
                  <a:pt x="448818" y="543496"/>
                </a:lnTo>
                <a:close/>
              </a:path>
              <a:path w="457200" h="543560">
                <a:moveTo>
                  <a:pt x="191643" y="504634"/>
                </a:moveTo>
                <a:lnTo>
                  <a:pt x="134874" y="504634"/>
                </a:lnTo>
                <a:lnTo>
                  <a:pt x="134874" y="352615"/>
                </a:lnTo>
                <a:lnTo>
                  <a:pt x="0" y="352615"/>
                </a:lnTo>
                <a:lnTo>
                  <a:pt x="0" y="297180"/>
                </a:lnTo>
                <a:lnTo>
                  <a:pt x="181737" y="297180"/>
                </a:lnTo>
                <a:lnTo>
                  <a:pt x="207293" y="296894"/>
                </a:lnTo>
                <a:lnTo>
                  <a:pt x="257442" y="294608"/>
                </a:lnTo>
                <a:lnTo>
                  <a:pt x="305770" y="290071"/>
                </a:lnTo>
                <a:lnTo>
                  <a:pt x="349061" y="283499"/>
                </a:lnTo>
                <a:lnTo>
                  <a:pt x="368617" y="279463"/>
                </a:lnTo>
                <a:lnTo>
                  <a:pt x="368617" y="328993"/>
                </a:lnTo>
                <a:lnTo>
                  <a:pt x="327469" y="342614"/>
                </a:lnTo>
                <a:lnTo>
                  <a:pt x="280999" y="348704"/>
                </a:lnTo>
                <a:lnTo>
                  <a:pt x="225742" y="351901"/>
                </a:lnTo>
                <a:lnTo>
                  <a:pt x="200025" y="352615"/>
                </a:lnTo>
                <a:lnTo>
                  <a:pt x="200025" y="496252"/>
                </a:lnTo>
                <a:lnTo>
                  <a:pt x="198882" y="498919"/>
                </a:lnTo>
                <a:lnTo>
                  <a:pt x="194310" y="503491"/>
                </a:lnTo>
                <a:lnTo>
                  <a:pt x="191643" y="5046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499912" y="2765670"/>
            <a:ext cx="455930" cy="544195"/>
          </a:xfrm>
          <a:custGeom>
            <a:avLst/>
            <a:gdLst/>
            <a:ahLst/>
            <a:cxnLst/>
            <a:rect l="l" t="t" r="r" b="b"/>
            <a:pathLst>
              <a:path w="455930" h="544195">
                <a:moveTo>
                  <a:pt x="447103" y="544068"/>
                </a:moveTo>
                <a:lnTo>
                  <a:pt x="391477" y="544068"/>
                </a:lnTo>
                <a:lnTo>
                  <a:pt x="391477" y="0"/>
                </a:lnTo>
                <a:lnTo>
                  <a:pt x="455485" y="0"/>
                </a:lnTo>
                <a:lnTo>
                  <a:pt x="455485" y="535686"/>
                </a:lnTo>
                <a:lnTo>
                  <a:pt x="454342" y="538353"/>
                </a:lnTo>
                <a:lnTo>
                  <a:pt x="449770" y="542925"/>
                </a:lnTo>
                <a:lnTo>
                  <a:pt x="447103" y="544068"/>
                </a:lnTo>
                <a:close/>
              </a:path>
              <a:path w="455930" h="544195">
                <a:moveTo>
                  <a:pt x="33718" y="460629"/>
                </a:moveTo>
                <a:lnTo>
                  <a:pt x="0" y="414337"/>
                </a:lnTo>
                <a:lnTo>
                  <a:pt x="16359" y="410158"/>
                </a:lnTo>
                <a:lnTo>
                  <a:pt x="33432" y="405050"/>
                </a:lnTo>
                <a:lnTo>
                  <a:pt x="69723" y="392049"/>
                </a:lnTo>
                <a:lnTo>
                  <a:pt x="106156" y="375404"/>
                </a:lnTo>
                <a:lnTo>
                  <a:pt x="140017" y="355187"/>
                </a:lnTo>
                <a:lnTo>
                  <a:pt x="169878" y="331255"/>
                </a:lnTo>
                <a:lnTo>
                  <a:pt x="203811" y="288107"/>
                </a:lnTo>
                <a:lnTo>
                  <a:pt x="216027" y="236029"/>
                </a:lnTo>
                <a:lnTo>
                  <a:pt x="216598" y="88011"/>
                </a:lnTo>
                <a:lnTo>
                  <a:pt x="216598" y="84201"/>
                </a:lnTo>
                <a:lnTo>
                  <a:pt x="214503" y="82296"/>
                </a:lnTo>
                <a:lnTo>
                  <a:pt x="14287" y="82296"/>
                </a:lnTo>
                <a:lnTo>
                  <a:pt x="14287" y="27432"/>
                </a:lnTo>
                <a:lnTo>
                  <a:pt x="248602" y="27432"/>
                </a:lnTo>
                <a:lnTo>
                  <a:pt x="255692" y="28092"/>
                </a:lnTo>
                <a:lnTo>
                  <a:pt x="282321" y="62293"/>
                </a:lnTo>
                <a:lnTo>
                  <a:pt x="282321" y="226885"/>
                </a:lnTo>
                <a:lnTo>
                  <a:pt x="276606" y="274820"/>
                </a:lnTo>
                <a:lnTo>
                  <a:pt x="259461" y="316896"/>
                </a:lnTo>
                <a:lnTo>
                  <a:pt x="233314" y="353472"/>
                </a:lnTo>
                <a:lnTo>
                  <a:pt x="200596" y="384905"/>
                </a:lnTo>
                <a:lnTo>
                  <a:pt x="162591" y="411194"/>
                </a:lnTo>
                <a:lnTo>
                  <a:pt x="120586" y="432339"/>
                </a:lnTo>
                <a:lnTo>
                  <a:pt x="76866" y="448698"/>
                </a:lnTo>
                <a:lnTo>
                  <a:pt x="55221" y="455217"/>
                </a:lnTo>
                <a:lnTo>
                  <a:pt x="33718" y="4606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63335" y="2765670"/>
            <a:ext cx="514350" cy="549910"/>
          </a:xfrm>
          <a:custGeom>
            <a:avLst/>
            <a:gdLst/>
            <a:ahLst/>
            <a:cxnLst/>
            <a:rect l="l" t="t" r="r" b="b"/>
            <a:pathLst>
              <a:path w="514350" h="549910">
                <a:moveTo>
                  <a:pt x="78867" y="224599"/>
                </a:moveTo>
                <a:lnTo>
                  <a:pt x="41148" y="180594"/>
                </a:lnTo>
                <a:lnTo>
                  <a:pt x="54149" y="176468"/>
                </a:lnTo>
                <a:lnTo>
                  <a:pt x="68008" y="171521"/>
                </a:lnTo>
                <a:lnTo>
                  <a:pt x="114085" y="151893"/>
                </a:lnTo>
                <a:lnTo>
                  <a:pt x="158877" y="126873"/>
                </a:lnTo>
                <a:lnTo>
                  <a:pt x="196596" y="97672"/>
                </a:lnTo>
                <a:lnTo>
                  <a:pt x="221456" y="65508"/>
                </a:lnTo>
                <a:lnTo>
                  <a:pt x="226314" y="43434"/>
                </a:lnTo>
                <a:lnTo>
                  <a:pt x="226314" y="0"/>
                </a:lnTo>
                <a:lnTo>
                  <a:pt x="291465" y="0"/>
                </a:lnTo>
                <a:lnTo>
                  <a:pt x="291465" y="43434"/>
                </a:lnTo>
                <a:lnTo>
                  <a:pt x="292054" y="51113"/>
                </a:lnTo>
                <a:lnTo>
                  <a:pt x="311824" y="88296"/>
                </a:lnTo>
                <a:lnTo>
                  <a:pt x="339024" y="113157"/>
                </a:lnTo>
                <a:lnTo>
                  <a:pt x="258318" y="113157"/>
                </a:lnTo>
                <a:lnTo>
                  <a:pt x="222599" y="148590"/>
                </a:lnTo>
                <a:lnTo>
                  <a:pt x="189702" y="172164"/>
                </a:lnTo>
                <a:lnTo>
                  <a:pt x="153804" y="193024"/>
                </a:lnTo>
                <a:lnTo>
                  <a:pt x="115835" y="210669"/>
                </a:lnTo>
                <a:lnTo>
                  <a:pt x="90975" y="220384"/>
                </a:lnTo>
                <a:lnTo>
                  <a:pt x="78867" y="224599"/>
                </a:lnTo>
                <a:close/>
              </a:path>
              <a:path w="514350" h="549910">
                <a:moveTo>
                  <a:pt x="438340" y="223456"/>
                </a:moveTo>
                <a:lnTo>
                  <a:pt x="391477" y="206311"/>
                </a:lnTo>
                <a:lnTo>
                  <a:pt x="354079" y="187237"/>
                </a:lnTo>
                <a:lnTo>
                  <a:pt x="317825" y="164520"/>
                </a:lnTo>
                <a:lnTo>
                  <a:pt x="284624" y="139035"/>
                </a:lnTo>
                <a:lnTo>
                  <a:pt x="258318" y="113157"/>
                </a:lnTo>
                <a:lnTo>
                  <a:pt x="339024" y="113157"/>
                </a:lnTo>
                <a:lnTo>
                  <a:pt x="342257" y="115657"/>
                </a:lnTo>
                <a:lnTo>
                  <a:pt x="351311" y="122068"/>
                </a:lnTo>
                <a:lnTo>
                  <a:pt x="390959" y="145446"/>
                </a:lnTo>
                <a:lnTo>
                  <a:pt x="431250" y="164145"/>
                </a:lnTo>
                <a:lnTo>
                  <a:pt x="467219" y="177236"/>
                </a:lnTo>
                <a:lnTo>
                  <a:pt x="474916" y="179451"/>
                </a:lnTo>
                <a:lnTo>
                  <a:pt x="438340" y="223456"/>
                </a:lnTo>
                <a:close/>
              </a:path>
              <a:path w="514350" h="549910">
                <a:moveTo>
                  <a:pt x="291465" y="267462"/>
                </a:moveTo>
                <a:lnTo>
                  <a:pt x="226314" y="267462"/>
                </a:lnTo>
                <a:lnTo>
                  <a:pt x="226314" y="188595"/>
                </a:lnTo>
                <a:lnTo>
                  <a:pt x="291465" y="188595"/>
                </a:lnTo>
                <a:lnTo>
                  <a:pt x="291465" y="267462"/>
                </a:lnTo>
                <a:close/>
              </a:path>
              <a:path w="514350" h="549910">
                <a:moveTo>
                  <a:pt x="505968" y="322326"/>
                </a:moveTo>
                <a:lnTo>
                  <a:pt x="0" y="322326"/>
                </a:lnTo>
                <a:lnTo>
                  <a:pt x="0" y="267462"/>
                </a:lnTo>
                <a:lnTo>
                  <a:pt x="514350" y="267462"/>
                </a:lnTo>
                <a:lnTo>
                  <a:pt x="514350" y="313944"/>
                </a:lnTo>
                <a:lnTo>
                  <a:pt x="513207" y="316611"/>
                </a:lnTo>
                <a:lnTo>
                  <a:pt x="508635" y="321183"/>
                </a:lnTo>
                <a:lnTo>
                  <a:pt x="505968" y="322326"/>
                </a:lnTo>
                <a:close/>
              </a:path>
              <a:path w="514350" h="549910">
                <a:moveTo>
                  <a:pt x="436816" y="549783"/>
                </a:moveTo>
                <a:lnTo>
                  <a:pt x="380619" y="549783"/>
                </a:lnTo>
                <a:lnTo>
                  <a:pt x="380619" y="416814"/>
                </a:lnTo>
                <a:lnTo>
                  <a:pt x="378714" y="414909"/>
                </a:lnTo>
                <a:lnTo>
                  <a:pt x="69151" y="414909"/>
                </a:lnTo>
                <a:lnTo>
                  <a:pt x="69151" y="360616"/>
                </a:lnTo>
                <a:lnTo>
                  <a:pt x="410337" y="360616"/>
                </a:lnTo>
                <a:lnTo>
                  <a:pt x="417230" y="361223"/>
                </a:lnTo>
                <a:lnTo>
                  <a:pt x="444555" y="387798"/>
                </a:lnTo>
                <a:lnTo>
                  <a:pt x="445198" y="394906"/>
                </a:lnTo>
                <a:lnTo>
                  <a:pt x="445198" y="541401"/>
                </a:lnTo>
                <a:lnTo>
                  <a:pt x="444055" y="544068"/>
                </a:lnTo>
                <a:lnTo>
                  <a:pt x="439483" y="548640"/>
                </a:lnTo>
                <a:lnTo>
                  <a:pt x="436816" y="5497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77424" y="3565770"/>
            <a:ext cx="469265" cy="546100"/>
          </a:xfrm>
          <a:custGeom>
            <a:avLst/>
            <a:gdLst/>
            <a:ahLst/>
            <a:cxnLst/>
            <a:rect l="l" t="t" r="r" b="b"/>
            <a:pathLst>
              <a:path w="469265" h="546100">
                <a:moveTo>
                  <a:pt x="459295" y="309753"/>
                </a:moveTo>
                <a:lnTo>
                  <a:pt x="405193" y="309753"/>
                </a:lnTo>
                <a:lnTo>
                  <a:pt x="405193" y="166878"/>
                </a:lnTo>
                <a:lnTo>
                  <a:pt x="288036" y="166878"/>
                </a:lnTo>
                <a:lnTo>
                  <a:pt x="288036" y="110871"/>
                </a:lnTo>
                <a:lnTo>
                  <a:pt x="405193" y="110871"/>
                </a:lnTo>
                <a:lnTo>
                  <a:pt x="405193" y="0"/>
                </a:lnTo>
                <a:lnTo>
                  <a:pt x="469201" y="0"/>
                </a:lnTo>
                <a:lnTo>
                  <a:pt x="469201" y="298323"/>
                </a:lnTo>
                <a:lnTo>
                  <a:pt x="468820" y="303276"/>
                </a:lnTo>
                <a:lnTo>
                  <a:pt x="467201" y="306419"/>
                </a:lnTo>
                <a:lnTo>
                  <a:pt x="461486" y="309086"/>
                </a:lnTo>
                <a:lnTo>
                  <a:pt x="459295" y="309753"/>
                </a:lnTo>
                <a:close/>
              </a:path>
              <a:path w="469265" h="546100">
                <a:moveTo>
                  <a:pt x="317754" y="69151"/>
                </a:moveTo>
                <a:lnTo>
                  <a:pt x="36004" y="69151"/>
                </a:lnTo>
                <a:lnTo>
                  <a:pt x="36004" y="16573"/>
                </a:lnTo>
                <a:lnTo>
                  <a:pt x="317754" y="16573"/>
                </a:lnTo>
                <a:lnTo>
                  <a:pt x="317754" y="69151"/>
                </a:lnTo>
                <a:close/>
              </a:path>
              <a:path w="469265" h="546100">
                <a:moveTo>
                  <a:pt x="40576" y="306324"/>
                </a:moveTo>
                <a:lnTo>
                  <a:pt x="0" y="264604"/>
                </a:lnTo>
                <a:lnTo>
                  <a:pt x="15126" y="257782"/>
                </a:lnTo>
                <a:lnTo>
                  <a:pt x="29646" y="250459"/>
                </a:lnTo>
                <a:lnTo>
                  <a:pt x="69437" y="225617"/>
                </a:lnTo>
                <a:lnTo>
                  <a:pt x="102012" y="198024"/>
                </a:lnTo>
                <a:lnTo>
                  <a:pt x="131730" y="158877"/>
                </a:lnTo>
                <a:lnTo>
                  <a:pt x="142303" y="120015"/>
                </a:lnTo>
                <a:lnTo>
                  <a:pt x="142303" y="69151"/>
                </a:lnTo>
                <a:lnTo>
                  <a:pt x="209169" y="69151"/>
                </a:lnTo>
                <a:lnTo>
                  <a:pt x="209169" y="120015"/>
                </a:lnTo>
                <a:lnTo>
                  <a:pt x="210026" y="131016"/>
                </a:lnTo>
                <a:lnTo>
                  <a:pt x="230153" y="172092"/>
                </a:lnTo>
                <a:lnTo>
                  <a:pt x="261291" y="202311"/>
                </a:lnTo>
                <a:lnTo>
                  <a:pt x="177165" y="202311"/>
                </a:lnTo>
                <a:lnTo>
                  <a:pt x="148875" y="232600"/>
                </a:lnTo>
                <a:lnTo>
                  <a:pt x="114300" y="262318"/>
                </a:lnTo>
                <a:lnTo>
                  <a:pt x="76866" y="288036"/>
                </a:lnTo>
                <a:lnTo>
                  <a:pt x="49274" y="302609"/>
                </a:lnTo>
                <a:lnTo>
                  <a:pt x="40576" y="306324"/>
                </a:lnTo>
                <a:close/>
              </a:path>
              <a:path w="469265" h="546100">
                <a:moveTo>
                  <a:pt x="303466" y="292608"/>
                </a:moveTo>
                <a:lnTo>
                  <a:pt x="269176" y="275748"/>
                </a:lnTo>
                <a:lnTo>
                  <a:pt x="234600" y="253746"/>
                </a:lnTo>
                <a:lnTo>
                  <a:pt x="202882" y="228600"/>
                </a:lnTo>
                <a:lnTo>
                  <a:pt x="177165" y="202311"/>
                </a:lnTo>
                <a:lnTo>
                  <a:pt x="261291" y="202311"/>
                </a:lnTo>
                <a:lnTo>
                  <a:pt x="267229" y="206936"/>
                </a:lnTo>
                <a:lnTo>
                  <a:pt x="277963" y="214526"/>
                </a:lnTo>
                <a:lnTo>
                  <a:pt x="312110" y="234475"/>
                </a:lnTo>
                <a:lnTo>
                  <a:pt x="344043" y="249745"/>
                </a:lnTo>
                <a:lnTo>
                  <a:pt x="303466" y="292608"/>
                </a:lnTo>
                <a:close/>
              </a:path>
              <a:path w="469265" h="546100">
                <a:moveTo>
                  <a:pt x="429768" y="545782"/>
                </a:moveTo>
                <a:lnTo>
                  <a:pt x="132588" y="545782"/>
                </a:lnTo>
                <a:lnTo>
                  <a:pt x="125462" y="545175"/>
                </a:lnTo>
                <a:lnTo>
                  <a:pt x="97726" y="511492"/>
                </a:lnTo>
                <a:lnTo>
                  <a:pt x="97726" y="341757"/>
                </a:lnTo>
                <a:lnTo>
                  <a:pt x="464629" y="341757"/>
                </a:lnTo>
                <a:lnTo>
                  <a:pt x="464629" y="394335"/>
                </a:lnTo>
                <a:lnTo>
                  <a:pt x="160591" y="394335"/>
                </a:lnTo>
                <a:lnTo>
                  <a:pt x="160591" y="491299"/>
                </a:lnTo>
                <a:lnTo>
                  <a:pt x="162496" y="493204"/>
                </a:lnTo>
                <a:lnTo>
                  <a:pt x="464629" y="493204"/>
                </a:lnTo>
                <a:lnTo>
                  <a:pt x="464629" y="511492"/>
                </a:lnTo>
                <a:lnTo>
                  <a:pt x="443055" y="543425"/>
                </a:lnTo>
                <a:lnTo>
                  <a:pt x="436661" y="545193"/>
                </a:lnTo>
                <a:lnTo>
                  <a:pt x="429768" y="545782"/>
                </a:lnTo>
                <a:close/>
              </a:path>
              <a:path w="469265" h="546100">
                <a:moveTo>
                  <a:pt x="464629" y="493204"/>
                </a:moveTo>
                <a:lnTo>
                  <a:pt x="399859" y="493204"/>
                </a:lnTo>
                <a:lnTo>
                  <a:pt x="401764" y="491299"/>
                </a:lnTo>
                <a:lnTo>
                  <a:pt x="401764" y="394335"/>
                </a:lnTo>
                <a:lnTo>
                  <a:pt x="464629" y="394335"/>
                </a:lnTo>
                <a:lnTo>
                  <a:pt x="464629" y="493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408919" y="3565770"/>
            <a:ext cx="469265" cy="546100"/>
          </a:xfrm>
          <a:custGeom>
            <a:avLst/>
            <a:gdLst/>
            <a:ahLst/>
            <a:cxnLst/>
            <a:rect l="l" t="t" r="r" b="b"/>
            <a:pathLst>
              <a:path w="469264" h="546100">
                <a:moveTo>
                  <a:pt x="459295" y="309753"/>
                </a:moveTo>
                <a:lnTo>
                  <a:pt x="405193" y="309753"/>
                </a:lnTo>
                <a:lnTo>
                  <a:pt x="405193" y="166878"/>
                </a:lnTo>
                <a:lnTo>
                  <a:pt x="288036" y="166878"/>
                </a:lnTo>
                <a:lnTo>
                  <a:pt x="288036" y="110871"/>
                </a:lnTo>
                <a:lnTo>
                  <a:pt x="405193" y="110871"/>
                </a:lnTo>
                <a:lnTo>
                  <a:pt x="405193" y="0"/>
                </a:lnTo>
                <a:lnTo>
                  <a:pt x="469201" y="0"/>
                </a:lnTo>
                <a:lnTo>
                  <a:pt x="469201" y="298323"/>
                </a:lnTo>
                <a:lnTo>
                  <a:pt x="468820" y="303276"/>
                </a:lnTo>
                <a:lnTo>
                  <a:pt x="467201" y="306419"/>
                </a:lnTo>
                <a:lnTo>
                  <a:pt x="461486" y="309086"/>
                </a:lnTo>
                <a:lnTo>
                  <a:pt x="459295" y="309753"/>
                </a:lnTo>
                <a:close/>
              </a:path>
              <a:path w="469264" h="546100">
                <a:moveTo>
                  <a:pt x="317754" y="69151"/>
                </a:moveTo>
                <a:lnTo>
                  <a:pt x="36004" y="69151"/>
                </a:lnTo>
                <a:lnTo>
                  <a:pt x="36004" y="16573"/>
                </a:lnTo>
                <a:lnTo>
                  <a:pt x="317754" y="16573"/>
                </a:lnTo>
                <a:lnTo>
                  <a:pt x="317754" y="69151"/>
                </a:lnTo>
                <a:close/>
              </a:path>
              <a:path w="469264" h="546100">
                <a:moveTo>
                  <a:pt x="40576" y="306324"/>
                </a:moveTo>
                <a:lnTo>
                  <a:pt x="0" y="264604"/>
                </a:lnTo>
                <a:lnTo>
                  <a:pt x="15126" y="257782"/>
                </a:lnTo>
                <a:lnTo>
                  <a:pt x="29646" y="250459"/>
                </a:lnTo>
                <a:lnTo>
                  <a:pt x="69437" y="225617"/>
                </a:lnTo>
                <a:lnTo>
                  <a:pt x="102012" y="198024"/>
                </a:lnTo>
                <a:lnTo>
                  <a:pt x="131730" y="158877"/>
                </a:lnTo>
                <a:lnTo>
                  <a:pt x="142303" y="120015"/>
                </a:lnTo>
                <a:lnTo>
                  <a:pt x="142303" y="69151"/>
                </a:lnTo>
                <a:lnTo>
                  <a:pt x="209169" y="69151"/>
                </a:lnTo>
                <a:lnTo>
                  <a:pt x="209169" y="120015"/>
                </a:lnTo>
                <a:lnTo>
                  <a:pt x="210026" y="131016"/>
                </a:lnTo>
                <a:lnTo>
                  <a:pt x="230153" y="172092"/>
                </a:lnTo>
                <a:lnTo>
                  <a:pt x="261291" y="202311"/>
                </a:lnTo>
                <a:lnTo>
                  <a:pt x="177165" y="202311"/>
                </a:lnTo>
                <a:lnTo>
                  <a:pt x="148875" y="232600"/>
                </a:lnTo>
                <a:lnTo>
                  <a:pt x="114300" y="262318"/>
                </a:lnTo>
                <a:lnTo>
                  <a:pt x="76866" y="288036"/>
                </a:lnTo>
                <a:lnTo>
                  <a:pt x="49274" y="302609"/>
                </a:lnTo>
                <a:lnTo>
                  <a:pt x="40576" y="306324"/>
                </a:lnTo>
                <a:close/>
              </a:path>
              <a:path w="469264" h="546100">
                <a:moveTo>
                  <a:pt x="303466" y="292608"/>
                </a:moveTo>
                <a:lnTo>
                  <a:pt x="269176" y="275748"/>
                </a:lnTo>
                <a:lnTo>
                  <a:pt x="234600" y="253746"/>
                </a:lnTo>
                <a:lnTo>
                  <a:pt x="202882" y="228600"/>
                </a:lnTo>
                <a:lnTo>
                  <a:pt x="177165" y="202311"/>
                </a:lnTo>
                <a:lnTo>
                  <a:pt x="261291" y="202311"/>
                </a:lnTo>
                <a:lnTo>
                  <a:pt x="267229" y="206936"/>
                </a:lnTo>
                <a:lnTo>
                  <a:pt x="277963" y="214526"/>
                </a:lnTo>
                <a:lnTo>
                  <a:pt x="312110" y="234475"/>
                </a:lnTo>
                <a:lnTo>
                  <a:pt x="344043" y="249745"/>
                </a:lnTo>
                <a:lnTo>
                  <a:pt x="303466" y="292608"/>
                </a:lnTo>
                <a:close/>
              </a:path>
              <a:path w="469264" h="546100">
                <a:moveTo>
                  <a:pt x="429768" y="545782"/>
                </a:moveTo>
                <a:lnTo>
                  <a:pt x="132588" y="545782"/>
                </a:lnTo>
                <a:lnTo>
                  <a:pt x="125462" y="545175"/>
                </a:lnTo>
                <a:lnTo>
                  <a:pt x="97726" y="511492"/>
                </a:lnTo>
                <a:lnTo>
                  <a:pt x="97726" y="341757"/>
                </a:lnTo>
                <a:lnTo>
                  <a:pt x="464629" y="341757"/>
                </a:lnTo>
                <a:lnTo>
                  <a:pt x="464629" y="394335"/>
                </a:lnTo>
                <a:lnTo>
                  <a:pt x="160591" y="394335"/>
                </a:lnTo>
                <a:lnTo>
                  <a:pt x="160591" y="491299"/>
                </a:lnTo>
                <a:lnTo>
                  <a:pt x="162496" y="493204"/>
                </a:lnTo>
                <a:lnTo>
                  <a:pt x="464629" y="493204"/>
                </a:lnTo>
                <a:lnTo>
                  <a:pt x="464629" y="511492"/>
                </a:lnTo>
                <a:lnTo>
                  <a:pt x="443055" y="543425"/>
                </a:lnTo>
                <a:lnTo>
                  <a:pt x="436661" y="545193"/>
                </a:lnTo>
                <a:lnTo>
                  <a:pt x="429768" y="545782"/>
                </a:lnTo>
                <a:close/>
              </a:path>
              <a:path w="469264" h="546100">
                <a:moveTo>
                  <a:pt x="464629" y="493204"/>
                </a:moveTo>
                <a:lnTo>
                  <a:pt x="399859" y="493204"/>
                </a:lnTo>
                <a:lnTo>
                  <a:pt x="401764" y="491299"/>
                </a:lnTo>
                <a:lnTo>
                  <a:pt x="401764" y="394335"/>
                </a:lnTo>
                <a:lnTo>
                  <a:pt x="464629" y="394335"/>
                </a:lnTo>
                <a:lnTo>
                  <a:pt x="464629" y="493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082116" y="3565770"/>
            <a:ext cx="469265" cy="546100"/>
          </a:xfrm>
          <a:custGeom>
            <a:avLst/>
            <a:gdLst/>
            <a:ahLst/>
            <a:cxnLst/>
            <a:rect l="l" t="t" r="r" b="b"/>
            <a:pathLst>
              <a:path w="469264" h="546100">
                <a:moveTo>
                  <a:pt x="42862" y="308610"/>
                </a:moveTo>
                <a:lnTo>
                  <a:pt x="0" y="267462"/>
                </a:lnTo>
                <a:lnTo>
                  <a:pt x="13090" y="260907"/>
                </a:lnTo>
                <a:lnTo>
                  <a:pt x="26074" y="253817"/>
                </a:lnTo>
                <a:lnTo>
                  <a:pt x="64097" y="229403"/>
                </a:lnTo>
                <a:lnTo>
                  <a:pt x="97155" y="201168"/>
                </a:lnTo>
                <a:lnTo>
                  <a:pt x="122818" y="169556"/>
                </a:lnTo>
                <a:lnTo>
                  <a:pt x="140964" y="123051"/>
                </a:lnTo>
                <a:lnTo>
                  <a:pt x="141732" y="110871"/>
                </a:lnTo>
                <a:lnTo>
                  <a:pt x="141732" y="7429"/>
                </a:lnTo>
                <a:lnTo>
                  <a:pt x="208597" y="7429"/>
                </a:lnTo>
                <a:lnTo>
                  <a:pt x="208688" y="110871"/>
                </a:lnTo>
                <a:lnTo>
                  <a:pt x="222599" y="151733"/>
                </a:lnTo>
                <a:lnTo>
                  <a:pt x="258318" y="188595"/>
                </a:lnTo>
                <a:lnTo>
                  <a:pt x="265146" y="193738"/>
                </a:lnTo>
                <a:lnTo>
                  <a:pt x="178308" y="193738"/>
                </a:lnTo>
                <a:lnTo>
                  <a:pt x="146821" y="230189"/>
                </a:lnTo>
                <a:lnTo>
                  <a:pt x="113994" y="260907"/>
                </a:lnTo>
                <a:lnTo>
                  <a:pt x="75170" y="289857"/>
                </a:lnTo>
                <a:lnTo>
                  <a:pt x="53881" y="302716"/>
                </a:lnTo>
                <a:lnTo>
                  <a:pt x="42862" y="308610"/>
                </a:lnTo>
                <a:close/>
              </a:path>
              <a:path w="469264" h="546100">
                <a:moveTo>
                  <a:pt x="320611" y="288036"/>
                </a:moveTo>
                <a:lnTo>
                  <a:pt x="280892" y="271176"/>
                </a:lnTo>
                <a:lnTo>
                  <a:pt x="240315" y="247745"/>
                </a:lnTo>
                <a:lnTo>
                  <a:pt x="204311" y="220884"/>
                </a:lnTo>
                <a:lnTo>
                  <a:pt x="178308" y="193738"/>
                </a:lnTo>
                <a:lnTo>
                  <a:pt x="265146" y="193738"/>
                </a:lnTo>
                <a:lnTo>
                  <a:pt x="269462" y="196988"/>
                </a:lnTo>
                <a:lnTo>
                  <a:pt x="281178" y="205025"/>
                </a:lnTo>
                <a:lnTo>
                  <a:pt x="319361" y="226956"/>
                </a:lnTo>
                <a:lnTo>
                  <a:pt x="357187" y="245173"/>
                </a:lnTo>
                <a:lnTo>
                  <a:pt x="320611" y="288036"/>
                </a:lnTo>
                <a:close/>
              </a:path>
              <a:path w="469264" h="546100">
                <a:moveTo>
                  <a:pt x="460819" y="310324"/>
                </a:moveTo>
                <a:lnTo>
                  <a:pt x="405193" y="310324"/>
                </a:lnTo>
                <a:lnTo>
                  <a:pt x="405193" y="0"/>
                </a:lnTo>
                <a:lnTo>
                  <a:pt x="469201" y="0"/>
                </a:lnTo>
                <a:lnTo>
                  <a:pt x="469201" y="301942"/>
                </a:lnTo>
                <a:lnTo>
                  <a:pt x="468058" y="304609"/>
                </a:lnTo>
                <a:lnTo>
                  <a:pt x="463486" y="309181"/>
                </a:lnTo>
                <a:lnTo>
                  <a:pt x="460819" y="310324"/>
                </a:lnTo>
                <a:close/>
              </a:path>
              <a:path w="469264" h="546100">
                <a:moveTo>
                  <a:pt x="429768" y="545782"/>
                </a:moveTo>
                <a:lnTo>
                  <a:pt x="129159" y="545782"/>
                </a:lnTo>
                <a:lnTo>
                  <a:pt x="122033" y="545175"/>
                </a:lnTo>
                <a:lnTo>
                  <a:pt x="94297" y="511492"/>
                </a:lnTo>
                <a:lnTo>
                  <a:pt x="94297" y="342328"/>
                </a:lnTo>
                <a:lnTo>
                  <a:pt x="464629" y="342328"/>
                </a:lnTo>
                <a:lnTo>
                  <a:pt x="464629" y="394906"/>
                </a:lnTo>
                <a:lnTo>
                  <a:pt x="157162" y="394906"/>
                </a:lnTo>
                <a:lnTo>
                  <a:pt x="157162" y="491299"/>
                </a:lnTo>
                <a:lnTo>
                  <a:pt x="159067" y="493204"/>
                </a:lnTo>
                <a:lnTo>
                  <a:pt x="464629" y="493204"/>
                </a:lnTo>
                <a:lnTo>
                  <a:pt x="464629" y="511492"/>
                </a:lnTo>
                <a:lnTo>
                  <a:pt x="443055" y="543425"/>
                </a:lnTo>
                <a:lnTo>
                  <a:pt x="436661" y="545193"/>
                </a:lnTo>
                <a:lnTo>
                  <a:pt x="429768" y="545782"/>
                </a:lnTo>
                <a:close/>
              </a:path>
              <a:path w="469264" h="546100">
                <a:moveTo>
                  <a:pt x="464629" y="493204"/>
                </a:moveTo>
                <a:lnTo>
                  <a:pt x="399859" y="493204"/>
                </a:lnTo>
                <a:lnTo>
                  <a:pt x="401764" y="491299"/>
                </a:lnTo>
                <a:lnTo>
                  <a:pt x="401764" y="394906"/>
                </a:lnTo>
                <a:lnTo>
                  <a:pt x="464629" y="394906"/>
                </a:lnTo>
                <a:lnTo>
                  <a:pt x="464629" y="493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633614" y="3565770"/>
            <a:ext cx="511809" cy="549910"/>
          </a:xfrm>
          <a:custGeom>
            <a:avLst/>
            <a:gdLst/>
            <a:ahLst/>
            <a:cxnLst/>
            <a:rect l="l" t="t" r="r" b="b"/>
            <a:pathLst>
              <a:path w="511810" h="549910">
                <a:moveTo>
                  <a:pt x="415099" y="311467"/>
                </a:moveTo>
                <a:lnTo>
                  <a:pt x="358902" y="311467"/>
                </a:lnTo>
                <a:lnTo>
                  <a:pt x="358902" y="0"/>
                </a:lnTo>
                <a:lnTo>
                  <a:pt x="423481" y="0"/>
                </a:lnTo>
                <a:lnTo>
                  <a:pt x="423481" y="125158"/>
                </a:lnTo>
                <a:lnTo>
                  <a:pt x="511492" y="125158"/>
                </a:lnTo>
                <a:lnTo>
                  <a:pt x="511492" y="178879"/>
                </a:lnTo>
                <a:lnTo>
                  <a:pt x="423481" y="178879"/>
                </a:lnTo>
                <a:lnTo>
                  <a:pt x="423481" y="303085"/>
                </a:lnTo>
                <a:lnTo>
                  <a:pt x="422338" y="305752"/>
                </a:lnTo>
                <a:lnTo>
                  <a:pt x="417766" y="310324"/>
                </a:lnTo>
                <a:lnTo>
                  <a:pt x="415099" y="311467"/>
                </a:lnTo>
                <a:close/>
              </a:path>
              <a:path w="511810" h="549910">
                <a:moveTo>
                  <a:pt x="36004" y="318325"/>
                </a:moveTo>
                <a:lnTo>
                  <a:pt x="0" y="276034"/>
                </a:lnTo>
                <a:lnTo>
                  <a:pt x="18698" y="271283"/>
                </a:lnTo>
                <a:lnTo>
                  <a:pt x="37076" y="266176"/>
                </a:lnTo>
                <a:lnTo>
                  <a:pt x="89939" y="248566"/>
                </a:lnTo>
                <a:lnTo>
                  <a:pt x="135159" y="225742"/>
                </a:lnTo>
                <a:lnTo>
                  <a:pt x="169771" y="196328"/>
                </a:lnTo>
                <a:lnTo>
                  <a:pt x="190809" y="158948"/>
                </a:lnTo>
                <a:lnTo>
                  <a:pt x="194881" y="128587"/>
                </a:lnTo>
                <a:lnTo>
                  <a:pt x="194881" y="71056"/>
                </a:lnTo>
                <a:lnTo>
                  <a:pt x="192976" y="69151"/>
                </a:lnTo>
                <a:lnTo>
                  <a:pt x="18288" y="69151"/>
                </a:lnTo>
                <a:lnTo>
                  <a:pt x="18288" y="16573"/>
                </a:lnTo>
                <a:lnTo>
                  <a:pt x="224599" y="16573"/>
                </a:lnTo>
                <a:lnTo>
                  <a:pt x="231261" y="17162"/>
                </a:lnTo>
                <a:lnTo>
                  <a:pt x="258800" y="43523"/>
                </a:lnTo>
                <a:lnTo>
                  <a:pt x="259461" y="50863"/>
                </a:lnTo>
                <a:lnTo>
                  <a:pt x="259337" y="128587"/>
                </a:lnTo>
                <a:lnTo>
                  <a:pt x="249495" y="183469"/>
                </a:lnTo>
                <a:lnTo>
                  <a:pt x="220813" y="228814"/>
                </a:lnTo>
                <a:lnTo>
                  <a:pt x="177540" y="264711"/>
                </a:lnTo>
                <a:lnTo>
                  <a:pt x="141964" y="283856"/>
                </a:lnTo>
                <a:lnTo>
                  <a:pt x="101691" y="299466"/>
                </a:lnTo>
                <a:lnTo>
                  <a:pt x="58543" y="312610"/>
                </a:lnTo>
                <a:lnTo>
                  <a:pt x="36004" y="318325"/>
                </a:lnTo>
                <a:close/>
              </a:path>
              <a:path w="511810" h="549910">
                <a:moveTo>
                  <a:pt x="415671" y="549783"/>
                </a:moveTo>
                <a:lnTo>
                  <a:pt x="359473" y="549783"/>
                </a:lnTo>
                <a:lnTo>
                  <a:pt x="359473" y="401383"/>
                </a:lnTo>
                <a:lnTo>
                  <a:pt x="357568" y="399478"/>
                </a:lnTo>
                <a:lnTo>
                  <a:pt x="57150" y="399478"/>
                </a:lnTo>
                <a:lnTo>
                  <a:pt x="57150" y="345757"/>
                </a:lnTo>
                <a:lnTo>
                  <a:pt x="389191" y="345757"/>
                </a:lnTo>
                <a:lnTo>
                  <a:pt x="396085" y="346364"/>
                </a:lnTo>
                <a:lnTo>
                  <a:pt x="423410" y="372939"/>
                </a:lnTo>
                <a:lnTo>
                  <a:pt x="424053" y="380047"/>
                </a:lnTo>
                <a:lnTo>
                  <a:pt x="424053" y="541401"/>
                </a:lnTo>
                <a:lnTo>
                  <a:pt x="422910" y="544068"/>
                </a:lnTo>
                <a:lnTo>
                  <a:pt x="418338" y="548640"/>
                </a:lnTo>
                <a:lnTo>
                  <a:pt x="415671" y="5497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161108" y="3565198"/>
            <a:ext cx="497840" cy="544830"/>
          </a:xfrm>
          <a:custGeom>
            <a:avLst/>
            <a:gdLst/>
            <a:ahLst/>
            <a:cxnLst/>
            <a:rect l="l" t="t" r="r" b="b"/>
            <a:pathLst>
              <a:path w="497839" h="544829">
                <a:moveTo>
                  <a:pt x="144589" y="443484"/>
                </a:moveTo>
                <a:lnTo>
                  <a:pt x="104459" y="437536"/>
                </a:lnTo>
                <a:lnTo>
                  <a:pt x="70223" y="420409"/>
                </a:lnTo>
                <a:lnTo>
                  <a:pt x="36147" y="383976"/>
                </a:lnTo>
                <a:lnTo>
                  <a:pt x="20323" y="347346"/>
                </a:lnTo>
                <a:lnTo>
                  <a:pt x="14859" y="305181"/>
                </a:lnTo>
                <a:lnTo>
                  <a:pt x="15448" y="290339"/>
                </a:lnTo>
                <a:lnTo>
                  <a:pt x="24288" y="249459"/>
                </a:lnTo>
                <a:lnTo>
                  <a:pt x="42773" y="215169"/>
                </a:lnTo>
                <a:lnTo>
                  <a:pt x="80438" y="182254"/>
                </a:lnTo>
                <a:lnTo>
                  <a:pt x="117157" y="168878"/>
                </a:lnTo>
                <a:lnTo>
                  <a:pt x="144589" y="166306"/>
                </a:lnTo>
                <a:lnTo>
                  <a:pt x="159091" y="166949"/>
                </a:lnTo>
                <a:lnTo>
                  <a:pt x="198310" y="176593"/>
                </a:lnTo>
                <a:lnTo>
                  <a:pt x="239458" y="205454"/>
                </a:lnTo>
                <a:lnTo>
                  <a:pt x="250398" y="219456"/>
                </a:lnTo>
                <a:lnTo>
                  <a:pt x="144589" y="219456"/>
                </a:lnTo>
                <a:lnTo>
                  <a:pt x="136534" y="219920"/>
                </a:lnTo>
                <a:lnTo>
                  <a:pt x="98280" y="240601"/>
                </a:lnTo>
                <a:lnTo>
                  <a:pt x="78581" y="281499"/>
                </a:lnTo>
                <a:lnTo>
                  <a:pt x="76009" y="305181"/>
                </a:lnTo>
                <a:lnTo>
                  <a:pt x="76330" y="314164"/>
                </a:lnTo>
                <a:lnTo>
                  <a:pt x="87296" y="353758"/>
                </a:lnTo>
                <a:lnTo>
                  <a:pt x="117157" y="383476"/>
                </a:lnTo>
                <a:lnTo>
                  <a:pt x="144589" y="389763"/>
                </a:lnTo>
                <a:lnTo>
                  <a:pt x="249505" y="389763"/>
                </a:lnTo>
                <a:lnTo>
                  <a:pt x="246977" y="393495"/>
                </a:lnTo>
                <a:lnTo>
                  <a:pt x="209311" y="426714"/>
                </a:lnTo>
                <a:lnTo>
                  <a:pt x="172450" y="440769"/>
                </a:lnTo>
                <a:lnTo>
                  <a:pt x="158841" y="442805"/>
                </a:lnTo>
                <a:lnTo>
                  <a:pt x="144589" y="443484"/>
                </a:lnTo>
                <a:close/>
              </a:path>
              <a:path w="497839" h="544829">
                <a:moveTo>
                  <a:pt x="249505" y="389763"/>
                </a:moveTo>
                <a:lnTo>
                  <a:pt x="144589" y="389763"/>
                </a:lnTo>
                <a:lnTo>
                  <a:pt x="152126" y="389370"/>
                </a:lnTo>
                <a:lnTo>
                  <a:pt x="159305" y="388191"/>
                </a:lnTo>
                <a:lnTo>
                  <a:pt x="194310" y="366045"/>
                </a:lnTo>
                <a:lnTo>
                  <a:pt x="210437" y="331166"/>
                </a:lnTo>
                <a:lnTo>
                  <a:pt x="213169" y="305181"/>
                </a:lnTo>
                <a:lnTo>
                  <a:pt x="212883" y="297215"/>
                </a:lnTo>
                <a:lnTo>
                  <a:pt x="203025" y="259175"/>
                </a:lnTo>
                <a:lnTo>
                  <a:pt x="174021" y="226885"/>
                </a:lnTo>
                <a:lnTo>
                  <a:pt x="144589" y="219456"/>
                </a:lnTo>
                <a:lnTo>
                  <a:pt x="250398" y="219456"/>
                </a:lnTo>
                <a:lnTo>
                  <a:pt x="269748" y="262479"/>
                </a:lnTo>
                <a:lnTo>
                  <a:pt x="274891" y="305181"/>
                </a:lnTo>
                <a:lnTo>
                  <a:pt x="274302" y="319504"/>
                </a:lnTo>
                <a:lnTo>
                  <a:pt x="265461" y="359473"/>
                </a:lnTo>
                <a:lnTo>
                  <a:pt x="254103" y="382976"/>
                </a:lnTo>
                <a:lnTo>
                  <a:pt x="249505" y="389763"/>
                </a:lnTo>
                <a:close/>
              </a:path>
              <a:path w="497839" h="544829">
                <a:moveTo>
                  <a:pt x="176022" y="82296"/>
                </a:moveTo>
                <a:lnTo>
                  <a:pt x="110299" y="82296"/>
                </a:lnTo>
                <a:lnTo>
                  <a:pt x="110299" y="5143"/>
                </a:lnTo>
                <a:lnTo>
                  <a:pt x="176022" y="5143"/>
                </a:lnTo>
                <a:lnTo>
                  <a:pt x="176022" y="82296"/>
                </a:lnTo>
                <a:close/>
              </a:path>
              <a:path w="497839" h="544829">
                <a:moveTo>
                  <a:pt x="285750" y="135445"/>
                </a:moveTo>
                <a:lnTo>
                  <a:pt x="0" y="135445"/>
                </a:lnTo>
                <a:lnTo>
                  <a:pt x="0" y="82296"/>
                </a:lnTo>
                <a:lnTo>
                  <a:pt x="285750" y="82296"/>
                </a:lnTo>
                <a:lnTo>
                  <a:pt x="285750" y="135445"/>
                </a:lnTo>
                <a:close/>
              </a:path>
              <a:path w="497839" h="544829">
                <a:moveTo>
                  <a:pt x="364617" y="531495"/>
                </a:moveTo>
                <a:lnTo>
                  <a:pt x="311467" y="531495"/>
                </a:lnTo>
                <a:lnTo>
                  <a:pt x="311467" y="0"/>
                </a:lnTo>
                <a:lnTo>
                  <a:pt x="374904" y="0"/>
                </a:lnTo>
                <a:lnTo>
                  <a:pt x="374904" y="213741"/>
                </a:lnTo>
                <a:lnTo>
                  <a:pt x="497776" y="213741"/>
                </a:lnTo>
                <a:lnTo>
                  <a:pt x="497776" y="271462"/>
                </a:lnTo>
                <a:lnTo>
                  <a:pt x="374904" y="271462"/>
                </a:lnTo>
                <a:lnTo>
                  <a:pt x="374904" y="520065"/>
                </a:lnTo>
                <a:lnTo>
                  <a:pt x="374523" y="525399"/>
                </a:lnTo>
                <a:lnTo>
                  <a:pt x="372808" y="528637"/>
                </a:lnTo>
                <a:lnTo>
                  <a:pt x="366712" y="530923"/>
                </a:lnTo>
                <a:lnTo>
                  <a:pt x="364617" y="531495"/>
                </a:lnTo>
                <a:close/>
              </a:path>
              <a:path w="497839" h="544829">
                <a:moveTo>
                  <a:pt x="497776" y="213741"/>
                </a:moveTo>
                <a:lnTo>
                  <a:pt x="433768" y="213741"/>
                </a:lnTo>
                <a:lnTo>
                  <a:pt x="433768" y="0"/>
                </a:lnTo>
                <a:lnTo>
                  <a:pt x="497776" y="0"/>
                </a:lnTo>
                <a:lnTo>
                  <a:pt x="497776" y="213741"/>
                </a:lnTo>
                <a:close/>
              </a:path>
              <a:path w="497839" h="544829">
                <a:moveTo>
                  <a:pt x="487108" y="544639"/>
                </a:moveTo>
                <a:lnTo>
                  <a:pt x="433768" y="544639"/>
                </a:lnTo>
                <a:lnTo>
                  <a:pt x="433768" y="271462"/>
                </a:lnTo>
                <a:lnTo>
                  <a:pt x="497776" y="271462"/>
                </a:lnTo>
                <a:lnTo>
                  <a:pt x="497776" y="533209"/>
                </a:lnTo>
                <a:lnTo>
                  <a:pt x="497395" y="538543"/>
                </a:lnTo>
                <a:lnTo>
                  <a:pt x="495585" y="541782"/>
                </a:lnTo>
                <a:lnTo>
                  <a:pt x="489108" y="544068"/>
                </a:lnTo>
                <a:lnTo>
                  <a:pt x="487108" y="5446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94318" y="3565770"/>
            <a:ext cx="462915" cy="544195"/>
          </a:xfrm>
          <a:custGeom>
            <a:avLst/>
            <a:gdLst/>
            <a:ahLst/>
            <a:cxnLst/>
            <a:rect l="l" t="t" r="r" b="b"/>
            <a:pathLst>
              <a:path w="462914" h="544195">
                <a:moveTo>
                  <a:pt x="332041" y="81724"/>
                </a:moveTo>
                <a:lnTo>
                  <a:pt x="30861" y="81724"/>
                </a:lnTo>
                <a:lnTo>
                  <a:pt x="30861" y="27432"/>
                </a:lnTo>
                <a:lnTo>
                  <a:pt x="332041" y="27432"/>
                </a:lnTo>
                <a:lnTo>
                  <a:pt x="332041" y="81724"/>
                </a:lnTo>
                <a:close/>
              </a:path>
              <a:path w="462914" h="544195">
                <a:moveTo>
                  <a:pt x="45720" y="427482"/>
                </a:moveTo>
                <a:lnTo>
                  <a:pt x="0" y="385762"/>
                </a:lnTo>
                <a:lnTo>
                  <a:pt x="13394" y="377029"/>
                </a:lnTo>
                <a:lnTo>
                  <a:pt x="26717" y="367403"/>
                </a:lnTo>
                <a:lnTo>
                  <a:pt x="65936" y="333488"/>
                </a:lnTo>
                <a:lnTo>
                  <a:pt x="100012" y="296037"/>
                </a:lnTo>
                <a:lnTo>
                  <a:pt x="126533" y="257460"/>
                </a:lnTo>
                <a:lnTo>
                  <a:pt x="143089" y="220170"/>
                </a:lnTo>
                <a:lnTo>
                  <a:pt x="146304" y="198310"/>
                </a:lnTo>
                <a:lnTo>
                  <a:pt x="146304" y="81724"/>
                </a:lnTo>
                <a:lnTo>
                  <a:pt x="212598" y="81724"/>
                </a:lnTo>
                <a:lnTo>
                  <a:pt x="212598" y="200596"/>
                </a:lnTo>
                <a:lnTo>
                  <a:pt x="213419" y="211615"/>
                </a:lnTo>
                <a:lnTo>
                  <a:pt x="232779" y="258710"/>
                </a:lnTo>
                <a:lnTo>
                  <a:pt x="257809" y="292608"/>
                </a:lnTo>
                <a:lnTo>
                  <a:pt x="181165" y="292608"/>
                </a:lnTo>
                <a:lnTo>
                  <a:pt x="153162" y="329184"/>
                </a:lnTo>
                <a:lnTo>
                  <a:pt x="127176" y="357848"/>
                </a:lnTo>
                <a:lnTo>
                  <a:pt x="99290" y="385191"/>
                </a:lnTo>
                <a:lnTo>
                  <a:pt x="62436" y="416194"/>
                </a:lnTo>
                <a:lnTo>
                  <a:pt x="53899" y="422231"/>
                </a:lnTo>
                <a:lnTo>
                  <a:pt x="45720" y="427482"/>
                </a:lnTo>
                <a:close/>
              </a:path>
              <a:path w="462914" h="544195">
                <a:moveTo>
                  <a:pt x="311467" y="417766"/>
                </a:moveTo>
                <a:lnTo>
                  <a:pt x="277177" y="392906"/>
                </a:lnTo>
                <a:lnTo>
                  <a:pt x="240887" y="360330"/>
                </a:lnTo>
                <a:lnTo>
                  <a:pt x="207168" y="325183"/>
                </a:lnTo>
                <a:lnTo>
                  <a:pt x="181165" y="292608"/>
                </a:lnTo>
                <a:lnTo>
                  <a:pt x="257809" y="292608"/>
                </a:lnTo>
                <a:lnTo>
                  <a:pt x="259461" y="294608"/>
                </a:lnTo>
                <a:lnTo>
                  <a:pt x="270051" y="306306"/>
                </a:lnTo>
                <a:lnTo>
                  <a:pt x="305466" y="339471"/>
                </a:lnTo>
                <a:lnTo>
                  <a:pt x="342810" y="367653"/>
                </a:lnTo>
                <a:lnTo>
                  <a:pt x="354901" y="375475"/>
                </a:lnTo>
                <a:lnTo>
                  <a:pt x="311467" y="417766"/>
                </a:lnTo>
                <a:close/>
              </a:path>
              <a:path w="462914" h="544195">
                <a:moveTo>
                  <a:pt x="453961" y="544068"/>
                </a:moveTo>
                <a:lnTo>
                  <a:pt x="397764" y="544068"/>
                </a:lnTo>
                <a:lnTo>
                  <a:pt x="397764" y="0"/>
                </a:lnTo>
                <a:lnTo>
                  <a:pt x="462343" y="0"/>
                </a:lnTo>
                <a:lnTo>
                  <a:pt x="462343" y="535686"/>
                </a:lnTo>
                <a:lnTo>
                  <a:pt x="461200" y="538353"/>
                </a:lnTo>
                <a:lnTo>
                  <a:pt x="456628" y="542925"/>
                </a:lnTo>
                <a:lnTo>
                  <a:pt x="453961" y="5440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226956" y="3560055"/>
            <a:ext cx="514350" cy="550545"/>
          </a:xfrm>
          <a:custGeom>
            <a:avLst/>
            <a:gdLst/>
            <a:ahLst/>
            <a:cxnLst/>
            <a:rect l="l" t="t" r="r" b="b"/>
            <a:pathLst>
              <a:path w="514350" h="550545">
                <a:moveTo>
                  <a:pt x="452056" y="217741"/>
                </a:moveTo>
                <a:lnTo>
                  <a:pt x="106870" y="217741"/>
                </a:lnTo>
                <a:lnTo>
                  <a:pt x="99744" y="217116"/>
                </a:lnTo>
                <a:lnTo>
                  <a:pt x="72634" y="190327"/>
                </a:lnTo>
                <a:lnTo>
                  <a:pt x="72009" y="183451"/>
                </a:lnTo>
                <a:lnTo>
                  <a:pt x="72009" y="0"/>
                </a:lnTo>
                <a:lnTo>
                  <a:pt x="137160" y="0"/>
                </a:lnTo>
                <a:lnTo>
                  <a:pt x="137160" y="162687"/>
                </a:lnTo>
                <a:lnTo>
                  <a:pt x="139065" y="164592"/>
                </a:lnTo>
                <a:lnTo>
                  <a:pt x="452056" y="164592"/>
                </a:lnTo>
                <a:lnTo>
                  <a:pt x="452056" y="217741"/>
                </a:lnTo>
                <a:close/>
              </a:path>
              <a:path w="514350" h="550545">
                <a:moveTo>
                  <a:pt x="505968" y="329755"/>
                </a:moveTo>
                <a:lnTo>
                  <a:pt x="0" y="329755"/>
                </a:lnTo>
                <a:lnTo>
                  <a:pt x="0" y="274320"/>
                </a:lnTo>
                <a:lnTo>
                  <a:pt x="514350" y="274320"/>
                </a:lnTo>
                <a:lnTo>
                  <a:pt x="514350" y="321373"/>
                </a:lnTo>
                <a:lnTo>
                  <a:pt x="513207" y="324040"/>
                </a:lnTo>
                <a:lnTo>
                  <a:pt x="508635" y="328612"/>
                </a:lnTo>
                <a:lnTo>
                  <a:pt x="505968" y="329755"/>
                </a:lnTo>
                <a:close/>
              </a:path>
              <a:path w="514350" h="550545">
                <a:moveTo>
                  <a:pt x="444246" y="550354"/>
                </a:moveTo>
                <a:lnTo>
                  <a:pt x="101155" y="550354"/>
                </a:lnTo>
                <a:lnTo>
                  <a:pt x="94493" y="549729"/>
                </a:lnTo>
                <a:lnTo>
                  <a:pt x="66954" y="522618"/>
                </a:lnTo>
                <a:lnTo>
                  <a:pt x="66294" y="515493"/>
                </a:lnTo>
                <a:lnTo>
                  <a:pt x="66294" y="382333"/>
                </a:lnTo>
                <a:lnTo>
                  <a:pt x="131445" y="382333"/>
                </a:lnTo>
                <a:lnTo>
                  <a:pt x="131445" y="491680"/>
                </a:lnTo>
                <a:lnTo>
                  <a:pt x="132016" y="493109"/>
                </a:lnTo>
                <a:lnTo>
                  <a:pt x="134302" y="495014"/>
                </a:lnTo>
                <a:lnTo>
                  <a:pt x="135445" y="495490"/>
                </a:lnTo>
                <a:lnTo>
                  <a:pt x="452628" y="495490"/>
                </a:lnTo>
                <a:lnTo>
                  <a:pt x="452628" y="541972"/>
                </a:lnTo>
                <a:lnTo>
                  <a:pt x="451485" y="544639"/>
                </a:lnTo>
                <a:lnTo>
                  <a:pt x="446913" y="549211"/>
                </a:lnTo>
                <a:lnTo>
                  <a:pt x="444246" y="5503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912065" y="3536051"/>
            <a:ext cx="514350" cy="574675"/>
          </a:xfrm>
          <a:custGeom>
            <a:avLst/>
            <a:gdLst/>
            <a:ahLst/>
            <a:cxnLst/>
            <a:rect l="l" t="t" r="r" b="b"/>
            <a:pathLst>
              <a:path w="514350" h="574675">
                <a:moveTo>
                  <a:pt x="504063" y="338899"/>
                </a:moveTo>
                <a:lnTo>
                  <a:pt x="0" y="338899"/>
                </a:lnTo>
                <a:lnTo>
                  <a:pt x="0" y="284035"/>
                </a:lnTo>
                <a:lnTo>
                  <a:pt x="514350" y="284035"/>
                </a:lnTo>
                <a:lnTo>
                  <a:pt x="514350" y="327469"/>
                </a:lnTo>
                <a:lnTo>
                  <a:pt x="513969" y="332803"/>
                </a:lnTo>
                <a:lnTo>
                  <a:pt x="512254" y="336042"/>
                </a:lnTo>
                <a:lnTo>
                  <a:pt x="506158" y="338328"/>
                </a:lnTo>
                <a:lnTo>
                  <a:pt x="504063" y="338899"/>
                </a:lnTo>
                <a:close/>
              </a:path>
              <a:path w="514350" h="574675">
                <a:moveTo>
                  <a:pt x="284607" y="397764"/>
                </a:moveTo>
                <a:lnTo>
                  <a:pt x="220599" y="397764"/>
                </a:lnTo>
                <a:lnTo>
                  <a:pt x="220599" y="338899"/>
                </a:lnTo>
                <a:lnTo>
                  <a:pt x="284607" y="338899"/>
                </a:lnTo>
                <a:lnTo>
                  <a:pt x="284607" y="397764"/>
                </a:lnTo>
                <a:close/>
              </a:path>
              <a:path w="514350" h="574675">
                <a:moveTo>
                  <a:pt x="436245" y="574357"/>
                </a:moveTo>
                <a:lnTo>
                  <a:pt x="379476" y="574357"/>
                </a:lnTo>
                <a:lnTo>
                  <a:pt x="379476" y="453390"/>
                </a:lnTo>
                <a:lnTo>
                  <a:pt x="377571" y="451485"/>
                </a:lnTo>
                <a:lnTo>
                  <a:pt x="69151" y="451485"/>
                </a:lnTo>
                <a:lnTo>
                  <a:pt x="69151" y="397764"/>
                </a:lnTo>
                <a:lnTo>
                  <a:pt x="409765" y="397764"/>
                </a:lnTo>
                <a:lnTo>
                  <a:pt x="416659" y="398371"/>
                </a:lnTo>
                <a:lnTo>
                  <a:pt x="443984" y="424945"/>
                </a:lnTo>
                <a:lnTo>
                  <a:pt x="444627" y="432054"/>
                </a:lnTo>
                <a:lnTo>
                  <a:pt x="444627" y="565975"/>
                </a:lnTo>
                <a:lnTo>
                  <a:pt x="443484" y="568642"/>
                </a:lnTo>
                <a:lnTo>
                  <a:pt x="438912" y="573214"/>
                </a:lnTo>
                <a:lnTo>
                  <a:pt x="436245" y="574357"/>
                </a:lnTo>
                <a:close/>
              </a:path>
              <a:path w="514350" h="574675">
                <a:moveTo>
                  <a:pt x="292036" y="56007"/>
                </a:moveTo>
                <a:lnTo>
                  <a:pt x="226314" y="56007"/>
                </a:lnTo>
                <a:lnTo>
                  <a:pt x="226314" y="0"/>
                </a:lnTo>
                <a:lnTo>
                  <a:pt x="292036" y="0"/>
                </a:lnTo>
                <a:lnTo>
                  <a:pt x="292036" y="56007"/>
                </a:lnTo>
                <a:close/>
              </a:path>
              <a:path w="514350" h="574675">
                <a:moveTo>
                  <a:pt x="446341" y="107442"/>
                </a:moveTo>
                <a:lnTo>
                  <a:pt x="73723" y="107442"/>
                </a:lnTo>
                <a:lnTo>
                  <a:pt x="73723" y="56007"/>
                </a:lnTo>
                <a:lnTo>
                  <a:pt x="446341" y="56007"/>
                </a:lnTo>
                <a:lnTo>
                  <a:pt x="446341" y="107442"/>
                </a:lnTo>
                <a:close/>
              </a:path>
              <a:path w="514350" h="574675">
                <a:moveTo>
                  <a:pt x="76009" y="257746"/>
                </a:moveTo>
                <a:lnTo>
                  <a:pt x="40576" y="212026"/>
                </a:lnTo>
                <a:lnTo>
                  <a:pt x="51542" y="208972"/>
                </a:lnTo>
                <a:lnTo>
                  <a:pt x="63293" y="205525"/>
                </a:lnTo>
                <a:lnTo>
                  <a:pt x="102780" y="192809"/>
                </a:lnTo>
                <a:lnTo>
                  <a:pt x="142589" y="176307"/>
                </a:lnTo>
                <a:lnTo>
                  <a:pt x="178540" y="155787"/>
                </a:lnTo>
                <a:lnTo>
                  <a:pt x="212955" y="121765"/>
                </a:lnTo>
                <a:lnTo>
                  <a:pt x="218789" y="108966"/>
                </a:lnTo>
                <a:lnTo>
                  <a:pt x="219075" y="108204"/>
                </a:lnTo>
                <a:lnTo>
                  <a:pt x="219456" y="107442"/>
                </a:lnTo>
                <a:lnTo>
                  <a:pt x="298894" y="107442"/>
                </a:lnTo>
                <a:lnTo>
                  <a:pt x="300609" y="110871"/>
                </a:lnTo>
                <a:lnTo>
                  <a:pt x="306377" y="119372"/>
                </a:lnTo>
                <a:lnTo>
                  <a:pt x="341614" y="151858"/>
                </a:lnTo>
                <a:lnTo>
                  <a:pt x="349375" y="157162"/>
                </a:lnTo>
                <a:lnTo>
                  <a:pt x="260032" y="157162"/>
                </a:lnTo>
                <a:lnTo>
                  <a:pt x="222599" y="190881"/>
                </a:lnTo>
                <a:lnTo>
                  <a:pt x="187096" y="212598"/>
                </a:lnTo>
                <a:lnTo>
                  <a:pt x="149018" y="231243"/>
                </a:lnTo>
                <a:lnTo>
                  <a:pt x="110460" y="246387"/>
                </a:lnTo>
                <a:lnTo>
                  <a:pt x="86885" y="254388"/>
                </a:lnTo>
                <a:lnTo>
                  <a:pt x="76009" y="257746"/>
                </a:lnTo>
                <a:close/>
              </a:path>
              <a:path w="514350" h="574675">
                <a:moveTo>
                  <a:pt x="441198" y="258318"/>
                </a:moveTo>
                <a:lnTo>
                  <a:pt x="385762" y="237386"/>
                </a:lnTo>
                <a:lnTo>
                  <a:pt x="336042" y="213455"/>
                </a:lnTo>
                <a:lnTo>
                  <a:pt x="293608" y="186666"/>
                </a:lnTo>
                <a:lnTo>
                  <a:pt x="260032" y="157162"/>
                </a:lnTo>
                <a:lnTo>
                  <a:pt x="349375" y="157162"/>
                </a:lnTo>
                <a:lnTo>
                  <a:pt x="352615" y="159377"/>
                </a:lnTo>
                <a:lnTo>
                  <a:pt x="364188" y="166574"/>
                </a:lnTo>
                <a:lnTo>
                  <a:pt x="401550" y="186023"/>
                </a:lnTo>
                <a:lnTo>
                  <a:pt x="440412" y="201614"/>
                </a:lnTo>
                <a:lnTo>
                  <a:pt x="476631" y="212598"/>
                </a:lnTo>
                <a:lnTo>
                  <a:pt x="441198" y="2583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421843" y="3565770"/>
            <a:ext cx="537210" cy="544195"/>
          </a:xfrm>
          <a:custGeom>
            <a:avLst/>
            <a:gdLst/>
            <a:ahLst/>
            <a:cxnLst/>
            <a:rect l="l" t="t" r="r" b="b"/>
            <a:pathLst>
              <a:path w="537210" h="544195">
                <a:moveTo>
                  <a:pt x="43434" y="329184"/>
                </a:moveTo>
                <a:lnTo>
                  <a:pt x="0" y="288036"/>
                </a:lnTo>
                <a:lnTo>
                  <a:pt x="13126" y="281481"/>
                </a:lnTo>
                <a:lnTo>
                  <a:pt x="26339" y="274320"/>
                </a:lnTo>
                <a:lnTo>
                  <a:pt x="64918" y="249977"/>
                </a:lnTo>
                <a:lnTo>
                  <a:pt x="98298" y="221742"/>
                </a:lnTo>
                <a:lnTo>
                  <a:pt x="124122" y="190291"/>
                </a:lnTo>
                <a:lnTo>
                  <a:pt x="142660" y="144178"/>
                </a:lnTo>
                <a:lnTo>
                  <a:pt x="143446" y="7429"/>
                </a:lnTo>
                <a:lnTo>
                  <a:pt x="209169" y="7429"/>
                </a:lnTo>
                <a:lnTo>
                  <a:pt x="209169" y="132588"/>
                </a:lnTo>
                <a:lnTo>
                  <a:pt x="209865" y="144339"/>
                </a:lnTo>
                <a:lnTo>
                  <a:pt x="226403" y="186434"/>
                </a:lnTo>
                <a:lnTo>
                  <a:pt x="257937" y="220027"/>
                </a:lnTo>
                <a:lnTo>
                  <a:pt x="177736" y="220027"/>
                </a:lnTo>
                <a:lnTo>
                  <a:pt x="139421" y="262032"/>
                </a:lnTo>
                <a:lnTo>
                  <a:pt x="105798" y="290447"/>
                </a:lnTo>
                <a:lnTo>
                  <a:pt x="65793" y="316878"/>
                </a:lnTo>
                <a:lnTo>
                  <a:pt x="43434" y="329184"/>
                </a:lnTo>
                <a:close/>
              </a:path>
              <a:path w="537210" h="544195">
                <a:moveTo>
                  <a:pt x="313182" y="316611"/>
                </a:moveTo>
                <a:lnTo>
                  <a:pt x="276891" y="298608"/>
                </a:lnTo>
                <a:lnTo>
                  <a:pt x="239172" y="274320"/>
                </a:lnTo>
                <a:lnTo>
                  <a:pt x="204597" y="247173"/>
                </a:lnTo>
                <a:lnTo>
                  <a:pt x="177736" y="220027"/>
                </a:lnTo>
                <a:lnTo>
                  <a:pt x="257937" y="220027"/>
                </a:lnTo>
                <a:lnTo>
                  <a:pt x="260979" y="222617"/>
                </a:lnTo>
                <a:lnTo>
                  <a:pt x="271819" y="230957"/>
                </a:lnTo>
                <a:lnTo>
                  <a:pt x="308663" y="254531"/>
                </a:lnTo>
                <a:lnTo>
                  <a:pt x="349758" y="276606"/>
                </a:lnTo>
                <a:lnTo>
                  <a:pt x="313182" y="316611"/>
                </a:lnTo>
                <a:close/>
              </a:path>
              <a:path w="537210" h="544195">
                <a:moveTo>
                  <a:pt x="447675" y="394335"/>
                </a:moveTo>
                <a:lnTo>
                  <a:pt x="390906" y="394335"/>
                </a:lnTo>
                <a:lnTo>
                  <a:pt x="390906" y="0"/>
                </a:lnTo>
                <a:lnTo>
                  <a:pt x="456057" y="0"/>
                </a:lnTo>
                <a:lnTo>
                  <a:pt x="456057" y="149161"/>
                </a:lnTo>
                <a:lnTo>
                  <a:pt x="536638" y="149161"/>
                </a:lnTo>
                <a:lnTo>
                  <a:pt x="536638" y="204025"/>
                </a:lnTo>
                <a:lnTo>
                  <a:pt x="456057" y="204025"/>
                </a:lnTo>
                <a:lnTo>
                  <a:pt x="456057" y="385953"/>
                </a:lnTo>
                <a:lnTo>
                  <a:pt x="454914" y="388620"/>
                </a:lnTo>
                <a:lnTo>
                  <a:pt x="450342" y="393192"/>
                </a:lnTo>
                <a:lnTo>
                  <a:pt x="447675" y="394335"/>
                </a:lnTo>
                <a:close/>
              </a:path>
              <a:path w="537210" h="544195">
                <a:moveTo>
                  <a:pt x="459676" y="544068"/>
                </a:moveTo>
                <a:lnTo>
                  <a:pt x="140589" y="544068"/>
                </a:lnTo>
                <a:lnTo>
                  <a:pt x="133927" y="543442"/>
                </a:lnTo>
                <a:lnTo>
                  <a:pt x="106388" y="516332"/>
                </a:lnTo>
                <a:lnTo>
                  <a:pt x="105727" y="509206"/>
                </a:lnTo>
                <a:lnTo>
                  <a:pt x="105727" y="364617"/>
                </a:lnTo>
                <a:lnTo>
                  <a:pt x="171450" y="364617"/>
                </a:lnTo>
                <a:lnTo>
                  <a:pt x="171450" y="485965"/>
                </a:lnTo>
                <a:lnTo>
                  <a:pt x="172021" y="487394"/>
                </a:lnTo>
                <a:lnTo>
                  <a:pt x="174307" y="489299"/>
                </a:lnTo>
                <a:lnTo>
                  <a:pt x="175450" y="489775"/>
                </a:lnTo>
                <a:lnTo>
                  <a:pt x="468058" y="489775"/>
                </a:lnTo>
                <a:lnTo>
                  <a:pt x="468058" y="535686"/>
                </a:lnTo>
                <a:lnTo>
                  <a:pt x="466915" y="538353"/>
                </a:lnTo>
                <a:lnTo>
                  <a:pt x="462343" y="542925"/>
                </a:lnTo>
                <a:lnTo>
                  <a:pt x="459676" y="5440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975055" y="3560055"/>
            <a:ext cx="514984" cy="561340"/>
          </a:xfrm>
          <a:custGeom>
            <a:avLst/>
            <a:gdLst/>
            <a:ahLst/>
            <a:cxnLst/>
            <a:rect l="l" t="t" r="r" b="b"/>
            <a:pathLst>
              <a:path w="514985" h="561339">
                <a:moveTo>
                  <a:pt x="259461" y="561213"/>
                </a:moveTo>
                <a:lnTo>
                  <a:pt x="219813" y="559569"/>
                </a:lnTo>
                <a:lnTo>
                  <a:pt x="166199" y="550908"/>
                </a:lnTo>
                <a:lnTo>
                  <a:pt x="122586" y="534352"/>
                </a:lnTo>
                <a:lnTo>
                  <a:pt x="90707" y="509920"/>
                </a:lnTo>
                <a:lnTo>
                  <a:pt x="69472" y="465022"/>
                </a:lnTo>
                <a:lnTo>
                  <a:pt x="68580" y="451485"/>
                </a:lnTo>
                <a:lnTo>
                  <a:pt x="69419" y="437929"/>
                </a:lnTo>
                <a:lnTo>
                  <a:pt x="89439" y="392602"/>
                </a:lnTo>
                <a:lnTo>
                  <a:pt x="120300" y="367474"/>
                </a:lnTo>
                <a:lnTo>
                  <a:pt x="163377" y="350061"/>
                </a:lnTo>
                <a:lnTo>
                  <a:pt x="217670" y="340685"/>
                </a:lnTo>
                <a:lnTo>
                  <a:pt x="259461" y="338899"/>
                </a:lnTo>
                <a:lnTo>
                  <a:pt x="279374" y="339363"/>
                </a:lnTo>
                <a:lnTo>
                  <a:pt x="334613" y="346329"/>
                </a:lnTo>
                <a:lnTo>
                  <a:pt x="381011" y="361330"/>
                </a:lnTo>
                <a:lnTo>
                  <a:pt x="416194" y="383976"/>
                </a:lnTo>
                <a:lnTo>
                  <a:pt x="425245" y="393192"/>
                </a:lnTo>
                <a:lnTo>
                  <a:pt x="260032" y="393192"/>
                </a:lnTo>
                <a:lnTo>
                  <a:pt x="229207" y="394209"/>
                </a:lnTo>
                <a:lnTo>
                  <a:pt x="181486" y="402353"/>
                </a:lnTo>
                <a:lnTo>
                  <a:pt x="142732" y="428124"/>
                </a:lnTo>
                <a:lnTo>
                  <a:pt x="135445" y="451485"/>
                </a:lnTo>
                <a:lnTo>
                  <a:pt x="137320" y="462986"/>
                </a:lnTo>
                <a:lnTo>
                  <a:pt x="165449" y="491490"/>
                </a:lnTo>
                <a:lnTo>
                  <a:pt x="203954" y="503491"/>
                </a:lnTo>
                <a:lnTo>
                  <a:pt x="229582" y="506491"/>
                </a:lnTo>
                <a:lnTo>
                  <a:pt x="259461" y="507492"/>
                </a:lnTo>
                <a:lnTo>
                  <a:pt x="426169" y="507492"/>
                </a:lnTo>
                <a:lnTo>
                  <a:pt x="418409" y="515707"/>
                </a:lnTo>
                <a:lnTo>
                  <a:pt x="384512" y="538228"/>
                </a:lnTo>
                <a:lnTo>
                  <a:pt x="338328" y="553497"/>
                </a:lnTo>
                <a:lnTo>
                  <a:pt x="280892" y="560730"/>
                </a:lnTo>
                <a:lnTo>
                  <a:pt x="259461" y="561213"/>
                </a:lnTo>
                <a:close/>
              </a:path>
              <a:path w="514985" h="561339">
                <a:moveTo>
                  <a:pt x="426169" y="507492"/>
                </a:moveTo>
                <a:lnTo>
                  <a:pt x="259461" y="507492"/>
                </a:lnTo>
                <a:lnTo>
                  <a:pt x="288321" y="506491"/>
                </a:lnTo>
                <a:lnTo>
                  <a:pt x="313182" y="503491"/>
                </a:lnTo>
                <a:lnTo>
                  <a:pt x="350901" y="491490"/>
                </a:lnTo>
                <a:lnTo>
                  <a:pt x="378761" y="462986"/>
                </a:lnTo>
                <a:lnTo>
                  <a:pt x="380619" y="451485"/>
                </a:lnTo>
                <a:lnTo>
                  <a:pt x="378690" y="439215"/>
                </a:lnTo>
                <a:lnTo>
                  <a:pt x="349758" y="409479"/>
                </a:lnTo>
                <a:lnTo>
                  <a:pt x="311896" y="397263"/>
                </a:lnTo>
                <a:lnTo>
                  <a:pt x="260032" y="393192"/>
                </a:lnTo>
                <a:lnTo>
                  <a:pt x="425245" y="393192"/>
                </a:lnTo>
                <a:lnTo>
                  <a:pt x="445985" y="437929"/>
                </a:lnTo>
                <a:lnTo>
                  <a:pt x="446913" y="451485"/>
                </a:lnTo>
                <a:lnTo>
                  <a:pt x="446109" y="463754"/>
                </a:lnTo>
                <a:lnTo>
                  <a:pt x="443698" y="475416"/>
                </a:lnTo>
                <a:lnTo>
                  <a:pt x="439679" y="486471"/>
                </a:lnTo>
                <a:lnTo>
                  <a:pt x="434054" y="496919"/>
                </a:lnTo>
                <a:lnTo>
                  <a:pt x="426928" y="506688"/>
                </a:lnTo>
                <a:lnTo>
                  <a:pt x="426169" y="507492"/>
                </a:lnTo>
                <a:close/>
              </a:path>
              <a:path w="514985" h="561339">
                <a:moveTo>
                  <a:pt x="452056" y="199453"/>
                </a:moveTo>
                <a:lnTo>
                  <a:pt x="107442" y="199453"/>
                </a:lnTo>
                <a:lnTo>
                  <a:pt x="101012" y="198882"/>
                </a:lnTo>
                <a:lnTo>
                  <a:pt x="73259" y="172735"/>
                </a:lnTo>
                <a:lnTo>
                  <a:pt x="72580" y="165163"/>
                </a:lnTo>
                <a:lnTo>
                  <a:pt x="72580" y="0"/>
                </a:lnTo>
                <a:lnTo>
                  <a:pt x="137731" y="0"/>
                </a:lnTo>
                <a:lnTo>
                  <a:pt x="137731" y="144399"/>
                </a:lnTo>
                <a:lnTo>
                  <a:pt x="139636" y="146304"/>
                </a:lnTo>
                <a:lnTo>
                  <a:pt x="452056" y="146304"/>
                </a:lnTo>
                <a:lnTo>
                  <a:pt x="452056" y="199453"/>
                </a:lnTo>
                <a:close/>
              </a:path>
              <a:path w="514985" h="561339">
                <a:moveTo>
                  <a:pt x="294322" y="256603"/>
                </a:moveTo>
                <a:lnTo>
                  <a:pt x="229171" y="256603"/>
                </a:lnTo>
                <a:lnTo>
                  <a:pt x="229171" y="199453"/>
                </a:lnTo>
                <a:lnTo>
                  <a:pt x="294322" y="199453"/>
                </a:lnTo>
                <a:lnTo>
                  <a:pt x="294322" y="256603"/>
                </a:lnTo>
                <a:close/>
              </a:path>
              <a:path w="514985" h="561339">
                <a:moveTo>
                  <a:pt x="506539" y="310324"/>
                </a:moveTo>
                <a:lnTo>
                  <a:pt x="0" y="310324"/>
                </a:lnTo>
                <a:lnTo>
                  <a:pt x="0" y="256603"/>
                </a:lnTo>
                <a:lnTo>
                  <a:pt x="514921" y="256603"/>
                </a:lnTo>
                <a:lnTo>
                  <a:pt x="514921" y="301942"/>
                </a:lnTo>
                <a:lnTo>
                  <a:pt x="513778" y="304609"/>
                </a:lnTo>
                <a:lnTo>
                  <a:pt x="509206" y="309181"/>
                </a:lnTo>
                <a:lnTo>
                  <a:pt x="506539" y="310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513408" y="3565770"/>
            <a:ext cx="506730" cy="544195"/>
          </a:xfrm>
          <a:custGeom>
            <a:avLst/>
            <a:gdLst/>
            <a:ahLst/>
            <a:cxnLst/>
            <a:rect l="l" t="t" r="r" b="b"/>
            <a:pathLst>
              <a:path w="506729" h="544195">
                <a:moveTo>
                  <a:pt x="422529" y="544068"/>
                </a:moveTo>
                <a:lnTo>
                  <a:pt x="366331" y="544068"/>
                </a:lnTo>
                <a:lnTo>
                  <a:pt x="366331" y="0"/>
                </a:lnTo>
                <a:lnTo>
                  <a:pt x="430911" y="0"/>
                </a:lnTo>
                <a:lnTo>
                  <a:pt x="430911" y="191452"/>
                </a:lnTo>
                <a:lnTo>
                  <a:pt x="506349" y="191452"/>
                </a:lnTo>
                <a:lnTo>
                  <a:pt x="506349" y="245745"/>
                </a:lnTo>
                <a:lnTo>
                  <a:pt x="430911" y="245745"/>
                </a:lnTo>
                <a:lnTo>
                  <a:pt x="430911" y="535686"/>
                </a:lnTo>
                <a:lnTo>
                  <a:pt x="429768" y="538353"/>
                </a:lnTo>
                <a:lnTo>
                  <a:pt x="425196" y="542925"/>
                </a:lnTo>
                <a:lnTo>
                  <a:pt x="422529" y="544068"/>
                </a:lnTo>
                <a:close/>
              </a:path>
              <a:path w="506729" h="544195">
                <a:moveTo>
                  <a:pt x="33718" y="460629"/>
                </a:moveTo>
                <a:lnTo>
                  <a:pt x="0" y="414337"/>
                </a:lnTo>
                <a:lnTo>
                  <a:pt x="16359" y="410158"/>
                </a:lnTo>
                <a:lnTo>
                  <a:pt x="33432" y="405050"/>
                </a:lnTo>
                <a:lnTo>
                  <a:pt x="69723" y="392049"/>
                </a:lnTo>
                <a:lnTo>
                  <a:pt x="106156" y="375404"/>
                </a:lnTo>
                <a:lnTo>
                  <a:pt x="140017" y="355187"/>
                </a:lnTo>
                <a:lnTo>
                  <a:pt x="169878" y="331255"/>
                </a:lnTo>
                <a:lnTo>
                  <a:pt x="203811" y="288107"/>
                </a:lnTo>
                <a:lnTo>
                  <a:pt x="216027" y="236029"/>
                </a:lnTo>
                <a:lnTo>
                  <a:pt x="216598" y="88011"/>
                </a:lnTo>
                <a:lnTo>
                  <a:pt x="216598" y="84201"/>
                </a:lnTo>
                <a:lnTo>
                  <a:pt x="214503" y="82296"/>
                </a:lnTo>
                <a:lnTo>
                  <a:pt x="14287" y="82296"/>
                </a:lnTo>
                <a:lnTo>
                  <a:pt x="14287" y="27432"/>
                </a:lnTo>
                <a:lnTo>
                  <a:pt x="248602" y="27432"/>
                </a:lnTo>
                <a:lnTo>
                  <a:pt x="255692" y="28092"/>
                </a:lnTo>
                <a:lnTo>
                  <a:pt x="282321" y="62293"/>
                </a:lnTo>
                <a:lnTo>
                  <a:pt x="282321" y="226885"/>
                </a:lnTo>
                <a:lnTo>
                  <a:pt x="276606" y="274820"/>
                </a:lnTo>
                <a:lnTo>
                  <a:pt x="259461" y="316896"/>
                </a:lnTo>
                <a:lnTo>
                  <a:pt x="233314" y="353472"/>
                </a:lnTo>
                <a:lnTo>
                  <a:pt x="200596" y="384905"/>
                </a:lnTo>
                <a:lnTo>
                  <a:pt x="162591" y="411194"/>
                </a:lnTo>
                <a:lnTo>
                  <a:pt x="120586" y="432339"/>
                </a:lnTo>
                <a:lnTo>
                  <a:pt x="76866" y="448698"/>
                </a:lnTo>
                <a:lnTo>
                  <a:pt x="55221" y="455217"/>
                </a:lnTo>
                <a:lnTo>
                  <a:pt x="33718" y="4606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196411" y="3565198"/>
            <a:ext cx="455295" cy="544830"/>
          </a:xfrm>
          <a:custGeom>
            <a:avLst/>
            <a:gdLst/>
            <a:ahLst/>
            <a:cxnLst/>
            <a:rect l="l" t="t" r="r" b="b"/>
            <a:pathLst>
              <a:path w="455295" h="544829">
                <a:moveTo>
                  <a:pt x="334327" y="81153"/>
                </a:moveTo>
                <a:lnTo>
                  <a:pt x="6286" y="81153"/>
                </a:lnTo>
                <a:lnTo>
                  <a:pt x="6286" y="28003"/>
                </a:lnTo>
                <a:lnTo>
                  <a:pt x="334327" y="28003"/>
                </a:lnTo>
                <a:lnTo>
                  <a:pt x="334327" y="81153"/>
                </a:lnTo>
                <a:close/>
              </a:path>
              <a:path w="455295" h="544829">
                <a:moveTo>
                  <a:pt x="122491" y="356616"/>
                </a:moveTo>
                <a:lnTo>
                  <a:pt x="61150" y="356616"/>
                </a:lnTo>
                <a:lnTo>
                  <a:pt x="58483" y="350139"/>
                </a:lnTo>
                <a:lnTo>
                  <a:pt x="57229" y="342971"/>
                </a:lnTo>
                <a:lnTo>
                  <a:pt x="57150" y="81153"/>
                </a:lnTo>
                <a:lnTo>
                  <a:pt x="120586" y="81153"/>
                </a:lnTo>
                <a:lnTo>
                  <a:pt x="120586" y="354711"/>
                </a:lnTo>
                <a:lnTo>
                  <a:pt x="122491" y="356616"/>
                </a:lnTo>
                <a:close/>
              </a:path>
              <a:path w="455295" h="544829">
                <a:moveTo>
                  <a:pt x="164020" y="409194"/>
                </a:moveTo>
                <a:lnTo>
                  <a:pt x="0" y="409194"/>
                </a:lnTo>
                <a:lnTo>
                  <a:pt x="0" y="356616"/>
                </a:lnTo>
                <a:lnTo>
                  <a:pt x="217551" y="356616"/>
                </a:lnTo>
                <a:lnTo>
                  <a:pt x="219456" y="354711"/>
                </a:lnTo>
                <a:lnTo>
                  <a:pt x="219456" y="81153"/>
                </a:lnTo>
                <a:lnTo>
                  <a:pt x="283464" y="81153"/>
                </a:lnTo>
                <a:lnTo>
                  <a:pt x="283410" y="340774"/>
                </a:lnTo>
                <a:lnTo>
                  <a:pt x="282511" y="346710"/>
                </a:lnTo>
                <a:lnTo>
                  <a:pt x="280606" y="352044"/>
                </a:lnTo>
                <a:lnTo>
                  <a:pt x="351472" y="352044"/>
                </a:lnTo>
                <a:lnTo>
                  <a:pt x="351472" y="393192"/>
                </a:lnTo>
                <a:lnTo>
                  <a:pt x="342435" y="395638"/>
                </a:lnTo>
                <a:lnTo>
                  <a:pt x="297358" y="402961"/>
                </a:lnTo>
                <a:lnTo>
                  <a:pt x="258889" y="406336"/>
                </a:lnTo>
                <a:lnTo>
                  <a:pt x="220098" y="408265"/>
                </a:lnTo>
                <a:lnTo>
                  <a:pt x="184023" y="409051"/>
                </a:lnTo>
                <a:lnTo>
                  <a:pt x="164020" y="409194"/>
                </a:lnTo>
                <a:close/>
              </a:path>
              <a:path w="455295" h="544829">
                <a:moveTo>
                  <a:pt x="351472" y="352044"/>
                </a:moveTo>
                <a:lnTo>
                  <a:pt x="280606" y="352044"/>
                </a:lnTo>
                <a:lnTo>
                  <a:pt x="289750" y="350847"/>
                </a:lnTo>
                <a:lnTo>
                  <a:pt x="298894" y="349543"/>
                </a:lnTo>
                <a:lnTo>
                  <a:pt x="343328" y="340774"/>
                </a:lnTo>
                <a:lnTo>
                  <a:pt x="351472" y="338328"/>
                </a:lnTo>
                <a:lnTo>
                  <a:pt x="351472" y="352044"/>
                </a:lnTo>
                <a:close/>
              </a:path>
              <a:path w="455295" h="544829">
                <a:moveTo>
                  <a:pt x="446532" y="544639"/>
                </a:moveTo>
                <a:lnTo>
                  <a:pt x="389191" y="544639"/>
                </a:lnTo>
                <a:lnTo>
                  <a:pt x="389191" y="0"/>
                </a:lnTo>
                <a:lnTo>
                  <a:pt x="454914" y="0"/>
                </a:lnTo>
                <a:lnTo>
                  <a:pt x="454914" y="536257"/>
                </a:lnTo>
                <a:lnTo>
                  <a:pt x="453771" y="538924"/>
                </a:lnTo>
                <a:lnTo>
                  <a:pt x="449199" y="543496"/>
                </a:lnTo>
                <a:lnTo>
                  <a:pt x="446532" y="5446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721619" y="3565198"/>
            <a:ext cx="497840" cy="544830"/>
          </a:xfrm>
          <a:custGeom>
            <a:avLst/>
            <a:gdLst/>
            <a:ahLst/>
            <a:cxnLst/>
            <a:rect l="l" t="t" r="r" b="b"/>
            <a:pathLst>
              <a:path w="497840" h="544829">
                <a:moveTo>
                  <a:pt x="144589" y="443484"/>
                </a:moveTo>
                <a:lnTo>
                  <a:pt x="104459" y="437536"/>
                </a:lnTo>
                <a:lnTo>
                  <a:pt x="70223" y="420409"/>
                </a:lnTo>
                <a:lnTo>
                  <a:pt x="36147" y="383976"/>
                </a:lnTo>
                <a:lnTo>
                  <a:pt x="20323" y="347346"/>
                </a:lnTo>
                <a:lnTo>
                  <a:pt x="14859" y="305181"/>
                </a:lnTo>
                <a:lnTo>
                  <a:pt x="15448" y="290339"/>
                </a:lnTo>
                <a:lnTo>
                  <a:pt x="24288" y="249459"/>
                </a:lnTo>
                <a:lnTo>
                  <a:pt x="42773" y="215169"/>
                </a:lnTo>
                <a:lnTo>
                  <a:pt x="80438" y="182254"/>
                </a:lnTo>
                <a:lnTo>
                  <a:pt x="117157" y="168878"/>
                </a:lnTo>
                <a:lnTo>
                  <a:pt x="144589" y="166306"/>
                </a:lnTo>
                <a:lnTo>
                  <a:pt x="159091" y="166949"/>
                </a:lnTo>
                <a:lnTo>
                  <a:pt x="198310" y="176593"/>
                </a:lnTo>
                <a:lnTo>
                  <a:pt x="239458" y="205454"/>
                </a:lnTo>
                <a:lnTo>
                  <a:pt x="250398" y="219456"/>
                </a:lnTo>
                <a:lnTo>
                  <a:pt x="144589" y="219456"/>
                </a:lnTo>
                <a:lnTo>
                  <a:pt x="136534" y="219920"/>
                </a:lnTo>
                <a:lnTo>
                  <a:pt x="98280" y="240601"/>
                </a:lnTo>
                <a:lnTo>
                  <a:pt x="78581" y="281499"/>
                </a:lnTo>
                <a:lnTo>
                  <a:pt x="76009" y="305181"/>
                </a:lnTo>
                <a:lnTo>
                  <a:pt x="76330" y="314164"/>
                </a:lnTo>
                <a:lnTo>
                  <a:pt x="87296" y="353758"/>
                </a:lnTo>
                <a:lnTo>
                  <a:pt x="117157" y="383476"/>
                </a:lnTo>
                <a:lnTo>
                  <a:pt x="144589" y="389763"/>
                </a:lnTo>
                <a:lnTo>
                  <a:pt x="249505" y="389763"/>
                </a:lnTo>
                <a:lnTo>
                  <a:pt x="246977" y="393495"/>
                </a:lnTo>
                <a:lnTo>
                  <a:pt x="209311" y="426714"/>
                </a:lnTo>
                <a:lnTo>
                  <a:pt x="172450" y="440769"/>
                </a:lnTo>
                <a:lnTo>
                  <a:pt x="158841" y="442805"/>
                </a:lnTo>
                <a:lnTo>
                  <a:pt x="144589" y="443484"/>
                </a:lnTo>
                <a:close/>
              </a:path>
              <a:path w="497840" h="544829">
                <a:moveTo>
                  <a:pt x="249505" y="389763"/>
                </a:moveTo>
                <a:lnTo>
                  <a:pt x="144589" y="389763"/>
                </a:lnTo>
                <a:lnTo>
                  <a:pt x="152126" y="389370"/>
                </a:lnTo>
                <a:lnTo>
                  <a:pt x="159305" y="388191"/>
                </a:lnTo>
                <a:lnTo>
                  <a:pt x="194310" y="366045"/>
                </a:lnTo>
                <a:lnTo>
                  <a:pt x="210437" y="331166"/>
                </a:lnTo>
                <a:lnTo>
                  <a:pt x="213169" y="305181"/>
                </a:lnTo>
                <a:lnTo>
                  <a:pt x="212883" y="297215"/>
                </a:lnTo>
                <a:lnTo>
                  <a:pt x="203025" y="259175"/>
                </a:lnTo>
                <a:lnTo>
                  <a:pt x="174021" y="226885"/>
                </a:lnTo>
                <a:lnTo>
                  <a:pt x="144589" y="219456"/>
                </a:lnTo>
                <a:lnTo>
                  <a:pt x="250398" y="219456"/>
                </a:lnTo>
                <a:lnTo>
                  <a:pt x="269748" y="262479"/>
                </a:lnTo>
                <a:lnTo>
                  <a:pt x="274891" y="305181"/>
                </a:lnTo>
                <a:lnTo>
                  <a:pt x="274302" y="319504"/>
                </a:lnTo>
                <a:lnTo>
                  <a:pt x="265461" y="359473"/>
                </a:lnTo>
                <a:lnTo>
                  <a:pt x="254103" y="382976"/>
                </a:lnTo>
                <a:lnTo>
                  <a:pt x="249505" y="389763"/>
                </a:lnTo>
                <a:close/>
              </a:path>
              <a:path w="497840" h="544829">
                <a:moveTo>
                  <a:pt x="176022" y="82296"/>
                </a:moveTo>
                <a:lnTo>
                  <a:pt x="110299" y="82296"/>
                </a:lnTo>
                <a:lnTo>
                  <a:pt x="110299" y="5143"/>
                </a:lnTo>
                <a:lnTo>
                  <a:pt x="176022" y="5143"/>
                </a:lnTo>
                <a:lnTo>
                  <a:pt x="176022" y="82296"/>
                </a:lnTo>
                <a:close/>
              </a:path>
              <a:path w="497840" h="544829">
                <a:moveTo>
                  <a:pt x="285750" y="135445"/>
                </a:moveTo>
                <a:lnTo>
                  <a:pt x="0" y="135445"/>
                </a:lnTo>
                <a:lnTo>
                  <a:pt x="0" y="82296"/>
                </a:lnTo>
                <a:lnTo>
                  <a:pt x="285750" y="82296"/>
                </a:lnTo>
                <a:lnTo>
                  <a:pt x="285750" y="135445"/>
                </a:lnTo>
                <a:close/>
              </a:path>
              <a:path w="497840" h="544829">
                <a:moveTo>
                  <a:pt x="364617" y="531495"/>
                </a:moveTo>
                <a:lnTo>
                  <a:pt x="311467" y="531495"/>
                </a:lnTo>
                <a:lnTo>
                  <a:pt x="311467" y="0"/>
                </a:lnTo>
                <a:lnTo>
                  <a:pt x="374904" y="0"/>
                </a:lnTo>
                <a:lnTo>
                  <a:pt x="374904" y="213741"/>
                </a:lnTo>
                <a:lnTo>
                  <a:pt x="497776" y="213741"/>
                </a:lnTo>
                <a:lnTo>
                  <a:pt x="497776" y="271462"/>
                </a:lnTo>
                <a:lnTo>
                  <a:pt x="374904" y="271462"/>
                </a:lnTo>
                <a:lnTo>
                  <a:pt x="374904" y="520065"/>
                </a:lnTo>
                <a:lnTo>
                  <a:pt x="374523" y="525399"/>
                </a:lnTo>
                <a:lnTo>
                  <a:pt x="372808" y="528637"/>
                </a:lnTo>
                <a:lnTo>
                  <a:pt x="366712" y="530923"/>
                </a:lnTo>
                <a:lnTo>
                  <a:pt x="364617" y="531495"/>
                </a:lnTo>
                <a:close/>
              </a:path>
              <a:path w="497840" h="544829">
                <a:moveTo>
                  <a:pt x="497776" y="213741"/>
                </a:moveTo>
                <a:lnTo>
                  <a:pt x="433768" y="213741"/>
                </a:lnTo>
                <a:lnTo>
                  <a:pt x="433768" y="0"/>
                </a:lnTo>
                <a:lnTo>
                  <a:pt x="497776" y="0"/>
                </a:lnTo>
                <a:lnTo>
                  <a:pt x="497776" y="213741"/>
                </a:lnTo>
                <a:close/>
              </a:path>
              <a:path w="497840" h="544829">
                <a:moveTo>
                  <a:pt x="487108" y="544639"/>
                </a:moveTo>
                <a:lnTo>
                  <a:pt x="433768" y="544639"/>
                </a:lnTo>
                <a:lnTo>
                  <a:pt x="433768" y="271462"/>
                </a:lnTo>
                <a:lnTo>
                  <a:pt x="497776" y="271462"/>
                </a:lnTo>
                <a:lnTo>
                  <a:pt x="497776" y="533209"/>
                </a:lnTo>
                <a:lnTo>
                  <a:pt x="497395" y="538543"/>
                </a:lnTo>
                <a:lnTo>
                  <a:pt x="495585" y="541782"/>
                </a:lnTo>
                <a:lnTo>
                  <a:pt x="489108" y="544068"/>
                </a:lnTo>
                <a:lnTo>
                  <a:pt x="487108" y="5446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283974" y="3995537"/>
            <a:ext cx="64008" cy="14401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12857" y="4365298"/>
            <a:ext cx="434975" cy="544830"/>
          </a:xfrm>
          <a:custGeom>
            <a:avLst/>
            <a:gdLst/>
            <a:ahLst/>
            <a:cxnLst/>
            <a:rect l="l" t="t" r="r" b="b"/>
            <a:pathLst>
              <a:path w="434975" h="544829">
                <a:moveTo>
                  <a:pt x="149161" y="429196"/>
                </a:moveTo>
                <a:lnTo>
                  <a:pt x="96440" y="419713"/>
                </a:lnTo>
                <a:lnTo>
                  <a:pt x="56149" y="392477"/>
                </a:lnTo>
                <a:lnTo>
                  <a:pt x="26896" y="351633"/>
                </a:lnTo>
                <a:lnTo>
                  <a:pt x="8572" y="300037"/>
                </a:lnTo>
                <a:lnTo>
                  <a:pt x="2143" y="261318"/>
                </a:lnTo>
                <a:lnTo>
                  <a:pt x="0" y="220599"/>
                </a:lnTo>
                <a:lnTo>
                  <a:pt x="535" y="202561"/>
                </a:lnTo>
                <a:lnTo>
                  <a:pt x="8572" y="148018"/>
                </a:lnTo>
                <a:lnTo>
                  <a:pt x="26735" y="97012"/>
                </a:lnTo>
                <a:lnTo>
                  <a:pt x="55721" y="54792"/>
                </a:lnTo>
                <a:lnTo>
                  <a:pt x="96279" y="25306"/>
                </a:lnTo>
                <a:lnTo>
                  <a:pt x="149161" y="14859"/>
                </a:lnTo>
                <a:lnTo>
                  <a:pt x="168431" y="16019"/>
                </a:lnTo>
                <a:lnTo>
                  <a:pt x="217455" y="33432"/>
                </a:lnTo>
                <a:lnTo>
                  <a:pt x="254103" y="67562"/>
                </a:lnTo>
                <a:lnTo>
                  <a:pt x="257131" y="72009"/>
                </a:lnTo>
                <a:lnTo>
                  <a:pt x="149161" y="72009"/>
                </a:lnTo>
                <a:lnTo>
                  <a:pt x="138410" y="72937"/>
                </a:lnTo>
                <a:lnTo>
                  <a:pt x="103245" y="94761"/>
                </a:lnTo>
                <a:lnTo>
                  <a:pt x="80206" y="135374"/>
                </a:lnTo>
                <a:lnTo>
                  <a:pt x="68294" y="184665"/>
                </a:lnTo>
                <a:lnTo>
                  <a:pt x="65722" y="220027"/>
                </a:lnTo>
                <a:lnTo>
                  <a:pt x="66026" y="235243"/>
                </a:lnTo>
                <a:lnTo>
                  <a:pt x="70580" y="278320"/>
                </a:lnTo>
                <a:lnTo>
                  <a:pt x="80920" y="315771"/>
                </a:lnTo>
                <a:lnTo>
                  <a:pt x="104209" y="353079"/>
                </a:lnTo>
                <a:lnTo>
                  <a:pt x="138678" y="371278"/>
                </a:lnTo>
                <a:lnTo>
                  <a:pt x="149161" y="372046"/>
                </a:lnTo>
                <a:lnTo>
                  <a:pt x="259584" y="372046"/>
                </a:lnTo>
                <a:lnTo>
                  <a:pt x="253692" y="380297"/>
                </a:lnTo>
                <a:lnTo>
                  <a:pt x="216884" y="412337"/>
                </a:lnTo>
                <a:lnTo>
                  <a:pt x="168181" y="428142"/>
                </a:lnTo>
                <a:lnTo>
                  <a:pt x="149161" y="429196"/>
                </a:lnTo>
                <a:close/>
              </a:path>
              <a:path w="434975" h="544829">
                <a:moveTo>
                  <a:pt x="259584" y="372046"/>
                </a:moveTo>
                <a:lnTo>
                  <a:pt x="149161" y="372046"/>
                </a:lnTo>
                <a:lnTo>
                  <a:pt x="159412" y="371278"/>
                </a:lnTo>
                <a:lnTo>
                  <a:pt x="169021" y="368974"/>
                </a:lnTo>
                <a:lnTo>
                  <a:pt x="200882" y="345328"/>
                </a:lnTo>
                <a:lnTo>
                  <a:pt x="221599" y="304109"/>
                </a:lnTo>
                <a:lnTo>
                  <a:pt x="230278" y="264390"/>
                </a:lnTo>
                <a:lnTo>
                  <a:pt x="233172" y="220027"/>
                </a:lnTo>
                <a:lnTo>
                  <a:pt x="232886" y="208668"/>
                </a:lnTo>
                <a:lnTo>
                  <a:pt x="225956" y="159377"/>
                </a:lnTo>
                <a:lnTo>
                  <a:pt x="208240" y="113335"/>
                </a:lnTo>
                <a:lnTo>
                  <a:pt x="179058" y="80367"/>
                </a:lnTo>
                <a:lnTo>
                  <a:pt x="149161" y="72009"/>
                </a:lnTo>
                <a:lnTo>
                  <a:pt x="257131" y="72009"/>
                </a:lnTo>
                <a:lnTo>
                  <a:pt x="279392" y="113157"/>
                </a:lnTo>
                <a:lnTo>
                  <a:pt x="294072" y="166270"/>
                </a:lnTo>
                <a:lnTo>
                  <a:pt x="298894" y="220599"/>
                </a:lnTo>
                <a:lnTo>
                  <a:pt x="298358" y="241208"/>
                </a:lnTo>
                <a:lnTo>
                  <a:pt x="294072" y="280927"/>
                </a:lnTo>
                <a:lnTo>
                  <a:pt x="285428" y="318343"/>
                </a:lnTo>
                <a:lnTo>
                  <a:pt x="263461" y="366617"/>
                </a:lnTo>
                <a:lnTo>
                  <a:pt x="259584" y="372046"/>
                </a:lnTo>
                <a:close/>
              </a:path>
              <a:path w="434975" h="544829">
                <a:moveTo>
                  <a:pt x="426529" y="544639"/>
                </a:moveTo>
                <a:lnTo>
                  <a:pt x="369760" y="544639"/>
                </a:lnTo>
                <a:lnTo>
                  <a:pt x="369760" y="0"/>
                </a:lnTo>
                <a:lnTo>
                  <a:pt x="434911" y="0"/>
                </a:lnTo>
                <a:lnTo>
                  <a:pt x="434911" y="536257"/>
                </a:lnTo>
                <a:lnTo>
                  <a:pt x="433768" y="538924"/>
                </a:lnTo>
                <a:lnTo>
                  <a:pt x="429196" y="543496"/>
                </a:lnTo>
                <a:lnTo>
                  <a:pt x="426529" y="5446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429493" y="4365870"/>
            <a:ext cx="472440" cy="544195"/>
          </a:xfrm>
          <a:custGeom>
            <a:avLst/>
            <a:gdLst/>
            <a:ahLst/>
            <a:cxnLst/>
            <a:rect l="l" t="t" r="r" b="b"/>
            <a:pathLst>
              <a:path w="472439" h="544195">
                <a:moveTo>
                  <a:pt x="34861" y="409765"/>
                </a:moveTo>
                <a:lnTo>
                  <a:pt x="2500" y="388405"/>
                </a:lnTo>
                <a:lnTo>
                  <a:pt x="0" y="375475"/>
                </a:lnTo>
                <a:lnTo>
                  <a:pt x="0" y="62293"/>
                </a:lnTo>
                <a:lnTo>
                  <a:pt x="21216" y="30432"/>
                </a:lnTo>
                <a:lnTo>
                  <a:pt x="34861" y="28003"/>
                </a:lnTo>
                <a:lnTo>
                  <a:pt x="220599" y="28003"/>
                </a:lnTo>
                <a:lnTo>
                  <a:pt x="220599" y="80581"/>
                </a:lnTo>
                <a:lnTo>
                  <a:pt x="65913" y="80581"/>
                </a:lnTo>
                <a:lnTo>
                  <a:pt x="64008" y="82486"/>
                </a:lnTo>
                <a:lnTo>
                  <a:pt x="64008" y="355854"/>
                </a:lnTo>
                <a:lnTo>
                  <a:pt x="65913" y="357759"/>
                </a:lnTo>
                <a:lnTo>
                  <a:pt x="69723" y="357759"/>
                </a:lnTo>
                <a:lnTo>
                  <a:pt x="78616" y="357991"/>
                </a:lnTo>
                <a:lnTo>
                  <a:pt x="87582" y="358116"/>
                </a:lnTo>
                <a:lnTo>
                  <a:pt x="255460" y="358134"/>
                </a:lnTo>
                <a:lnTo>
                  <a:pt x="255460" y="397764"/>
                </a:lnTo>
                <a:lnTo>
                  <a:pt x="197989" y="403443"/>
                </a:lnTo>
                <a:lnTo>
                  <a:pt x="148411" y="407140"/>
                </a:lnTo>
                <a:lnTo>
                  <a:pt x="89564" y="409283"/>
                </a:lnTo>
                <a:lnTo>
                  <a:pt x="34861" y="409765"/>
                </a:lnTo>
                <a:close/>
              </a:path>
              <a:path w="472439" h="544195">
                <a:moveTo>
                  <a:pt x="255460" y="358134"/>
                </a:moveTo>
                <a:lnTo>
                  <a:pt x="96619" y="358134"/>
                </a:lnTo>
                <a:lnTo>
                  <a:pt x="105727" y="358044"/>
                </a:lnTo>
                <a:lnTo>
                  <a:pt x="115085" y="357830"/>
                </a:lnTo>
                <a:lnTo>
                  <a:pt x="156894" y="355526"/>
                </a:lnTo>
                <a:lnTo>
                  <a:pt x="207829" y="350508"/>
                </a:lnTo>
                <a:lnTo>
                  <a:pt x="255460" y="344614"/>
                </a:lnTo>
                <a:lnTo>
                  <a:pt x="255460" y="358134"/>
                </a:lnTo>
                <a:close/>
              </a:path>
              <a:path w="472439" h="544195">
                <a:moveTo>
                  <a:pt x="334518" y="530923"/>
                </a:moveTo>
                <a:lnTo>
                  <a:pt x="278320" y="530923"/>
                </a:lnTo>
                <a:lnTo>
                  <a:pt x="278320" y="0"/>
                </a:lnTo>
                <a:lnTo>
                  <a:pt x="342900" y="0"/>
                </a:lnTo>
                <a:lnTo>
                  <a:pt x="342900" y="182308"/>
                </a:lnTo>
                <a:lnTo>
                  <a:pt x="472059" y="182308"/>
                </a:lnTo>
                <a:lnTo>
                  <a:pt x="472059" y="236601"/>
                </a:lnTo>
                <a:lnTo>
                  <a:pt x="342900" y="236601"/>
                </a:lnTo>
                <a:lnTo>
                  <a:pt x="342900" y="522541"/>
                </a:lnTo>
                <a:lnTo>
                  <a:pt x="341757" y="525208"/>
                </a:lnTo>
                <a:lnTo>
                  <a:pt x="337185" y="529780"/>
                </a:lnTo>
                <a:lnTo>
                  <a:pt x="334518" y="530923"/>
                </a:lnTo>
                <a:close/>
              </a:path>
              <a:path w="472439" h="544195">
                <a:moveTo>
                  <a:pt x="472059" y="182308"/>
                </a:moveTo>
                <a:lnTo>
                  <a:pt x="407479" y="182308"/>
                </a:lnTo>
                <a:lnTo>
                  <a:pt x="407479" y="0"/>
                </a:lnTo>
                <a:lnTo>
                  <a:pt x="472059" y="0"/>
                </a:lnTo>
                <a:lnTo>
                  <a:pt x="472059" y="182308"/>
                </a:lnTo>
                <a:close/>
              </a:path>
              <a:path w="472439" h="544195">
                <a:moveTo>
                  <a:pt x="463677" y="544068"/>
                </a:moveTo>
                <a:lnTo>
                  <a:pt x="407479" y="544068"/>
                </a:lnTo>
                <a:lnTo>
                  <a:pt x="407479" y="236601"/>
                </a:lnTo>
                <a:lnTo>
                  <a:pt x="472059" y="236601"/>
                </a:lnTo>
                <a:lnTo>
                  <a:pt x="472059" y="535686"/>
                </a:lnTo>
                <a:lnTo>
                  <a:pt x="470916" y="538353"/>
                </a:lnTo>
                <a:lnTo>
                  <a:pt x="466344" y="542925"/>
                </a:lnTo>
                <a:lnTo>
                  <a:pt x="463677" y="5440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946700" y="4393873"/>
            <a:ext cx="514350" cy="445134"/>
          </a:xfrm>
          <a:custGeom>
            <a:avLst/>
            <a:gdLst/>
            <a:ahLst/>
            <a:cxnLst/>
            <a:rect l="l" t="t" r="r" b="b"/>
            <a:pathLst>
              <a:path w="514350" h="445135">
                <a:moveTo>
                  <a:pt x="505967" y="444627"/>
                </a:moveTo>
                <a:lnTo>
                  <a:pt x="0" y="444627"/>
                </a:lnTo>
                <a:lnTo>
                  <a:pt x="0" y="391477"/>
                </a:lnTo>
                <a:lnTo>
                  <a:pt x="225170" y="391477"/>
                </a:lnTo>
                <a:lnTo>
                  <a:pt x="225170" y="301752"/>
                </a:lnTo>
                <a:lnTo>
                  <a:pt x="101155" y="301752"/>
                </a:lnTo>
                <a:lnTo>
                  <a:pt x="94029" y="301126"/>
                </a:lnTo>
                <a:lnTo>
                  <a:pt x="66919" y="274337"/>
                </a:lnTo>
                <a:lnTo>
                  <a:pt x="66294" y="267462"/>
                </a:lnTo>
                <a:lnTo>
                  <a:pt x="66294" y="123443"/>
                </a:lnTo>
                <a:lnTo>
                  <a:pt x="375285" y="123443"/>
                </a:lnTo>
                <a:lnTo>
                  <a:pt x="377189" y="121538"/>
                </a:lnTo>
                <a:lnTo>
                  <a:pt x="377189" y="54863"/>
                </a:lnTo>
                <a:lnTo>
                  <a:pt x="66294" y="54863"/>
                </a:lnTo>
                <a:lnTo>
                  <a:pt x="66294" y="0"/>
                </a:lnTo>
                <a:lnTo>
                  <a:pt x="444055" y="0"/>
                </a:lnTo>
                <a:lnTo>
                  <a:pt x="444055" y="142875"/>
                </a:lnTo>
                <a:lnTo>
                  <a:pt x="422838" y="174879"/>
                </a:lnTo>
                <a:lnTo>
                  <a:pt x="409194" y="177165"/>
                </a:lnTo>
                <a:lnTo>
                  <a:pt x="132587" y="177165"/>
                </a:lnTo>
                <a:lnTo>
                  <a:pt x="132587" y="244983"/>
                </a:lnTo>
                <a:lnTo>
                  <a:pt x="134493" y="246887"/>
                </a:lnTo>
                <a:lnTo>
                  <a:pt x="452627" y="246887"/>
                </a:lnTo>
                <a:lnTo>
                  <a:pt x="452627" y="301752"/>
                </a:lnTo>
                <a:lnTo>
                  <a:pt x="290893" y="301752"/>
                </a:lnTo>
                <a:lnTo>
                  <a:pt x="290893" y="391477"/>
                </a:lnTo>
                <a:lnTo>
                  <a:pt x="514350" y="391477"/>
                </a:lnTo>
                <a:lnTo>
                  <a:pt x="514350" y="436245"/>
                </a:lnTo>
                <a:lnTo>
                  <a:pt x="513207" y="438912"/>
                </a:lnTo>
                <a:lnTo>
                  <a:pt x="508635" y="443484"/>
                </a:lnTo>
                <a:lnTo>
                  <a:pt x="505967" y="4446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649015" y="4365870"/>
            <a:ext cx="483870" cy="544830"/>
          </a:xfrm>
          <a:custGeom>
            <a:avLst/>
            <a:gdLst/>
            <a:ahLst/>
            <a:cxnLst/>
            <a:rect l="l" t="t" r="r" b="b"/>
            <a:pathLst>
              <a:path w="483869" h="544829">
                <a:moveTo>
                  <a:pt x="224028" y="236601"/>
                </a:moveTo>
                <a:lnTo>
                  <a:pt x="165163" y="236601"/>
                </a:lnTo>
                <a:lnTo>
                  <a:pt x="168503" y="226260"/>
                </a:lnTo>
                <a:lnTo>
                  <a:pt x="171664" y="215812"/>
                </a:lnTo>
                <a:lnTo>
                  <a:pt x="182379" y="173307"/>
                </a:lnTo>
                <a:lnTo>
                  <a:pt x="189380" y="131873"/>
                </a:lnTo>
                <a:lnTo>
                  <a:pt x="193238" y="93940"/>
                </a:lnTo>
                <a:lnTo>
                  <a:pt x="193738" y="73342"/>
                </a:lnTo>
                <a:lnTo>
                  <a:pt x="191833" y="71437"/>
                </a:lnTo>
                <a:lnTo>
                  <a:pt x="20574" y="71437"/>
                </a:lnTo>
                <a:lnTo>
                  <a:pt x="20574" y="16002"/>
                </a:lnTo>
                <a:lnTo>
                  <a:pt x="221742" y="16002"/>
                </a:lnTo>
                <a:lnTo>
                  <a:pt x="229100" y="16644"/>
                </a:lnTo>
                <a:lnTo>
                  <a:pt x="255996" y="43648"/>
                </a:lnTo>
                <a:lnTo>
                  <a:pt x="256603" y="50292"/>
                </a:lnTo>
                <a:lnTo>
                  <a:pt x="256496" y="93940"/>
                </a:lnTo>
                <a:lnTo>
                  <a:pt x="252603" y="138088"/>
                </a:lnTo>
                <a:lnTo>
                  <a:pt x="244673" y="177307"/>
                </a:lnTo>
                <a:lnTo>
                  <a:pt x="232386" y="217384"/>
                </a:lnTo>
                <a:lnTo>
                  <a:pt x="228403" y="227081"/>
                </a:lnTo>
                <a:lnTo>
                  <a:pt x="224028" y="236601"/>
                </a:lnTo>
                <a:close/>
              </a:path>
              <a:path w="483869" h="544829">
                <a:moveTo>
                  <a:pt x="129730" y="272605"/>
                </a:moveTo>
                <a:lnTo>
                  <a:pt x="68008" y="272605"/>
                </a:lnTo>
                <a:lnTo>
                  <a:pt x="68008" y="142303"/>
                </a:lnTo>
                <a:lnTo>
                  <a:pt x="129730" y="142303"/>
                </a:lnTo>
                <a:lnTo>
                  <a:pt x="129730" y="272605"/>
                </a:lnTo>
                <a:close/>
              </a:path>
              <a:path w="483869" h="544829">
                <a:moveTo>
                  <a:pt x="90868" y="328612"/>
                </a:moveTo>
                <a:lnTo>
                  <a:pt x="0" y="328612"/>
                </a:lnTo>
                <a:lnTo>
                  <a:pt x="0" y="272605"/>
                </a:lnTo>
                <a:lnTo>
                  <a:pt x="129730" y="272605"/>
                </a:lnTo>
                <a:lnTo>
                  <a:pt x="140571" y="272301"/>
                </a:lnTo>
                <a:lnTo>
                  <a:pt x="186594" y="270033"/>
                </a:lnTo>
                <a:lnTo>
                  <a:pt x="227760" y="264675"/>
                </a:lnTo>
                <a:lnTo>
                  <a:pt x="273177" y="254889"/>
                </a:lnTo>
                <a:lnTo>
                  <a:pt x="273177" y="306324"/>
                </a:lnTo>
                <a:lnTo>
                  <a:pt x="235279" y="318629"/>
                </a:lnTo>
                <a:lnTo>
                  <a:pt x="188880" y="325469"/>
                </a:lnTo>
                <a:lnTo>
                  <a:pt x="145446" y="328041"/>
                </a:lnTo>
                <a:lnTo>
                  <a:pt x="105852" y="328576"/>
                </a:lnTo>
                <a:lnTo>
                  <a:pt x="90868" y="328612"/>
                </a:lnTo>
                <a:close/>
              </a:path>
              <a:path w="483869" h="544829">
                <a:moveTo>
                  <a:pt x="344805" y="395478"/>
                </a:moveTo>
                <a:lnTo>
                  <a:pt x="289750" y="395478"/>
                </a:lnTo>
                <a:lnTo>
                  <a:pt x="289750" y="0"/>
                </a:lnTo>
                <a:lnTo>
                  <a:pt x="353187" y="0"/>
                </a:lnTo>
                <a:lnTo>
                  <a:pt x="353187" y="162306"/>
                </a:lnTo>
                <a:lnTo>
                  <a:pt x="471487" y="162306"/>
                </a:lnTo>
                <a:lnTo>
                  <a:pt x="471487" y="218313"/>
                </a:lnTo>
                <a:lnTo>
                  <a:pt x="353187" y="218313"/>
                </a:lnTo>
                <a:lnTo>
                  <a:pt x="353187" y="387096"/>
                </a:lnTo>
                <a:lnTo>
                  <a:pt x="352044" y="389763"/>
                </a:lnTo>
                <a:lnTo>
                  <a:pt x="347472" y="394335"/>
                </a:lnTo>
                <a:lnTo>
                  <a:pt x="344805" y="395478"/>
                </a:lnTo>
                <a:close/>
              </a:path>
              <a:path w="483869" h="544829">
                <a:moveTo>
                  <a:pt x="471487" y="162306"/>
                </a:moveTo>
                <a:lnTo>
                  <a:pt x="406908" y="162306"/>
                </a:lnTo>
                <a:lnTo>
                  <a:pt x="406908" y="0"/>
                </a:lnTo>
                <a:lnTo>
                  <a:pt x="471487" y="0"/>
                </a:lnTo>
                <a:lnTo>
                  <a:pt x="471487" y="162306"/>
                </a:lnTo>
                <a:close/>
              </a:path>
              <a:path w="483869" h="544829">
                <a:moveTo>
                  <a:pt x="463105" y="395478"/>
                </a:moveTo>
                <a:lnTo>
                  <a:pt x="406908" y="395478"/>
                </a:lnTo>
                <a:lnTo>
                  <a:pt x="406908" y="218313"/>
                </a:lnTo>
                <a:lnTo>
                  <a:pt x="471487" y="218313"/>
                </a:lnTo>
                <a:lnTo>
                  <a:pt x="471487" y="387096"/>
                </a:lnTo>
                <a:lnTo>
                  <a:pt x="470344" y="389763"/>
                </a:lnTo>
                <a:lnTo>
                  <a:pt x="465772" y="394335"/>
                </a:lnTo>
                <a:lnTo>
                  <a:pt x="463105" y="395478"/>
                </a:lnTo>
                <a:close/>
              </a:path>
              <a:path w="483869" h="544829">
                <a:moveTo>
                  <a:pt x="475107" y="544639"/>
                </a:moveTo>
                <a:lnTo>
                  <a:pt x="138874" y="544639"/>
                </a:lnTo>
                <a:lnTo>
                  <a:pt x="132212" y="544014"/>
                </a:lnTo>
                <a:lnTo>
                  <a:pt x="104673" y="516903"/>
                </a:lnTo>
                <a:lnTo>
                  <a:pt x="104013" y="509778"/>
                </a:lnTo>
                <a:lnTo>
                  <a:pt x="104013" y="362902"/>
                </a:lnTo>
                <a:lnTo>
                  <a:pt x="169164" y="362902"/>
                </a:lnTo>
                <a:lnTo>
                  <a:pt x="169164" y="485394"/>
                </a:lnTo>
                <a:lnTo>
                  <a:pt x="169735" y="486822"/>
                </a:lnTo>
                <a:lnTo>
                  <a:pt x="172021" y="488727"/>
                </a:lnTo>
                <a:lnTo>
                  <a:pt x="173164" y="489204"/>
                </a:lnTo>
                <a:lnTo>
                  <a:pt x="483489" y="489204"/>
                </a:lnTo>
                <a:lnTo>
                  <a:pt x="483489" y="536257"/>
                </a:lnTo>
                <a:lnTo>
                  <a:pt x="482346" y="538924"/>
                </a:lnTo>
                <a:lnTo>
                  <a:pt x="477774" y="543496"/>
                </a:lnTo>
                <a:lnTo>
                  <a:pt x="475107" y="5446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150220" y="4352154"/>
            <a:ext cx="527685" cy="569595"/>
          </a:xfrm>
          <a:custGeom>
            <a:avLst/>
            <a:gdLst/>
            <a:ahLst/>
            <a:cxnLst/>
            <a:rect l="l" t="t" r="r" b="b"/>
            <a:pathLst>
              <a:path w="527685" h="569595">
                <a:moveTo>
                  <a:pt x="394335" y="365188"/>
                </a:moveTo>
                <a:lnTo>
                  <a:pt x="329184" y="365188"/>
                </a:lnTo>
                <a:lnTo>
                  <a:pt x="329755" y="315468"/>
                </a:lnTo>
                <a:lnTo>
                  <a:pt x="394335" y="315468"/>
                </a:lnTo>
                <a:lnTo>
                  <a:pt x="394335" y="365188"/>
                </a:lnTo>
                <a:close/>
              </a:path>
              <a:path w="527685" h="569595">
                <a:moveTo>
                  <a:pt x="246507" y="558927"/>
                </a:moveTo>
                <a:lnTo>
                  <a:pt x="119443" y="558927"/>
                </a:lnTo>
                <a:lnTo>
                  <a:pt x="112781" y="558301"/>
                </a:lnTo>
                <a:lnTo>
                  <a:pt x="85242" y="531191"/>
                </a:lnTo>
                <a:lnTo>
                  <a:pt x="84582" y="524065"/>
                </a:lnTo>
                <a:lnTo>
                  <a:pt x="84582" y="352044"/>
                </a:lnTo>
                <a:lnTo>
                  <a:pt x="149161" y="352044"/>
                </a:lnTo>
                <a:lnTo>
                  <a:pt x="149237" y="501586"/>
                </a:lnTo>
                <a:lnTo>
                  <a:pt x="149733" y="502824"/>
                </a:lnTo>
                <a:lnTo>
                  <a:pt x="152019" y="504729"/>
                </a:lnTo>
                <a:lnTo>
                  <a:pt x="153162" y="505206"/>
                </a:lnTo>
                <a:lnTo>
                  <a:pt x="316090" y="505206"/>
                </a:lnTo>
                <a:lnTo>
                  <a:pt x="316825" y="507063"/>
                </a:lnTo>
                <a:lnTo>
                  <a:pt x="320665" y="512385"/>
                </a:lnTo>
                <a:lnTo>
                  <a:pt x="326040" y="517207"/>
                </a:lnTo>
                <a:lnTo>
                  <a:pt x="328987" y="518922"/>
                </a:lnTo>
                <a:lnTo>
                  <a:pt x="254889" y="518922"/>
                </a:lnTo>
                <a:lnTo>
                  <a:pt x="254889" y="550545"/>
                </a:lnTo>
                <a:lnTo>
                  <a:pt x="253746" y="553212"/>
                </a:lnTo>
                <a:lnTo>
                  <a:pt x="249174" y="557784"/>
                </a:lnTo>
                <a:lnTo>
                  <a:pt x="246507" y="558927"/>
                </a:lnTo>
                <a:close/>
              </a:path>
              <a:path w="527685" h="569595">
                <a:moveTo>
                  <a:pt x="481203" y="414337"/>
                </a:moveTo>
                <a:lnTo>
                  <a:pt x="242316" y="414337"/>
                </a:lnTo>
                <a:lnTo>
                  <a:pt x="242316" y="365188"/>
                </a:lnTo>
                <a:lnTo>
                  <a:pt x="481203" y="365188"/>
                </a:lnTo>
                <a:lnTo>
                  <a:pt x="481203" y="414337"/>
                </a:lnTo>
                <a:close/>
              </a:path>
              <a:path w="527685" h="569595">
                <a:moveTo>
                  <a:pt x="316090" y="505206"/>
                </a:moveTo>
                <a:lnTo>
                  <a:pt x="250888" y="505206"/>
                </a:lnTo>
                <a:lnTo>
                  <a:pt x="250507" y="503301"/>
                </a:lnTo>
                <a:lnTo>
                  <a:pt x="250317" y="501586"/>
                </a:lnTo>
                <a:lnTo>
                  <a:pt x="250317" y="494919"/>
                </a:lnTo>
                <a:lnTo>
                  <a:pt x="264854" y="458289"/>
                </a:lnTo>
                <a:lnTo>
                  <a:pt x="301680" y="433768"/>
                </a:lnTo>
                <a:lnTo>
                  <a:pt x="341042" y="424124"/>
                </a:lnTo>
                <a:lnTo>
                  <a:pt x="362331" y="422910"/>
                </a:lnTo>
                <a:lnTo>
                  <a:pt x="373582" y="423213"/>
                </a:lnTo>
                <a:lnTo>
                  <a:pt x="414891" y="430482"/>
                </a:lnTo>
                <a:lnTo>
                  <a:pt x="453913" y="452413"/>
                </a:lnTo>
                <a:lnTo>
                  <a:pt x="465317" y="466344"/>
                </a:lnTo>
                <a:lnTo>
                  <a:pt x="362902" y="466344"/>
                </a:lnTo>
                <a:lnTo>
                  <a:pt x="351615" y="466897"/>
                </a:lnTo>
                <a:lnTo>
                  <a:pt x="313753" y="487680"/>
                </a:lnTo>
                <a:lnTo>
                  <a:pt x="313753" y="494919"/>
                </a:lnTo>
                <a:lnTo>
                  <a:pt x="314521" y="501241"/>
                </a:lnTo>
                <a:lnTo>
                  <a:pt x="316090" y="505206"/>
                </a:lnTo>
                <a:close/>
              </a:path>
              <a:path w="527685" h="569595">
                <a:moveTo>
                  <a:pt x="465695" y="526351"/>
                </a:moveTo>
                <a:lnTo>
                  <a:pt x="362331" y="526351"/>
                </a:lnTo>
                <a:lnTo>
                  <a:pt x="372367" y="525780"/>
                </a:lnTo>
                <a:lnTo>
                  <a:pt x="381333" y="524065"/>
                </a:lnTo>
                <a:lnTo>
                  <a:pt x="408622" y="494919"/>
                </a:lnTo>
                <a:lnTo>
                  <a:pt x="408622" y="486918"/>
                </a:lnTo>
                <a:lnTo>
                  <a:pt x="372457" y="466861"/>
                </a:lnTo>
                <a:lnTo>
                  <a:pt x="362902" y="466344"/>
                </a:lnTo>
                <a:lnTo>
                  <a:pt x="465317" y="466344"/>
                </a:lnTo>
                <a:lnTo>
                  <a:pt x="468219" y="471451"/>
                </a:lnTo>
                <a:lnTo>
                  <a:pt x="470987" y="478774"/>
                </a:lnTo>
                <a:lnTo>
                  <a:pt x="472648" y="486596"/>
                </a:lnTo>
                <a:lnTo>
                  <a:pt x="473202" y="494919"/>
                </a:lnTo>
                <a:lnTo>
                  <a:pt x="472719" y="503301"/>
                </a:lnTo>
                <a:lnTo>
                  <a:pt x="472613" y="504729"/>
                </a:lnTo>
                <a:lnTo>
                  <a:pt x="470987" y="513421"/>
                </a:lnTo>
                <a:lnTo>
                  <a:pt x="468219" y="521547"/>
                </a:lnTo>
                <a:lnTo>
                  <a:pt x="465695" y="526351"/>
                </a:lnTo>
                <a:close/>
              </a:path>
              <a:path w="527685" h="569595">
                <a:moveTo>
                  <a:pt x="362331" y="569214"/>
                </a:moveTo>
                <a:lnTo>
                  <a:pt x="358140" y="569214"/>
                </a:lnTo>
                <a:lnTo>
                  <a:pt x="350996" y="568833"/>
                </a:lnTo>
                <a:lnTo>
                  <a:pt x="308895" y="562070"/>
                </a:lnTo>
                <a:lnTo>
                  <a:pt x="269788" y="541639"/>
                </a:lnTo>
                <a:lnTo>
                  <a:pt x="254889" y="518922"/>
                </a:lnTo>
                <a:lnTo>
                  <a:pt x="328987" y="518922"/>
                </a:lnTo>
                <a:lnTo>
                  <a:pt x="332916" y="521208"/>
                </a:lnTo>
                <a:lnTo>
                  <a:pt x="341256" y="524065"/>
                </a:lnTo>
                <a:lnTo>
                  <a:pt x="351061" y="525780"/>
                </a:lnTo>
                <a:lnTo>
                  <a:pt x="362331" y="526351"/>
                </a:lnTo>
                <a:lnTo>
                  <a:pt x="465695" y="526351"/>
                </a:lnTo>
                <a:lnTo>
                  <a:pt x="464343" y="528923"/>
                </a:lnTo>
                <a:lnTo>
                  <a:pt x="432464" y="555926"/>
                </a:lnTo>
                <a:lnTo>
                  <a:pt x="395013" y="566803"/>
                </a:lnTo>
                <a:lnTo>
                  <a:pt x="373582" y="568946"/>
                </a:lnTo>
                <a:lnTo>
                  <a:pt x="362331" y="569214"/>
                </a:lnTo>
                <a:close/>
              </a:path>
              <a:path w="527685" h="569595">
                <a:moveTo>
                  <a:pt x="210312" y="60007"/>
                </a:moveTo>
                <a:lnTo>
                  <a:pt x="143446" y="60007"/>
                </a:lnTo>
                <a:lnTo>
                  <a:pt x="143446" y="0"/>
                </a:lnTo>
                <a:lnTo>
                  <a:pt x="210312" y="0"/>
                </a:lnTo>
                <a:lnTo>
                  <a:pt x="210312" y="60007"/>
                </a:lnTo>
                <a:close/>
              </a:path>
              <a:path w="527685" h="569595">
                <a:moveTo>
                  <a:pt x="325183" y="112585"/>
                </a:moveTo>
                <a:lnTo>
                  <a:pt x="30289" y="112585"/>
                </a:lnTo>
                <a:lnTo>
                  <a:pt x="30289" y="60007"/>
                </a:lnTo>
                <a:lnTo>
                  <a:pt x="325183" y="60007"/>
                </a:lnTo>
                <a:lnTo>
                  <a:pt x="325183" y="112585"/>
                </a:lnTo>
                <a:close/>
              </a:path>
              <a:path w="527685" h="569595">
                <a:moveTo>
                  <a:pt x="39433" y="309181"/>
                </a:moveTo>
                <a:lnTo>
                  <a:pt x="0" y="264604"/>
                </a:lnTo>
                <a:lnTo>
                  <a:pt x="1143" y="263461"/>
                </a:lnTo>
                <a:lnTo>
                  <a:pt x="5429" y="261270"/>
                </a:lnTo>
                <a:lnTo>
                  <a:pt x="12858" y="258032"/>
                </a:lnTo>
                <a:lnTo>
                  <a:pt x="18716" y="255371"/>
                </a:lnTo>
                <a:lnTo>
                  <a:pt x="56078" y="235243"/>
                </a:lnTo>
                <a:lnTo>
                  <a:pt x="91225" y="211597"/>
                </a:lnTo>
                <a:lnTo>
                  <a:pt x="121086" y="180236"/>
                </a:lnTo>
                <a:lnTo>
                  <a:pt x="140303" y="141303"/>
                </a:lnTo>
                <a:lnTo>
                  <a:pt x="142875" y="118872"/>
                </a:lnTo>
                <a:lnTo>
                  <a:pt x="142875" y="112585"/>
                </a:lnTo>
                <a:lnTo>
                  <a:pt x="210883" y="112585"/>
                </a:lnTo>
                <a:lnTo>
                  <a:pt x="210883" y="118872"/>
                </a:lnTo>
                <a:lnTo>
                  <a:pt x="211901" y="131873"/>
                </a:lnTo>
                <a:lnTo>
                  <a:pt x="230314" y="175486"/>
                </a:lnTo>
                <a:lnTo>
                  <a:pt x="259518" y="205168"/>
                </a:lnTo>
                <a:lnTo>
                  <a:pt x="177736" y="205168"/>
                </a:lnTo>
                <a:lnTo>
                  <a:pt x="149161" y="236386"/>
                </a:lnTo>
                <a:lnTo>
                  <a:pt x="114871" y="263747"/>
                </a:lnTo>
                <a:lnTo>
                  <a:pt x="77438" y="287821"/>
                </a:lnTo>
                <a:lnTo>
                  <a:pt x="58507" y="298840"/>
                </a:lnTo>
                <a:lnTo>
                  <a:pt x="39433" y="309181"/>
                </a:lnTo>
                <a:close/>
              </a:path>
              <a:path w="527685" h="569595">
                <a:moveTo>
                  <a:pt x="305752" y="297180"/>
                </a:moveTo>
                <a:lnTo>
                  <a:pt x="267890" y="277177"/>
                </a:lnTo>
                <a:lnTo>
                  <a:pt x="233172" y="256032"/>
                </a:lnTo>
                <a:lnTo>
                  <a:pt x="202739" y="232457"/>
                </a:lnTo>
                <a:lnTo>
                  <a:pt x="177736" y="205168"/>
                </a:lnTo>
                <a:lnTo>
                  <a:pt x="259518" y="205168"/>
                </a:lnTo>
                <a:lnTo>
                  <a:pt x="265015" y="209508"/>
                </a:lnTo>
                <a:lnTo>
                  <a:pt x="275391" y="216812"/>
                </a:lnTo>
                <a:lnTo>
                  <a:pt x="286303" y="223652"/>
                </a:lnTo>
                <a:lnTo>
                  <a:pt x="297751" y="230028"/>
                </a:lnTo>
                <a:lnTo>
                  <a:pt x="320897" y="241958"/>
                </a:lnTo>
                <a:lnTo>
                  <a:pt x="343471" y="253174"/>
                </a:lnTo>
                <a:lnTo>
                  <a:pt x="305752" y="297180"/>
                </a:lnTo>
                <a:close/>
              </a:path>
              <a:path w="527685" h="569595">
                <a:moveTo>
                  <a:pt x="443674" y="295465"/>
                </a:moveTo>
                <a:lnTo>
                  <a:pt x="386905" y="295465"/>
                </a:lnTo>
                <a:lnTo>
                  <a:pt x="386905" y="13716"/>
                </a:lnTo>
                <a:lnTo>
                  <a:pt x="452056" y="13716"/>
                </a:lnTo>
                <a:lnTo>
                  <a:pt x="452056" y="124587"/>
                </a:lnTo>
                <a:lnTo>
                  <a:pt x="527494" y="124587"/>
                </a:lnTo>
                <a:lnTo>
                  <a:pt x="527494" y="178308"/>
                </a:lnTo>
                <a:lnTo>
                  <a:pt x="452056" y="178308"/>
                </a:lnTo>
                <a:lnTo>
                  <a:pt x="452056" y="287083"/>
                </a:lnTo>
                <a:lnTo>
                  <a:pt x="450913" y="289750"/>
                </a:lnTo>
                <a:lnTo>
                  <a:pt x="446341" y="294322"/>
                </a:lnTo>
                <a:lnTo>
                  <a:pt x="443674" y="2954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694860" y="4365298"/>
            <a:ext cx="514984" cy="549275"/>
          </a:xfrm>
          <a:custGeom>
            <a:avLst/>
            <a:gdLst/>
            <a:ahLst/>
            <a:cxnLst/>
            <a:rect l="l" t="t" r="r" b="b"/>
            <a:pathLst>
              <a:path w="514985" h="549275">
                <a:moveTo>
                  <a:pt x="257175" y="206311"/>
                </a:moveTo>
                <a:lnTo>
                  <a:pt x="210883" y="203900"/>
                </a:lnTo>
                <a:lnTo>
                  <a:pt x="161877" y="195953"/>
                </a:lnTo>
                <a:lnTo>
                  <a:pt x="118336" y="180058"/>
                </a:lnTo>
                <a:lnTo>
                  <a:pt x="84582" y="154876"/>
                </a:lnTo>
                <a:lnTo>
                  <a:pt x="66901" y="118443"/>
                </a:lnTo>
                <a:lnTo>
                  <a:pt x="65722" y="103441"/>
                </a:lnTo>
                <a:lnTo>
                  <a:pt x="66905" y="88421"/>
                </a:lnTo>
                <a:lnTo>
                  <a:pt x="84582" y="52006"/>
                </a:lnTo>
                <a:lnTo>
                  <a:pt x="118336" y="26664"/>
                </a:lnTo>
                <a:lnTo>
                  <a:pt x="161877" y="10429"/>
                </a:lnTo>
                <a:lnTo>
                  <a:pt x="210883" y="2411"/>
                </a:lnTo>
                <a:lnTo>
                  <a:pt x="257175" y="0"/>
                </a:lnTo>
                <a:lnTo>
                  <a:pt x="272034" y="267"/>
                </a:lnTo>
                <a:lnTo>
                  <a:pt x="320040" y="4286"/>
                </a:lnTo>
                <a:lnTo>
                  <a:pt x="367724" y="14733"/>
                </a:lnTo>
                <a:lnTo>
                  <a:pt x="408479" y="33647"/>
                </a:lnTo>
                <a:lnTo>
                  <a:pt x="427674" y="49720"/>
                </a:lnTo>
                <a:lnTo>
                  <a:pt x="257175" y="49720"/>
                </a:lnTo>
                <a:lnTo>
                  <a:pt x="245780" y="49899"/>
                </a:lnTo>
                <a:lnTo>
                  <a:pt x="201150" y="54221"/>
                </a:lnTo>
                <a:lnTo>
                  <a:pt x="163163" y="65115"/>
                </a:lnTo>
                <a:lnTo>
                  <a:pt x="132141" y="96297"/>
                </a:lnTo>
                <a:lnTo>
                  <a:pt x="131445" y="103441"/>
                </a:lnTo>
                <a:lnTo>
                  <a:pt x="132141" y="110585"/>
                </a:lnTo>
                <a:lnTo>
                  <a:pt x="163163" y="141767"/>
                </a:lnTo>
                <a:lnTo>
                  <a:pt x="201150" y="152501"/>
                </a:lnTo>
                <a:lnTo>
                  <a:pt x="245780" y="156430"/>
                </a:lnTo>
                <a:lnTo>
                  <a:pt x="257175" y="156591"/>
                </a:lnTo>
                <a:lnTo>
                  <a:pt x="428553" y="156591"/>
                </a:lnTo>
                <a:lnTo>
                  <a:pt x="419731" y="164895"/>
                </a:lnTo>
                <a:lnTo>
                  <a:pt x="382333" y="186594"/>
                </a:lnTo>
                <a:lnTo>
                  <a:pt x="336577" y="199453"/>
                </a:lnTo>
                <a:lnTo>
                  <a:pt x="287464" y="205239"/>
                </a:lnTo>
                <a:lnTo>
                  <a:pt x="272034" y="206043"/>
                </a:lnTo>
                <a:lnTo>
                  <a:pt x="257175" y="206311"/>
                </a:lnTo>
                <a:close/>
              </a:path>
              <a:path w="514985" h="549275">
                <a:moveTo>
                  <a:pt x="428553" y="156591"/>
                </a:moveTo>
                <a:lnTo>
                  <a:pt x="257175" y="156591"/>
                </a:lnTo>
                <a:lnTo>
                  <a:pt x="268569" y="156430"/>
                </a:lnTo>
                <a:lnTo>
                  <a:pt x="279892" y="155948"/>
                </a:lnTo>
                <a:lnTo>
                  <a:pt x="323540" y="150518"/>
                </a:lnTo>
                <a:lnTo>
                  <a:pt x="365760" y="133480"/>
                </a:lnTo>
                <a:lnTo>
                  <a:pt x="382905" y="103441"/>
                </a:lnTo>
                <a:lnTo>
                  <a:pt x="382208" y="96297"/>
                </a:lnTo>
                <a:lnTo>
                  <a:pt x="351186" y="65115"/>
                </a:lnTo>
                <a:lnTo>
                  <a:pt x="313199" y="54221"/>
                </a:lnTo>
                <a:lnTo>
                  <a:pt x="268569" y="49899"/>
                </a:lnTo>
                <a:lnTo>
                  <a:pt x="257175" y="49720"/>
                </a:lnTo>
                <a:lnTo>
                  <a:pt x="427674" y="49720"/>
                </a:lnTo>
                <a:lnTo>
                  <a:pt x="447448" y="88421"/>
                </a:lnTo>
                <a:lnTo>
                  <a:pt x="448627" y="103441"/>
                </a:lnTo>
                <a:lnTo>
                  <a:pt x="447448" y="118693"/>
                </a:lnTo>
                <a:lnTo>
                  <a:pt x="443912" y="132445"/>
                </a:lnTo>
                <a:lnTo>
                  <a:pt x="438019" y="144696"/>
                </a:lnTo>
                <a:lnTo>
                  <a:pt x="429768" y="155448"/>
                </a:lnTo>
                <a:lnTo>
                  <a:pt x="428553" y="156591"/>
                </a:lnTo>
                <a:close/>
              </a:path>
              <a:path w="514985" h="549275">
                <a:moveTo>
                  <a:pt x="506539" y="289179"/>
                </a:moveTo>
                <a:lnTo>
                  <a:pt x="0" y="289179"/>
                </a:lnTo>
                <a:lnTo>
                  <a:pt x="0" y="235458"/>
                </a:lnTo>
                <a:lnTo>
                  <a:pt x="514921" y="235458"/>
                </a:lnTo>
                <a:lnTo>
                  <a:pt x="514921" y="280797"/>
                </a:lnTo>
                <a:lnTo>
                  <a:pt x="513778" y="283464"/>
                </a:lnTo>
                <a:lnTo>
                  <a:pt x="509206" y="288036"/>
                </a:lnTo>
                <a:lnTo>
                  <a:pt x="506539" y="289179"/>
                </a:lnTo>
                <a:close/>
              </a:path>
              <a:path w="514985" h="549275">
                <a:moveTo>
                  <a:pt x="445960" y="549211"/>
                </a:moveTo>
                <a:lnTo>
                  <a:pt x="109728" y="549211"/>
                </a:lnTo>
                <a:lnTo>
                  <a:pt x="94476" y="547068"/>
                </a:lnTo>
                <a:lnTo>
                  <a:pt x="83581" y="540639"/>
                </a:lnTo>
                <a:lnTo>
                  <a:pt x="77045" y="529923"/>
                </a:lnTo>
                <a:lnTo>
                  <a:pt x="74866" y="514921"/>
                </a:lnTo>
                <a:lnTo>
                  <a:pt x="74866" y="411480"/>
                </a:lnTo>
                <a:lnTo>
                  <a:pt x="375856" y="411480"/>
                </a:lnTo>
                <a:lnTo>
                  <a:pt x="377761" y="409575"/>
                </a:lnTo>
                <a:lnTo>
                  <a:pt x="377761" y="378904"/>
                </a:lnTo>
                <a:lnTo>
                  <a:pt x="74866" y="378904"/>
                </a:lnTo>
                <a:lnTo>
                  <a:pt x="74866" y="325755"/>
                </a:lnTo>
                <a:lnTo>
                  <a:pt x="442912" y="325755"/>
                </a:lnTo>
                <a:lnTo>
                  <a:pt x="442912" y="428625"/>
                </a:lnTo>
                <a:lnTo>
                  <a:pt x="421695" y="460629"/>
                </a:lnTo>
                <a:lnTo>
                  <a:pt x="408051" y="462915"/>
                </a:lnTo>
                <a:lnTo>
                  <a:pt x="138874" y="462915"/>
                </a:lnTo>
                <a:lnTo>
                  <a:pt x="138874" y="494728"/>
                </a:lnTo>
                <a:lnTo>
                  <a:pt x="140779" y="496633"/>
                </a:lnTo>
                <a:lnTo>
                  <a:pt x="454342" y="496633"/>
                </a:lnTo>
                <a:lnTo>
                  <a:pt x="454342" y="540829"/>
                </a:lnTo>
                <a:lnTo>
                  <a:pt x="453199" y="543496"/>
                </a:lnTo>
                <a:lnTo>
                  <a:pt x="448627" y="548068"/>
                </a:lnTo>
                <a:lnTo>
                  <a:pt x="445960" y="5492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214924" y="4365870"/>
            <a:ext cx="525780" cy="544195"/>
          </a:xfrm>
          <a:custGeom>
            <a:avLst/>
            <a:gdLst/>
            <a:ahLst/>
            <a:cxnLst/>
            <a:rect l="l" t="t" r="r" b="b"/>
            <a:pathLst>
              <a:path w="525779" h="544195">
                <a:moveTo>
                  <a:pt x="196024" y="461772"/>
                </a:moveTo>
                <a:lnTo>
                  <a:pt x="148018" y="426910"/>
                </a:lnTo>
                <a:lnTo>
                  <a:pt x="174861" y="407354"/>
                </a:lnTo>
                <a:lnTo>
                  <a:pt x="198239" y="386976"/>
                </a:lnTo>
                <a:lnTo>
                  <a:pt x="234600" y="343757"/>
                </a:lnTo>
                <a:lnTo>
                  <a:pt x="256674" y="295822"/>
                </a:lnTo>
                <a:lnTo>
                  <a:pt x="264033" y="241744"/>
                </a:lnTo>
                <a:lnTo>
                  <a:pt x="264033" y="83629"/>
                </a:lnTo>
                <a:lnTo>
                  <a:pt x="262128" y="81724"/>
                </a:lnTo>
                <a:lnTo>
                  <a:pt x="16002" y="81724"/>
                </a:lnTo>
                <a:lnTo>
                  <a:pt x="16002" y="28003"/>
                </a:lnTo>
                <a:lnTo>
                  <a:pt x="294894" y="28003"/>
                </a:lnTo>
                <a:lnTo>
                  <a:pt x="302019" y="28610"/>
                </a:lnTo>
                <a:lnTo>
                  <a:pt x="329755" y="62293"/>
                </a:lnTo>
                <a:lnTo>
                  <a:pt x="329755" y="218884"/>
                </a:lnTo>
                <a:lnTo>
                  <a:pt x="327665" y="257300"/>
                </a:lnTo>
                <a:lnTo>
                  <a:pt x="310949" y="326308"/>
                </a:lnTo>
                <a:lnTo>
                  <a:pt x="277516" y="385423"/>
                </a:lnTo>
                <a:lnTo>
                  <a:pt x="227367" y="437858"/>
                </a:lnTo>
                <a:lnTo>
                  <a:pt x="196024" y="461772"/>
                </a:lnTo>
                <a:close/>
              </a:path>
              <a:path w="525779" h="544195">
                <a:moveTo>
                  <a:pt x="44005" y="438340"/>
                </a:moveTo>
                <a:lnTo>
                  <a:pt x="0" y="401764"/>
                </a:lnTo>
                <a:lnTo>
                  <a:pt x="13483" y="393745"/>
                </a:lnTo>
                <a:lnTo>
                  <a:pt x="26503" y="385119"/>
                </a:lnTo>
                <a:lnTo>
                  <a:pt x="62614" y="355687"/>
                </a:lnTo>
                <a:lnTo>
                  <a:pt x="92297" y="322040"/>
                </a:lnTo>
                <a:lnTo>
                  <a:pt x="114264" y="285017"/>
                </a:lnTo>
                <a:lnTo>
                  <a:pt x="127230" y="245602"/>
                </a:lnTo>
                <a:lnTo>
                  <a:pt x="129730" y="218884"/>
                </a:lnTo>
                <a:lnTo>
                  <a:pt x="129730" y="83629"/>
                </a:lnTo>
                <a:lnTo>
                  <a:pt x="127825" y="81724"/>
                </a:lnTo>
                <a:lnTo>
                  <a:pt x="190881" y="81724"/>
                </a:lnTo>
                <a:lnTo>
                  <a:pt x="192024" y="87439"/>
                </a:lnTo>
                <a:lnTo>
                  <a:pt x="192976" y="93249"/>
                </a:lnTo>
                <a:lnTo>
                  <a:pt x="194500" y="105060"/>
                </a:lnTo>
                <a:lnTo>
                  <a:pt x="194881" y="111061"/>
                </a:lnTo>
                <a:lnTo>
                  <a:pt x="194881" y="203454"/>
                </a:lnTo>
                <a:lnTo>
                  <a:pt x="185237" y="270605"/>
                </a:lnTo>
                <a:lnTo>
                  <a:pt x="156305" y="333756"/>
                </a:lnTo>
                <a:lnTo>
                  <a:pt x="108942" y="390477"/>
                </a:lnTo>
                <a:lnTo>
                  <a:pt x="78670" y="415516"/>
                </a:lnTo>
                <a:lnTo>
                  <a:pt x="44005" y="438340"/>
                </a:lnTo>
                <a:close/>
              </a:path>
              <a:path w="525779" h="544195">
                <a:moveTo>
                  <a:pt x="445960" y="544068"/>
                </a:moveTo>
                <a:lnTo>
                  <a:pt x="389191" y="544068"/>
                </a:lnTo>
                <a:lnTo>
                  <a:pt x="389191" y="0"/>
                </a:lnTo>
                <a:lnTo>
                  <a:pt x="454342" y="0"/>
                </a:lnTo>
                <a:lnTo>
                  <a:pt x="454342" y="191452"/>
                </a:lnTo>
                <a:lnTo>
                  <a:pt x="525780" y="191452"/>
                </a:lnTo>
                <a:lnTo>
                  <a:pt x="525780" y="245745"/>
                </a:lnTo>
                <a:lnTo>
                  <a:pt x="454342" y="245745"/>
                </a:lnTo>
                <a:lnTo>
                  <a:pt x="454342" y="535686"/>
                </a:lnTo>
                <a:lnTo>
                  <a:pt x="453199" y="538353"/>
                </a:lnTo>
                <a:lnTo>
                  <a:pt x="448627" y="542925"/>
                </a:lnTo>
                <a:lnTo>
                  <a:pt x="445960" y="5440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815571" y="4379014"/>
            <a:ext cx="280035" cy="498475"/>
          </a:xfrm>
          <a:custGeom>
            <a:avLst/>
            <a:gdLst/>
            <a:ahLst/>
            <a:cxnLst/>
            <a:rect l="l" t="t" r="r" b="b"/>
            <a:pathLst>
              <a:path w="280035" h="498475">
                <a:moveTo>
                  <a:pt x="4000" y="78295"/>
                </a:moveTo>
                <a:lnTo>
                  <a:pt x="0" y="20002"/>
                </a:lnTo>
                <a:lnTo>
                  <a:pt x="52613" y="8376"/>
                </a:lnTo>
                <a:lnTo>
                  <a:pt x="97869" y="1357"/>
                </a:lnTo>
                <a:lnTo>
                  <a:pt x="128016" y="0"/>
                </a:lnTo>
                <a:lnTo>
                  <a:pt x="162698" y="1678"/>
                </a:lnTo>
                <a:lnTo>
                  <a:pt x="218991" y="15109"/>
                </a:lnTo>
                <a:lnTo>
                  <a:pt x="257603" y="41933"/>
                </a:lnTo>
                <a:lnTo>
                  <a:pt x="267668" y="57150"/>
                </a:lnTo>
                <a:lnTo>
                  <a:pt x="134302" y="57150"/>
                </a:lnTo>
                <a:lnTo>
                  <a:pt x="118139" y="57471"/>
                </a:lnTo>
                <a:lnTo>
                  <a:pt x="71151" y="62293"/>
                </a:lnTo>
                <a:lnTo>
                  <a:pt x="21913" y="73223"/>
                </a:lnTo>
                <a:lnTo>
                  <a:pt x="4000" y="78295"/>
                </a:lnTo>
                <a:close/>
              </a:path>
              <a:path w="280035" h="498475">
                <a:moveTo>
                  <a:pt x="151447" y="381762"/>
                </a:moveTo>
                <a:lnTo>
                  <a:pt x="90868" y="381762"/>
                </a:lnTo>
                <a:lnTo>
                  <a:pt x="90902" y="346900"/>
                </a:lnTo>
                <a:lnTo>
                  <a:pt x="96797" y="308931"/>
                </a:lnTo>
                <a:lnTo>
                  <a:pt x="118635" y="265747"/>
                </a:lnTo>
                <a:lnTo>
                  <a:pt x="149518" y="226599"/>
                </a:lnTo>
                <a:lnTo>
                  <a:pt x="170878" y="204597"/>
                </a:lnTo>
                <a:lnTo>
                  <a:pt x="180451" y="194417"/>
                </a:lnTo>
                <a:lnTo>
                  <a:pt x="204025" y="161734"/>
                </a:lnTo>
                <a:lnTo>
                  <a:pt x="215062" y="125837"/>
                </a:lnTo>
                <a:lnTo>
                  <a:pt x="214884" y="113157"/>
                </a:lnTo>
                <a:lnTo>
                  <a:pt x="200471" y="76777"/>
                </a:lnTo>
                <a:lnTo>
                  <a:pt x="151358" y="57917"/>
                </a:lnTo>
                <a:lnTo>
                  <a:pt x="134302" y="57150"/>
                </a:lnTo>
                <a:lnTo>
                  <a:pt x="267668" y="57150"/>
                </a:lnTo>
                <a:lnTo>
                  <a:pt x="269748" y="60293"/>
                </a:lnTo>
                <a:lnTo>
                  <a:pt x="277034" y="81938"/>
                </a:lnTo>
                <a:lnTo>
                  <a:pt x="279463" y="106870"/>
                </a:lnTo>
                <a:lnTo>
                  <a:pt x="278552" y="124497"/>
                </a:lnTo>
                <a:lnTo>
                  <a:pt x="264890" y="172878"/>
                </a:lnTo>
                <a:lnTo>
                  <a:pt x="233547" y="219652"/>
                </a:lnTo>
                <a:lnTo>
                  <a:pt x="211365" y="243887"/>
                </a:lnTo>
                <a:lnTo>
                  <a:pt x="204239" y="251460"/>
                </a:lnTo>
                <a:lnTo>
                  <a:pt x="174664" y="286000"/>
                </a:lnTo>
                <a:lnTo>
                  <a:pt x="154179" y="325576"/>
                </a:lnTo>
                <a:lnTo>
                  <a:pt x="151447" y="346900"/>
                </a:lnTo>
                <a:lnTo>
                  <a:pt x="151447" y="381762"/>
                </a:lnTo>
                <a:close/>
              </a:path>
              <a:path w="280035" h="498475">
                <a:moveTo>
                  <a:pt x="154876" y="498348"/>
                </a:moveTo>
                <a:lnTo>
                  <a:pt x="89725" y="498348"/>
                </a:lnTo>
                <a:lnTo>
                  <a:pt x="89725" y="434911"/>
                </a:lnTo>
                <a:lnTo>
                  <a:pt x="154876" y="434911"/>
                </a:lnTo>
                <a:lnTo>
                  <a:pt x="154876" y="4983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89346" y="5818025"/>
            <a:ext cx="307975" cy="323215"/>
          </a:xfrm>
          <a:custGeom>
            <a:avLst/>
            <a:gdLst/>
            <a:ahLst/>
            <a:cxnLst/>
            <a:rect l="l" t="t" r="r" b="b"/>
            <a:pathLst>
              <a:path w="307975" h="323214">
                <a:moveTo>
                  <a:pt x="113142" y="40520"/>
                </a:moveTo>
                <a:lnTo>
                  <a:pt x="84198" y="40520"/>
                </a:lnTo>
                <a:lnTo>
                  <a:pt x="84198" y="0"/>
                </a:lnTo>
                <a:lnTo>
                  <a:pt x="113142" y="0"/>
                </a:lnTo>
                <a:lnTo>
                  <a:pt x="113142" y="40520"/>
                </a:lnTo>
                <a:close/>
              </a:path>
              <a:path w="307975" h="323214">
                <a:moveTo>
                  <a:pt x="197078" y="64464"/>
                </a:moveTo>
                <a:lnTo>
                  <a:pt x="0" y="64464"/>
                </a:lnTo>
                <a:lnTo>
                  <a:pt x="0" y="40520"/>
                </a:lnTo>
                <a:lnTo>
                  <a:pt x="197078" y="40520"/>
                </a:lnTo>
                <a:lnTo>
                  <a:pt x="197078" y="64464"/>
                </a:lnTo>
                <a:close/>
              </a:path>
              <a:path w="307975" h="323214">
                <a:moveTo>
                  <a:pt x="257859" y="247860"/>
                </a:moveTo>
                <a:lnTo>
                  <a:pt x="228652" y="247860"/>
                </a:lnTo>
                <a:lnTo>
                  <a:pt x="228652" y="0"/>
                </a:lnTo>
                <a:lnTo>
                  <a:pt x="257859" y="0"/>
                </a:lnTo>
                <a:lnTo>
                  <a:pt x="257859" y="108932"/>
                </a:lnTo>
                <a:lnTo>
                  <a:pt x="307589" y="108932"/>
                </a:lnTo>
                <a:lnTo>
                  <a:pt x="307589" y="133665"/>
                </a:lnTo>
                <a:lnTo>
                  <a:pt x="257859" y="133665"/>
                </a:lnTo>
                <a:lnTo>
                  <a:pt x="257859" y="247860"/>
                </a:lnTo>
                <a:close/>
              </a:path>
              <a:path w="307975" h="323214">
                <a:moveTo>
                  <a:pt x="98670" y="205497"/>
                </a:moveTo>
                <a:lnTo>
                  <a:pt x="65973" y="201176"/>
                </a:lnTo>
                <a:lnTo>
                  <a:pt x="40750" y="188888"/>
                </a:lnTo>
                <a:lnTo>
                  <a:pt x="24556" y="169643"/>
                </a:lnTo>
                <a:lnTo>
                  <a:pt x="18944" y="144453"/>
                </a:lnTo>
                <a:lnTo>
                  <a:pt x="24556" y="118918"/>
                </a:lnTo>
                <a:lnTo>
                  <a:pt x="40750" y="99427"/>
                </a:lnTo>
                <a:lnTo>
                  <a:pt x="65973" y="86990"/>
                </a:lnTo>
                <a:lnTo>
                  <a:pt x="98670" y="82620"/>
                </a:lnTo>
                <a:lnTo>
                  <a:pt x="130919" y="86990"/>
                </a:lnTo>
                <a:lnTo>
                  <a:pt x="155965" y="99427"/>
                </a:lnTo>
                <a:lnTo>
                  <a:pt x="161042" y="105511"/>
                </a:lnTo>
                <a:lnTo>
                  <a:pt x="98670" y="105511"/>
                </a:lnTo>
                <a:lnTo>
                  <a:pt x="77324" y="108266"/>
                </a:lnTo>
                <a:lnTo>
                  <a:pt x="60912" y="116102"/>
                </a:lnTo>
                <a:lnTo>
                  <a:pt x="50420" y="128378"/>
                </a:lnTo>
                <a:lnTo>
                  <a:pt x="46835" y="144453"/>
                </a:lnTo>
                <a:lnTo>
                  <a:pt x="50420" y="160179"/>
                </a:lnTo>
                <a:lnTo>
                  <a:pt x="60912" y="172180"/>
                </a:lnTo>
                <a:lnTo>
                  <a:pt x="77324" y="179790"/>
                </a:lnTo>
                <a:lnTo>
                  <a:pt x="98670" y="182343"/>
                </a:lnTo>
                <a:lnTo>
                  <a:pt x="161496" y="182343"/>
                </a:lnTo>
                <a:lnTo>
                  <a:pt x="155965" y="188888"/>
                </a:lnTo>
                <a:lnTo>
                  <a:pt x="130919" y="201176"/>
                </a:lnTo>
                <a:lnTo>
                  <a:pt x="98670" y="205497"/>
                </a:lnTo>
                <a:close/>
              </a:path>
              <a:path w="307975" h="323214">
                <a:moveTo>
                  <a:pt x="161496" y="182343"/>
                </a:moveTo>
                <a:lnTo>
                  <a:pt x="98670" y="182343"/>
                </a:lnTo>
                <a:lnTo>
                  <a:pt x="119720" y="179790"/>
                </a:lnTo>
                <a:lnTo>
                  <a:pt x="136033" y="172180"/>
                </a:lnTo>
                <a:lnTo>
                  <a:pt x="146624" y="160179"/>
                </a:lnTo>
                <a:lnTo>
                  <a:pt x="150505" y="144453"/>
                </a:lnTo>
                <a:lnTo>
                  <a:pt x="146624" y="128378"/>
                </a:lnTo>
                <a:lnTo>
                  <a:pt x="136033" y="116102"/>
                </a:lnTo>
                <a:lnTo>
                  <a:pt x="119720" y="108266"/>
                </a:lnTo>
                <a:lnTo>
                  <a:pt x="98670" y="105511"/>
                </a:lnTo>
                <a:lnTo>
                  <a:pt x="161042" y="105511"/>
                </a:lnTo>
                <a:lnTo>
                  <a:pt x="172229" y="118918"/>
                </a:lnTo>
                <a:lnTo>
                  <a:pt x="178133" y="144453"/>
                </a:lnTo>
                <a:lnTo>
                  <a:pt x="172229" y="169643"/>
                </a:lnTo>
                <a:lnTo>
                  <a:pt x="161496" y="182343"/>
                </a:lnTo>
                <a:close/>
              </a:path>
              <a:path w="307975" h="323214">
                <a:moveTo>
                  <a:pt x="273120" y="323113"/>
                </a:moveTo>
                <a:lnTo>
                  <a:pt x="50782" y="323113"/>
                </a:lnTo>
                <a:lnTo>
                  <a:pt x="50782" y="227863"/>
                </a:lnTo>
                <a:lnTo>
                  <a:pt x="79725" y="227863"/>
                </a:lnTo>
                <a:lnTo>
                  <a:pt x="79725" y="298906"/>
                </a:lnTo>
                <a:lnTo>
                  <a:pt x="273120" y="298906"/>
                </a:lnTo>
                <a:lnTo>
                  <a:pt x="273120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17985" y="5833812"/>
            <a:ext cx="302895" cy="314960"/>
          </a:xfrm>
          <a:custGeom>
            <a:avLst/>
            <a:gdLst/>
            <a:ahLst/>
            <a:cxnLst/>
            <a:rect l="l" t="t" r="r" b="b"/>
            <a:pathLst>
              <a:path w="302894" h="314960">
                <a:moveTo>
                  <a:pt x="265226" y="314693"/>
                </a:moveTo>
                <a:lnTo>
                  <a:pt x="235756" y="314693"/>
                </a:lnTo>
                <a:lnTo>
                  <a:pt x="235756" y="227073"/>
                </a:lnTo>
                <a:lnTo>
                  <a:pt x="31311" y="227073"/>
                </a:lnTo>
                <a:lnTo>
                  <a:pt x="31311" y="203129"/>
                </a:lnTo>
                <a:lnTo>
                  <a:pt x="136296" y="203129"/>
                </a:lnTo>
                <a:lnTo>
                  <a:pt x="136296" y="142085"/>
                </a:lnTo>
                <a:lnTo>
                  <a:pt x="0" y="142085"/>
                </a:lnTo>
                <a:lnTo>
                  <a:pt x="0" y="118141"/>
                </a:lnTo>
                <a:lnTo>
                  <a:pt x="225626" y="118141"/>
                </a:lnTo>
                <a:lnTo>
                  <a:pt x="230570" y="89843"/>
                </a:lnTo>
                <a:lnTo>
                  <a:pt x="233109" y="65122"/>
                </a:lnTo>
                <a:lnTo>
                  <a:pt x="234044" y="43361"/>
                </a:lnTo>
                <a:lnTo>
                  <a:pt x="234178" y="23944"/>
                </a:lnTo>
                <a:lnTo>
                  <a:pt x="38415" y="23944"/>
                </a:lnTo>
                <a:lnTo>
                  <a:pt x="38415" y="0"/>
                </a:lnTo>
                <a:lnTo>
                  <a:pt x="263121" y="0"/>
                </a:lnTo>
                <a:lnTo>
                  <a:pt x="262992" y="43435"/>
                </a:lnTo>
                <a:lnTo>
                  <a:pt x="262085" y="65319"/>
                </a:lnTo>
                <a:lnTo>
                  <a:pt x="259624" y="90065"/>
                </a:lnTo>
                <a:lnTo>
                  <a:pt x="254833" y="118141"/>
                </a:lnTo>
                <a:lnTo>
                  <a:pt x="302852" y="118141"/>
                </a:lnTo>
                <a:lnTo>
                  <a:pt x="302852" y="142085"/>
                </a:lnTo>
                <a:lnTo>
                  <a:pt x="165240" y="142085"/>
                </a:lnTo>
                <a:lnTo>
                  <a:pt x="165240" y="203129"/>
                </a:lnTo>
                <a:lnTo>
                  <a:pt x="265226" y="203129"/>
                </a:lnTo>
                <a:lnTo>
                  <a:pt x="265226" y="3146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547413" y="5824340"/>
            <a:ext cx="302260" cy="323850"/>
          </a:xfrm>
          <a:custGeom>
            <a:avLst/>
            <a:gdLst/>
            <a:ahLst/>
            <a:cxnLst/>
            <a:rect l="l" t="t" r="r" b="b"/>
            <a:pathLst>
              <a:path w="302260" h="323850">
                <a:moveTo>
                  <a:pt x="267068" y="109984"/>
                </a:moveTo>
                <a:lnTo>
                  <a:pt x="41310" y="109984"/>
                </a:lnTo>
                <a:lnTo>
                  <a:pt x="41310" y="0"/>
                </a:lnTo>
                <a:lnTo>
                  <a:pt x="70253" y="0"/>
                </a:lnTo>
                <a:lnTo>
                  <a:pt x="70253" y="86040"/>
                </a:lnTo>
                <a:lnTo>
                  <a:pt x="267068" y="86040"/>
                </a:lnTo>
                <a:lnTo>
                  <a:pt x="267068" y="109984"/>
                </a:lnTo>
                <a:close/>
              </a:path>
              <a:path w="302260" h="323850">
                <a:moveTo>
                  <a:pt x="165240" y="153662"/>
                </a:moveTo>
                <a:lnTo>
                  <a:pt x="136560" y="153662"/>
                </a:lnTo>
                <a:lnTo>
                  <a:pt x="136560" y="109984"/>
                </a:lnTo>
                <a:lnTo>
                  <a:pt x="165240" y="109984"/>
                </a:lnTo>
                <a:lnTo>
                  <a:pt x="165240" y="153662"/>
                </a:lnTo>
                <a:close/>
              </a:path>
              <a:path w="302260" h="323850">
                <a:moveTo>
                  <a:pt x="301800" y="178133"/>
                </a:moveTo>
                <a:lnTo>
                  <a:pt x="0" y="178133"/>
                </a:lnTo>
                <a:lnTo>
                  <a:pt x="0" y="153662"/>
                </a:lnTo>
                <a:lnTo>
                  <a:pt x="301800" y="153662"/>
                </a:lnTo>
                <a:lnTo>
                  <a:pt x="301800" y="178133"/>
                </a:lnTo>
                <a:close/>
              </a:path>
              <a:path w="302260" h="323850">
                <a:moveTo>
                  <a:pt x="150505" y="323376"/>
                </a:moveTo>
                <a:lnTo>
                  <a:pt x="102580" y="319367"/>
                </a:lnTo>
                <a:lnTo>
                  <a:pt x="66668" y="307687"/>
                </a:lnTo>
                <a:lnTo>
                  <a:pt x="44126" y="288854"/>
                </a:lnTo>
                <a:lnTo>
                  <a:pt x="36310" y="263384"/>
                </a:lnTo>
                <a:lnTo>
                  <a:pt x="44126" y="237763"/>
                </a:lnTo>
                <a:lnTo>
                  <a:pt x="66668" y="218851"/>
                </a:lnTo>
                <a:lnTo>
                  <a:pt x="102580" y="207142"/>
                </a:lnTo>
                <a:lnTo>
                  <a:pt x="150505" y="203129"/>
                </a:lnTo>
                <a:lnTo>
                  <a:pt x="198241" y="207142"/>
                </a:lnTo>
                <a:lnTo>
                  <a:pt x="234013" y="218851"/>
                </a:lnTo>
                <a:lnTo>
                  <a:pt x="242544" y="226021"/>
                </a:lnTo>
                <a:lnTo>
                  <a:pt x="150505" y="226021"/>
                </a:lnTo>
                <a:lnTo>
                  <a:pt x="114959" y="228640"/>
                </a:lnTo>
                <a:lnTo>
                  <a:pt x="88343" y="235921"/>
                </a:lnTo>
                <a:lnTo>
                  <a:pt x="71692" y="247593"/>
                </a:lnTo>
                <a:lnTo>
                  <a:pt x="66043" y="263384"/>
                </a:lnTo>
                <a:lnTo>
                  <a:pt x="71692" y="278797"/>
                </a:lnTo>
                <a:lnTo>
                  <a:pt x="88343" y="290387"/>
                </a:lnTo>
                <a:lnTo>
                  <a:pt x="114959" y="297685"/>
                </a:lnTo>
                <a:lnTo>
                  <a:pt x="150505" y="300221"/>
                </a:lnTo>
                <a:lnTo>
                  <a:pt x="242933" y="300221"/>
                </a:lnTo>
                <a:lnTo>
                  <a:pt x="234013" y="307687"/>
                </a:lnTo>
                <a:lnTo>
                  <a:pt x="198241" y="319367"/>
                </a:lnTo>
                <a:lnTo>
                  <a:pt x="150505" y="323376"/>
                </a:lnTo>
                <a:close/>
              </a:path>
              <a:path w="302260" h="323850">
                <a:moveTo>
                  <a:pt x="242933" y="300221"/>
                </a:moveTo>
                <a:lnTo>
                  <a:pt x="150505" y="300221"/>
                </a:lnTo>
                <a:lnTo>
                  <a:pt x="185907" y="297685"/>
                </a:lnTo>
                <a:lnTo>
                  <a:pt x="212503" y="290387"/>
                </a:lnTo>
                <a:lnTo>
                  <a:pt x="229281" y="278797"/>
                </a:lnTo>
                <a:lnTo>
                  <a:pt x="235230" y="263384"/>
                </a:lnTo>
                <a:lnTo>
                  <a:pt x="229281" y="247593"/>
                </a:lnTo>
                <a:lnTo>
                  <a:pt x="212503" y="235921"/>
                </a:lnTo>
                <a:lnTo>
                  <a:pt x="185907" y="228640"/>
                </a:lnTo>
                <a:lnTo>
                  <a:pt x="150505" y="226021"/>
                </a:lnTo>
                <a:lnTo>
                  <a:pt x="242544" y="226021"/>
                </a:lnTo>
                <a:lnTo>
                  <a:pt x="256514" y="237763"/>
                </a:lnTo>
                <a:lnTo>
                  <a:pt x="264437" y="263384"/>
                </a:lnTo>
                <a:lnTo>
                  <a:pt x="256514" y="288854"/>
                </a:lnTo>
                <a:lnTo>
                  <a:pt x="242933" y="300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878157" y="5817762"/>
            <a:ext cx="274320" cy="330835"/>
          </a:xfrm>
          <a:custGeom>
            <a:avLst/>
            <a:gdLst/>
            <a:ahLst/>
            <a:cxnLst/>
            <a:rect l="l" t="t" r="r" b="b"/>
            <a:pathLst>
              <a:path w="274319" h="330835">
                <a:moveTo>
                  <a:pt x="272857" y="197078"/>
                </a:moveTo>
                <a:lnTo>
                  <a:pt x="243650" y="197078"/>
                </a:lnTo>
                <a:lnTo>
                  <a:pt x="243650" y="110511"/>
                </a:lnTo>
                <a:lnTo>
                  <a:pt x="176817" y="110511"/>
                </a:lnTo>
                <a:lnTo>
                  <a:pt x="176817" y="86303"/>
                </a:lnTo>
                <a:lnTo>
                  <a:pt x="243650" y="86303"/>
                </a:lnTo>
                <a:lnTo>
                  <a:pt x="243650" y="0"/>
                </a:lnTo>
                <a:lnTo>
                  <a:pt x="272857" y="0"/>
                </a:lnTo>
                <a:lnTo>
                  <a:pt x="272857" y="197078"/>
                </a:lnTo>
                <a:close/>
              </a:path>
              <a:path w="274319" h="330835">
                <a:moveTo>
                  <a:pt x="187605" y="48414"/>
                </a:moveTo>
                <a:lnTo>
                  <a:pt x="9472" y="48414"/>
                </a:lnTo>
                <a:lnTo>
                  <a:pt x="9472" y="24207"/>
                </a:lnTo>
                <a:lnTo>
                  <a:pt x="187605" y="24207"/>
                </a:lnTo>
                <a:lnTo>
                  <a:pt x="187605" y="48414"/>
                </a:lnTo>
                <a:close/>
              </a:path>
              <a:path w="274319" h="330835">
                <a:moveTo>
                  <a:pt x="15261" y="193920"/>
                </a:moveTo>
                <a:lnTo>
                  <a:pt x="0" y="170765"/>
                </a:lnTo>
                <a:lnTo>
                  <a:pt x="33913" y="152692"/>
                </a:lnTo>
                <a:lnTo>
                  <a:pt x="60550" y="126824"/>
                </a:lnTo>
                <a:lnTo>
                  <a:pt x="77962" y="95430"/>
                </a:lnTo>
                <a:lnTo>
                  <a:pt x="84198" y="60781"/>
                </a:lnTo>
                <a:lnTo>
                  <a:pt x="84198" y="48414"/>
                </a:lnTo>
                <a:lnTo>
                  <a:pt x="113668" y="48414"/>
                </a:lnTo>
                <a:lnTo>
                  <a:pt x="113717" y="60781"/>
                </a:lnTo>
                <a:lnTo>
                  <a:pt x="119605" y="92137"/>
                </a:lnTo>
                <a:lnTo>
                  <a:pt x="129667" y="109458"/>
                </a:lnTo>
                <a:lnTo>
                  <a:pt x="99591" y="109458"/>
                </a:lnTo>
                <a:lnTo>
                  <a:pt x="85970" y="136882"/>
                </a:lnTo>
                <a:lnTo>
                  <a:pt x="66898" y="160619"/>
                </a:lnTo>
                <a:lnTo>
                  <a:pt x="43090" y="179890"/>
                </a:lnTo>
                <a:lnTo>
                  <a:pt x="15261" y="193920"/>
                </a:lnTo>
                <a:close/>
              </a:path>
              <a:path w="274319" h="330835">
                <a:moveTo>
                  <a:pt x="179975" y="184711"/>
                </a:moveTo>
                <a:lnTo>
                  <a:pt x="153724" y="172083"/>
                </a:lnTo>
                <a:lnTo>
                  <a:pt x="131198" y="154830"/>
                </a:lnTo>
                <a:lnTo>
                  <a:pt x="112965" y="133704"/>
                </a:lnTo>
                <a:lnTo>
                  <a:pt x="99591" y="109458"/>
                </a:lnTo>
                <a:lnTo>
                  <a:pt x="129667" y="109458"/>
                </a:lnTo>
                <a:lnTo>
                  <a:pt x="136296" y="120871"/>
                </a:lnTo>
                <a:lnTo>
                  <a:pt x="162066" y="144622"/>
                </a:lnTo>
                <a:lnTo>
                  <a:pt x="195236" y="161293"/>
                </a:lnTo>
                <a:lnTo>
                  <a:pt x="179975" y="184711"/>
                </a:lnTo>
                <a:close/>
              </a:path>
              <a:path w="274319" h="330835">
                <a:moveTo>
                  <a:pt x="163135" y="330480"/>
                </a:moveTo>
                <a:lnTo>
                  <a:pt x="116706" y="326225"/>
                </a:lnTo>
                <a:lnTo>
                  <a:pt x="81797" y="314200"/>
                </a:lnTo>
                <a:lnTo>
                  <a:pt x="59864" y="294922"/>
                </a:lnTo>
                <a:lnTo>
                  <a:pt x="52361" y="268910"/>
                </a:lnTo>
                <a:lnTo>
                  <a:pt x="59864" y="242861"/>
                </a:lnTo>
                <a:lnTo>
                  <a:pt x="81797" y="223521"/>
                </a:lnTo>
                <a:lnTo>
                  <a:pt x="116706" y="211483"/>
                </a:lnTo>
                <a:lnTo>
                  <a:pt x="163135" y="207339"/>
                </a:lnTo>
                <a:lnTo>
                  <a:pt x="209415" y="211483"/>
                </a:lnTo>
                <a:lnTo>
                  <a:pt x="244275" y="223521"/>
                </a:lnTo>
                <a:lnTo>
                  <a:pt x="251902" y="230231"/>
                </a:lnTo>
                <a:lnTo>
                  <a:pt x="163135" y="230231"/>
                </a:lnTo>
                <a:lnTo>
                  <a:pt x="128888" y="232870"/>
                </a:lnTo>
                <a:lnTo>
                  <a:pt x="103077" y="240493"/>
                </a:lnTo>
                <a:lnTo>
                  <a:pt x="86838" y="252654"/>
                </a:lnTo>
                <a:lnTo>
                  <a:pt x="81304" y="268910"/>
                </a:lnTo>
                <a:lnTo>
                  <a:pt x="86838" y="285009"/>
                </a:lnTo>
                <a:lnTo>
                  <a:pt x="103077" y="297064"/>
                </a:lnTo>
                <a:lnTo>
                  <a:pt x="128888" y="304579"/>
                </a:lnTo>
                <a:lnTo>
                  <a:pt x="163135" y="307062"/>
                </a:lnTo>
                <a:lnTo>
                  <a:pt x="252414" y="307062"/>
                </a:lnTo>
                <a:lnTo>
                  <a:pt x="244275" y="314200"/>
                </a:lnTo>
                <a:lnTo>
                  <a:pt x="209415" y="326225"/>
                </a:lnTo>
                <a:lnTo>
                  <a:pt x="163135" y="330480"/>
                </a:lnTo>
                <a:close/>
              </a:path>
              <a:path w="274319" h="330835">
                <a:moveTo>
                  <a:pt x="252414" y="307062"/>
                </a:moveTo>
                <a:lnTo>
                  <a:pt x="163135" y="307062"/>
                </a:lnTo>
                <a:lnTo>
                  <a:pt x="197234" y="304579"/>
                </a:lnTo>
                <a:lnTo>
                  <a:pt x="222995" y="297064"/>
                </a:lnTo>
                <a:lnTo>
                  <a:pt x="239284" y="285009"/>
                </a:lnTo>
                <a:lnTo>
                  <a:pt x="244966" y="268910"/>
                </a:lnTo>
                <a:lnTo>
                  <a:pt x="239284" y="252654"/>
                </a:lnTo>
                <a:lnTo>
                  <a:pt x="222995" y="240493"/>
                </a:lnTo>
                <a:lnTo>
                  <a:pt x="197234" y="232870"/>
                </a:lnTo>
                <a:lnTo>
                  <a:pt x="163135" y="230231"/>
                </a:lnTo>
                <a:lnTo>
                  <a:pt x="251902" y="230231"/>
                </a:lnTo>
                <a:lnTo>
                  <a:pt x="266258" y="242861"/>
                </a:lnTo>
                <a:lnTo>
                  <a:pt x="273909" y="268910"/>
                </a:lnTo>
                <a:lnTo>
                  <a:pt x="266258" y="294922"/>
                </a:lnTo>
                <a:lnTo>
                  <a:pt x="252414" y="307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209690" y="5818025"/>
            <a:ext cx="280035" cy="323215"/>
          </a:xfrm>
          <a:custGeom>
            <a:avLst/>
            <a:gdLst/>
            <a:ahLst/>
            <a:cxnLst/>
            <a:rect l="l" t="t" r="r" b="b"/>
            <a:pathLst>
              <a:path w="280035" h="323214">
                <a:moveTo>
                  <a:pt x="269699" y="242598"/>
                </a:moveTo>
                <a:lnTo>
                  <a:pt x="240493" y="242598"/>
                </a:lnTo>
                <a:lnTo>
                  <a:pt x="240493" y="0"/>
                </a:lnTo>
                <a:lnTo>
                  <a:pt x="269699" y="0"/>
                </a:lnTo>
                <a:lnTo>
                  <a:pt x="269699" y="242598"/>
                </a:lnTo>
                <a:close/>
              </a:path>
              <a:path w="280035" h="323214">
                <a:moveTo>
                  <a:pt x="16050" y="194709"/>
                </a:moveTo>
                <a:lnTo>
                  <a:pt x="0" y="171818"/>
                </a:lnTo>
                <a:lnTo>
                  <a:pt x="34205" y="152178"/>
                </a:lnTo>
                <a:lnTo>
                  <a:pt x="60715" y="124028"/>
                </a:lnTo>
                <a:lnTo>
                  <a:pt x="77851" y="89712"/>
                </a:lnTo>
                <a:lnTo>
                  <a:pt x="83935" y="51571"/>
                </a:lnTo>
                <a:lnTo>
                  <a:pt x="83935" y="18418"/>
                </a:lnTo>
                <a:lnTo>
                  <a:pt x="113668" y="18418"/>
                </a:lnTo>
                <a:lnTo>
                  <a:pt x="113668" y="51571"/>
                </a:lnTo>
                <a:lnTo>
                  <a:pt x="119670" y="88129"/>
                </a:lnTo>
                <a:lnTo>
                  <a:pt x="129049" y="105906"/>
                </a:lnTo>
                <a:lnTo>
                  <a:pt x="99065" y="105906"/>
                </a:lnTo>
                <a:lnTo>
                  <a:pt x="85483" y="134730"/>
                </a:lnTo>
                <a:lnTo>
                  <a:pt x="66684" y="159681"/>
                </a:lnTo>
                <a:lnTo>
                  <a:pt x="43322" y="179946"/>
                </a:lnTo>
                <a:lnTo>
                  <a:pt x="16050" y="194709"/>
                </a:lnTo>
                <a:close/>
              </a:path>
              <a:path w="280035" h="323214">
                <a:moveTo>
                  <a:pt x="181816" y="188658"/>
                </a:moveTo>
                <a:lnTo>
                  <a:pt x="154789" y="174821"/>
                </a:lnTo>
                <a:lnTo>
                  <a:pt x="131560" y="156014"/>
                </a:lnTo>
                <a:lnTo>
                  <a:pt x="112772" y="132841"/>
                </a:lnTo>
                <a:lnTo>
                  <a:pt x="99065" y="105906"/>
                </a:lnTo>
                <a:lnTo>
                  <a:pt x="129049" y="105906"/>
                </a:lnTo>
                <a:lnTo>
                  <a:pt x="136823" y="120641"/>
                </a:lnTo>
                <a:lnTo>
                  <a:pt x="163250" y="147035"/>
                </a:lnTo>
                <a:lnTo>
                  <a:pt x="197078" y="165240"/>
                </a:lnTo>
                <a:lnTo>
                  <a:pt x="181816" y="188658"/>
                </a:lnTo>
                <a:close/>
              </a:path>
              <a:path w="280035" h="323214">
                <a:moveTo>
                  <a:pt x="279961" y="323113"/>
                </a:moveTo>
                <a:lnTo>
                  <a:pt x="56044" y="323113"/>
                </a:lnTo>
                <a:lnTo>
                  <a:pt x="56044" y="220232"/>
                </a:lnTo>
                <a:lnTo>
                  <a:pt x="85251" y="220232"/>
                </a:lnTo>
                <a:lnTo>
                  <a:pt x="85251" y="298906"/>
                </a:lnTo>
                <a:lnTo>
                  <a:pt x="279961" y="298906"/>
                </a:lnTo>
                <a:lnTo>
                  <a:pt x="279961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574640" y="5834379"/>
            <a:ext cx="224154" cy="22860"/>
          </a:xfrm>
          <a:custGeom>
            <a:avLst/>
            <a:gdLst/>
            <a:ahLst/>
            <a:cxnLst/>
            <a:rect l="l" t="t" r="r" b="b"/>
            <a:pathLst>
              <a:path w="224155" h="22860">
                <a:moveTo>
                  <a:pt x="0" y="0"/>
                </a:moveTo>
                <a:lnTo>
                  <a:pt x="223916" y="0"/>
                </a:lnTo>
                <a:lnTo>
                  <a:pt x="223916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574640" y="5857240"/>
            <a:ext cx="29209" cy="68580"/>
          </a:xfrm>
          <a:custGeom>
            <a:avLst/>
            <a:gdLst/>
            <a:ahLst/>
            <a:cxnLst/>
            <a:rect l="l" t="t" r="r" b="b"/>
            <a:pathLst>
              <a:path w="29210" h="68579">
                <a:moveTo>
                  <a:pt x="0" y="0"/>
                </a:moveTo>
                <a:lnTo>
                  <a:pt x="28680" y="0"/>
                </a:lnTo>
                <a:lnTo>
                  <a:pt x="28680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574640" y="5925820"/>
            <a:ext cx="224154" cy="22860"/>
          </a:xfrm>
          <a:custGeom>
            <a:avLst/>
            <a:gdLst/>
            <a:ahLst/>
            <a:cxnLst/>
            <a:rect l="l" t="t" r="r" b="b"/>
            <a:pathLst>
              <a:path w="224155" h="22860">
                <a:moveTo>
                  <a:pt x="0" y="0"/>
                </a:moveTo>
                <a:lnTo>
                  <a:pt x="223916" y="0"/>
                </a:lnTo>
                <a:lnTo>
                  <a:pt x="223916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769613" y="5857230"/>
            <a:ext cx="29209" cy="68580"/>
          </a:xfrm>
          <a:custGeom>
            <a:avLst/>
            <a:gdLst/>
            <a:ahLst/>
            <a:cxnLst/>
            <a:rect l="l" t="t" r="r" b="b"/>
            <a:pathLst>
              <a:path w="29210" h="68579">
                <a:moveTo>
                  <a:pt x="28943" y="68411"/>
                </a:moveTo>
                <a:lnTo>
                  <a:pt x="0" y="68411"/>
                </a:lnTo>
                <a:lnTo>
                  <a:pt x="0" y="0"/>
                </a:lnTo>
                <a:lnTo>
                  <a:pt x="28943" y="0"/>
                </a:lnTo>
                <a:lnTo>
                  <a:pt x="28943" y="684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535172" y="5986949"/>
            <a:ext cx="302895" cy="24765"/>
          </a:xfrm>
          <a:custGeom>
            <a:avLst/>
            <a:gdLst/>
            <a:ahLst/>
            <a:cxnLst/>
            <a:rect l="l" t="t" r="r" b="b"/>
            <a:pathLst>
              <a:path w="302894" h="24764">
                <a:moveTo>
                  <a:pt x="302852" y="24207"/>
                </a:moveTo>
                <a:lnTo>
                  <a:pt x="0" y="24207"/>
                </a:lnTo>
                <a:lnTo>
                  <a:pt x="0" y="0"/>
                </a:lnTo>
                <a:lnTo>
                  <a:pt x="302852" y="0"/>
                </a:lnTo>
                <a:lnTo>
                  <a:pt x="302852" y="242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74363" y="6011156"/>
            <a:ext cx="29209" cy="67945"/>
          </a:xfrm>
          <a:custGeom>
            <a:avLst/>
            <a:gdLst/>
            <a:ahLst/>
            <a:cxnLst/>
            <a:rect l="l" t="t" r="r" b="b"/>
            <a:pathLst>
              <a:path w="29210" h="67945">
                <a:moveTo>
                  <a:pt x="28943" y="67622"/>
                </a:moveTo>
                <a:lnTo>
                  <a:pt x="0" y="67622"/>
                </a:lnTo>
                <a:lnTo>
                  <a:pt x="0" y="0"/>
                </a:lnTo>
                <a:lnTo>
                  <a:pt x="28943" y="0"/>
                </a:lnTo>
                <a:lnTo>
                  <a:pt x="28943" y="67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574114" y="6046470"/>
            <a:ext cx="29209" cy="69850"/>
          </a:xfrm>
          <a:custGeom>
            <a:avLst/>
            <a:gdLst/>
            <a:ahLst/>
            <a:cxnLst/>
            <a:rect l="l" t="t" r="r" b="b"/>
            <a:pathLst>
              <a:path w="29210" h="69850">
                <a:moveTo>
                  <a:pt x="0" y="0"/>
                </a:moveTo>
                <a:lnTo>
                  <a:pt x="29206" y="0"/>
                </a:lnTo>
                <a:lnTo>
                  <a:pt x="29206" y="69850"/>
                </a:lnTo>
                <a:lnTo>
                  <a:pt x="0" y="698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574114" y="6116320"/>
            <a:ext cx="230504" cy="25400"/>
          </a:xfrm>
          <a:custGeom>
            <a:avLst/>
            <a:gdLst/>
            <a:ahLst/>
            <a:cxnLst/>
            <a:rect l="l" t="t" r="r" b="b"/>
            <a:pathLst>
              <a:path w="230505" h="25400">
                <a:moveTo>
                  <a:pt x="0" y="0"/>
                </a:moveTo>
                <a:lnTo>
                  <a:pt x="230231" y="0"/>
                </a:lnTo>
                <a:lnTo>
                  <a:pt x="230231" y="25399"/>
                </a:lnTo>
                <a:lnTo>
                  <a:pt x="0" y="253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863021" y="6092987"/>
            <a:ext cx="56515" cy="101600"/>
          </a:xfrm>
          <a:custGeom>
            <a:avLst/>
            <a:gdLst/>
            <a:ahLst/>
            <a:cxnLst/>
            <a:rect l="l" t="t" r="r" b="b"/>
            <a:pathLst>
              <a:path w="56514" h="101600">
                <a:moveTo>
                  <a:pt x="27627" y="101301"/>
                </a:moveTo>
                <a:lnTo>
                  <a:pt x="0" y="101301"/>
                </a:lnTo>
                <a:lnTo>
                  <a:pt x="20523" y="0"/>
                </a:lnTo>
                <a:lnTo>
                  <a:pt x="56308" y="0"/>
                </a:lnTo>
                <a:lnTo>
                  <a:pt x="27627" y="101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086019" y="5815329"/>
            <a:ext cx="79375" cy="26670"/>
          </a:xfrm>
          <a:custGeom>
            <a:avLst/>
            <a:gdLst/>
            <a:ahLst/>
            <a:cxnLst/>
            <a:rect l="l" t="t" r="r" b="b"/>
            <a:pathLst>
              <a:path w="79375" h="26670">
                <a:moveTo>
                  <a:pt x="0" y="0"/>
                </a:moveTo>
                <a:lnTo>
                  <a:pt x="78936" y="0"/>
                </a:lnTo>
                <a:lnTo>
                  <a:pt x="78936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086019" y="5842000"/>
            <a:ext cx="31115" cy="139700"/>
          </a:xfrm>
          <a:custGeom>
            <a:avLst/>
            <a:gdLst/>
            <a:ahLst/>
            <a:cxnLst/>
            <a:rect l="l" t="t" r="r" b="b"/>
            <a:pathLst>
              <a:path w="31114" h="139700">
                <a:moveTo>
                  <a:pt x="0" y="0"/>
                </a:moveTo>
                <a:lnTo>
                  <a:pt x="30522" y="0"/>
                </a:lnTo>
                <a:lnTo>
                  <a:pt x="30522" y="139700"/>
                </a:lnTo>
                <a:lnTo>
                  <a:pt x="0" y="139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188637" y="5844337"/>
            <a:ext cx="302895" cy="259715"/>
          </a:xfrm>
          <a:custGeom>
            <a:avLst/>
            <a:gdLst/>
            <a:ahLst/>
            <a:cxnLst/>
            <a:rect l="l" t="t" r="r" b="b"/>
            <a:pathLst>
              <a:path w="302895" h="259714">
                <a:moveTo>
                  <a:pt x="18944" y="165503"/>
                </a:moveTo>
                <a:lnTo>
                  <a:pt x="3157" y="143138"/>
                </a:lnTo>
                <a:lnTo>
                  <a:pt x="31517" y="124472"/>
                </a:lnTo>
                <a:lnTo>
                  <a:pt x="52624" y="99394"/>
                </a:lnTo>
                <a:lnTo>
                  <a:pt x="65837" y="71059"/>
                </a:lnTo>
                <a:lnTo>
                  <a:pt x="70516" y="42625"/>
                </a:lnTo>
                <a:lnTo>
                  <a:pt x="70516" y="0"/>
                </a:lnTo>
                <a:lnTo>
                  <a:pt x="99723" y="0"/>
                </a:lnTo>
                <a:lnTo>
                  <a:pt x="99723" y="42625"/>
                </a:lnTo>
                <a:lnTo>
                  <a:pt x="102907" y="67309"/>
                </a:lnTo>
                <a:lnTo>
                  <a:pt x="111516" y="90513"/>
                </a:lnTo>
                <a:lnTo>
                  <a:pt x="84593" y="90513"/>
                </a:lnTo>
                <a:lnTo>
                  <a:pt x="73947" y="113405"/>
                </a:lnTo>
                <a:lnTo>
                  <a:pt x="59317" y="134224"/>
                </a:lnTo>
                <a:lnTo>
                  <a:pt x="40913" y="151936"/>
                </a:lnTo>
                <a:lnTo>
                  <a:pt x="18944" y="165503"/>
                </a:lnTo>
                <a:close/>
              </a:path>
              <a:path w="302895" h="259714">
                <a:moveTo>
                  <a:pt x="190985" y="137612"/>
                </a:moveTo>
                <a:lnTo>
                  <a:pt x="150768" y="137612"/>
                </a:lnTo>
                <a:lnTo>
                  <a:pt x="173027" y="117849"/>
                </a:lnTo>
                <a:lnTo>
                  <a:pt x="188921" y="93868"/>
                </a:lnTo>
                <a:lnTo>
                  <a:pt x="198500" y="68012"/>
                </a:lnTo>
                <a:lnTo>
                  <a:pt x="201814" y="42625"/>
                </a:lnTo>
                <a:lnTo>
                  <a:pt x="201814" y="0"/>
                </a:lnTo>
                <a:lnTo>
                  <a:pt x="231020" y="0"/>
                </a:lnTo>
                <a:lnTo>
                  <a:pt x="231020" y="42625"/>
                </a:lnTo>
                <a:lnTo>
                  <a:pt x="235292" y="72761"/>
                </a:lnTo>
                <a:lnTo>
                  <a:pt x="244030" y="91960"/>
                </a:lnTo>
                <a:lnTo>
                  <a:pt x="216154" y="91960"/>
                </a:lnTo>
                <a:lnTo>
                  <a:pt x="206026" y="115405"/>
                </a:lnTo>
                <a:lnTo>
                  <a:pt x="191766" y="136839"/>
                </a:lnTo>
                <a:lnTo>
                  <a:pt x="190985" y="137612"/>
                </a:lnTo>
                <a:close/>
              </a:path>
              <a:path w="302895" h="259714">
                <a:moveTo>
                  <a:pt x="150505" y="169187"/>
                </a:moveTo>
                <a:lnTo>
                  <a:pt x="127496" y="154877"/>
                </a:lnTo>
                <a:lnTo>
                  <a:pt x="108915" y="136116"/>
                </a:lnTo>
                <a:lnTo>
                  <a:pt x="94651" y="114221"/>
                </a:lnTo>
                <a:lnTo>
                  <a:pt x="84593" y="90513"/>
                </a:lnTo>
                <a:lnTo>
                  <a:pt x="111516" y="90513"/>
                </a:lnTo>
                <a:lnTo>
                  <a:pt x="112468" y="93079"/>
                </a:lnTo>
                <a:lnTo>
                  <a:pt x="128417" y="117368"/>
                </a:lnTo>
                <a:lnTo>
                  <a:pt x="150768" y="137612"/>
                </a:lnTo>
                <a:lnTo>
                  <a:pt x="190985" y="137612"/>
                </a:lnTo>
                <a:lnTo>
                  <a:pt x="173288" y="155140"/>
                </a:lnTo>
                <a:lnTo>
                  <a:pt x="150505" y="169187"/>
                </a:lnTo>
                <a:close/>
              </a:path>
              <a:path w="302895" h="259714">
                <a:moveTo>
                  <a:pt x="282066" y="165503"/>
                </a:moveTo>
                <a:lnTo>
                  <a:pt x="259612" y="152384"/>
                </a:lnTo>
                <a:lnTo>
                  <a:pt x="241068" y="135244"/>
                </a:lnTo>
                <a:lnTo>
                  <a:pt x="226545" y="114848"/>
                </a:lnTo>
                <a:lnTo>
                  <a:pt x="216154" y="91960"/>
                </a:lnTo>
                <a:lnTo>
                  <a:pt x="244030" y="91960"/>
                </a:lnTo>
                <a:lnTo>
                  <a:pt x="248222" y="101170"/>
                </a:lnTo>
                <a:lnTo>
                  <a:pt x="269391" y="125434"/>
                </a:lnTo>
                <a:lnTo>
                  <a:pt x="298379" y="143138"/>
                </a:lnTo>
                <a:lnTo>
                  <a:pt x="282066" y="165503"/>
                </a:lnTo>
                <a:close/>
              </a:path>
              <a:path w="302895" h="259714">
                <a:moveTo>
                  <a:pt x="302326" y="259437"/>
                </a:moveTo>
                <a:lnTo>
                  <a:pt x="0" y="259437"/>
                </a:lnTo>
                <a:lnTo>
                  <a:pt x="0" y="235230"/>
                </a:lnTo>
                <a:lnTo>
                  <a:pt x="302326" y="235230"/>
                </a:lnTo>
                <a:lnTo>
                  <a:pt x="302326" y="259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529642" y="5817762"/>
            <a:ext cx="262890" cy="331470"/>
          </a:xfrm>
          <a:custGeom>
            <a:avLst/>
            <a:gdLst/>
            <a:ahLst/>
            <a:cxnLst/>
            <a:rect l="l" t="t" r="r" b="b"/>
            <a:pathLst>
              <a:path w="262889" h="331470">
                <a:moveTo>
                  <a:pt x="262332" y="331270"/>
                </a:moveTo>
                <a:lnTo>
                  <a:pt x="233388" y="331270"/>
                </a:lnTo>
                <a:lnTo>
                  <a:pt x="233388" y="151558"/>
                </a:lnTo>
                <a:lnTo>
                  <a:pt x="168924" y="151558"/>
                </a:lnTo>
                <a:lnTo>
                  <a:pt x="168924" y="127087"/>
                </a:lnTo>
                <a:lnTo>
                  <a:pt x="233388" y="127087"/>
                </a:lnTo>
                <a:lnTo>
                  <a:pt x="233388" y="0"/>
                </a:lnTo>
                <a:lnTo>
                  <a:pt x="262332" y="0"/>
                </a:lnTo>
                <a:lnTo>
                  <a:pt x="262332" y="331270"/>
                </a:lnTo>
                <a:close/>
              </a:path>
              <a:path w="262889" h="331470">
                <a:moveTo>
                  <a:pt x="26312" y="251807"/>
                </a:moveTo>
                <a:lnTo>
                  <a:pt x="1052" y="251807"/>
                </a:lnTo>
                <a:lnTo>
                  <a:pt x="1052" y="122088"/>
                </a:lnTo>
                <a:lnTo>
                  <a:pt x="120509" y="122088"/>
                </a:lnTo>
                <a:lnTo>
                  <a:pt x="120509" y="54992"/>
                </a:lnTo>
                <a:lnTo>
                  <a:pt x="0" y="54992"/>
                </a:lnTo>
                <a:lnTo>
                  <a:pt x="0" y="30785"/>
                </a:lnTo>
                <a:lnTo>
                  <a:pt x="148926" y="30785"/>
                </a:lnTo>
                <a:lnTo>
                  <a:pt x="148926" y="146295"/>
                </a:lnTo>
                <a:lnTo>
                  <a:pt x="29995" y="146295"/>
                </a:lnTo>
                <a:lnTo>
                  <a:pt x="29995" y="226810"/>
                </a:lnTo>
                <a:lnTo>
                  <a:pt x="177598" y="226810"/>
                </a:lnTo>
                <a:lnTo>
                  <a:pt x="178922" y="240493"/>
                </a:lnTo>
                <a:lnTo>
                  <a:pt x="142533" y="245998"/>
                </a:lnTo>
                <a:lnTo>
                  <a:pt x="106465" y="249406"/>
                </a:lnTo>
                <a:lnTo>
                  <a:pt x="68473" y="251186"/>
                </a:lnTo>
                <a:lnTo>
                  <a:pt x="26312" y="251807"/>
                </a:lnTo>
                <a:close/>
              </a:path>
              <a:path w="262889" h="331470">
                <a:moveTo>
                  <a:pt x="177598" y="226810"/>
                </a:moveTo>
                <a:lnTo>
                  <a:pt x="29995" y="226810"/>
                </a:lnTo>
                <a:lnTo>
                  <a:pt x="70156" y="226346"/>
                </a:lnTo>
                <a:lnTo>
                  <a:pt x="106580" y="224771"/>
                </a:lnTo>
                <a:lnTo>
                  <a:pt x="141351" y="221519"/>
                </a:lnTo>
                <a:lnTo>
                  <a:pt x="176554" y="216022"/>
                </a:lnTo>
                <a:lnTo>
                  <a:pt x="177598" y="2268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847493" y="5817762"/>
            <a:ext cx="273050" cy="330835"/>
          </a:xfrm>
          <a:custGeom>
            <a:avLst/>
            <a:gdLst/>
            <a:ahLst/>
            <a:cxnLst/>
            <a:rect l="l" t="t" r="r" b="b"/>
            <a:pathLst>
              <a:path w="273050" h="330835">
                <a:moveTo>
                  <a:pt x="272593" y="330743"/>
                </a:moveTo>
                <a:lnTo>
                  <a:pt x="243387" y="330743"/>
                </a:lnTo>
                <a:lnTo>
                  <a:pt x="243387" y="0"/>
                </a:lnTo>
                <a:lnTo>
                  <a:pt x="272593" y="0"/>
                </a:lnTo>
                <a:lnTo>
                  <a:pt x="272593" y="330743"/>
                </a:lnTo>
                <a:close/>
              </a:path>
              <a:path w="273050" h="330835">
                <a:moveTo>
                  <a:pt x="197078" y="58412"/>
                </a:moveTo>
                <a:lnTo>
                  <a:pt x="10787" y="58412"/>
                </a:lnTo>
                <a:lnTo>
                  <a:pt x="10787" y="33942"/>
                </a:lnTo>
                <a:lnTo>
                  <a:pt x="197078" y="33942"/>
                </a:lnTo>
                <a:lnTo>
                  <a:pt x="197078" y="58412"/>
                </a:lnTo>
                <a:close/>
              </a:path>
              <a:path w="273050" h="330835">
                <a:moveTo>
                  <a:pt x="17366" y="267068"/>
                </a:moveTo>
                <a:lnTo>
                  <a:pt x="0" y="243913"/>
                </a:lnTo>
                <a:lnTo>
                  <a:pt x="33839" y="220154"/>
                </a:lnTo>
                <a:lnTo>
                  <a:pt x="62129" y="185665"/>
                </a:lnTo>
                <a:lnTo>
                  <a:pt x="81588" y="144712"/>
                </a:lnTo>
                <a:lnTo>
                  <a:pt x="88935" y="101564"/>
                </a:lnTo>
                <a:lnTo>
                  <a:pt x="88935" y="58412"/>
                </a:lnTo>
                <a:lnTo>
                  <a:pt x="118404" y="58412"/>
                </a:lnTo>
                <a:lnTo>
                  <a:pt x="118404" y="101564"/>
                </a:lnTo>
                <a:lnTo>
                  <a:pt x="125537" y="143216"/>
                </a:lnTo>
                <a:lnTo>
                  <a:pt x="132756" y="157609"/>
                </a:lnTo>
                <a:lnTo>
                  <a:pt x="104064" y="157609"/>
                </a:lnTo>
                <a:lnTo>
                  <a:pt x="89278" y="192473"/>
                </a:lnTo>
                <a:lnTo>
                  <a:pt x="69052" y="223390"/>
                </a:lnTo>
                <a:lnTo>
                  <a:pt x="44658" y="248781"/>
                </a:lnTo>
                <a:lnTo>
                  <a:pt x="17366" y="267068"/>
                </a:lnTo>
                <a:close/>
              </a:path>
              <a:path w="273050" h="330835">
                <a:moveTo>
                  <a:pt x="191552" y="258911"/>
                </a:moveTo>
                <a:lnTo>
                  <a:pt x="163747" y="242065"/>
                </a:lnTo>
                <a:lnTo>
                  <a:pt x="139125" y="218769"/>
                </a:lnTo>
                <a:lnTo>
                  <a:pt x="118844" y="190218"/>
                </a:lnTo>
                <a:lnTo>
                  <a:pt x="104064" y="157609"/>
                </a:lnTo>
                <a:lnTo>
                  <a:pt x="132756" y="157609"/>
                </a:lnTo>
                <a:lnTo>
                  <a:pt x="144881" y="181784"/>
                </a:lnTo>
                <a:lnTo>
                  <a:pt x="173351" y="213790"/>
                </a:lnTo>
                <a:lnTo>
                  <a:pt x="207866" y="235756"/>
                </a:lnTo>
                <a:lnTo>
                  <a:pt x="191552" y="2589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217968" y="5829300"/>
            <a:ext cx="29209" cy="88900"/>
          </a:xfrm>
          <a:custGeom>
            <a:avLst/>
            <a:gdLst/>
            <a:ahLst/>
            <a:cxnLst/>
            <a:rect l="l" t="t" r="r" b="b"/>
            <a:pathLst>
              <a:path w="29210" h="88900">
                <a:moveTo>
                  <a:pt x="0" y="0"/>
                </a:moveTo>
                <a:lnTo>
                  <a:pt x="28943" y="0"/>
                </a:lnTo>
                <a:lnTo>
                  <a:pt x="28943" y="88900"/>
                </a:ln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217968" y="5918200"/>
            <a:ext cx="226695" cy="22860"/>
          </a:xfrm>
          <a:custGeom>
            <a:avLst/>
            <a:gdLst/>
            <a:ahLst/>
            <a:cxnLst/>
            <a:rect l="l" t="t" r="r" b="b"/>
            <a:pathLst>
              <a:path w="226695" h="22860">
                <a:moveTo>
                  <a:pt x="0" y="0"/>
                </a:moveTo>
                <a:lnTo>
                  <a:pt x="226284" y="0"/>
                </a:lnTo>
                <a:lnTo>
                  <a:pt x="226284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176395" y="5986686"/>
            <a:ext cx="302895" cy="24130"/>
          </a:xfrm>
          <a:custGeom>
            <a:avLst/>
            <a:gdLst/>
            <a:ahLst/>
            <a:cxnLst/>
            <a:rect l="l" t="t" r="r" b="b"/>
            <a:pathLst>
              <a:path w="302895" h="24129">
                <a:moveTo>
                  <a:pt x="302852" y="23680"/>
                </a:moveTo>
                <a:lnTo>
                  <a:pt x="0" y="23680"/>
                </a:lnTo>
                <a:lnTo>
                  <a:pt x="0" y="0"/>
                </a:lnTo>
                <a:lnTo>
                  <a:pt x="302852" y="0"/>
                </a:lnTo>
                <a:lnTo>
                  <a:pt x="302852" y="236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215863" y="6043929"/>
            <a:ext cx="29209" cy="72390"/>
          </a:xfrm>
          <a:custGeom>
            <a:avLst/>
            <a:gdLst/>
            <a:ahLst/>
            <a:cxnLst/>
            <a:rect l="l" t="t" r="r" b="b"/>
            <a:pathLst>
              <a:path w="29210" h="72389">
                <a:moveTo>
                  <a:pt x="0" y="0"/>
                </a:moveTo>
                <a:lnTo>
                  <a:pt x="28943" y="0"/>
                </a:lnTo>
                <a:lnTo>
                  <a:pt x="28943" y="72390"/>
                </a:lnTo>
                <a:lnTo>
                  <a:pt x="0" y="723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215863" y="6116320"/>
            <a:ext cx="230504" cy="24130"/>
          </a:xfrm>
          <a:custGeom>
            <a:avLst/>
            <a:gdLst/>
            <a:ahLst/>
            <a:cxnLst/>
            <a:rect l="l" t="t" r="r" b="b"/>
            <a:pathLst>
              <a:path w="230504" h="24129">
                <a:moveTo>
                  <a:pt x="0" y="0"/>
                </a:moveTo>
                <a:lnTo>
                  <a:pt x="230494" y="0"/>
                </a:lnTo>
                <a:lnTo>
                  <a:pt x="23049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4597758" y="5817762"/>
            <a:ext cx="285750" cy="330835"/>
          </a:xfrm>
          <a:custGeom>
            <a:avLst/>
            <a:gdLst/>
            <a:ahLst/>
            <a:cxnLst/>
            <a:rect l="l" t="t" r="r" b="b"/>
            <a:pathLst>
              <a:path w="285750" h="330835">
                <a:moveTo>
                  <a:pt x="285486" y="137875"/>
                </a:moveTo>
                <a:lnTo>
                  <a:pt x="257069" y="137875"/>
                </a:lnTo>
                <a:lnTo>
                  <a:pt x="257069" y="0"/>
                </a:lnTo>
                <a:lnTo>
                  <a:pt x="285486" y="0"/>
                </a:lnTo>
                <a:lnTo>
                  <a:pt x="285486" y="137875"/>
                </a:lnTo>
                <a:close/>
              </a:path>
              <a:path w="285750" h="330835">
                <a:moveTo>
                  <a:pt x="216022" y="313114"/>
                </a:moveTo>
                <a:lnTo>
                  <a:pt x="188658" y="313114"/>
                </a:lnTo>
                <a:lnTo>
                  <a:pt x="188658" y="7367"/>
                </a:lnTo>
                <a:lnTo>
                  <a:pt x="216022" y="7367"/>
                </a:lnTo>
                <a:lnTo>
                  <a:pt x="216022" y="137875"/>
                </a:lnTo>
                <a:lnTo>
                  <a:pt x="285486" y="137875"/>
                </a:lnTo>
                <a:lnTo>
                  <a:pt x="285486" y="161819"/>
                </a:lnTo>
                <a:lnTo>
                  <a:pt x="216022" y="161819"/>
                </a:lnTo>
                <a:lnTo>
                  <a:pt x="216022" y="313114"/>
                </a:lnTo>
                <a:close/>
              </a:path>
              <a:path w="285750" h="330835">
                <a:moveTo>
                  <a:pt x="285486" y="330743"/>
                </a:moveTo>
                <a:lnTo>
                  <a:pt x="257069" y="330743"/>
                </a:lnTo>
                <a:lnTo>
                  <a:pt x="257069" y="161819"/>
                </a:lnTo>
                <a:lnTo>
                  <a:pt x="285486" y="161819"/>
                </a:lnTo>
                <a:lnTo>
                  <a:pt x="285486" y="330743"/>
                </a:lnTo>
                <a:close/>
              </a:path>
              <a:path w="285750" h="330835">
                <a:moveTo>
                  <a:pt x="161556" y="166819"/>
                </a:moveTo>
                <a:lnTo>
                  <a:pt x="17892" y="166819"/>
                </a:lnTo>
                <a:lnTo>
                  <a:pt x="17892" y="33679"/>
                </a:lnTo>
                <a:lnTo>
                  <a:pt x="158662" y="33679"/>
                </a:lnTo>
                <a:lnTo>
                  <a:pt x="158662" y="57886"/>
                </a:lnTo>
                <a:lnTo>
                  <a:pt x="46572" y="57886"/>
                </a:lnTo>
                <a:lnTo>
                  <a:pt x="46572" y="142875"/>
                </a:lnTo>
                <a:lnTo>
                  <a:pt x="161556" y="142875"/>
                </a:lnTo>
                <a:lnTo>
                  <a:pt x="161556" y="166819"/>
                </a:lnTo>
                <a:close/>
              </a:path>
              <a:path w="285750" h="330835">
                <a:moveTo>
                  <a:pt x="4473" y="258911"/>
                </a:moveTo>
                <a:lnTo>
                  <a:pt x="0" y="234178"/>
                </a:lnTo>
                <a:lnTo>
                  <a:pt x="35472" y="233947"/>
                </a:lnTo>
                <a:lnTo>
                  <a:pt x="75779" y="233125"/>
                </a:lnTo>
                <a:lnTo>
                  <a:pt x="75779" y="166819"/>
                </a:lnTo>
                <a:lnTo>
                  <a:pt x="103933" y="166819"/>
                </a:lnTo>
                <a:lnTo>
                  <a:pt x="103933" y="232073"/>
                </a:lnTo>
                <a:lnTo>
                  <a:pt x="173786" y="232073"/>
                </a:lnTo>
                <a:lnTo>
                  <a:pt x="174975" y="248123"/>
                </a:lnTo>
                <a:lnTo>
                  <a:pt x="131573" y="253694"/>
                </a:lnTo>
                <a:lnTo>
                  <a:pt x="86073" y="256971"/>
                </a:lnTo>
                <a:lnTo>
                  <a:pt x="42399" y="258521"/>
                </a:lnTo>
                <a:lnTo>
                  <a:pt x="4473" y="258911"/>
                </a:lnTo>
                <a:close/>
              </a:path>
              <a:path w="285750" h="330835">
                <a:moveTo>
                  <a:pt x="173786" y="232073"/>
                </a:moveTo>
                <a:lnTo>
                  <a:pt x="103933" y="232073"/>
                </a:lnTo>
                <a:lnTo>
                  <a:pt x="122113" y="231158"/>
                </a:lnTo>
                <a:lnTo>
                  <a:pt x="139947" y="229984"/>
                </a:lnTo>
                <a:lnTo>
                  <a:pt x="157141" y="228539"/>
                </a:lnTo>
                <a:lnTo>
                  <a:pt x="173397" y="226810"/>
                </a:lnTo>
                <a:lnTo>
                  <a:pt x="173786" y="2320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931396" y="5817762"/>
            <a:ext cx="273050" cy="330835"/>
          </a:xfrm>
          <a:custGeom>
            <a:avLst/>
            <a:gdLst/>
            <a:ahLst/>
            <a:cxnLst/>
            <a:rect l="l" t="t" r="r" b="b"/>
            <a:pathLst>
              <a:path w="273050" h="330835">
                <a:moveTo>
                  <a:pt x="272593" y="330743"/>
                </a:moveTo>
                <a:lnTo>
                  <a:pt x="243387" y="330743"/>
                </a:lnTo>
                <a:lnTo>
                  <a:pt x="243387" y="0"/>
                </a:lnTo>
                <a:lnTo>
                  <a:pt x="272593" y="0"/>
                </a:lnTo>
                <a:lnTo>
                  <a:pt x="272593" y="330743"/>
                </a:lnTo>
                <a:close/>
              </a:path>
              <a:path w="273050" h="330835">
                <a:moveTo>
                  <a:pt x="197078" y="58412"/>
                </a:moveTo>
                <a:lnTo>
                  <a:pt x="10787" y="58412"/>
                </a:lnTo>
                <a:lnTo>
                  <a:pt x="10787" y="33942"/>
                </a:lnTo>
                <a:lnTo>
                  <a:pt x="197078" y="33942"/>
                </a:lnTo>
                <a:lnTo>
                  <a:pt x="197078" y="58412"/>
                </a:lnTo>
                <a:close/>
              </a:path>
              <a:path w="273050" h="330835">
                <a:moveTo>
                  <a:pt x="17366" y="267068"/>
                </a:moveTo>
                <a:lnTo>
                  <a:pt x="0" y="243913"/>
                </a:lnTo>
                <a:lnTo>
                  <a:pt x="33839" y="220154"/>
                </a:lnTo>
                <a:lnTo>
                  <a:pt x="62129" y="185665"/>
                </a:lnTo>
                <a:lnTo>
                  <a:pt x="81588" y="144712"/>
                </a:lnTo>
                <a:lnTo>
                  <a:pt x="88935" y="101564"/>
                </a:lnTo>
                <a:lnTo>
                  <a:pt x="88935" y="58412"/>
                </a:lnTo>
                <a:lnTo>
                  <a:pt x="118404" y="58412"/>
                </a:lnTo>
                <a:lnTo>
                  <a:pt x="118404" y="101564"/>
                </a:lnTo>
                <a:lnTo>
                  <a:pt x="125537" y="143216"/>
                </a:lnTo>
                <a:lnTo>
                  <a:pt x="132756" y="157609"/>
                </a:lnTo>
                <a:lnTo>
                  <a:pt x="104064" y="157609"/>
                </a:lnTo>
                <a:lnTo>
                  <a:pt x="89278" y="192473"/>
                </a:lnTo>
                <a:lnTo>
                  <a:pt x="69052" y="223390"/>
                </a:lnTo>
                <a:lnTo>
                  <a:pt x="44658" y="248781"/>
                </a:lnTo>
                <a:lnTo>
                  <a:pt x="17366" y="267068"/>
                </a:lnTo>
                <a:close/>
              </a:path>
              <a:path w="273050" h="330835">
                <a:moveTo>
                  <a:pt x="191552" y="258911"/>
                </a:moveTo>
                <a:lnTo>
                  <a:pt x="163747" y="242065"/>
                </a:lnTo>
                <a:lnTo>
                  <a:pt x="139125" y="218769"/>
                </a:lnTo>
                <a:lnTo>
                  <a:pt x="118844" y="190218"/>
                </a:lnTo>
                <a:lnTo>
                  <a:pt x="104064" y="157609"/>
                </a:lnTo>
                <a:lnTo>
                  <a:pt x="132756" y="157609"/>
                </a:lnTo>
                <a:lnTo>
                  <a:pt x="144881" y="181784"/>
                </a:lnTo>
                <a:lnTo>
                  <a:pt x="173351" y="213790"/>
                </a:lnTo>
                <a:lnTo>
                  <a:pt x="207866" y="235756"/>
                </a:lnTo>
                <a:lnTo>
                  <a:pt x="191552" y="2589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252930" y="5836180"/>
            <a:ext cx="116205" cy="323215"/>
          </a:xfrm>
          <a:custGeom>
            <a:avLst/>
            <a:gdLst/>
            <a:ahLst/>
            <a:cxnLst/>
            <a:rect l="l" t="t" r="r" b="b"/>
            <a:pathLst>
              <a:path w="116204" h="323214">
                <a:moveTo>
                  <a:pt x="29206" y="322587"/>
                </a:moveTo>
                <a:lnTo>
                  <a:pt x="0" y="322587"/>
                </a:lnTo>
                <a:lnTo>
                  <a:pt x="86830" y="0"/>
                </a:lnTo>
                <a:lnTo>
                  <a:pt x="116036" y="0"/>
                </a:lnTo>
                <a:lnTo>
                  <a:pt x="29206" y="3225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403173" y="5817762"/>
            <a:ext cx="293370" cy="328295"/>
          </a:xfrm>
          <a:custGeom>
            <a:avLst/>
            <a:gdLst/>
            <a:ahLst/>
            <a:cxnLst/>
            <a:rect l="l" t="t" r="r" b="b"/>
            <a:pathLst>
              <a:path w="293370" h="328295">
                <a:moveTo>
                  <a:pt x="243387" y="177607"/>
                </a:moveTo>
                <a:lnTo>
                  <a:pt x="214180" y="177607"/>
                </a:lnTo>
                <a:lnTo>
                  <a:pt x="214180" y="0"/>
                </a:lnTo>
                <a:lnTo>
                  <a:pt x="243387" y="0"/>
                </a:lnTo>
                <a:lnTo>
                  <a:pt x="243387" y="77883"/>
                </a:lnTo>
                <a:lnTo>
                  <a:pt x="293117" y="77883"/>
                </a:lnTo>
                <a:lnTo>
                  <a:pt x="293117" y="102354"/>
                </a:lnTo>
                <a:lnTo>
                  <a:pt x="243387" y="102354"/>
                </a:lnTo>
                <a:lnTo>
                  <a:pt x="243387" y="177607"/>
                </a:lnTo>
                <a:close/>
              </a:path>
              <a:path w="293370" h="328295">
                <a:moveTo>
                  <a:pt x="25522" y="160504"/>
                </a:moveTo>
                <a:lnTo>
                  <a:pt x="0" y="160504"/>
                </a:lnTo>
                <a:lnTo>
                  <a:pt x="0" y="20786"/>
                </a:lnTo>
                <a:lnTo>
                  <a:pt x="146821" y="20786"/>
                </a:lnTo>
                <a:lnTo>
                  <a:pt x="146821" y="44993"/>
                </a:lnTo>
                <a:lnTo>
                  <a:pt x="28680" y="44993"/>
                </a:lnTo>
                <a:lnTo>
                  <a:pt x="28680" y="137086"/>
                </a:lnTo>
                <a:lnTo>
                  <a:pt x="179691" y="137086"/>
                </a:lnTo>
                <a:lnTo>
                  <a:pt x="181553" y="149189"/>
                </a:lnTo>
                <a:lnTo>
                  <a:pt x="146776" y="154879"/>
                </a:lnTo>
                <a:lnTo>
                  <a:pt x="111333" y="158399"/>
                </a:lnTo>
                <a:lnTo>
                  <a:pt x="71992" y="160142"/>
                </a:lnTo>
                <a:lnTo>
                  <a:pt x="25522" y="160504"/>
                </a:lnTo>
                <a:close/>
              </a:path>
              <a:path w="293370" h="328295">
                <a:moveTo>
                  <a:pt x="179691" y="137086"/>
                </a:moveTo>
                <a:lnTo>
                  <a:pt x="28680" y="137086"/>
                </a:lnTo>
                <a:lnTo>
                  <a:pt x="73045" y="136383"/>
                </a:lnTo>
                <a:lnTo>
                  <a:pt x="110675" y="134520"/>
                </a:lnTo>
                <a:lnTo>
                  <a:pt x="144605" y="130981"/>
                </a:lnTo>
                <a:lnTo>
                  <a:pt x="177870" y="125245"/>
                </a:lnTo>
                <a:lnTo>
                  <a:pt x="179691" y="137086"/>
                </a:lnTo>
                <a:close/>
              </a:path>
              <a:path w="293370" h="328295">
                <a:moveTo>
                  <a:pt x="38678" y="326270"/>
                </a:moveTo>
                <a:lnTo>
                  <a:pt x="19207" y="326270"/>
                </a:lnTo>
                <a:lnTo>
                  <a:pt x="19207" y="246808"/>
                </a:lnTo>
                <a:lnTo>
                  <a:pt x="98670" y="246808"/>
                </a:lnTo>
                <a:lnTo>
                  <a:pt x="98670" y="215233"/>
                </a:lnTo>
                <a:lnTo>
                  <a:pt x="18418" y="215233"/>
                </a:lnTo>
                <a:lnTo>
                  <a:pt x="18418" y="192604"/>
                </a:lnTo>
                <a:lnTo>
                  <a:pt x="126824" y="192604"/>
                </a:lnTo>
                <a:lnTo>
                  <a:pt x="126824" y="268120"/>
                </a:lnTo>
                <a:lnTo>
                  <a:pt x="47625" y="268120"/>
                </a:lnTo>
                <a:lnTo>
                  <a:pt x="47625" y="303642"/>
                </a:lnTo>
                <a:lnTo>
                  <a:pt x="149790" y="303642"/>
                </a:lnTo>
                <a:lnTo>
                  <a:pt x="152084" y="318640"/>
                </a:lnTo>
                <a:lnTo>
                  <a:pt x="127704" y="322829"/>
                </a:lnTo>
                <a:lnTo>
                  <a:pt x="102880" y="325119"/>
                </a:lnTo>
                <a:lnTo>
                  <a:pt x="74307" y="326077"/>
                </a:lnTo>
                <a:lnTo>
                  <a:pt x="38678" y="326270"/>
                </a:lnTo>
                <a:close/>
              </a:path>
              <a:path w="293370" h="328295">
                <a:moveTo>
                  <a:pt x="243387" y="328112"/>
                </a:moveTo>
                <a:lnTo>
                  <a:pt x="214444" y="328112"/>
                </a:lnTo>
                <a:lnTo>
                  <a:pt x="214444" y="215759"/>
                </a:lnTo>
                <a:lnTo>
                  <a:pt x="141296" y="215759"/>
                </a:lnTo>
                <a:lnTo>
                  <a:pt x="141296" y="192604"/>
                </a:lnTo>
                <a:lnTo>
                  <a:pt x="243387" y="192604"/>
                </a:lnTo>
                <a:lnTo>
                  <a:pt x="243387" y="328112"/>
                </a:lnTo>
                <a:close/>
              </a:path>
              <a:path w="293370" h="328295">
                <a:moveTo>
                  <a:pt x="149790" y="303642"/>
                </a:moveTo>
                <a:lnTo>
                  <a:pt x="47625" y="303642"/>
                </a:lnTo>
                <a:lnTo>
                  <a:pt x="78675" y="303231"/>
                </a:lnTo>
                <a:lnTo>
                  <a:pt x="104212" y="302030"/>
                </a:lnTo>
                <a:lnTo>
                  <a:pt x="126715" y="299794"/>
                </a:lnTo>
                <a:lnTo>
                  <a:pt x="148663" y="296274"/>
                </a:lnTo>
                <a:lnTo>
                  <a:pt x="149790" y="3036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728391" y="6072463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825220" y="6072463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922048" y="6072463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035980" y="5829865"/>
            <a:ext cx="244475" cy="24765"/>
          </a:xfrm>
          <a:custGeom>
            <a:avLst/>
            <a:gdLst/>
            <a:ahLst/>
            <a:cxnLst/>
            <a:rect l="l" t="t" r="r" b="b"/>
            <a:pathLst>
              <a:path w="244475" h="24764">
                <a:moveTo>
                  <a:pt x="244439" y="24207"/>
                </a:moveTo>
                <a:lnTo>
                  <a:pt x="0" y="24207"/>
                </a:lnTo>
                <a:lnTo>
                  <a:pt x="0" y="0"/>
                </a:lnTo>
                <a:lnTo>
                  <a:pt x="244439" y="0"/>
                </a:lnTo>
                <a:lnTo>
                  <a:pt x="244439" y="242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087026" y="5854073"/>
            <a:ext cx="29209" cy="73025"/>
          </a:xfrm>
          <a:custGeom>
            <a:avLst/>
            <a:gdLst/>
            <a:ahLst/>
            <a:cxnLst/>
            <a:rect l="l" t="t" r="r" b="b"/>
            <a:pathLst>
              <a:path w="29210" h="73025">
                <a:moveTo>
                  <a:pt x="28943" y="72621"/>
                </a:moveTo>
                <a:lnTo>
                  <a:pt x="0" y="72621"/>
                </a:lnTo>
                <a:lnTo>
                  <a:pt x="0" y="0"/>
                </a:lnTo>
                <a:lnTo>
                  <a:pt x="28943" y="0"/>
                </a:lnTo>
                <a:lnTo>
                  <a:pt x="28943" y="726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6200431" y="5854073"/>
            <a:ext cx="29209" cy="73025"/>
          </a:xfrm>
          <a:custGeom>
            <a:avLst/>
            <a:gdLst/>
            <a:ahLst/>
            <a:cxnLst/>
            <a:rect l="l" t="t" r="r" b="b"/>
            <a:pathLst>
              <a:path w="29210" h="73025">
                <a:moveTo>
                  <a:pt x="29206" y="72621"/>
                </a:moveTo>
                <a:lnTo>
                  <a:pt x="0" y="72621"/>
                </a:lnTo>
                <a:lnTo>
                  <a:pt x="0" y="0"/>
                </a:lnTo>
                <a:lnTo>
                  <a:pt x="29206" y="0"/>
                </a:lnTo>
                <a:lnTo>
                  <a:pt x="29206" y="726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037033" y="5926694"/>
            <a:ext cx="242570" cy="23495"/>
          </a:xfrm>
          <a:custGeom>
            <a:avLst/>
            <a:gdLst/>
            <a:ahLst/>
            <a:cxnLst/>
            <a:rect l="l" t="t" r="r" b="b"/>
            <a:pathLst>
              <a:path w="242570" h="23495">
                <a:moveTo>
                  <a:pt x="242334" y="23417"/>
                </a:moveTo>
                <a:lnTo>
                  <a:pt x="0" y="23417"/>
                </a:lnTo>
                <a:lnTo>
                  <a:pt x="0" y="0"/>
                </a:lnTo>
                <a:lnTo>
                  <a:pt x="242334" y="0"/>
                </a:lnTo>
                <a:lnTo>
                  <a:pt x="242334" y="23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144123" y="5950112"/>
            <a:ext cx="29209" cy="41275"/>
          </a:xfrm>
          <a:custGeom>
            <a:avLst/>
            <a:gdLst/>
            <a:ahLst/>
            <a:cxnLst/>
            <a:rect l="l" t="t" r="r" b="b"/>
            <a:pathLst>
              <a:path w="29210" h="41275">
                <a:moveTo>
                  <a:pt x="28943" y="40783"/>
                </a:moveTo>
                <a:lnTo>
                  <a:pt x="0" y="40783"/>
                </a:lnTo>
                <a:lnTo>
                  <a:pt x="0" y="0"/>
                </a:lnTo>
                <a:lnTo>
                  <a:pt x="28943" y="0"/>
                </a:lnTo>
                <a:lnTo>
                  <a:pt x="28943" y="407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007826" y="5990896"/>
            <a:ext cx="301625" cy="24130"/>
          </a:xfrm>
          <a:custGeom>
            <a:avLst/>
            <a:gdLst/>
            <a:ahLst/>
            <a:cxnLst/>
            <a:rect l="l" t="t" r="r" b="b"/>
            <a:pathLst>
              <a:path w="301625" h="24129">
                <a:moveTo>
                  <a:pt x="301537" y="23944"/>
                </a:moveTo>
                <a:lnTo>
                  <a:pt x="0" y="23944"/>
                </a:lnTo>
                <a:lnTo>
                  <a:pt x="0" y="0"/>
                </a:lnTo>
                <a:lnTo>
                  <a:pt x="301537" y="0"/>
                </a:lnTo>
                <a:lnTo>
                  <a:pt x="301537" y="239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041243" y="6047740"/>
            <a:ext cx="231140" cy="24130"/>
          </a:xfrm>
          <a:custGeom>
            <a:avLst/>
            <a:gdLst/>
            <a:ahLst/>
            <a:cxnLst/>
            <a:rect l="l" t="t" r="r" b="b"/>
            <a:pathLst>
              <a:path w="231139" h="24129">
                <a:moveTo>
                  <a:pt x="0" y="0"/>
                </a:moveTo>
                <a:lnTo>
                  <a:pt x="230757" y="0"/>
                </a:lnTo>
                <a:lnTo>
                  <a:pt x="230757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242531" y="6071870"/>
            <a:ext cx="29845" cy="76200"/>
          </a:xfrm>
          <a:custGeom>
            <a:avLst/>
            <a:gdLst/>
            <a:ahLst/>
            <a:cxnLst/>
            <a:rect l="l" t="t" r="r" b="b"/>
            <a:pathLst>
              <a:path w="29845" h="76200">
                <a:moveTo>
                  <a:pt x="0" y="0"/>
                </a:moveTo>
                <a:lnTo>
                  <a:pt x="29469" y="0"/>
                </a:lnTo>
                <a:lnTo>
                  <a:pt x="29469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6342517" y="5817762"/>
            <a:ext cx="269240" cy="326390"/>
          </a:xfrm>
          <a:custGeom>
            <a:avLst/>
            <a:gdLst/>
            <a:ahLst/>
            <a:cxnLst/>
            <a:rect l="l" t="t" r="r" b="b"/>
            <a:pathLst>
              <a:path w="269240" h="326389">
                <a:moveTo>
                  <a:pt x="268910" y="47625"/>
                </a:moveTo>
                <a:lnTo>
                  <a:pt x="239703" y="47625"/>
                </a:lnTo>
                <a:lnTo>
                  <a:pt x="239703" y="0"/>
                </a:lnTo>
                <a:lnTo>
                  <a:pt x="268910" y="0"/>
                </a:lnTo>
                <a:lnTo>
                  <a:pt x="268910" y="47625"/>
                </a:lnTo>
                <a:close/>
              </a:path>
              <a:path w="269240" h="326389">
                <a:moveTo>
                  <a:pt x="85777" y="174975"/>
                </a:moveTo>
                <a:lnTo>
                  <a:pt x="51469" y="169244"/>
                </a:lnTo>
                <a:lnTo>
                  <a:pt x="24240" y="153202"/>
                </a:lnTo>
                <a:lnTo>
                  <a:pt x="6335" y="128575"/>
                </a:lnTo>
                <a:lnTo>
                  <a:pt x="0" y="97091"/>
                </a:lnTo>
                <a:lnTo>
                  <a:pt x="6335" y="65459"/>
                </a:lnTo>
                <a:lnTo>
                  <a:pt x="24240" y="40783"/>
                </a:lnTo>
                <a:lnTo>
                  <a:pt x="51469" y="24790"/>
                </a:lnTo>
                <a:lnTo>
                  <a:pt x="85777" y="19207"/>
                </a:lnTo>
                <a:lnTo>
                  <a:pt x="106130" y="21076"/>
                </a:lnTo>
                <a:lnTo>
                  <a:pt x="124472" y="26657"/>
                </a:lnTo>
                <a:lnTo>
                  <a:pt x="140373" y="35618"/>
                </a:lnTo>
                <a:lnTo>
                  <a:pt x="149403" y="43941"/>
                </a:lnTo>
                <a:lnTo>
                  <a:pt x="85777" y="43941"/>
                </a:lnTo>
                <a:lnTo>
                  <a:pt x="62524" y="47805"/>
                </a:lnTo>
                <a:lnTo>
                  <a:pt x="44204" y="58873"/>
                </a:lnTo>
                <a:lnTo>
                  <a:pt x="32199" y="75762"/>
                </a:lnTo>
                <a:lnTo>
                  <a:pt x="27890" y="97091"/>
                </a:lnTo>
                <a:lnTo>
                  <a:pt x="32199" y="118499"/>
                </a:lnTo>
                <a:lnTo>
                  <a:pt x="44204" y="135343"/>
                </a:lnTo>
                <a:lnTo>
                  <a:pt x="62524" y="146414"/>
                </a:lnTo>
                <a:lnTo>
                  <a:pt x="85777" y="150505"/>
                </a:lnTo>
                <a:lnTo>
                  <a:pt x="148945" y="150505"/>
                </a:lnTo>
                <a:lnTo>
                  <a:pt x="140428" y="158325"/>
                </a:lnTo>
                <a:lnTo>
                  <a:pt x="124489" y="167345"/>
                </a:lnTo>
                <a:lnTo>
                  <a:pt x="106132" y="173010"/>
                </a:lnTo>
                <a:lnTo>
                  <a:pt x="85777" y="174975"/>
                </a:lnTo>
                <a:close/>
              </a:path>
              <a:path w="269240" h="326389">
                <a:moveTo>
                  <a:pt x="148945" y="150505"/>
                </a:moveTo>
                <a:lnTo>
                  <a:pt x="85777" y="150505"/>
                </a:lnTo>
                <a:lnTo>
                  <a:pt x="108615" y="146414"/>
                </a:lnTo>
                <a:lnTo>
                  <a:pt x="126791" y="135343"/>
                </a:lnTo>
                <a:lnTo>
                  <a:pt x="138800" y="118499"/>
                </a:lnTo>
                <a:lnTo>
                  <a:pt x="143138" y="97091"/>
                </a:lnTo>
                <a:lnTo>
                  <a:pt x="138800" y="75762"/>
                </a:lnTo>
                <a:lnTo>
                  <a:pt x="126791" y="58873"/>
                </a:lnTo>
                <a:lnTo>
                  <a:pt x="108615" y="47805"/>
                </a:lnTo>
                <a:lnTo>
                  <a:pt x="85777" y="43941"/>
                </a:lnTo>
                <a:lnTo>
                  <a:pt x="149403" y="43941"/>
                </a:lnTo>
                <a:lnTo>
                  <a:pt x="153399" y="47625"/>
                </a:lnTo>
                <a:lnTo>
                  <a:pt x="268910" y="47625"/>
                </a:lnTo>
                <a:lnTo>
                  <a:pt x="268910" y="71832"/>
                </a:lnTo>
                <a:lnTo>
                  <a:pt x="167213" y="71832"/>
                </a:lnTo>
                <a:lnTo>
                  <a:pt x="168961" y="77795"/>
                </a:lnTo>
                <a:lnTo>
                  <a:pt x="170239" y="84018"/>
                </a:lnTo>
                <a:lnTo>
                  <a:pt x="171024" y="90462"/>
                </a:lnTo>
                <a:lnTo>
                  <a:pt x="171292" y="97091"/>
                </a:lnTo>
                <a:lnTo>
                  <a:pt x="171292" y="105774"/>
                </a:lnTo>
                <a:lnTo>
                  <a:pt x="169844" y="113931"/>
                </a:lnTo>
                <a:lnTo>
                  <a:pt x="167345" y="121562"/>
                </a:lnTo>
                <a:lnTo>
                  <a:pt x="268910" y="121562"/>
                </a:lnTo>
                <a:lnTo>
                  <a:pt x="268910" y="146295"/>
                </a:lnTo>
                <a:lnTo>
                  <a:pt x="153531" y="146295"/>
                </a:lnTo>
                <a:lnTo>
                  <a:pt x="148945" y="150505"/>
                </a:lnTo>
                <a:close/>
              </a:path>
              <a:path w="269240" h="326389">
                <a:moveTo>
                  <a:pt x="268910" y="121562"/>
                </a:moveTo>
                <a:lnTo>
                  <a:pt x="239703" y="121562"/>
                </a:lnTo>
                <a:lnTo>
                  <a:pt x="239703" y="71832"/>
                </a:lnTo>
                <a:lnTo>
                  <a:pt x="268910" y="71832"/>
                </a:lnTo>
                <a:lnTo>
                  <a:pt x="268910" y="121562"/>
                </a:lnTo>
                <a:close/>
              </a:path>
              <a:path w="269240" h="326389">
                <a:moveTo>
                  <a:pt x="268910" y="189973"/>
                </a:moveTo>
                <a:lnTo>
                  <a:pt x="239703" y="189973"/>
                </a:lnTo>
                <a:lnTo>
                  <a:pt x="239703" y="146295"/>
                </a:lnTo>
                <a:lnTo>
                  <a:pt x="268910" y="146295"/>
                </a:lnTo>
                <a:lnTo>
                  <a:pt x="268910" y="189973"/>
                </a:lnTo>
                <a:close/>
              </a:path>
              <a:path w="269240" h="326389">
                <a:moveTo>
                  <a:pt x="268910" y="326270"/>
                </a:moveTo>
                <a:lnTo>
                  <a:pt x="52624" y="326270"/>
                </a:lnTo>
                <a:lnTo>
                  <a:pt x="52624" y="207076"/>
                </a:lnTo>
                <a:lnTo>
                  <a:pt x="268910" y="207076"/>
                </a:lnTo>
                <a:lnTo>
                  <a:pt x="268910" y="230757"/>
                </a:lnTo>
                <a:lnTo>
                  <a:pt x="81830" y="230757"/>
                </a:lnTo>
                <a:lnTo>
                  <a:pt x="81830" y="302326"/>
                </a:lnTo>
                <a:lnTo>
                  <a:pt x="268910" y="302326"/>
                </a:lnTo>
                <a:lnTo>
                  <a:pt x="268910" y="326270"/>
                </a:lnTo>
                <a:close/>
              </a:path>
              <a:path w="269240" h="326389">
                <a:moveTo>
                  <a:pt x="268910" y="302326"/>
                </a:moveTo>
                <a:lnTo>
                  <a:pt x="240229" y="302326"/>
                </a:lnTo>
                <a:lnTo>
                  <a:pt x="240229" y="230757"/>
                </a:lnTo>
                <a:lnTo>
                  <a:pt x="268910" y="230757"/>
                </a:lnTo>
                <a:lnTo>
                  <a:pt x="268910" y="3023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6761533" y="5817762"/>
            <a:ext cx="274320" cy="330835"/>
          </a:xfrm>
          <a:custGeom>
            <a:avLst/>
            <a:gdLst/>
            <a:ahLst/>
            <a:cxnLst/>
            <a:rect l="l" t="t" r="r" b="b"/>
            <a:pathLst>
              <a:path w="274320" h="330835">
                <a:moveTo>
                  <a:pt x="273909" y="330743"/>
                </a:moveTo>
                <a:lnTo>
                  <a:pt x="244703" y="330743"/>
                </a:lnTo>
                <a:lnTo>
                  <a:pt x="244703" y="0"/>
                </a:lnTo>
                <a:lnTo>
                  <a:pt x="273909" y="0"/>
                </a:lnTo>
                <a:lnTo>
                  <a:pt x="273909" y="330743"/>
                </a:lnTo>
                <a:close/>
              </a:path>
              <a:path w="274320" h="330835">
                <a:moveTo>
                  <a:pt x="197604" y="59991"/>
                </a:moveTo>
                <a:lnTo>
                  <a:pt x="8683" y="59991"/>
                </a:lnTo>
                <a:lnTo>
                  <a:pt x="8683" y="35784"/>
                </a:lnTo>
                <a:lnTo>
                  <a:pt x="197604" y="35784"/>
                </a:lnTo>
                <a:lnTo>
                  <a:pt x="197604" y="59991"/>
                </a:lnTo>
                <a:close/>
              </a:path>
              <a:path w="274320" h="330835">
                <a:moveTo>
                  <a:pt x="3420" y="248649"/>
                </a:moveTo>
                <a:lnTo>
                  <a:pt x="0" y="223653"/>
                </a:lnTo>
                <a:lnTo>
                  <a:pt x="46046" y="223390"/>
                </a:lnTo>
                <a:lnTo>
                  <a:pt x="46046" y="59991"/>
                </a:lnTo>
                <a:lnTo>
                  <a:pt x="74463" y="59991"/>
                </a:lnTo>
                <a:lnTo>
                  <a:pt x="74463" y="222863"/>
                </a:lnTo>
                <a:lnTo>
                  <a:pt x="215598" y="222863"/>
                </a:lnTo>
                <a:lnTo>
                  <a:pt x="216549" y="236020"/>
                </a:lnTo>
                <a:lnTo>
                  <a:pt x="161453" y="242729"/>
                </a:lnTo>
                <a:lnTo>
                  <a:pt x="105939" y="246479"/>
                </a:lnTo>
                <a:lnTo>
                  <a:pt x="52447" y="248156"/>
                </a:lnTo>
                <a:lnTo>
                  <a:pt x="3420" y="248649"/>
                </a:lnTo>
                <a:close/>
              </a:path>
              <a:path w="274320" h="330835">
                <a:moveTo>
                  <a:pt x="215598" y="222863"/>
                </a:moveTo>
                <a:lnTo>
                  <a:pt x="74463" y="222863"/>
                </a:lnTo>
                <a:lnTo>
                  <a:pt x="102814" y="222074"/>
                </a:lnTo>
                <a:lnTo>
                  <a:pt x="131560" y="220890"/>
                </a:lnTo>
                <a:lnTo>
                  <a:pt x="131560" y="59991"/>
                </a:lnTo>
                <a:lnTo>
                  <a:pt x="160241" y="59991"/>
                </a:lnTo>
                <a:lnTo>
                  <a:pt x="160241" y="219180"/>
                </a:lnTo>
                <a:lnTo>
                  <a:pt x="215331" y="219180"/>
                </a:lnTo>
                <a:lnTo>
                  <a:pt x="215598" y="222863"/>
                </a:lnTo>
                <a:close/>
              </a:path>
              <a:path w="274320" h="330835">
                <a:moveTo>
                  <a:pt x="215331" y="219180"/>
                </a:moveTo>
                <a:lnTo>
                  <a:pt x="160241" y="219180"/>
                </a:lnTo>
                <a:lnTo>
                  <a:pt x="188000" y="216976"/>
                </a:lnTo>
                <a:lnTo>
                  <a:pt x="201608" y="215665"/>
                </a:lnTo>
                <a:lnTo>
                  <a:pt x="214970" y="214180"/>
                </a:lnTo>
                <a:lnTo>
                  <a:pt x="215331" y="219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7090698" y="5817762"/>
            <a:ext cx="283210" cy="330835"/>
          </a:xfrm>
          <a:custGeom>
            <a:avLst/>
            <a:gdLst/>
            <a:ahLst/>
            <a:cxnLst/>
            <a:rect l="l" t="t" r="r" b="b"/>
            <a:pathLst>
              <a:path w="283209" h="330835">
                <a:moveTo>
                  <a:pt x="282592" y="139454"/>
                </a:moveTo>
                <a:lnTo>
                  <a:pt x="254701" y="139454"/>
                </a:lnTo>
                <a:lnTo>
                  <a:pt x="254701" y="0"/>
                </a:lnTo>
                <a:lnTo>
                  <a:pt x="282592" y="0"/>
                </a:lnTo>
                <a:lnTo>
                  <a:pt x="282592" y="139454"/>
                </a:lnTo>
                <a:close/>
              </a:path>
              <a:path w="283209" h="330835">
                <a:moveTo>
                  <a:pt x="210760" y="314430"/>
                </a:moveTo>
                <a:lnTo>
                  <a:pt x="183132" y="314430"/>
                </a:lnTo>
                <a:lnTo>
                  <a:pt x="183132" y="7893"/>
                </a:lnTo>
                <a:lnTo>
                  <a:pt x="210760" y="7893"/>
                </a:lnTo>
                <a:lnTo>
                  <a:pt x="210760" y="139454"/>
                </a:lnTo>
                <a:lnTo>
                  <a:pt x="282592" y="139454"/>
                </a:lnTo>
                <a:lnTo>
                  <a:pt x="282592" y="163661"/>
                </a:lnTo>
                <a:lnTo>
                  <a:pt x="210760" y="163661"/>
                </a:lnTo>
                <a:lnTo>
                  <a:pt x="210760" y="314430"/>
                </a:lnTo>
                <a:close/>
              </a:path>
              <a:path w="283209" h="330835">
                <a:moveTo>
                  <a:pt x="282592" y="330743"/>
                </a:moveTo>
                <a:lnTo>
                  <a:pt x="254701" y="330743"/>
                </a:lnTo>
                <a:lnTo>
                  <a:pt x="254701" y="163661"/>
                </a:lnTo>
                <a:lnTo>
                  <a:pt x="282592" y="163661"/>
                </a:lnTo>
                <a:lnTo>
                  <a:pt x="282592" y="330743"/>
                </a:lnTo>
                <a:close/>
              </a:path>
              <a:path w="283209" h="330835">
                <a:moveTo>
                  <a:pt x="97881" y="57097"/>
                </a:moveTo>
                <a:lnTo>
                  <a:pt x="68674" y="57097"/>
                </a:lnTo>
                <a:lnTo>
                  <a:pt x="68674" y="9998"/>
                </a:lnTo>
                <a:lnTo>
                  <a:pt x="97881" y="9998"/>
                </a:lnTo>
                <a:lnTo>
                  <a:pt x="97881" y="57097"/>
                </a:lnTo>
                <a:close/>
              </a:path>
              <a:path w="283209" h="330835">
                <a:moveTo>
                  <a:pt x="166029" y="81041"/>
                </a:moveTo>
                <a:lnTo>
                  <a:pt x="0" y="81041"/>
                </a:lnTo>
                <a:lnTo>
                  <a:pt x="0" y="57097"/>
                </a:lnTo>
                <a:lnTo>
                  <a:pt x="166029" y="57097"/>
                </a:lnTo>
                <a:lnTo>
                  <a:pt x="166029" y="81041"/>
                </a:lnTo>
                <a:close/>
              </a:path>
              <a:path w="283209" h="330835">
                <a:moveTo>
                  <a:pt x="83146" y="254175"/>
                </a:moveTo>
                <a:lnTo>
                  <a:pt x="54581" y="248588"/>
                </a:lnTo>
                <a:lnTo>
                  <a:pt x="32035" y="232961"/>
                </a:lnTo>
                <a:lnTo>
                  <a:pt x="17283" y="208996"/>
                </a:lnTo>
                <a:lnTo>
                  <a:pt x="12103" y="178396"/>
                </a:lnTo>
                <a:lnTo>
                  <a:pt x="17283" y="148141"/>
                </a:lnTo>
                <a:lnTo>
                  <a:pt x="32035" y="124423"/>
                </a:lnTo>
                <a:lnTo>
                  <a:pt x="54581" y="108944"/>
                </a:lnTo>
                <a:lnTo>
                  <a:pt x="83146" y="103406"/>
                </a:lnTo>
                <a:lnTo>
                  <a:pt x="111830" y="108944"/>
                </a:lnTo>
                <a:lnTo>
                  <a:pt x="134422" y="124423"/>
                </a:lnTo>
                <a:lnTo>
                  <a:pt x="136583" y="127877"/>
                </a:lnTo>
                <a:lnTo>
                  <a:pt x="83146" y="127877"/>
                </a:lnTo>
                <a:lnTo>
                  <a:pt x="64974" y="131811"/>
                </a:lnTo>
                <a:lnTo>
                  <a:pt x="50650" y="142381"/>
                </a:lnTo>
                <a:lnTo>
                  <a:pt x="41260" y="158329"/>
                </a:lnTo>
                <a:lnTo>
                  <a:pt x="37889" y="178396"/>
                </a:lnTo>
                <a:lnTo>
                  <a:pt x="41260" y="198718"/>
                </a:lnTo>
                <a:lnTo>
                  <a:pt x="50650" y="214674"/>
                </a:lnTo>
                <a:lnTo>
                  <a:pt x="64974" y="225055"/>
                </a:lnTo>
                <a:lnTo>
                  <a:pt x="83146" y="228652"/>
                </a:lnTo>
                <a:lnTo>
                  <a:pt x="137091" y="228652"/>
                </a:lnTo>
                <a:lnTo>
                  <a:pt x="134422" y="232961"/>
                </a:lnTo>
                <a:lnTo>
                  <a:pt x="111830" y="248588"/>
                </a:lnTo>
                <a:lnTo>
                  <a:pt x="83146" y="254175"/>
                </a:lnTo>
                <a:close/>
              </a:path>
              <a:path w="283209" h="330835">
                <a:moveTo>
                  <a:pt x="137091" y="228652"/>
                </a:moveTo>
                <a:lnTo>
                  <a:pt x="83146" y="228652"/>
                </a:lnTo>
                <a:lnTo>
                  <a:pt x="101359" y="225055"/>
                </a:lnTo>
                <a:lnTo>
                  <a:pt x="115773" y="214674"/>
                </a:lnTo>
                <a:lnTo>
                  <a:pt x="125254" y="198718"/>
                </a:lnTo>
                <a:lnTo>
                  <a:pt x="128666" y="178396"/>
                </a:lnTo>
                <a:lnTo>
                  <a:pt x="125254" y="158329"/>
                </a:lnTo>
                <a:lnTo>
                  <a:pt x="115773" y="142381"/>
                </a:lnTo>
                <a:lnTo>
                  <a:pt x="101359" y="131811"/>
                </a:lnTo>
                <a:lnTo>
                  <a:pt x="83146" y="127877"/>
                </a:lnTo>
                <a:lnTo>
                  <a:pt x="136583" y="127877"/>
                </a:lnTo>
                <a:lnTo>
                  <a:pt x="149268" y="148141"/>
                </a:lnTo>
                <a:lnTo>
                  <a:pt x="154715" y="178396"/>
                </a:lnTo>
                <a:lnTo>
                  <a:pt x="149268" y="208996"/>
                </a:lnTo>
                <a:lnTo>
                  <a:pt x="137091" y="228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7418810" y="6092987"/>
            <a:ext cx="56515" cy="101600"/>
          </a:xfrm>
          <a:custGeom>
            <a:avLst/>
            <a:gdLst/>
            <a:ahLst/>
            <a:cxnLst/>
            <a:rect l="l" t="t" r="r" b="b"/>
            <a:pathLst>
              <a:path w="56515" h="101600">
                <a:moveTo>
                  <a:pt x="27627" y="101301"/>
                </a:moveTo>
                <a:lnTo>
                  <a:pt x="0" y="101301"/>
                </a:lnTo>
                <a:lnTo>
                  <a:pt x="20523" y="0"/>
                </a:lnTo>
                <a:lnTo>
                  <a:pt x="56308" y="0"/>
                </a:lnTo>
                <a:lnTo>
                  <a:pt x="27627" y="101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7626948" y="5848810"/>
            <a:ext cx="180975" cy="273685"/>
          </a:xfrm>
          <a:custGeom>
            <a:avLst/>
            <a:gdLst/>
            <a:ahLst/>
            <a:cxnLst/>
            <a:rect l="l" t="t" r="r" b="b"/>
            <a:pathLst>
              <a:path w="180975" h="273685">
                <a:moveTo>
                  <a:pt x="87619" y="273120"/>
                </a:moveTo>
                <a:lnTo>
                  <a:pt x="53689" y="267787"/>
                </a:lnTo>
                <a:lnTo>
                  <a:pt x="26345" y="252958"/>
                </a:lnTo>
                <a:lnTo>
                  <a:pt x="7733" y="230383"/>
                </a:lnTo>
                <a:lnTo>
                  <a:pt x="0" y="201814"/>
                </a:lnTo>
                <a:lnTo>
                  <a:pt x="32627" y="201814"/>
                </a:lnTo>
                <a:lnTo>
                  <a:pt x="38111" y="218452"/>
                </a:lnTo>
                <a:lnTo>
                  <a:pt x="50058" y="231711"/>
                </a:lnTo>
                <a:lnTo>
                  <a:pt x="67038" y="240480"/>
                </a:lnTo>
                <a:lnTo>
                  <a:pt x="87619" y="243650"/>
                </a:lnTo>
                <a:lnTo>
                  <a:pt x="111797" y="239132"/>
                </a:lnTo>
                <a:lnTo>
                  <a:pt x="130870" y="226646"/>
                </a:lnTo>
                <a:lnTo>
                  <a:pt x="143380" y="207796"/>
                </a:lnTo>
                <a:lnTo>
                  <a:pt x="147874" y="184185"/>
                </a:lnTo>
                <a:lnTo>
                  <a:pt x="143195" y="159920"/>
                </a:lnTo>
                <a:lnTo>
                  <a:pt x="130179" y="140638"/>
                </a:lnTo>
                <a:lnTo>
                  <a:pt x="110354" y="127868"/>
                </a:lnTo>
                <a:lnTo>
                  <a:pt x="85251" y="123140"/>
                </a:lnTo>
                <a:lnTo>
                  <a:pt x="69258" y="124370"/>
                </a:lnTo>
                <a:lnTo>
                  <a:pt x="55387" y="128633"/>
                </a:lnTo>
                <a:lnTo>
                  <a:pt x="43883" y="136202"/>
                </a:lnTo>
                <a:lnTo>
                  <a:pt x="34995" y="147348"/>
                </a:lnTo>
                <a:lnTo>
                  <a:pt x="2631" y="147348"/>
                </a:lnTo>
                <a:lnTo>
                  <a:pt x="21575" y="0"/>
                </a:lnTo>
                <a:lnTo>
                  <a:pt x="167608" y="0"/>
                </a:lnTo>
                <a:lnTo>
                  <a:pt x="167608" y="29732"/>
                </a:lnTo>
                <a:lnTo>
                  <a:pt x="49466" y="29732"/>
                </a:lnTo>
                <a:lnTo>
                  <a:pt x="39468" y="108669"/>
                </a:lnTo>
                <a:lnTo>
                  <a:pt x="42362" y="108669"/>
                </a:lnTo>
                <a:lnTo>
                  <a:pt x="52340" y="102358"/>
                </a:lnTo>
                <a:lnTo>
                  <a:pt x="64168" y="97453"/>
                </a:lnTo>
                <a:lnTo>
                  <a:pt x="77328" y="94275"/>
                </a:lnTo>
                <a:lnTo>
                  <a:pt x="91303" y="93145"/>
                </a:lnTo>
                <a:lnTo>
                  <a:pt x="126886" y="99883"/>
                </a:lnTo>
                <a:lnTo>
                  <a:pt x="155143" y="118634"/>
                </a:lnTo>
                <a:lnTo>
                  <a:pt x="173779" y="147204"/>
                </a:lnTo>
                <a:lnTo>
                  <a:pt x="180501" y="183395"/>
                </a:lnTo>
                <a:lnTo>
                  <a:pt x="173536" y="219394"/>
                </a:lnTo>
                <a:lnTo>
                  <a:pt x="154189" y="247794"/>
                </a:lnTo>
                <a:lnTo>
                  <a:pt x="124777" y="266427"/>
                </a:lnTo>
                <a:lnTo>
                  <a:pt x="87619" y="273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7861916" y="5818025"/>
            <a:ext cx="263525" cy="323215"/>
          </a:xfrm>
          <a:custGeom>
            <a:avLst/>
            <a:gdLst/>
            <a:ahLst/>
            <a:cxnLst/>
            <a:rect l="l" t="t" r="r" b="b"/>
            <a:pathLst>
              <a:path w="263525" h="323214">
                <a:moveTo>
                  <a:pt x="254438" y="244966"/>
                </a:moveTo>
                <a:lnTo>
                  <a:pt x="225232" y="244966"/>
                </a:lnTo>
                <a:lnTo>
                  <a:pt x="225232" y="130245"/>
                </a:lnTo>
                <a:lnTo>
                  <a:pt x="129718" y="130245"/>
                </a:lnTo>
                <a:lnTo>
                  <a:pt x="129718" y="106564"/>
                </a:lnTo>
                <a:lnTo>
                  <a:pt x="225232" y="106564"/>
                </a:lnTo>
                <a:lnTo>
                  <a:pt x="225232" y="67095"/>
                </a:lnTo>
                <a:lnTo>
                  <a:pt x="129718" y="67095"/>
                </a:lnTo>
                <a:lnTo>
                  <a:pt x="129718" y="43415"/>
                </a:lnTo>
                <a:lnTo>
                  <a:pt x="225232" y="43415"/>
                </a:lnTo>
                <a:lnTo>
                  <a:pt x="225232" y="0"/>
                </a:lnTo>
                <a:lnTo>
                  <a:pt x="254438" y="0"/>
                </a:lnTo>
                <a:lnTo>
                  <a:pt x="254438" y="244966"/>
                </a:lnTo>
                <a:close/>
              </a:path>
              <a:path w="263525" h="323214">
                <a:moveTo>
                  <a:pt x="24996" y="195499"/>
                </a:moveTo>
                <a:lnTo>
                  <a:pt x="0" y="195499"/>
                </a:lnTo>
                <a:lnTo>
                  <a:pt x="0" y="23944"/>
                </a:lnTo>
                <a:lnTo>
                  <a:pt x="29206" y="23944"/>
                </a:lnTo>
                <a:lnTo>
                  <a:pt x="29206" y="170765"/>
                </a:lnTo>
                <a:lnTo>
                  <a:pt x="170748" y="170765"/>
                </a:lnTo>
                <a:lnTo>
                  <a:pt x="172344" y="183132"/>
                </a:lnTo>
                <a:lnTo>
                  <a:pt x="133373" y="189246"/>
                </a:lnTo>
                <a:lnTo>
                  <a:pt x="96598" y="192966"/>
                </a:lnTo>
                <a:lnTo>
                  <a:pt x="60859" y="194862"/>
                </a:lnTo>
                <a:lnTo>
                  <a:pt x="24996" y="195499"/>
                </a:lnTo>
                <a:close/>
              </a:path>
              <a:path w="263525" h="323214">
                <a:moveTo>
                  <a:pt x="170748" y="170765"/>
                </a:moveTo>
                <a:lnTo>
                  <a:pt x="29206" y="170765"/>
                </a:lnTo>
                <a:lnTo>
                  <a:pt x="63177" y="170151"/>
                </a:lnTo>
                <a:lnTo>
                  <a:pt x="97322" y="168216"/>
                </a:lnTo>
                <a:lnTo>
                  <a:pt x="132403" y="164531"/>
                </a:lnTo>
                <a:lnTo>
                  <a:pt x="169187" y="158662"/>
                </a:lnTo>
                <a:lnTo>
                  <a:pt x="170748" y="170765"/>
                </a:lnTo>
                <a:close/>
              </a:path>
              <a:path w="263525" h="323214">
                <a:moveTo>
                  <a:pt x="263384" y="323113"/>
                </a:moveTo>
                <a:lnTo>
                  <a:pt x="41310" y="323113"/>
                </a:lnTo>
                <a:lnTo>
                  <a:pt x="41310" y="223916"/>
                </a:lnTo>
                <a:lnTo>
                  <a:pt x="70779" y="223916"/>
                </a:lnTo>
                <a:lnTo>
                  <a:pt x="70779" y="298906"/>
                </a:lnTo>
                <a:lnTo>
                  <a:pt x="263384" y="298906"/>
                </a:lnTo>
                <a:lnTo>
                  <a:pt x="263384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8263474" y="5817762"/>
            <a:ext cx="287655" cy="330835"/>
          </a:xfrm>
          <a:custGeom>
            <a:avLst/>
            <a:gdLst/>
            <a:ahLst/>
            <a:cxnLst/>
            <a:rect l="l" t="t" r="r" b="b"/>
            <a:pathLst>
              <a:path w="287654" h="330835">
                <a:moveTo>
                  <a:pt x="287065" y="133139"/>
                </a:moveTo>
                <a:lnTo>
                  <a:pt x="258911" y="133139"/>
                </a:lnTo>
                <a:lnTo>
                  <a:pt x="258911" y="0"/>
                </a:lnTo>
                <a:lnTo>
                  <a:pt x="287065" y="0"/>
                </a:lnTo>
                <a:lnTo>
                  <a:pt x="287065" y="133139"/>
                </a:lnTo>
                <a:close/>
              </a:path>
              <a:path w="287654" h="330835">
                <a:moveTo>
                  <a:pt x="213391" y="313904"/>
                </a:moveTo>
                <a:lnTo>
                  <a:pt x="185237" y="313904"/>
                </a:lnTo>
                <a:lnTo>
                  <a:pt x="185237" y="7104"/>
                </a:lnTo>
                <a:lnTo>
                  <a:pt x="213391" y="7104"/>
                </a:lnTo>
                <a:lnTo>
                  <a:pt x="213391" y="133139"/>
                </a:lnTo>
                <a:lnTo>
                  <a:pt x="287065" y="133139"/>
                </a:lnTo>
                <a:lnTo>
                  <a:pt x="287065" y="157346"/>
                </a:lnTo>
                <a:lnTo>
                  <a:pt x="213391" y="157346"/>
                </a:lnTo>
                <a:lnTo>
                  <a:pt x="213391" y="313904"/>
                </a:lnTo>
                <a:close/>
              </a:path>
              <a:path w="287654" h="330835">
                <a:moveTo>
                  <a:pt x="287065" y="330743"/>
                </a:moveTo>
                <a:lnTo>
                  <a:pt x="258911" y="330743"/>
                </a:lnTo>
                <a:lnTo>
                  <a:pt x="258911" y="157346"/>
                </a:lnTo>
                <a:lnTo>
                  <a:pt x="287065" y="157346"/>
                </a:lnTo>
                <a:lnTo>
                  <a:pt x="287065" y="330743"/>
                </a:lnTo>
                <a:close/>
              </a:path>
              <a:path w="287654" h="330835">
                <a:moveTo>
                  <a:pt x="18944" y="258648"/>
                </a:moveTo>
                <a:lnTo>
                  <a:pt x="0" y="237335"/>
                </a:lnTo>
                <a:lnTo>
                  <a:pt x="31060" y="211878"/>
                </a:lnTo>
                <a:lnTo>
                  <a:pt x="54499" y="177541"/>
                </a:lnTo>
                <a:lnTo>
                  <a:pt x="69303" y="137579"/>
                </a:lnTo>
                <a:lnTo>
                  <a:pt x="74463" y="95250"/>
                </a:lnTo>
                <a:lnTo>
                  <a:pt x="74463" y="31048"/>
                </a:lnTo>
                <a:lnTo>
                  <a:pt x="102617" y="31048"/>
                </a:lnTo>
                <a:lnTo>
                  <a:pt x="102617" y="93408"/>
                </a:lnTo>
                <a:lnTo>
                  <a:pt x="107419" y="133875"/>
                </a:lnTo>
                <a:lnTo>
                  <a:pt x="116478" y="158662"/>
                </a:lnTo>
                <a:lnTo>
                  <a:pt x="88671" y="158662"/>
                </a:lnTo>
                <a:lnTo>
                  <a:pt x="77259" y="189788"/>
                </a:lnTo>
                <a:lnTo>
                  <a:pt x="61603" y="217535"/>
                </a:lnTo>
                <a:lnTo>
                  <a:pt x="42050" y="240842"/>
                </a:lnTo>
                <a:lnTo>
                  <a:pt x="18944" y="258648"/>
                </a:lnTo>
                <a:close/>
              </a:path>
              <a:path w="287654" h="330835">
                <a:moveTo>
                  <a:pt x="155504" y="250754"/>
                </a:moveTo>
                <a:lnTo>
                  <a:pt x="133184" y="234200"/>
                </a:lnTo>
                <a:lnTo>
                  <a:pt x="114490" y="212750"/>
                </a:lnTo>
                <a:lnTo>
                  <a:pt x="99595" y="187278"/>
                </a:lnTo>
                <a:lnTo>
                  <a:pt x="88671" y="158662"/>
                </a:lnTo>
                <a:lnTo>
                  <a:pt x="116478" y="158662"/>
                </a:lnTo>
                <a:lnTo>
                  <a:pt x="121299" y="171851"/>
                </a:lnTo>
                <a:lnTo>
                  <a:pt x="143467" y="204153"/>
                </a:lnTo>
                <a:lnTo>
                  <a:pt x="173133" y="227600"/>
                </a:lnTo>
                <a:lnTo>
                  <a:pt x="155504" y="2507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8703640" y="5845126"/>
            <a:ext cx="175260" cy="273685"/>
          </a:xfrm>
          <a:custGeom>
            <a:avLst/>
            <a:gdLst/>
            <a:ahLst/>
            <a:cxnLst/>
            <a:rect l="l" t="t" r="r" b="b"/>
            <a:pathLst>
              <a:path w="175259" h="273685">
                <a:moveTo>
                  <a:pt x="175238" y="273120"/>
                </a:moveTo>
                <a:lnTo>
                  <a:pt x="263" y="273120"/>
                </a:lnTo>
                <a:lnTo>
                  <a:pt x="0" y="248649"/>
                </a:lnTo>
                <a:lnTo>
                  <a:pt x="91829" y="151821"/>
                </a:lnTo>
                <a:lnTo>
                  <a:pt x="112624" y="128974"/>
                </a:lnTo>
                <a:lnTo>
                  <a:pt x="127350" y="109951"/>
                </a:lnTo>
                <a:lnTo>
                  <a:pt x="136157" y="92655"/>
                </a:lnTo>
                <a:lnTo>
                  <a:pt x="139191" y="74989"/>
                </a:lnTo>
                <a:lnTo>
                  <a:pt x="134948" y="56069"/>
                </a:lnTo>
                <a:lnTo>
                  <a:pt x="123601" y="41638"/>
                </a:lnTo>
                <a:lnTo>
                  <a:pt x="106630" y="32437"/>
                </a:lnTo>
                <a:lnTo>
                  <a:pt x="85514" y="29206"/>
                </a:lnTo>
                <a:lnTo>
                  <a:pt x="63790" y="32844"/>
                </a:lnTo>
                <a:lnTo>
                  <a:pt x="47296" y="43119"/>
                </a:lnTo>
                <a:lnTo>
                  <a:pt x="36820" y="59066"/>
                </a:lnTo>
                <a:lnTo>
                  <a:pt x="33153" y="79725"/>
                </a:lnTo>
                <a:lnTo>
                  <a:pt x="1315" y="79725"/>
                </a:lnTo>
                <a:lnTo>
                  <a:pt x="7679" y="47176"/>
                </a:lnTo>
                <a:lnTo>
                  <a:pt x="25588" y="22003"/>
                </a:lnTo>
                <a:lnTo>
                  <a:pt x="52673" y="5759"/>
                </a:lnTo>
                <a:lnTo>
                  <a:pt x="86566" y="0"/>
                </a:lnTo>
                <a:lnTo>
                  <a:pt x="120291" y="5796"/>
                </a:lnTo>
                <a:lnTo>
                  <a:pt x="146788" y="21707"/>
                </a:lnTo>
                <a:lnTo>
                  <a:pt x="164159" y="45511"/>
                </a:lnTo>
                <a:lnTo>
                  <a:pt x="170502" y="74989"/>
                </a:lnTo>
                <a:lnTo>
                  <a:pt x="167423" y="96758"/>
                </a:lnTo>
                <a:lnTo>
                  <a:pt x="157313" y="119095"/>
                </a:lnTo>
                <a:lnTo>
                  <a:pt x="138274" y="145033"/>
                </a:lnTo>
                <a:lnTo>
                  <a:pt x="108406" y="177607"/>
                </a:lnTo>
                <a:lnTo>
                  <a:pt x="46835" y="241282"/>
                </a:lnTo>
                <a:lnTo>
                  <a:pt x="46835" y="243387"/>
                </a:lnTo>
                <a:lnTo>
                  <a:pt x="175238" y="243387"/>
                </a:lnTo>
                <a:lnTo>
                  <a:pt x="175238" y="273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9170944" y="5817762"/>
            <a:ext cx="28575" cy="131445"/>
          </a:xfrm>
          <a:custGeom>
            <a:avLst/>
            <a:gdLst/>
            <a:ahLst/>
            <a:cxnLst/>
            <a:rect l="l" t="t" r="r" b="b"/>
            <a:pathLst>
              <a:path w="28575" h="131445">
                <a:moveTo>
                  <a:pt x="28154" y="131034"/>
                </a:moveTo>
                <a:lnTo>
                  <a:pt x="0" y="131034"/>
                </a:lnTo>
                <a:lnTo>
                  <a:pt x="0" y="0"/>
                </a:lnTo>
                <a:lnTo>
                  <a:pt x="28154" y="0"/>
                </a:lnTo>
                <a:lnTo>
                  <a:pt x="28154" y="1310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9096743" y="5825490"/>
            <a:ext cx="27940" cy="123189"/>
          </a:xfrm>
          <a:custGeom>
            <a:avLst/>
            <a:gdLst/>
            <a:ahLst/>
            <a:cxnLst/>
            <a:rect l="l" t="t" r="r" b="b"/>
            <a:pathLst>
              <a:path w="27940" h="123189">
                <a:moveTo>
                  <a:pt x="0" y="0"/>
                </a:moveTo>
                <a:lnTo>
                  <a:pt x="27890" y="0"/>
                </a:lnTo>
                <a:lnTo>
                  <a:pt x="27890" y="123189"/>
                </a:lnTo>
                <a:lnTo>
                  <a:pt x="0" y="1231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9096743" y="5948679"/>
            <a:ext cx="102870" cy="24130"/>
          </a:xfrm>
          <a:custGeom>
            <a:avLst/>
            <a:gdLst/>
            <a:ahLst/>
            <a:cxnLst/>
            <a:rect l="l" t="t" r="r" b="b"/>
            <a:pathLst>
              <a:path w="102870" h="24129">
                <a:moveTo>
                  <a:pt x="0" y="0"/>
                </a:moveTo>
                <a:lnTo>
                  <a:pt x="102354" y="0"/>
                </a:lnTo>
                <a:lnTo>
                  <a:pt x="10235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9096743" y="5972809"/>
            <a:ext cx="27940" cy="158750"/>
          </a:xfrm>
          <a:custGeom>
            <a:avLst/>
            <a:gdLst/>
            <a:ahLst/>
            <a:cxnLst/>
            <a:rect l="l" t="t" r="r" b="b"/>
            <a:pathLst>
              <a:path w="27940" h="158750">
                <a:moveTo>
                  <a:pt x="0" y="0"/>
                </a:moveTo>
                <a:lnTo>
                  <a:pt x="27890" y="0"/>
                </a:lnTo>
                <a:lnTo>
                  <a:pt x="27890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9170944" y="5973267"/>
            <a:ext cx="28575" cy="175260"/>
          </a:xfrm>
          <a:custGeom>
            <a:avLst/>
            <a:gdLst/>
            <a:ahLst/>
            <a:cxnLst/>
            <a:rect l="l" t="t" r="r" b="b"/>
            <a:pathLst>
              <a:path w="28575" h="175260">
                <a:moveTo>
                  <a:pt x="28154" y="175238"/>
                </a:moveTo>
                <a:lnTo>
                  <a:pt x="0" y="175238"/>
                </a:lnTo>
                <a:lnTo>
                  <a:pt x="0" y="0"/>
                </a:lnTo>
                <a:lnTo>
                  <a:pt x="28154" y="0"/>
                </a:lnTo>
                <a:lnTo>
                  <a:pt x="28154" y="1752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8927820" y="5929629"/>
            <a:ext cx="127635" cy="24130"/>
          </a:xfrm>
          <a:custGeom>
            <a:avLst/>
            <a:gdLst/>
            <a:ahLst/>
            <a:cxnLst/>
            <a:rect l="l" t="t" r="r" b="b"/>
            <a:pathLst>
              <a:path w="127634" h="24129">
                <a:moveTo>
                  <a:pt x="0" y="0"/>
                </a:moveTo>
                <a:lnTo>
                  <a:pt x="127087" y="0"/>
                </a:lnTo>
                <a:lnTo>
                  <a:pt x="127087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8927820" y="5849620"/>
            <a:ext cx="27940" cy="191770"/>
          </a:xfrm>
          <a:custGeom>
            <a:avLst/>
            <a:gdLst/>
            <a:ahLst/>
            <a:cxnLst/>
            <a:rect l="l" t="t" r="r" b="b"/>
            <a:pathLst>
              <a:path w="27940" h="191770">
                <a:moveTo>
                  <a:pt x="0" y="0"/>
                </a:moveTo>
                <a:lnTo>
                  <a:pt x="27890" y="0"/>
                </a:lnTo>
                <a:lnTo>
                  <a:pt x="27890" y="191769"/>
                </a:lnTo>
                <a:lnTo>
                  <a:pt x="0" y="1917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8927820" y="6041390"/>
            <a:ext cx="127635" cy="24130"/>
          </a:xfrm>
          <a:custGeom>
            <a:avLst/>
            <a:gdLst/>
            <a:ahLst/>
            <a:cxnLst/>
            <a:rect l="l" t="t" r="r" b="b"/>
            <a:pathLst>
              <a:path w="127634" h="24129">
                <a:moveTo>
                  <a:pt x="0" y="0"/>
                </a:moveTo>
                <a:lnTo>
                  <a:pt x="127087" y="0"/>
                </a:lnTo>
                <a:lnTo>
                  <a:pt x="127087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9027806" y="5849337"/>
            <a:ext cx="27305" cy="192405"/>
          </a:xfrm>
          <a:custGeom>
            <a:avLst/>
            <a:gdLst/>
            <a:ahLst/>
            <a:cxnLst/>
            <a:rect l="l" t="t" r="r" b="b"/>
            <a:pathLst>
              <a:path w="27304" h="192404">
                <a:moveTo>
                  <a:pt x="0" y="0"/>
                </a:moveTo>
                <a:lnTo>
                  <a:pt x="27101" y="0"/>
                </a:lnTo>
                <a:lnTo>
                  <a:pt x="27101" y="192078"/>
                </a:lnTo>
                <a:lnTo>
                  <a:pt x="0" y="192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9289874" y="5985509"/>
            <a:ext cx="31115" cy="139700"/>
          </a:xfrm>
          <a:custGeom>
            <a:avLst/>
            <a:gdLst/>
            <a:ahLst/>
            <a:cxnLst/>
            <a:rect l="l" t="t" r="r" b="b"/>
            <a:pathLst>
              <a:path w="31115" h="139700">
                <a:moveTo>
                  <a:pt x="0" y="0"/>
                </a:moveTo>
                <a:lnTo>
                  <a:pt x="30522" y="0"/>
                </a:lnTo>
                <a:lnTo>
                  <a:pt x="30522" y="139700"/>
                </a:lnTo>
                <a:lnTo>
                  <a:pt x="0" y="139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9241460" y="6125209"/>
            <a:ext cx="79375" cy="26670"/>
          </a:xfrm>
          <a:custGeom>
            <a:avLst/>
            <a:gdLst/>
            <a:ahLst/>
            <a:cxnLst/>
            <a:rect l="l" t="t" r="r" b="b"/>
            <a:pathLst>
              <a:path w="79375" h="26670">
                <a:moveTo>
                  <a:pt x="0" y="0"/>
                </a:moveTo>
                <a:lnTo>
                  <a:pt x="78936" y="0"/>
                </a:lnTo>
                <a:lnTo>
                  <a:pt x="78936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915659" y="6348729"/>
            <a:ext cx="79375" cy="26670"/>
          </a:xfrm>
          <a:custGeom>
            <a:avLst/>
            <a:gdLst/>
            <a:ahLst/>
            <a:cxnLst/>
            <a:rect l="l" t="t" r="r" b="b"/>
            <a:pathLst>
              <a:path w="79375" h="26670">
                <a:moveTo>
                  <a:pt x="0" y="0"/>
                </a:moveTo>
                <a:lnTo>
                  <a:pt x="78936" y="0"/>
                </a:lnTo>
                <a:lnTo>
                  <a:pt x="78936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915659" y="6375400"/>
            <a:ext cx="31115" cy="139700"/>
          </a:xfrm>
          <a:custGeom>
            <a:avLst/>
            <a:gdLst/>
            <a:ahLst/>
            <a:cxnLst/>
            <a:rect l="l" t="t" r="r" b="b"/>
            <a:pathLst>
              <a:path w="31115" h="139700">
                <a:moveTo>
                  <a:pt x="0" y="0"/>
                </a:moveTo>
                <a:lnTo>
                  <a:pt x="30522" y="0"/>
                </a:lnTo>
                <a:lnTo>
                  <a:pt x="30522" y="139700"/>
                </a:lnTo>
                <a:lnTo>
                  <a:pt x="0" y="139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022486" y="6351162"/>
            <a:ext cx="269240" cy="326390"/>
          </a:xfrm>
          <a:custGeom>
            <a:avLst/>
            <a:gdLst/>
            <a:ahLst/>
            <a:cxnLst/>
            <a:rect l="l" t="t" r="r" b="b"/>
            <a:pathLst>
              <a:path w="269240" h="326390">
                <a:moveTo>
                  <a:pt x="268910" y="178922"/>
                </a:moveTo>
                <a:lnTo>
                  <a:pt x="239703" y="178922"/>
                </a:lnTo>
                <a:lnTo>
                  <a:pt x="239703" y="0"/>
                </a:lnTo>
                <a:lnTo>
                  <a:pt x="268910" y="0"/>
                </a:lnTo>
                <a:lnTo>
                  <a:pt x="268910" y="178922"/>
                </a:lnTo>
                <a:close/>
              </a:path>
              <a:path w="269240" h="326390">
                <a:moveTo>
                  <a:pt x="191026" y="46046"/>
                </a:moveTo>
                <a:lnTo>
                  <a:pt x="8156" y="46046"/>
                </a:lnTo>
                <a:lnTo>
                  <a:pt x="8156" y="22102"/>
                </a:lnTo>
                <a:lnTo>
                  <a:pt x="191026" y="22102"/>
                </a:lnTo>
                <a:lnTo>
                  <a:pt x="191026" y="46046"/>
                </a:lnTo>
                <a:close/>
              </a:path>
              <a:path w="269240" h="326390">
                <a:moveTo>
                  <a:pt x="14997" y="179712"/>
                </a:moveTo>
                <a:lnTo>
                  <a:pt x="0" y="156557"/>
                </a:lnTo>
                <a:lnTo>
                  <a:pt x="34304" y="140346"/>
                </a:lnTo>
                <a:lnTo>
                  <a:pt x="61307" y="116661"/>
                </a:lnTo>
                <a:lnTo>
                  <a:pt x="79035" y="87401"/>
                </a:lnTo>
                <a:lnTo>
                  <a:pt x="85514" y="54466"/>
                </a:lnTo>
                <a:lnTo>
                  <a:pt x="85514" y="46046"/>
                </a:lnTo>
                <a:lnTo>
                  <a:pt x="114984" y="46046"/>
                </a:lnTo>
                <a:lnTo>
                  <a:pt x="114984" y="54466"/>
                </a:lnTo>
                <a:lnTo>
                  <a:pt x="121344" y="85650"/>
                </a:lnTo>
                <a:lnTo>
                  <a:pt x="131098" y="100907"/>
                </a:lnTo>
                <a:lnTo>
                  <a:pt x="100380" y="100907"/>
                </a:lnTo>
                <a:lnTo>
                  <a:pt x="86521" y="126744"/>
                </a:lnTo>
                <a:lnTo>
                  <a:pt x="67161" y="148943"/>
                </a:lnTo>
                <a:lnTo>
                  <a:pt x="43065" y="166825"/>
                </a:lnTo>
                <a:lnTo>
                  <a:pt x="14997" y="179712"/>
                </a:lnTo>
                <a:close/>
              </a:path>
              <a:path w="269240" h="326390">
                <a:moveTo>
                  <a:pt x="185237" y="173923"/>
                </a:moveTo>
                <a:lnTo>
                  <a:pt x="157714" y="162163"/>
                </a:lnTo>
                <a:lnTo>
                  <a:pt x="133879" y="145654"/>
                </a:lnTo>
                <a:lnTo>
                  <a:pt x="114509" y="125025"/>
                </a:lnTo>
                <a:lnTo>
                  <a:pt x="100380" y="100907"/>
                </a:lnTo>
                <a:lnTo>
                  <a:pt x="131098" y="100907"/>
                </a:lnTo>
                <a:lnTo>
                  <a:pt x="139026" y="113306"/>
                </a:lnTo>
                <a:lnTo>
                  <a:pt x="165935" y="135684"/>
                </a:lnTo>
                <a:lnTo>
                  <a:pt x="199972" y="151031"/>
                </a:lnTo>
                <a:lnTo>
                  <a:pt x="185237" y="173923"/>
                </a:lnTo>
                <a:close/>
              </a:path>
              <a:path w="269240" h="326390">
                <a:moveTo>
                  <a:pt x="268910" y="326270"/>
                </a:moveTo>
                <a:lnTo>
                  <a:pt x="54729" y="326270"/>
                </a:lnTo>
                <a:lnTo>
                  <a:pt x="54729" y="195236"/>
                </a:lnTo>
                <a:lnTo>
                  <a:pt x="83409" y="195236"/>
                </a:lnTo>
                <a:lnTo>
                  <a:pt x="83409" y="235230"/>
                </a:lnTo>
                <a:lnTo>
                  <a:pt x="268910" y="235230"/>
                </a:lnTo>
                <a:lnTo>
                  <a:pt x="268910" y="258648"/>
                </a:lnTo>
                <a:lnTo>
                  <a:pt x="83409" y="258648"/>
                </a:lnTo>
                <a:lnTo>
                  <a:pt x="83409" y="302326"/>
                </a:lnTo>
                <a:lnTo>
                  <a:pt x="268910" y="302326"/>
                </a:lnTo>
                <a:lnTo>
                  <a:pt x="268910" y="326270"/>
                </a:lnTo>
                <a:close/>
              </a:path>
              <a:path w="269240" h="326390">
                <a:moveTo>
                  <a:pt x="268910" y="235230"/>
                </a:moveTo>
                <a:lnTo>
                  <a:pt x="239966" y="235230"/>
                </a:lnTo>
                <a:lnTo>
                  <a:pt x="239966" y="195236"/>
                </a:lnTo>
                <a:lnTo>
                  <a:pt x="268910" y="195236"/>
                </a:lnTo>
                <a:lnTo>
                  <a:pt x="268910" y="235230"/>
                </a:lnTo>
                <a:close/>
              </a:path>
              <a:path w="269240" h="326390">
                <a:moveTo>
                  <a:pt x="268910" y="302326"/>
                </a:moveTo>
                <a:lnTo>
                  <a:pt x="239966" y="302326"/>
                </a:lnTo>
                <a:lnTo>
                  <a:pt x="239966" y="258648"/>
                </a:lnTo>
                <a:lnTo>
                  <a:pt x="268910" y="258648"/>
                </a:lnTo>
                <a:lnTo>
                  <a:pt x="268910" y="3023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1347704" y="6366686"/>
            <a:ext cx="301625" cy="314960"/>
          </a:xfrm>
          <a:custGeom>
            <a:avLst/>
            <a:gdLst/>
            <a:ahLst/>
            <a:cxnLst/>
            <a:rect l="l" t="t" r="r" b="b"/>
            <a:pathLst>
              <a:path w="301625" h="314959">
                <a:moveTo>
                  <a:pt x="274435" y="23680"/>
                </a:moveTo>
                <a:lnTo>
                  <a:pt x="27627" y="23680"/>
                </a:lnTo>
                <a:lnTo>
                  <a:pt x="27627" y="0"/>
                </a:lnTo>
                <a:lnTo>
                  <a:pt x="274435" y="0"/>
                </a:lnTo>
                <a:lnTo>
                  <a:pt x="274435" y="23680"/>
                </a:lnTo>
                <a:close/>
              </a:path>
              <a:path w="301625" h="314959">
                <a:moveTo>
                  <a:pt x="27627" y="119194"/>
                </a:moveTo>
                <a:lnTo>
                  <a:pt x="17102" y="96039"/>
                </a:lnTo>
                <a:lnTo>
                  <a:pt x="58931" y="87341"/>
                </a:lnTo>
                <a:lnTo>
                  <a:pt x="95184" y="71453"/>
                </a:lnTo>
                <a:lnTo>
                  <a:pt x="121077" y="49769"/>
                </a:lnTo>
                <a:lnTo>
                  <a:pt x="131823" y="23680"/>
                </a:lnTo>
                <a:lnTo>
                  <a:pt x="169713" y="23680"/>
                </a:lnTo>
                <a:lnTo>
                  <a:pt x="180242" y="49769"/>
                </a:lnTo>
                <a:lnTo>
                  <a:pt x="182226" y="51440"/>
                </a:lnTo>
                <a:lnTo>
                  <a:pt x="150768" y="51440"/>
                </a:lnTo>
                <a:lnTo>
                  <a:pt x="131453" y="76623"/>
                </a:lnTo>
                <a:lnTo>
                  <a:pt x="102716" y="96614"/>
                </a:lnTo>
                <a:lnTo>
                  <a:pt x="67219" y="110957"/>
                </a:lnTo>
                <a:lnTo>
                  <a:pt x="27627" y="119194"/>
                </a:lnTo>
                <a:close/>
              </a:path>
              <a:path w="301625" h="314959">
                <a:moveTo>
                  <a:pt x="273909" y="119194"/>
                </a:moveTo>
                <a:lnTo>
                  <a:pt x="234299" y="110957"/>
                </a:lnTo>
                <a:lnTo>
                  <a:pt x="198771" y="96614"/>
                </a:lnTo>
                <a:lnTo>
                  <a:pt x="170027" y="76623"/>
                </a:lnTo>
                <a:lnTo>
                  <a:pt x="150768" y="51440"/>
                </a:lnTo>
                <a:lnTo>
                  <a:pt x="182226" y="51440"/>
                </a:lnTo>
                <a:lnTo>
                  <a:pt x="205991" y="71453"/>
                </a:lnTo>
                <a:lnTo>
                  <a:pt x="242347" y="87341"/>
                </a:lnTo>
                <a:lnTo>
                  <a:pt x="284697" y="96039"/>
                </a:lnTo>
                <a:lnTo>
                  <a:pt x="273909" y="119194"/>
                </a:lnTo>
                <a:close/>
              </a:path>
              <a:path w="301625" h="314959">
                <a:moveTo>
                  <a:pt x="301537" y="163398"/>
                </a:moveTo>
                <a:lnTo>
                  <a:pt x="0" y="163398"/>
                </a:lnTo>
                <a:lnTo>
                  <a:pt x="0" y="139191"/>
                </a:lnTo>
                <a:lnTo>
                  <a:pt x="301537" y="139191"/>
                </a:lnTo>
                <a:lnTo>
                  <a:pt x="301537" y="163398"/>
                </a:lnTo>
                <a:close/>
              </a:path>
              <a:path w="301625" h="314959">
                <a:moveTo>
                  <a:pt x="150505" y="314430"/>
                </a:moveTo>
                <a:lnTo>
                  <a:pt x="102469" y="310602"/>
                </a:lnTo>
                <a:lnTo>
                  <a:pt x="66569" y="299399"/>
                </a:lnTo>
                <a:lnTo>
                  <a:pt x="44089" y="281239"/>
                </a:lnTo>
                <a:lnTo>
                  <a:pt x="36310" y="256543"/>
                </a:lnTo>
                <a:lnTo>
                  <a:pt x="43067" y="233234"/>
                </a:lnTo>
                <a:lnTo>
                  <a:pt x="62639" y="215611"/>
                </a:lnTo>
                <a:lnTo>
                  <a:pt x="93977" y="203982"/>
                </a:lnTo>
                <a:lnTo>
                  <a:pt x="136033" y="198656"/>
                </a:lnTo>
                <a:lnTo>
                  <a:pt x="136033" y="163398"/>
                </a:lnTo>
                <a:lnTo>
                  <a:pt x="164977" y="163398"/>
                </a:lnTo>
                <a:lnTo>
                  <a:pt x="164977" y="198656"/>
                </a:lnTo>
                <a:lnTo>
                  <a:pt x="206788" y="203982"/>
                </a:lnTo>
                <a:lnTo>
                  <a:pt x="237993" y="215611"/>
                </a:lnTo>
                <a:lnTo>
                  <a:pt x="243999" y="221022"/>
                </a:lnTo>
                <a:lnTo>
                  <a:pt x="150505" y="221022"/>
                </a:lnTo>
                <a:lnTo>
                  <a:pt x="114959" y="223538"/>
                </a:lnTo>
                <a:lnTo>
                  <a:pt x="88343" y="230494"/>
                </a:lnTo>
                <a:lnTo>
                  <a:pt x="71692" y="241594"/>
                </a:lnTo>
                <a:lnTo>
                  <a:pt x="66043" y="256543"/>
                </a:lnTo>
                <a:lnTo>
                  <a:pt x="71692" y="271372"/>
                </a:lnTo>
                <a:lnTo>
                  <a:pt x="88343" y="282428"/>
                </a:lnTo>
                <a:lnTo>
                  <a:pt x="114959" y="289289"/>
                </a:lnTo>
                <a:lnTo>
                  <a:pt x="150505" y="291538"/>
                </a:lnTo>
                <a:lnTo>
                  <a:pt x="243753" y="291538"/>
                </a:lnTo>
                <a:lnTo>
                  <a:pt x="234013" y="299399"/>
                </a:lnTo>
                <a:lnTo>
                  <a:pt x="198241" y="310602"/>
                </a:lnTo>
                <a:lnTo>
                  <a:pt x="150505" y="314430"/>
                </a:lnTo>
                <a:close/>
              </a:path>
              <a:path w="301625" h="314959">
                <a:moveTo>
                  <a:pt x="243753" y="291538"/>
                </a:moveTo>
                <a:lnTo>
                  <a:pt x="150505" y="291538"/>
                </a:lnTo>
                <a:lnTo>
                  <a:pt x="185907" y="289289"/>
                </a:lnTo>
                <a:lnTo>
                  <a:pt x="212503" y="282428"/>
                </a:lnTo>
                <a:lnTo>
                  <a:pt x="229281" y="271372"/>
                </a:lnTo>
                <a:lnTo>
                  <a:pt x="235230" y="256543"/>
                </a:lnTo>
                <a:lnTo>
                  <a:pt x="229281" y="241594"/>
                </a:lnTo>
                <a:lnTo>
                  <a:pt x="212503" y="230494"/>
                </a:lnTo>
                <a:lnTo>
                  <a:pt x="185907" y="223538"/>
                </a:lnTo>
                <a:lnTo>
                  <a:pt x="150505" y="221022"/>
                </a:lnTo>
                <a:lnTo>
                  <a:pt x="243999" y="221022"/>
                </a:lnTo>
                <a:lnTo>
                  <a:pt x="257554" y="233234"/>
                </a:lnTo>
                <a:lnTo>
                  <a:pt x="264437" y="256543"/>
                </a:lnTo>
                <a:lnTo>
                  <a:pt x="256514" y="281239"/>
                </a:lnTo>
                <a:lnTo>
                  <a:pt x="243753" y="2915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1677132" y="6356687"/>
            <a:ext cx="302895" cy="286385"/>
          </a:xfrm>
          <a:custGeom>
            <a:avLst/>
            <a:gdLst/>
            <a:ahLst/>
            <a:cxnLst/>
            <a:rect l="l" t="t" r="r" b="b"/>
            <a:pathLst>
              <a:path w="302894" h="286384">
                <a:moveTo>
                  <a:pt x="164977" y="43415"/>
                </a:moveTo>
                <a:lnTo>
                  <a:pt x="136296" y="43415"/>
                </a:lnTo>
                <a:lnTo>
                  <a:pt x="136296" y="0"/>
                </a:lnTo>
                <a:lnTo>
                  <a:pt x="164977" y="0"/>
                </a:lnTo>
                <a:lnTo>
                  <a:pt x="164977" y="43415"/>
                </a:lnTo>
                <a:close/>
              </a:path>
              <a:path w="302894" h="286384">
                <a:moveTo>
                  <a:pt x="285750" y="67622"/>
                </a:moveTo>
                <a:lnTo>
                  <a:pt x="14997" y="67622"/>
                </a:lnTo>
                <a:lnTo>
                  <a:pt x="14997" y="43415"/>
                </a:lnTo>
                <a:lnTo>
                  <a:pt x="285750" y="43415"/>
                </a:lnTo>
                <a:lnTo>
                  <a:pt x="285750" y="67622"/>
                </a:lnTo>
                <a:close/>
              </a:path>
              <a:path w="302894" h="286384">
                <a:moveTo>
                  <a:pt x="164977" y="262069"/>
                </a:moveTo>
                <a:lnTo>
                  <a:pt x="136296" y="262069"/>
                </a:lnTo>
                <a:lnTo>
                  <a:pt x="136296" y="215628"/>
                </a:lnTo>
                <a:lnTo>
                  <a:pt x="96635" y="209722"/>
                </a:lnTo>
                <a:lnTo>
                  <a:pt x="66865" y="196897"/>
                </a:lnTo>
                <a:lnTo>
                  <a:pt x="48196" y="177683"/>
                </a:lnTo>
                <a:lnTo>
                  <a:pt x="41836" y="152610"/>
                </a:lnTo>
                <a:lnTo>
                  <a:pt x="49232" y="126179"/>
                </a:lnTo>
                <a:lnTo>
                  <a:pt x="70812" y="106531"/>
                </a:lnTo>
                <a:lnTo>
                  <a:pt x="105071" y="94333"/>
                </a:lnTo>
                <a:lnTo>
                  <a:pt x="150505" y="90250"/>
                </a:lnTo>
                <a:lnTo>
                  <a:pt x="195721" y="94333"/>
                </a:lnTo>
                <a:lnTo>
                  <a:pt x="230034" y="106531"/>
                </a:lnTo>
                <a:lnTo>
                  <a:pt x="237654" y="113405"/>
                </a:lnTo>
                <a:lnTo>
                  <a:pt x="150505" y="113405"/>
                </a:lnTo>
                <a:lnTo>
                  <a:pt x="117335" y="116053"/>
                </a:lnTo>
                <a:lnTo>
                  <a:pt x="92355" y="123732"/>
                </a:lnTo>
                <a:lnTo>
                  <a:pt x="76650" y="136050"/>
                </a:lnTo>
                <a:lnTo>
                  <a:pt x="71305" y="152610"/>
                </a:lnTo>
                <a:lnTo>
                  <a:pt x="76650" y="169326"/>
                </a:lnTo>
                <a:lnTo>
                  <a:pt x="92355" y="181751"/>
                </a:lnTo>
                <a:lnTo>
                  <a:pt x="117335" y="189537"/>
                </a:lnTo>
                <a:lnTo>
                  <a:pt x="150505" y="192341"/>
                </a:lnTo>
                <a:lnTo>
                  <a:pt x="238474" y="192341"/>
                </a:lnTo>
                <a:lnTo>
                  <a:pt x="234112" y="196798"/>
                </a:lnTo>
                <a:lnTo>
                  <a:pt x="204379" y="209648"/>
                </a:lnTo>
                <a:lnTo>
                  <a:pt x="164977" y="215628"/>
                </a:lnTo>
                <a:lnTo>
                  <a:pt x="164977" y="262069"/>
                </a:lnTo>
                <a:close/>
              </a:path>
              <a:path w="302894" h="286384">
                <a:moveTo>
                  <a:pt x="238474" y="192341"/>
                </a:moveTo>
                <a:lnTo>
                  <a:pt x="150505" y="192341"/>
                </a:lnTo>
                <a:lnTo>
                  <a:pt x="183527" y="189537"/>
                </a:lnTo>
                <a:lnTo>
                  <a:pt x="208458" y="181751"/>
                </a:lnTo>
                <a:lnTo>
                  <a:pt x="224212" y="169326"/>
                </a:lnTo>
                <a:lnTo>
                  <a:pt x="229705" y="152610"/>
                </a:lnTo>
                <a:lnTo>
                  <a:pt x="224212" y="136050"/>
                </a:lnTo>
                <a:lnTo>
                  <a:pt x="208458" y="123732"/>
                </a:lnTo>
                <a:lnTo>
                  <a:pt x="183527" y="116053"/>
                </a:lnTo>
                <a:lnTo>
                  <a:pt x="150505" y="113405"/>
                </a:lnTo>
                <a:lnTo>
                  <a:pt x="237654" y="113405"/>
                </a:lnTo>
                <a:lnTo>
                  <a:pt x="251815" y="126179"/>
                </a:lnTo>
                <a:lnTo>
                  <a:pt x="259437" y="152610"/>
                </a:lnTo>
                <a:lnTo>
                  <a:pt x="252892" y="177609"/>
                </a:lnTo>
                <a:lnTo>
                  <a:pt x="238474" y="192341"/>
                </a:lnTo>
                <a:close/>
              </a:path>
              <a:path w="302894" h="286384">
                <a:moveTo>
                  <a:pt x="302852" y="286276"/>
                </a:moveTo>
                <a:lnTo>
                  <a:pt x="0" y="286276"/>
                </a:lnTo>
                <a:lnTo>
                  <a:pt x="0" y="262069"/>
                </a:lnTo>
                <a:lnTo>
                  <a:pt x="302852" y="262069"/>
                </a:lnTo>
                <a:lnTo>
                  <a:pt x="302852" y="2862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2006034" y="6364318"/>
            <a:ext cx="302895" cy="318135"/>
          </a:xfrm>
          <a:custGeom>
            <a:avLst/>
            <a:gdLst/>
            <a:ahLst/>
            <a:cxnLst/>
            <a:rect l="l" t="t" r="r" b="b"/>
            <a:pathLst>
              <a:path w="302894" h="318134">
                <a:moveTo>
                  <a:pt x="150768" y="144979"/>
                </a:moveTo>
                <a:lnTo>
                  <a:pt x="103291" y="139931"/>
                </a:lnTo>
                <a:lnTo>
                  <a:pt x="66569" y="125508"/>
                </a:lnTo>
                <a:lnTo>
                  <a:pt x="42872" y="102798"/>
                </a:lnTo>
                <a:lnTo>
                  <a:pt x="34468" y="72884"/>
                </a:lnTo>
                <a:lnTo>
                  <a:pt x="42872" y="42662"/>
                </a:lnTo>
                <a:lnTo>
                  <a:pt x="66569" y="19767"/>
                </a:lnTo>
                <a:lnTo>
                  <a:pt x="103291" y="5208"/>
                </a:lnTo>
                <a:lnTo>
                  <a:pt x="150768" y="0"/>
                </a:lnTo>
                <a:lnTo>
                  <a:pt x="198286" y="5208"/>
                </a:lnTo>
                <a:lnTo>
                  <a:pt x="235099" y="19767"/>
                </a:lnTo>
                <a:lnTo>
                  <a:pt x="239438" y="23944"/>
                </a:lnTo>
                <a:lnTo>
                  <a:pt x="150768" y="23944"/>
                </a:lnTo>
                <a:lnTo>
                  <a:pt x="115489" y="27409"/>
                </a:lnTo>
                <a:lnTo>
                  <a:pt x="88178" y="37264"/>
                </a:lnTo>
                <a:lnTo>
                  <a:pt x="70586" y="52694"/>
                </a:lnTo>
                <a:lnTo>
                  <a:pt x="64464" y="72884"/>
                </a:lnTo>
                <a:lnTo>
                  <a:pt x="70586" y="92881"/>
                </a:lnTo>
                <a:lnTo>
                  <a:pt x="88178" y="108142"/>
                </a:lnTo>
                <a:lnTo>
                  <a:pt x="115489" y="117878"/>
                </a:lnTo>
                <a:lnTo>
                  <a:pt x="150768" y="121299"/>
                </a:lnTo>
                <a:lnTo>
                  <a:pt x="239508" y="121299"/>
                </a:lnTo>
                <a:lnTo>
                  <a:pt x="235099" y="125508"/>
                </a:lnTo>
                <a:lnTo>
                  <a:pt x="198286" y="139931"/>
                </a:lnTo>
                <a:lnTo>
                  <a:pt x="150768" y="144979"/>
                </a:lnTo>
                <a:close/>
              </a:path>
              <a:path w="302894" h="318134">
                <a:moveTo>
                  <a:pt x="239508" y="121299"/>
                </a:moveTo>
                <a:lnTo>
                  <a:pt x="150768" y="121299"/>
                </a:lnTo>
                <a:lnTo>
                  <a:pt x="186051" y="117878"/>
                </a:lnTo>
                <a:lnTo>
                  <a:pt x="213391" y="108142"/>
                </a:lnTo>
                <a:lnTo>
                  <a:pt x="231061" y="92881"/>
                </a:lnTo>
                <a:lnTo>
                  <a:pt x="237335" y="72884"/>
                </a:lnTo>
                <a:lnTo>
                  <a:pt x="231061" y="52694"/>
                </a:lnTo>
                <a:lnTo>
                  <a:pt x="213391" y="37264"/>
                </a:lnTo>
                <a:lnTo>
                  <a:pt x="186051" y="27409"/>
                </a:lnTo>
                <a:lnTo>
                  <a:pt x="150768" y="23944"/>
                </a:lnTo>
                <a:lnTo>
                  <a:pt x="239438" y="23944"/>
                </a:lnTo>
                <a:lnTo>
                  <a:pt x="258886" y="42662"/>
                </a:lnTo>
                <a:lnTo>
                  <a:pt x="267331" y="72884"/>
                </a:lnTo>
                <a:lnTo>
                  <a:pt x="258886" y="102798"/>
                </a:lnTo>
                <a:lnTo>
                  <a:pt x="239508" y="121299"/>
                </a:lnTo>
                <a:close/>
              </a:path>
              <a:path w="302894" h="318134">
                <a:moveTo>
                  <a:pt x="302852" y="201024"/>
                </a:moveTo>
                <a:lnTo>
                  <a:pt x="0" y="201024"/>
                </a:lnTo>
                <a:lnTo>
                  <a:pt x="0" y="176291"/>
                </a:lnTo>
                <a:lnTo>
                  <a:pt x="302852" y="176291"/>
                </a:lnTo>
                <a:lnTo>
                  <a:pt x="302852" y="201024"/>
                </a:lnTo>
                <a:close/>
              </a:path>
              <a:path w="302894" h="318134">
                <a:moveTo>
                  <a:pt x="164977" y="317587"/>
                </a:moveTo>
                <a:lnTo>
                  <a:pt x="136296" y="317587"/>
                </a:lnTo>
                <a:lnTo>
                  <a:pt x="136296" y="201024"/>
                </a:lnTo>
                <a:lnTo>
                  <a:pt x="164977" y="201024"/>
                </a:lnTo>
                <a:lnTo>
                  <a:pt x="164977" y="3175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2430932" y="6351162"/>
            <a:ext cx="274320" cy="330835"/>
          </a:xfrm>
          <a:custGeom>
            <a:avLst/>
            <a:gdLst/>
            <a:ahLst/>
            <a:cxnLst/>
            <a:rect l="l" t="t" r="r" b="b"/>
            <a:pathLst>
              <a:path w="274319" h="330834">
                <a:moveTo>
                  <a:pt x="273909" y="330743"/>
                </a:moveTo>
                <a:lnTo>
                  <a:pt x="244703" y="330743"/>
                </a:lnTo>
                <a:lnTo>
                  <a:pt x="244703" y="0"/>
                </a:lnTo>
                <a:lnTo>
                  <a:pt x="273909" y="0"/>
                </a:lnTo>
                <a:lnTo>
                  <a:pt x="273909" y="330743"/>
                </a:lnTo>
                <a:close/>
              </a:path>
              <a:path w="274319" h="330834">
                <a:moveTo>
                  <a:pt x="197604" y="59991"/>
                </a:moveTo>
                <a:lnTo>
                  <a:pt x="8683" y="59991"/>
                </a:lnTo>
                <a:lnTo>
                  <a:pt x="8683" y="35784"/>
                </a:lnTo>
                <a:lnTo>
                  <a:pt x="197604" y="35784"/>
                </a:lnTo>
                <a:lnTo>
                  <a:pt x="197604" y="59991"/>
                </a:lnTo>
                <a:close/>
              </a:path>
              <a:path w="274319" h="330834">
                <a:moveTo>
                  <a:pt x="3420" y="248649"/>
                </a:moveTo>
                <a:lnTo>
                  <a:pt x="0" y="223653"/>
                </a:lnTo>
                <a:lnTo>
                  <a:pt x="46046" y="223390"/>
                </a:lnTo>
                <a:lnTo>
                  <a:pt x="46046" y="59991"/>
                </a:lnTo>
                <a:lnTo>
                  <a:pt x="74463" y="59991"/>
                </a:lnTo>
                <a:lnTo>
                  <a:pt x="74463" y="222863"/>
                </a:lnTo>
                <a:lnTo>
                  <a:pt x="215598" y="222863"/>
                </a:lnTo>
                <a:lnTo>
                  <a:pt x="216549" y="236020"/>
                </a:lnTo>
                <a:lnTo>
                  <a:pt x="161453" y="242729"/>
                </a:lnTo>
                <a:lnTo>
                  <a:pt x="105939" y="246479"/>
                </a:lnTo>
                <a:lnTo>
                  <a:pt x="52447" y="248156"/>
                </a:lnTo>
                <a:lnTo>
                  <a:pt x="3420" y="248649"/>
                </a:lnTo>
                <a:close/>
              </a:path>
              <a:path w="274319" h="330834">
                <a:moveTo>
                  <a:pt x="215598" y="222863"/>
                </a:moveTo>
                <a:lnTo>
                  <a:pt x="74463" y="222863"/>
                </a:lnTo>
                <a:lnTo>
                  <a:pt x="102814" y="222074"/>
                </a:lnTo>
                <a:lnTo>
                  <a:pt x="131560" y="220890"/>
                </a:lnTo>
                <a:lnTo>
                  <a:pt x="131560" y="59991"/>
                </a:lnTo>
                <a:lnTo>
                  <a:pt x="160241" y="59991"/>
                </a:lnTo>
                <a:lnTo>
                  <a:pt x="160241" y="219180"/>
                </a:lnTo>
                <a:lnTo>
                  <a:pt x="215331" y="219180"/>
                </a:lnTo>
                <a:lnTo>
                  <a:pt x="215598" y="222863"/>
                </a:lnTo>
                <a:close/>
              </a:path>
              <a:path w="274319" h="330834">
                <a:moveTo>
                  <a:pt x="215331" y="219180"/>
                </a:moveTo>
                <a:lnTo>
                  <a:pt x="160241" y="219180"/>
                </a:lnTo>
                <a:lnTo>
                  <a:pt x="188000" y="216976"/>
                </a:lnTo>
                <a:lnTo>
                  <a:pt x="201608" y="215665"/>
                </a:lnTo>
                <a:lnTo>
                  <a:pt x="214970" y="214180"/>
                </a:lnTo>
                <a:lnTo>
                  <a:pt x="215331" y="219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2760097" y="6351162"/>
            <a:ext cx="283210" cy="330835"/>
          </a:xfrm>
          <a:custGeom>
            <a:avLst/>
            <a:gdLst/>
            <a:ahLst/>
            <a:cxnLst/>
            <a:rect l="l" t="t" r="r" b="b"/>
            <a:pathLst>
              <a:path w="283210" h="330834">
                <a:moveTo>
                  <a:pt x="282592" y="139454"/>
                </a:moveTo>
                <a:lnTo>
                  <a:pt x="254701" y="139454"/>
                </a:lnTo>
                <a:lnTo>
                  <a:pt x="254701" y="0"/>
                </a:lnTo>
                <a:lnTo>
                  <a:pt x="282592" y="0"/>
                </a:lnTo>
                <a:lnTo>
                  <a:pt x="282592" y="139454"/>
                </a:lnTo>
                <a:close/>
              </a:path>
              <a:path w="283210" h="330834">
                <a:moveTo>
                  <a:pt x="210760" y="314430"/>
                </a:moveTo>
                <a:lnTo>
                  <a:pt x="183132" y="314430"/>
                </a:lnTo>
                <a:lnTo>
                  <a:pt x="183132" y="7893"/>
                </a:lnTo>
                <a:lnTo>
                  <a:pt x="210760" y="7893"/>
                </a:lnTo>
                <a:lnTo>
                  <a:pt x="210760" y="139454"/>
                </a:lnTo>
                <a:lnTo>
                  <a:pt x="282592" y="139454"/>
                </a:lnTo>
                <a:lnTo>
                  <a:pt x="282592" y="163661"/>
                </a:lnTo>
                <a:lnTo>
                  <a:pt x="210760" y="163661"/>
                </a:lnTo>
                <a:lnTo>
                  <a:pt x="210760" y="314430"/>
                </a:lnTo>
                <a:close/>
              </a:path>
              <a:path w="283210" h="330834">
                <a:moveTo>
                  <a:pt x="282592" y="330743"/>
                </a:moveTo>
                <a:lnTo>
                  <a:pt x="254701" y="330743"/>
                </a:lnTo>
                <a:lnTo>
                  <a:pt x="254701" y="163661"/>
                </a:lnTo>
                <a:lnTo>
                  <a:pt x="282592" y="163661"/>
                </a:lnTo>
                <a:lnTo>
                  <a:pt x="282592" y="330743"/>
                </a:lnTo>
                <a:close/>
              </a:path>
              <a:path w="283210" h="330834">
                <a:moveTo>
                  <a:pt x="97881" y="57097"/>
                </a:moveTo>
                <a:lnTo>
                  <a:pt x="68674" y="57097"/>
                </a:lnTo>
                <a:lnTo>
                  <a:pt x="68674" y="9998"/>
                </a:lnTo>
                <a:lnTo>
                  <a:pt x="97881" y="9998"/>
                </a:lnTo>
                <a:lnTo>
                  <a:pt x="97881" y="57097"/>
                </a:lnTo>
                <a:close/>
              </a:path>
              <a:path w="283210" h="330834">
                <a:moveTo>
                  <a:pt x="166029" y="81041"/>
                </a:moveTo>
                <a:lnTo>
                  <a:pt x="0" y="81041"/>
                </a:lnTo>
                <a:lnTo>
                  <a:pt x="0" y="57097"/>
                </a:lnTo>
                <a:lnTo>
                  <a:pt x="166029" y="57097"/>
                </a:lnTo>
                <a:lnTo>
                  <a:pt x="166029" y="81041"/>
                </a:lnTo>
                <a:close/>
              </a:path>
              <a:path w="283210" h="330834">
                <a:moveTo>
                  <a:pt x="83146" y="254175"/>
                </a:moveTo>
                <a:lnTo>
                  <a:pt x="54581" y="248588"/>
                </a:lnTo>
                <a:lnTo>
                  <a:pt x="32035" y="232961"/>
                </a:lnTo>
                <a:lnTo>
                  <a:pt x="17283" y="208996"/>
                </a:lnTo>
                <a:lnTo>
                  <a:pt x="12103" y="178396"/>
                </a:lnTo>
                <a:lnTo>
                  <a:pt x="17283" y="148141"/>
                </a:lnTo>
                <a:lnTo>
                  <a:pt x="32035" y="124423"/>
                </a:lnTo>
                <a:lnTo>
                  <a:pt x="54581" y="108944"/>
                </a:lnTo>
                <a:lnTo>
                  <a:pt x="83146" y="103406"/>
                </a:lnTo>
                <a:lnTo>
                  <a:pt x="111830" y="108944"/>
                </a:lnTo>
                <a:lnTo>
                  <a:pt x="134422" y="124423"/>
                </a:lnTo>
                <a:lnTo>
                  <a:pt x="136583" y="127877"/>
                </a:lnTo>
                <a:lnTo>
                  <a:pt x="83146" y="127877"/>
                </a:lnTo>
                <a:lnTo>
                  <a:pt x="64974" y="131811"/>
                </a:lnTo>
                <a:lnTo>
                  <a:pt x="50650" y="142381"/>
                </a:lnTo>
                <a:lnTo>
                  <a:pt x="41260" y="158329"/>
                </a:lnTo>
                <a:lnTo>
                  <a:pt x="37889" y="178396"/>
                </a:lnTo>
                <a:lnTo>
                  <a:pt x="41260" y="198718"/>
                </a:lnTo>
                <a:lnTo>
                  <a:pt x="50650" y="214674"/>
                </a:lnTo>
                <a:lnTo>
                  <a:pt x="64974" y="225055"/>
                </a:lnTo>
                <a:lnTo>
                  <a:pt x="83146" y="228652"/>
                </a:lnTo>
                <a:lnTo>
                  <a:pt x="137091" y="228652"/>
                </a:lnTo>
                <a:lnTo>
                  <a:pt x="134422" y="232961"/>
                </a:lnTo>
                <a:lnTo>
                  <a:pt x="111830" y="248588"/>
                </a:lnTo>
                <a:lnTo>
                  <a:pt x="83146" y="254175"/>
                </a:lnTo>
                <a:close/>
              </a:path>
              <a:path w="283210" h="330834">
                <a:moveTo>
                  <a:pt x="137091" y="228652"/>
                </a:moveTo>
                <a:lnTo>
                  <a:pt x="83146" y="228652"/>
                </a:lnTo>
                <a:lnTo>
                  <a:pt x="101359" y="225055"/>
                </a:lnTo>
                <a:lnTo>
                  <a:pt x="115773" y="214674"/>
                </a:lnTo>
                <a:lnTo>
                  <a:pt x="125254" y="198718"/>
                </a:lnTo>
                <a:lnTo>
                  <a:pt x="128666" y="178396"/>
                </a:lnTo>
                <a:lnTo>
                  <a:pt x="125254" y="158329"/>
                </a:lnTo>
                <a:lnTo>
                  <a:pt x="115773" y="142381"/>
                </a:lnTo>
                <a:lnTo>
                  <a:pt x="101359" y="131811"/>
                </a:lnTo>
                <a:lnTo>
                  <a:pt x="83146" y="127877"/>
                </a:lnTo>
                <a:lnTo>
                  <a:pt x="136583" y="127877"/>
                </a:lnTo>
                <a:lnTo>
                  <a:pt x="149268" y="148141"/>
                </a:lnTo>
                <a:lnTo>
                  <a:pt x="154715" y="178396"/>
                </a:lnTo>
                <a:lnTo>
                  <a:pt x="149268" y="208996"/>
                </a:lnTo>
                <a:lnTo>
                  <a:pt x="137091" y="228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3185719" y="6349583"/>
            <a:ext cx="301625" cy="331470"/>
          </a:xfrm>
          <a:custGeom>
            <a:avLst/>
            <a:gdLst/>
            <a:ahLst/>
            <a:cxnLst/>
            <a:rect l="l" t="t" r="r" b="b"/>
            <a:pathLst>
              <a:path w="301625" h="331470">
                <a:moveTo>
                  <a:pt x="164977" y="34205"/>
                </a:moveTo>
                <a:lnTo>
                  <a:pt x="136296" y="34205"/>
                </a:lnTo>
                <a:lnTo>
                  <a:pt x="136296" y="0"/>
                </a:lnTo>
                <a:lnTo>
                  <a:pt x="164977" y="0"/>
                </a:lnTo>
                <a:lnTo>
                  <a:pt x="164977" y="34205"/>
                </a:lnTo>
                <a:close/>
              </a:path>
              <a:path w="301625" h="331470">
                <a:moveTo>
                  <a:pt x="270752" y="57623"/>
                </a:moveTo>
                <a:lnTo>
                  <a:pt x="31048" y="57623"/>
                </a:lnTo>
                <a:lnTo>
                  <a:pt x="31048" y="34205"/>
                </a:lnTo>
                <a:lnTo>
                  <a:pt x="270752" y="34205"/>
                </a:lnTo>
                <a:lnTo>
                  <a:pt x="270752" y="57623"/>
                </a:lnTo>
                <a:close/>
              </a:path>
              <a:path w="301625" h="331470">
                <a:moveTo>
                  <a:pt x="27364" y="149453"/>
                </a:moveTo>
                <a:lnTo>
                  <a:pt x="17892" y="127087"/>
                </a:lnTo>
                <a:lnTo>
                  <a:pt x="61952" y="118935"/>
                </a:lnTo>
                <a:lnTo>
                  <a:pt x="98637" y="104196"/>
                </a:lnTo>
                <a:lnTo>
                  <a:pt x="124123" y="83536"/>
                </a:lnTo>
                <a:lnTo>
                  <a:pt x="134586" y="57623"/>
                </a:lnTo>
                <a:lnTo>
                  <a:pt x="166555" y="57623"/>
                </a:lnTo>
                <a:lnTo>
                  <a:pt x="176910" y="83536"/>
                </a:lnTo>
                <a:lnTo>
                  <a:pt x="184845" y="89987"/>
                </a:lnTo>
                <a:lnTo>
                  <a:pt x="150637" y="89987"/>
                </a:lnTo>
                <a:lnTo>
                  <a:pt x="130524" y="112673"/>
                </a:lnTo>
                <a:lnTo>
                  <a:pt x="101828" y="130179"/>
                </a:lnTo>
                <a:lnTo>
                  <a:pt x="66717" y="142455"/>
                </a:lnTo>
                <a:lnTo>
                  <a:pt x="27364" y="149453"/>
                </a:lnTo>
                <a:close/>
              </a:path>
              <a:path w="301625" h="331470">
                <a:moveTo>
                  <a:pt x="273909" y="149453"/>
                </a:moveTo>
                <a:lnTo>
                  <a:pt x="234352" y="142455"/>
                </a:lnTo>
                <a:lnTo>
                  <a:pt x="199199" y="130179"/>
                </a:lnTo>
                <a:lnTo>
                  <a:pt x="170582" y="112673"/>
                </a:lnTo>
                <a:lnTo>
                  <a:pt x="150637" y="89987"/>
                </a:lnTo>
                <a:lnTo>
                  <a:pt x="184845" y="89987"/>
                </a:lnTo>
                <a:lnTo>
                  <a:pt x="202324" y="104196"/>
                </a:lnTo>
                <a:lnTo>
                  <a:pt x="239060" y="118935"/>
                </a:lnTo>
                <a:lnTo>
                  <a:pt x="283381" y="127087"/>
                </a:lnTo>
                <a:lnTo>
                  <a:pt x="273909" y="149453"/>
                </a:lnTo>
                <a:close/>
              </a:path>
              <a:path w="301625" h="331470">
                <a:moveTo>
                  <a:pt x="301537" y="191815"/>
                </a:moveTo>
                <a:lnTo>
                  <a:pt x="0" y="191815"/>
                </a:lnTo>
                <a:lnTo>
                  <a:pt x="0" y="168134"/>
                </a:lnTo>
                <a:lnTo>
                  <a:pt x="301537" y="168134"/>
                </a:lnTo>
                <a:lnTo>
                  <a:pt x="301537" y="191815"/>
                </a:lnTo>
                <a:close/>
              </a:path>
              <a:path w="301625" h="331470">
                <a:moveTo>
                  <a:pt x="164977" y="229705"/>
                </a:moveTo>
                <a:lnTo>
                  <a:pt x="136296" y="229705"/>
                </a:lnTo>
                <a:lnTo>
                  <a:pt x="136296" y="191815"/>
                </a:lnTo>
                <a:lnTo>
                  <a:pt x="164977" y="191815"/>
                </a:lnTo>
                <a:lnTo>
                  <a:pt x="164977" y="229705"/>
                </a:lnTo>
                <a:close/>
              </a:path>
              <a:path w="301625" h="331470">
                <a:moveTo>
                  <a:pt x="264174" y="331270"/>
                </a:moveTo>
                <a:lnTo>
                  <a:pt x="234704" y="331270"/>
                </a:lnTo>
                <a:lnTo>
                  <a:pt x="234704" y="253649"/>
                </a:lnTo>
                <a:lnTo>
                  <a:pt x="33416" y="253649"/>
                </a:lnTo>
                <a:lnTo>
                  <a:pt x="33416" y="229705"/>
                </a:lnTo>
                <a:lnTo>
                  <a:pt x="264174" y="229705"/>
                </a:lnTo>
                <a:lnTo>
                  <a:pt x="264174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3513832" y="6350899"/>
            <a:ext cx="309880" cy="323850"/>
          </a:xfrm>
          <a:custGeom>
            <a:avLst/>
            <a:gdLst/>
            <a:ahLst/>
            <a:cxnLst/>
            <a:rect l="l" t="t" r="r" b="b"/>
            <a:pathLst>
              <a:path w="309879" h="323850">
                <a:moveTo>
                  <a:pt x="259964" y="244703"/>
                </a:moveTo>
                <a:lnTo>
                  <a:pt x="230757" y="244703"/>
                </a:lnTo>
                <a:lnTo>
                  <a:pt x="230757" y="0"/>
                </a:lnTo>
                <a:lnTo>
                  <a:pt x="259964" y="0"/>
                </a:lnTo>
                <a:lnTo>
                  <a:pt x="259964" y="101564"/>
                </a:lnTo>
                <a:lnTo>
                  <a:pt x="309694" y="101564"/>
                </a:lnTo>
                <a:lnTo>
                  <a:pt x="309694" y="126561"/>
                </a:lnTo>
                <a:lnTo>
                  <a:pt x="259964" y="126561"/>
                </a:lnTo>
                <a:lnTo>
                  <a:pt x="259964" y="244703"/>
                </a:lnTo>
                <a:close/>
              </a:path>
              <a:path w="309879" h="323850">
                <a:moveTo>
                  <a:pt x="16313" y="198656"/>
                </a:moveTo>
                <a:lnTo>
                  <a:pt x="0" y="175502"/>
                </a:lnTo>
                <a:lnTo>
                  <a:pt x="34390" y="157367"/>
                </a:lnTo>
                <a:lnTo>
                  <a:pt x="60813" y="131067"/>
                </a:lnTo>
                <a:lnTo>
                  <a:pt x="77814" y="98502"/>
                </a:lnTo>
                <a:lnTo>
                  <a:pt x="83935" y="61570"/>
                </a:lnTo>
                <a:lnTo>
                  <a:pt x="83935" y="20523"/>
                </a:lnTo>
                <a:lnTo>
                  <a:pt x="112616" y="20523"/>
                </a:lnTo>
                <a:lnTo>
                  <a:pt x="112616" y="62622"/>
                </a:lnTo>
                <a:lnTo>
                  <a:pt x="118610" y="95780"/>
                </a:lnTo>
                <a:lnTo>
                  <a:pt x="129163" y="114194"/>
                </a:lnTo>
                <a:lnTo>
                  <a:pt x="99196" y="114194"/>
                </a:lnTo>
                <a:lnTo>
                  <a:pt x="85783" y="141896"/>
                </a:lnTo>
                <a:lnTo>
                  <a:pt x="67079" y="165602"/>
                </a:lnTo>
                <a:lnTo>
                  <a:pt x="43713" y="184719"/>
                </a:lnTo>
                <a:lnTo>
                  <a:pt x="16313" y="198656"/>
                </a:lnTo>
                <a:close/>
              </a:path>
              <a:path w="309879" h="323850">
                <a:moveTo>
                  <a:pt x="180501" y="190500"/>
                </a:moveTo>
                <a:lnTo>
                  <a:pt x="154107" y="177763"/>
                </a:lnTo>
                <a:lnTo>
                  <a:pt x="131363" y="160339"/>
                </a:lnTo>
                <a:lnTo>
                  <a:pt x="112862" y="138919"/>
                </a:lnTo>
                <a:lnTo>
                  <a:pt x="99196" y="114194"/>
                </a:lnTo>
                <a:lnTo>
                  <a:pt x="129163" y="114194"/>
                </a:lnTo>
                <a:lnTo>
                  <a:pt x="135704" y="125607"/>
                </a:lnTo>
                <a:lnTo>
                  <a:pt x="161975" y="150057"/>
                </a:lnTo>
                <a:lnTo>
                  <a:pt x="195499" y="167082"/>
                </a:lnTo>
                <a:lnTo>
                  <a:pt x="180501" y="190500"/>
                </a:lnTo>
                <a:close/>
              </a:path>
              <a:path w="309879" h="323850">
                <a:moveTo>
                  <a:pt x="275225" y="323639"/>
                </a:moveTo>
                <a:lnTo>
                  <a:pt x="53413" y="323639"/>
                </a:lnTo>
                <a:lnTo>
                  <a:pt x="53413" y="221022"/>
                </a:lnTo>
                <a:lnTo>
                  <a:pt x="83146" y="221022"/>
                </a:lnTo>
                <a:lnTo>
                  <a:pt x="83146" y="299432"/>
                </a:lnTo>
                <a:lnTo>
                  <a:pt x="275225" y="299432"/>
                </a:lnTo>
                <a:lnTo>
                  <a:pt x="275225" y="3236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3844576" y="6357740"/>
            <a:ext cx="302260" cy="323850"/>
          </a:xfrm>
          <a:custGeom>
            <a:avLst/>
            <a:gdLst/>
            <a:ahLst/>
            <a:cxnLst/>
            <a:rect l="l" t="t" r="r" b="b"/>
            <a:pathLst>
              <a:path w="302260" h="323850">
                <a:moveTo>
                  <a:pt x="267068" y="109984"/>
                </a:moveTo>
                <a:lnTo>
                  <a:pt x="41310" y="109984"/>
                </a:lnTo>
                <a:lnTo>
                  <a:pt x="41310" y="0"/>
                </a:lnTo>
                <a:lnTo>
                  <a:pt x="70253" y="0"/>
                </a:lnTo>
                <a:lnTo>
                  <a:pt x="70253" y="86040"/>
                </a:lnTo>
                <a:lnTo>
                  <a:pt x="267068" y="86040"/>
                </a:lnTo>
                <a:lnTo>
                  <a:pt x="267068" y="109984"/>
                </a:lnTo>
                <a:close/>
              </a:path>
              <a:path w="302260" h="323850">
                <a:moveTo>
                  <a:pt x="165240" y="153662"/>
                </a:moveTo>
                <a:lnTo>
                  <a:pt x="136560" y="153662"/>
                </a:lnTo>
                <a:lnTo>
                  <a:pt x="136560" y="109984"/>
                </a:lnTo>
                <a:lnTo>
                  <a:pt x="165240" y="109984"/>
                </a:lnTo>
                <a:lnTo>
                  <a:pt x="165240" y="153662"/>
                </a:lnTo>
                <a:close/>
              </a:path>
              <a:path w="302260" h="323850">
                <a:moveTo>
                  <a:pt x="301800" y="178133"/>
                </a:moveTo>
                <a:lnTo>
                  <a:pt x="0" y="178133"/>
                </a:lnTo>
                <a:lnTo>
                  <a:pt x="0" y="153662"/>
                </a:lnTo>
                <a:lnTo>
                  <a:pt x="301800" y="153662"/>
                </a:lnTo>
                <a:lnTo>
                  <a:pt x="301800" y="178133"/>
                </a:lnTo>
                <a:close/>
              </a:path>
              <a:path w="302260" h="323850">
                <a:moveTo>
                  <a:pt x="150505" y="323376"/>
                </a:moveTo>
                <a:lnTo>
                  <a:pt x="102580" y="319367"/>
                </a:lnTo>
                <a:lnTo>
                  <a:pt x="66668" y="307687"/>
                </a:lnTo>
                <a:lnTo>
                  <a:pt x="44126" y="288854"/>
                </a:lnTo>
                <a:lnTo>
                  <a:pt x="36310" y="263384"/>
                </a:lnTo>
                <a:lnTo>
                  <a:pt x="44126" y="237763"/>
                </a:lnTo>
                <a:lnTo>
                  <a:pt x="66668" y="218851"/>
                </a:lnTo>
                <a:lnTo>
                  <a:pt x="102580" y="207142"/>
                </a:lnTo>
                <a:lnTo>
                  <a:pt x="150505" y="203129"/>
                </a:lnTo>
                <a:lnTo>
                  <a:pt x="198241" y="207142"/>
                </a:lnTo>
                <a:lnTo>
                  <a:pt x="234013" y="218851"/>
                </a:lnTo>
                <a:lnTo>
                  <a:pt x="242544" y="226021"/>
                </a:lnTo>
                <a:lnTo>
                  <a:pt x="150505" y="226021"/>
                </a:lnTo>
                <a:lnTo>
                  <a:pt x="114959" y="228640"/>
                </a:lnTo>
                <a:lnTo>
                  <a:pt x="88343" y="235921"/>
                </a:lnTo>
                <a:lnTo>
                  <a:pt x="71692" y="247593"/>
                </a:lnTo>
                <a:lnTo>
                  <a:pt x="66043" y="263384"/>
                </a:lnTo>
                <a:lnTo>
                  <a:pt x="71692" y="278797"/>
                </a:lnTo>
                <a:lnTo>
                  <a:pt x="88343" y="290387"/>
                </a:lnTo>
                <a:lnTo>
                  <a:pt x="114959" y="297685"/>
                </a:lnTo>
                <a:lnTo>
                  <a:pt x="150505" y="300221"/>
                </a:lnTo>
                <a:lnTo>
                  <a:pt x="242933" y="300221"/>
                </a:lnTo>
                <a:lnTo>
                  <a:pt x="234013" y="307687"/>
                </a:lnTo>
                <a:lnTo>
                  <a:pt x="198241" y="319367"/>
                </a:lnTo>
                <a:lnTo>
                  <a:pt x="150505" y="323376"/>
                </a:lnTo>
                <a:close/>
              </a:path>
              <a:path w="302260" h="323850">
                <a:moveTo>
                  <a:pt x="242933" y="300221"/>
                </a:moveTo>
                <a:lnTo>
                  <a:pt x="150505" y="300221"/>
                </a:lnTo>
                <a:lnTo>
                  <a:pt x="185907" y="297685"/>
                </a:lnTo>
                <a:lnTo>
                  <a:pt x="212503" y="290387"/>
                </a:lnTo>
                <a:lnTo>
                  <a:pt x="229281" y="278797"/>
                </a:lnTo>
                <a:lnTo>
                  <a:pt x="235230" y="263384"/>
                </a:lnTo>
                <a:lnTo>
                  <a:pt x="229281" y="247593"/>
                </a:lnTo>
                <a:lnTo>
                  <a:pt x="212503" y="235921"/>
                </a:lnTo>
                <a:lnTo>
                  <a:pt x="185907" y="228640"/>
                </a:lnTo>
                <a:lnTo>
                  <a:pt x="150505" y="226021"/>
                </a:lnTo>
                <a:lnTo>
                  <a:pt x="242544" y="226021"/>
                </a:lnTo>
                <a:lnTo>
                  <a:pt x="256514" y="237763"/>
                </a:lnTo>
                <a:lnTo>
                  <a:pt x="264437" y="263384"/>
                </a:lnTo>
                <a:lnTo>
                  <a:pt x="256514" y="288854"/>
                </a:lnTo>
                <a:lnTo>
                  <a:pt x="242933" y="300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4176109" y="6351162"/>
            <a:ext cx="307975" cy="330835"/>
          </a:xfrm>
          <a:custGeom>
            <a:avLst/>
            <a:gdLst/>
            <a:ahLst/>
            <a:cxnLst/>
            <a:rect l="l" t="t" r="r" b="b"/>
            <a:pathLst>
              <a:path w="307975" h="330834">
                <a:moveTo>
                  <a:pt x="253912" y="330480"/>
                </a:moveTo>
                <a:lnTo>
                  <a:pt x="224705" y="330480"/>
                </a:lnTo>
                <a:lnTo>
                  <a:pt x="224705" y="0"/>
                </a:lnTo>
                <a:lnTo>
                  <a:pt x="253912" y="0"/>
                </a:lnTo>
                <a:lnTo>
                  <a:pt x="253912" y="134455"/>
                </a:lnTo>
                <a:lnTo>
                  <a:pt x="307589" y="134455"/>
                </a:lnTo>
                <a:lnTo>
                  <a:pt x="307589" y="159188"/>
                </a:lnTo>
                <a:lnTo>
                  <a:pt x="253912" y="159188"/>
                </a:lnTo>
                <a:lnTo>
                  <a:pt x="253912" y="330480"/>
                </a:lnTo>
                <a:close/>
              </a:path>
              <a:path w="307975" h="330834">
                <a:moveTo>
                  <a:pt x="16313" y="267594"/>
                </a:moveTo>
                <a:lnTo>
                  <a:pt x="0" y="244703"/>
                </a:lnTo>
                <a:lnTo>
                  <a:pt x="46627" y="216715"/>
                </a:lnTo>
                <a:lnTo>
                  <a:pt x="83857" y="183947"/>
                </a:lnTo>
                <a:lnTo>
                  <a:pt x="111641" y="146701"/>
                </a:lnTo>
                <a:lnTo>
                  <a:pt x="129927" y="105282"/>
                </a:lnTo>
                <a:lnTo>
                  <a:pt x="138665" y="59991"/>
                </a:lnTo>
                <a:lnTo>
                  <a:pt x="15524" y="59991"/>
                </a:lnTo>
                <a:lnTo>
                  <a:pt x="15524" y="35521"/>
                </a:lnTo>
                <a:lnTo>
                  <a:pt x="168397" y="35521"/>
                </a:lnTo>
                <a:lnTo>
                  <a:pt x="164532" y="81545"/>
                </a:lnTo>
                <a:lnTo>
                  <a:pt x="152824" y="125508"/>
                </a:lnTo>
                <a:lnTo>
                  <a:pt x="132711" y="166753"/>
                </a:lnTo>
                <a:lnTo>
                  <a:pt x="103630" y="204620"/>
                </a:lnTo>
                <a:lnTo>
                  <a:pt x="65019" y="238453"/>
                </a:lnTo>
                <a:lnTo>
                  <a:pt x="16313" y="2675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4638986" y="6358890"/>
            <a:ext cx="29209" cy="38100"/>
          </a:xfrm>
          <a:custGeom>
            <a:avLst/>
            <a:gdLst/>
            <a:ahLst/>
            <a:cxnLst/>
            <a:rect l="l" t="t" r="r" b="b"/>
            <a:pathLst>
              <a:path w="29210" h="38100">
                <a:moveTo>
                  <a:pt x="0" y="0"/>
                </a:moveTo>
                <a:lnTo>
                  <a:pt x="29206" y="0"/>
                </a:lnTo>
                <a:lnTo>
                  <a:pt x="29206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4638986" y="6396990"/>
            <a:ext cx="222250" cy="22860"/>
          </a:xfrm>
          <a:custGeom>
            <a:avLst/>
            <a:gdLst/>
            <a:ahLst/>
            <a:cxnLst/>
            <a:rect l="l" t="t" r="r" b="b"/>
            <a:pathLst>
              <a:path w="222250" h="22860">
                <a:moveTo>
                  <a:pt x="0" y="0"/>
                </a:moveTo>
                <a:lnTo>
                  <a:pt x="222074" y="0"/>
                </a:lnTo>
                <a:lnTo>
                  <a:pt x="222074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638986" y="6419850"/>
            <a:ext cx="29209" cy="39370"/>
          </a:xfrm>
          <a:custGeom>
            <a:avLst/>
            <a:gdLst/>
            <a:ahLst/>
            <a:cxnLst/>
            <a:rect l="l" t="t" r="r" b="b"/>
            <a:pathLst>
              <a:path w="29210" h="39370">
                <a:moveTo>
                  <a:pt x="0" y="0"/>
                </a:moveTo>
                <a:lnTo>
                  <a:pt x="29206" y="0"/>
                </a:lnTo>
                <a:lnTo>
                  <a:pt x="29206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638986" y="6459220"/>
            <a:ext cx="222250" cy="22860"/>
          </a:xfrm>
          <a:custGeom>
            <a:avLst/>
            <a:gdLst/>
            <a:ahLst/>
            <a:cxnLst/>
            <a:rect l="l" t="t" r="r" b="b"/>
            <a:pathLst>
              <a:path w="222250" h="22860">
                <a:moveTo>
                  <a:pt x="0" y="0"/>
                </a:moveTo>
                <a:lnTo>
                  <a:pt x="222074" y="0"/>
                </a:lnTo>
                <a:lnTo>
                  <a:pt x="222074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4831854" y="6358792"/>
            <a:ext cx="29209" cy="38735"/>
          </a:xfrm>
          <a:custGeom>
            <a:avLst/>
            <a:gdLst/>
            <a:ahLst/>
            <a:cxnLst/>
            <a:rect l="l" t="t" r="r" b="b"/>
            <a:pathLst>
              <a:path w="29210" h="38735">
                <a:moveTo>
                  <a:pt x="29206" y="38415"/>
                </a:moveTo>
                <a:lnTo>
                  <a:pt x="0" y="38415"/>
                </a:lnTo>
                <a:lnTo>
                  <a:pt x="0" y="0"/>
                </a:lnTo>
                <a:lnTo>
                  <a:pt x="29206" y="0"/>
                </a:lnTo>
                <a:lnTo>
                  <a:pt x="29206" y="38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4831854" y="6419574"/>
            <a:ext cx="29209" cy="39370"/>
          </a:xfrm>
          <a:custGeom>
            <a:avLst/>
            <a:gdLst/>
            <a:ahLst/>
            <a:cxnLst/>
            <a:rect l="l" t="t" r="r" b="b"/>
            <a:pathLst>
              <a:path w="29210" h="39370">
                <a:moveTo>
                  <a:pt x="29206" y="39205"/>
                </a:moveTo>
                <a:lnTo>
                  <a:pt x="0" y="39205"/>
                </a:lnTo>
                <a:lnTo>
                  <a:pt x="0" y="0"/>
                </a:lnTo>
                <a:lnTo>
                  <a:pt x="29206" y="0"/>
                </a:lnTo>
                <a:lnTo>
                  <a:pt x="29206" y="39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4735288" y="6482460"/>
            <a:ext cx="29209" cy="40005"/>
          </a:xfrm>
          <a:custGeom>
            <a:avLst/>
            <a:gdLst/>
            <a:ahLst/>
            <a:cxnLst/>
            <a:rect l="l" t="t" r="r" b="b"/>
            <a:pathLst>
              <a:path w="29210" h="40004">
                <a:moveTo>
                  <a:pt x="28943" y="39731"/>
                </a:moveTo>
                <a:lnTo>
                  <a:pt x="0" y="39731"/>
                </a:lnTo>
                <a:lnTo>
                  <a:pt x="0" y="0"/>
                </a:lnTo>
                <a:lnTo>
                  <a:pt x="28943" y="0"/>
                </a:lnTo>
                <a:lnTo>
                  <a:pt x="28943" y="397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4598991" y="6522191"/>
            <a:ext cx="301625" cy="24765"/>
          </a:xfrm>
          <a:custGeom>
            <a:avLst/>
            <a:gdLst/>
            <a:ahLst/>
            <a:cxnLst/>
            <a:rect l="l" t="t" r="r" b="b"/>
            <a:pathLst>
              <a:path w="301625" h="24765">
                <a:moveTo>
                  <a:pt x="301537" y="24207"/>
                </a:moveTo>
                <a:lnTo>
                  <a:pt x="0" y="24207"/>
                </a:lnTo>
                <a:lnTo>
                  <a:pt x="0" y="0"/>
                </a:lnTo>
                <a:lnTo>
                  <a:pt x="301537" y="0"/>
                </a:lnTo>
                <a:lnTo>
                  <a:pt x="301537" y="242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4632408" y="6578600"/>
            <a:ext cx="231140" cy="24130"/>
          </a:xfrm>
          <a:custGeom>
            <a:avLst/>
            <a:gdLst/>
            <a:ahLst/>
            <a:cxnLst/>
            <a:rect l="l" t="t" r="r" b="b"/>
            <a:pathLst>
              <a:path w="231139" h="24129">
                <a:moveTo>
                  <a:pt x="0" y="0"/>
                </a:moveTo>
                <a:lnTo>
                  <a:pt x="230757" y="0"/>
                </a:lnTo>
                <a:lnTo>
                  <a:pt x="230757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4833696" y="6602730"/>
            <a:ext cx="29845" cy="78740"/>
          </a:xfrm>
          <a:custGeom>
            <a:avLst/>
            <a:gdLst/>
            <a:ahLst/>
            <a:cxnLst/>
            <a:rect l="l" t="t" r="r" b="b"/>
            <a:pathLst>
              <a:path w="29845" h="78740">
                <a:moveTo>
                  <a:pt x="0" y="0"/>
                </a:moveTo>
                <a:lnTo>
                  <a:pt x="29469" y="0"/>
                </a:lnTo>
                <a:lnTo>
                  <a:pt x="29469" y="78739"/>
                </a:lnTo>
                <a:lnTo>
                  <a:pt x="0" y="787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4928419" y="6372738"/>
            <a:ext cx="301625" cy="309880"/>
          </a:xfrm>
          <a:custGeom>
            <a:avLst/>
            <a:gdLst/>
            <a:ahLst/>
            <a:cxnLst/>
            <a:rect l="l" t="t" r="r" b="b"/>
            <a:pathLst>
              <a:path w="301625" h="309879">
                <a:moveTo>
                  <a:pt x="164714" y="309694"/>
                </a:moveTo>
                <a:lnTo>
                  <a:pt x="135507" y="309694"/>
                </a:lnTo>
                <a:lnTo>
                  <a:pt x="135507" y="166292"/>
                </a:lnTo>
                <a:lnTo>
                  <a:pt x="0" y="166292"/>
                </a:lnTo>
                <a:lnTo>
                  <a:pt x="0" y="142085"/>
                </a:lnTo>
                <a:lnTo>
                  <a:pt x="222337" y="142085"/>
                </a:lnTo>
                <a:lnTo>
                  <a:pt x="228270" y="108700"/>
                </a:lnTo>
                <a:lnTo>
                  <a:pt x="231316" y="79248"/>
                </a:lnTo>
                <a:lnTo>
                  <a:pt x="232439" y="52930"/>
                </a:lnTo>
                <a:lnTo>
                  <a:pt x="232599" y="24207"/>
                </a:lnTo>
                <a:lnTo>
                  <a:pt x="37889" y="24207"/>
                </a:lnTo>
                <a:lnTo>
                  <a:pt x="37889" y="0"/>
                </a:lnTo>
                <a:lnTo>
                  <a:pt x="261542" y="0"/>
                </a:lnTo>
                <a:lnTo>
                  <a:pt x="261394" y="53134"/>
                </a:lnTo>
                <a:lnTo>
                  <a:pt x="260358" y="79396"/>
                </a:lnTo>
                <a:lnTo>
                  <a:pt x="257546" y="108718"/>
                </a:lnTo>
                <a:lnTo>
                  <a:pt x="252070" y="142085"/>
                </a:lnTo>
                <a:lnTo>
                  <a:pt x="301537" y="142085"/>
                </a:lnTo>
                <a:lnTo>
                  <a:pt x="301537" y="166292"/>
                </a:lnTo>
                <a:lnTo>
                  <a:pt x="164714" y="166292"/>
                </a:lnTo>
                <a:lnTo>
                  <a:pt x="164714" y="3096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5295737" y="6361429"/>
            <a:ext cx="226060" cy="20320"/>
          </a:xfrm>
          <a:custGeom>
            <a:avLst/>
            <a:gdLst/>
            <a:ahLst/>
            <a:cxnLst/>
            <a:rect l="l" t="t" r="r" b="b"/>
            <a:pathLst>
              <a:path w="226060" h="20320">
                <a:moveTo>
                  <a:pt x="0" y="0"/>
                </a:moveTo>
                <a:lnTo>
                  <a:pt x="225495" y="0"/>
                </a:lnTo>
                <a:lnTo>
                  <a:pt x="225495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5492026" y="638175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0"/>
                </a:moveTo>
                <a:lnTo>
                  <a:pt x="29206" y="0"/>
                </a:lnTo>
                <a:lnTo>
                  <a:pt x="29206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5296790" y="6409690"/>
            <a:ext cx="224790" cy="20320"/>
          </a:xfrm>
          <a:custGeom>
            <a:avLst/>
            <a:gdLst/>
            <a:ahLst/>
            <a:cxnLst/>
            <a:rect l="l" t="t" r="r" b="b"/>
            <a:pathLst>
              <a:path w="224789" h="20320">
                <a:moveTo>
                  <a:pt x="0" y="0"/>
                </a:moveTo>
                <a:lnTo>
                  <a:pt x="224442" y="0"/>
                </a:lnTo>
                <a:lnTo>
                  <a:pt x="224442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5296790" y="6430009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0"/>
                </a:moveTo>
                <a:lnTo>
                  <a:pt x="28943" y="0"/>
                </a:lnTo>
                <a:lnTo>
                  <a:pt x="28943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5296790" y="6457950"/>
            <a:ext cx="230504" cy="21590"/>
          </a:xfrm>
          <a:custGeom>
            <a:avLst/>
            <a:gdLst/>
            <a:ahLst/>
            <a:cxnLst/>
            <a:rect l="l" t="t" r="r" b="b"/>
            <a:pathLst>
              <a:path w="230504" h="21589">
                <a:moveTo>
                  <a:pt x="0" y="0"/>
                </a:moveTo>
                <a:lnTo>
                  <a:pt x="230231" y="0"/>
                </a:lnTo>
                <a:lnTo>
                  <a:pt x="230231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5257321" y="6504825"/>
            <a:ext cx="302895" cy="23495"/>
          </a:xfrm>
          <a:custGeom>
            <a:avLst/>
            <a:gdLst/>
            <a:ahLst/>
            <a:cxnLst/>
            <a:rect l="l" t="t" r="r" b="b"/>
            <a:pathLst>
              <a:path w="302895" h="23495">
                <a:moveTo>
                  <a:pt x="302852" y="22891"/>
                </a:moveTo>
                <a:lnTo>
                  <a:pt x="0" y="22891"/>
                </a:lnTo>
                <a:lnTo>
                  <a:pt x="0" y="0"/>
                </a:lnTo>
                <a:lnTo>
                  <a:pt x="302852" y="0"/>
                </a:lnTo>
                <a:lnTo>
                  <a:pt x="302852" y="22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5293895" y="6554469"/>
            <a:ext cx="228600" cy="21590"/>
          </a:xfrm>
          <a:custGeom>
            <a:avLst/>
            <a:gdLst/>
            <a:ahLst/>
            <a:cxnLst/>
            <a:rect l="l" t="t" r="r" b="b"/>
            <a:pathLst>
              <a:path w="228600" h="21590">
                <a:moveTo>
                  <a:pt x="0" y="0"/>
                </a:moveTo>
                <a:lnTo>
                  <a:pt x="228389" y="0"/>
                </a:lnTo>
                <a:lnTo>
                  <a:pt x="228389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5493341" y="6576059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40">
                <a:moveTo>
                  <a:pt x="0" y="0"/>
                </a:moveTo>
                <a:lnTo>
                  <a:pt x="28943" y="0"/>
                </a:lnTo>
                <a:lnTo>
                  <a:pt x="28943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5294422" y="6604000"/>
            <a:ext cx="227965" cy="20320"/>
          </a:xfrm>
          <a:custGeom>
            <a:avLst/>
            <a:gdLst/>
            <a:ahLst/>
            <a:cxnLst/>
            <a:rect l="l" t="t" r="r" b="b"/>
            <a:pathLst>
              <a:path w="227964" h="20320">
                <a:moveTo>
                  <a:pt x="0" y="0"/>
                </a:moveTo>
                <a:lnTo>
                  <a:pt x="227863" y="0"/>
                </a:lnTo>
                <a:lnTo>
                  <a:pt x="227863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5294422" y="6624319"/>
            <a:ext cx="29209" cy="31750"/>
          </a:xfrm>
          <a:custGeom>
            <a:avLst/>
            <a:gdLst/>
            <a:ahLst/>
            <a:cxnLst/>
            <a:rect l="l" t="t" r="r" b="b"/>
            <a:pathLst>
              <a:path w="29210" h="31750">
                <a:moveTo>
                  <a:pt x="0" y="0"/>
                </a:moveTo>
                <a:lnTo>
                  <a:pt x="29206" y="0"/>
                </a:lnTo>
                <a:lnTo>
                  <a:pt x="29206" y="31749"/>
                </a:lnTo>
                <a:lnTo>
                  <a:pt x="0" y="317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5294422" y="6656069"/>
            <a:ext cx="238760" cy="21590"/>
          </a:xfrm>
          <a:custGeom>
            <a:avLst/>
            <a:gdLst/>
            <a:ahLst/>
            <a:cxnLst/>
            <a:rect l="l" t="t" r="r" b="b"/>
            <a:pathLst>
              <a:path w="238760" h="21590">
                <a:moveTo>
                  <a:pt x="0" y="0"/>
                </a:moveTo>
                <a:lnTo>
                  <a:pt x="238651" y="0"/>
                </a:lnTo>
                <a:lnTo>
                  <a:pt x="238651" y="21590"/>
                </a:lnTo>
                <a:lnTo>
                  <a:pt x="0" y="215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5681968" y="6351425"/>
            <a:ext cx="273685" cy="330835"/>
          </a:xfrm>
          <a:custGeom>
            <a:avLst/>
            <a:gdLst/>
            <a:ahLst/>
            <a:cxnLst/>
            <a:rect l="l" t="t" r="r" b="b"/>
            <a:pathLst>
              <a:path w="273685" h="330834">
                <a:moveTo>
                  <a:pt x="273646" y="330743"/>
                </a:moveTo>
                <a:lnTo>
                  <a:pt x="244966" y="330743"/>
                </a:lnTo>
                <a:lnTo>
                  <a:pt x="244966" y="0"/>
                </a:lnTo>
                <a:lnTo>
                  <a:pt x="273646" y="0"/>
                </a:lnTo>
                <a:lnTo>
                  <a:pt x="273646" y="330743"/>
                </a:lnTo>
                <a:close/>
              </a:path>
              <a:path w="273685" h="330834">
                <a:moveTo>
                  <a:pt x="109721" y="151031"/>
                </a:moveTo>
                <a:lnTo>
                  <a:pt x="75614" y="146238"/>
                </a:lnTo>
                <a:lnTo>
                  <a:pt x="48809" y="132415"/>
                </a:lnTo>
                <a:lnTo>
                  <a:pt x="31278" y="110996"/>
                </a:lnTo>
                <a:lnTo>
                  <a:pt x="24996" y="83409"/>
                </a:lnTo>
                <a:lnTo>
                  <a:pt x="31278" y="55711"/>
                </a:lnTo>
                <a:lnTo>
                  <a:pt x="48809" y="34304"/>
                </a:lnTo>
                <a:lnTo>
                  <a:pt x="75614" y="20544"/>
                </a:lnTo>
                <a:lnTo>
                  <a:pt x="109721" y="15787"/>
                </a:lnTo>
                <a:lnTo>
                  <a:pt x="143869" y="20544"/>
                </a:lnTo>
                <a:lnTo>
                  <a:pt x="170765" y="34304"/>
                </a:lnTo>
                <a:lnTo>
                  <a:pt x="175232" y="39731"/>
                </a:lnTo>
                <a:lnTo>
                  <a:pt x="109721" y="39731"/>
                </a:lnTo>
                <a:lnTo>
                  <a:pt x="87011" y="42818"/>
                </a:lnTo>
                <a:lnTo>
                  <a:pt x="69135" y="51802"/>
                </a:lnTo>
                <a:lnTo>
                  <a:pt x="57475" y="65669"/>
                </a:lnTo>
                <a:lnTo>
                  <a:pt x="53413" y="83409"/>
                </a:lnTo>
                <a:lnTo>
                  <a:pt x="57475" y="101108"/>
                </a:lnTo>
                <a:lnTo>
                  <a:pt x="69135" y="114885"/>
                </a:lnTo>
                <a:lnTo>
                  <a:pt x="87011" y="123778"/>
                </a:lnTo>
                <a:lnTo>
                  <a:pt x="109721" y="126824"/>
                </a:lnTo>
                <a:lnTo>
                  <a:pt x="175365" y="126824"/>
                </a:lnTo>
                <a:lnTo>
                  <a:pt x="170765" y="132415"/>
                </a:lnTo>
                <a:lnTo>
                  <a:pt x="143869" y="146238"/>
                </a:lnTo>
                <a:lnTo>
                  <a:pt x="109721" y="151031"/>
                </a:lnTo>
                <a:close/>
              </a:path>
              <a:path w="273685" h="330834">
                <a:moveTo>
                  <a:pt x="175365" y="126824"/>
                </a:moveTo>
                <a:lnTo>
                  <a:pt x="109721" y="126824"/>
                </a:lnTo>
                <a:lnTo>
                  <a:pt x="132740" y="123778"/>
                </a:lnTo>
                <a:lnTo>
                  <a:pt x="150801" y="114885"/>
                </a:lnTo>
                <a:lnTo>
                  <a:pt x="162596" y="101108"/>
                </a:lnTo>
                <a:lnTo>
                  <a:pt x="166819" y="83409"/>
                </a:lnTo>
                <a:lnTo>
                  <a:pt x="162596" y="65669"/>
                </a:lnTo>
                <a:lnTo>
                  <a:pt x="150801" y="51802"/>
                </a:lnTo>
                <a:lnTo>
                  <a:pt x="132740" y="42818"/>
                </a:lnTo>
                <a:lnTo>
                  <a:pt x="109721" y="39731"/>
                </a:lnTo>
                <a:lnTo>
                  <a:pt x="175232" y="39731"/>
                </a:lnTo>
                <a:lnTo>
                  <a:pt x="188386" y="55711"/>
                </a:lnTo>
                <a:lnTo>
                  <a:pt x="194709" y="83409"/>
                </a:lnTo>
                <a:lnTo>
                  <a:pt x="188386" y="110996"/>
                </a:lnTo>
                <a:lnTo>
                  <a:pt x="175365" y="126824"/>
                </a:lnTo>
                <a:close/>
              </a:path>
              <a:path w="273685" h="330834">
                <a:moveTo>
                  <a:pt x="3946" y="204182"/>
                </a:moveTo>
                <a:lnTo>
                  <a:pt x="0" y="179448"/>
                </a:lnTo>
                <a:lnTo>
                  <a:pt x="50326" y="179074"/>
                </a:lnTo>
                <a:lnTo>
                  <a:pt x="106005" y="177442"/>
                </a:lnTo>
                <a:lnTo>
                  <a:pt x="163805" y="173787"/>
                </a:lnTo>
                <a:lnTo>
                  <a:pt x="220495" y="167345"/>
                </a:lnTo>
                <a:lnTo>
                  <a:pt x="222600" y="189447"/>
                </a:lnTo>
                <a:lnTo>
                  <a:pt x="198710" y="193361"/>
                </a:lnTo>
                <a:lnTo>
                  <a:pt x="174548" y="196486"/>
                </a:lnTo>
                <a:lnTo>
                  <a:pt x="150336" y="198919"/>
                </a:lnTo>
                <a:lnTo>
                  <a:pt x="126298" y="200761"/>
                </a:lnTo>
                <a:lnTo>
                  <a:pt x="126298" y="202340"/>
                </a:lnTo>
                <a:lnTo>
                  <a:pt x="97091" y="202340"/>
                </a:lnTo>
                <a:lnTo>
                  <a:pt x="72214" y="203220"/>
                </a:lnTo>
                <a:lnTo>
                  <a:pt x="25420" y="204042"/>
                </a:lnTo>
                <a:lnTo>
                  <a:pt x="3946" y="204182"/>
                </a:lnTo>
                <a:close/>
              </a:path>
              <a:path w="273685" h="330834">
                <a:moveTo>
                  <a:pt x="126298" y="320218"/>
                </a:moveTo>
                <a:lnTo>
                  <a:pt x="97091" y="320218"/>
                </a:lnTo>
                <a:lnTo>
                  <a:pt x="97091" y="202340"/>
                </a:lnTo>
                <a:lnTo>
                  <a:pt x="126298" y="202340"/>
                </a:lnTo>
                <a:lnTo>
                  <a:pt x="126298" y="3202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6011397" y="6351162"/>
            <a:ext cx="283210" cy="330835"/>
          </a:xfrm>
          <a:custGeom>
            <a:avLst/>
            <a:gdLst/>
            <a:ahLst/>
            <a:cxnLst/>
            <a:rect l="l" t="t" r="r" b="b"/>
            <a:pathLst>
              <a:path w="283210" h="330834">
                <a:moveTo>
                  <a:pt x="282592" y="139454"/>
                </a:moveTo>
                <a:lnTo>
                  <a:pt x="254701" y="139454"/>
                </a:lnTo>
                <a:lnTo>
                  <a:pt x="254701" y="0"/>
                </a:lnTo>
                <a:lnTo>
                  <a:pt x="282592" y="0"/>
                </a:lnTo>
                <a:lnTo>
                  <a:pt x="282592" y="139454"/>
                </a:lnTo>
                <a:close/>
              </a:path>
              <a:path w="283210" h="330834">
                <a:moveTo>
                  <a:pt x="210760" y="314430"/>
                </a:moveTo>
                <a:lnTo>
                  <a:pt x="183132" y="314430"/>
                </a:lnTo>
                <a:lnTo>
                  <a:pt x="183132" y="7893"/>
                </a:lnTo>
                <a:lnTo>
                  <a:pt x="210760" y="7893"/>
                </a:lnTo>
                <a:lnTo>
                  <a:pt x="210760" y="139454"/>
                </a:lnTo>
                <a:lnTo>
                  <a:pt x="282592" y="139454"/>
                </a:lnTo>
                <a:lnTo>
                  <a:pt x="282592" y="163661"/>
                </a:lnTo>
                <a:lnTo>
                  <a:pt x="210760" y="163661"/>
                </a:lnTo>
                <a:lnTo>
                  <a:pt x="210760" y="314430"/>
                </a:lnTo>
                <a:close/>
              </a:path>
              <a:path w="283210" h="330834">
                <a:moveTo>
                  <a:pt x="282592" y="330743"/>
                </a:moveTo>
                <a:lnTo>
                  <a:pt x="254701" y="330743"/>
                </a:lnTo>
                <a:lnTo>
                  <a:pt x="254701" y="163661"/>
                </a:lnTo>
                <a:lnTo>
                  <a:pt x="282592" y="163661"/>
                </a:lnTo>
                <a:lnTo>
                  <a:pt x="282592" y="330743"/>
                </a:lnTo>
                <a:close/>
              </a:path>
              <a:path w="283210" h="330834">
                <a:moveTo>
                  <a:pt x="97881" y="57097"/>
                </a:moveTo>
                <a:lnTo>
                  <a:pt x="68674" y="57097"/>
                </a:lnTo>
                <a:lnTo>
                  <a:pt x="68674" y="9998"/>
                </a:lnTo>
                <a:lnTo>
                  <a:pt x="97881" y="9998"/>
                </a:lnTo>
                <a:lnTo>
                  <a:pt x="97881" y="57097"/>
                </a:lnTo>
                <a:close/>
              </a:path>
              <a:path w="283210" h="330834">
                <a:moveTo>
                  <a:pt x="166029" y="81041"/>
                </a:moveTo>
                <a:lnTo>
                  <a:pt x="0" y="81041"/>
                </a:lnTo>
                <a:lnTo>
                  <a:pt x="0" y="57097"/>
                </a:lnTo>
                <a:lnTo>
                  <a:pt x="166029" y="57097"/>
                </a:lnTo>
                <a:lnTo>
                  <a:pt x="166029" y="81041"/>
                </a:lnTo>
                <a:close/>
              </a:path>
              <a:path w="283210" h="330834">
                <a:moveTo>
                  <a:pt x="83146" y="254175"/>
                </a:moveTo>
                <a:lnTo>
                  <a:pt x="54581" y="248588"/>
                </a:lnTo>
                <a:lnTo>
                  <a:pt x="32035" y="232961"/>
                </a:lnTo>
                <a:lnTo>
                  <a:pt x="17283" y="208996"/>
                </a:lnTo>
                <a:lnTo>
                  <a:pt x="12103" y="178396"/>
                </a:lnTo>
                <a:lnTo>
                  <a:pt x="17283" y="148141"/>
                </a:lnTo>
                <a:lnTo>
                  <a:pt x="32035" y="124423"/>
                </a:lnTo>
                <a:lnTo>
                  <a:pt x="54581" y="108944"/>
                </a:lnTo>
                <a:lnTo>
                  <a:pt x="83146" y="103406"/>
                </a:lnTo>
                <a:lnTo>
                  <a:pt x="111830" y="108944"/>
                </a:lnTo>
                <a:lnTo>
                  <a:pt x="134422" y="124423"/>
                </a:lnTo>
                <a:lnTo>
                  <a:pt x="136583" y="127877"/>
                </a:lnTo>
                <a:lnTo>
                  <a:pt x="83146" y="127877"/>
                </a:lnTo>
                <a:lnTo>
                  <a:pt x="64974" y="131811"/>
                </a:lnTo>
                <a:lnTo>
                  <a:pt x="50650" y="142381"/>
                </a:lnTo>
                <a:lnTo>
                  <a:pt x="41260" y="158329"/>
                </a:lnTo>
                <a:lnTo>
                  <a:pt x="37889" y="178396"/>
                </a:lnTo>
                <a:lnTo>
                  <a:pt x="41260" y="198718"/>
                </a:lnTo>
                <a:lnTo>
                  <a:pt x="50650" y="214674"/>
                </a:lnTo>
                <a:lnTo>
                  <a:pt x="64974" y="225055"/>
                </a:lnTo>
                <a:lnTo>
                  <a:pt x="83146" y="228652"/>
                </a:lnTo>
                <a:lnTo>
                  <a:pt x="137091" y="228652"/>
                </a:lnTo>
                <a:lnTo>
                  <a:pt x="134422" y="232961"/>
                </a:lnTo>
                <a:lnTo>
                  <a:pt x="111830" y="248588"/>
                </a:lnTo>
                <a:lnTo>
                  <a:pt x="83146" y="254175"/>
                </a:lnTo>
                <a:close/>
              </a:path>
              <a:path w="283210" h="330834">
                <a:moveTo>
                  <a:pt x="137091" y="228652"/>
                </a:moveTo>
                <a:lnTo>
                  <a:pt x="83146" y="228652"/>
                </a:lnTo>
                <a:lnTo>
                  <a:pt x="101359" y="225055"/>
                </a:lnTo>
                <a:lnTo>
                  <a:pt x="115773" y="214674"/>
                </a:lnTo>
                <a:lnTo>
                  <a:pt x="125254" y="198718"/>
                </a:lnTo>
                <a:lnTo>
                  <a:pt x="128666" y="178396"/>
                </a:lnTo>
                <a:lnTo>
                  <a:pt x="125254" y="158329"/>
                </a:lnTo>
                <a:lnTo>
                  <a:pt x="115773" y="142381"/>
                </a:lnTo>
                <a:lnTo>
                  <a:pt x="101359" y="131811"/>
                </a:lnTo>
                <a:lnTo>
                  <a:pt x="83146" y="127877"/>
                </a:lnTo>
                <a:lnTo>
                  <a:pt x="136583" y="127877"/>
                </a:lnTo>
                <a:lnTo>
                  <a:pt x="149268" y="148141"/>
                </a:lnTo>
                <a:lnTo>
                  <a:pt x="154715" y="178396"/>
                </a:lnTo>
                <a:lnTo>
                  <a:pt x="149268" y="208996"/>
                </a:lnTo>
                <a:lnTo>
                  <a:pt x="137091" y="228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6437167" y="6357740"/>
            <a:ext cx="302260" cy="323850"/>
          </a:xfrm>
          <a:custGeom>
            <a:avLst/>
            <a:gdLst/>
            <a:ahLst/>
            <a:cxnLst/>
            <a:rect l="l" t="t" r="r" b="b"/>
            <a:pathLst>
              <a:path w="302259" h="323850">
                <a:moveTo>
                  <a:pt x="267068" y="109984"/>
                </a:moveTo>
                <a:lnTo>
                  <a:pt x="41310" y="109984"/>
                </a:lnTo>
                <a:lnTo>
                  <a:pt x="41310" y="0"/>
                </a:lnTo>
                <a:lnTo>
                  <a:pt x="70253" y="0"/>
                </a:lnTo>
                <a:lnTo>
                  <a:pt x="70253" y="86040"/>
                </a:lnTo>
                <a:lnTo>
                  <a:pt x="267068" y="86040"/>
                </a:lnTo>
                <a:lnTo>
                  <a:pt x="267068" y="109984"/>
                </a:lnTo>
                <a:close/>
              </a:path>
              <a:path w="302259" h="323850">
                <a:moveTo>
                  <a:pt x="165240" y="153662"/>
                </a:moveTo>
                <a:lnTo>
                  <a:pt x="136560" y="153662"/>
                </a:lnTo>
                <a:lnTo>
                  <a:pt x="136560" y="109984"/>
                </a:lnTo>
                <a:lnTo>
                  <a:pt x="165240" y="109984"/>
                </a:lnTo>
                <a:lnTo>
                  <a:pt x="165240" y="153662"/>
                </a:lnTo>
                <a:close/>
              </a:path>
              <a:path w="302259" h="323850">
                <a:moveTo>
                  <a:pt x="301800" y="178133"/>
                </a:moveTo>
                <a:lnTo>
                  <a:pt x="0" y="178133"/>
                </a:lnTo>
                <a:lnTo>
                  <a:pt x="0" y="153662"/>
                </a:lnTo>
                <a:lnTo>
                  <a:pt x="301800" y="153662"/>
                </a:lnTo>
                <a:lnTo>
                  <a:pt x="301800" y="178133"/>
                </a:lnTo>
                <a:close/>
              </a:path>
              <a:path w="302259" h="323850">
                <a:moveTo>
                  <a:pt x="150505" y="323376"/>
                </a:moveTo>
                <a:lnTo>
                  <a:pt x="102580" y="319367"/>
                </a:lnTo>
                <a:lnTo>
                  <a:pt x="66668" y="307687"/>
                </a:lnTo>
                <a:lnTo>
                  <a:pt x="44126" y="288854"/>
                </a:lnTo>
                <a:lnTo>
                  <a:pt x="36310" y="263384"/>
                </a:lnTo>
                <a:lnTo>
                  <a:pt x="44126" y="237763"/>
                </a:lnTo>
                <a:lnTo>
                  <a:pt x="66668" y="218851"/>
                </a:lnTo>
                <a:lnTo>
                  <a:pt x="102580" y="207142"/>
                </a:lnTo>
                <a:lnTo>
                  <a:pt x="150505" y="203129"/>
                </a:lnTo>
                <a:lnTo>
                  <a:pt x="198241" y="207142"/>
                </a:lnTo>
                <a:lnTo>
                  <a:pt x="234013" y="218851"/>
                </a:lnTo>
                <a:lnTo>
                  <a:pt x="242544" y="226021"/>
                </a:lnTo>
                <a:lnTo>
                  <a:pt x="150505" y="226021"/>
                </a:lnTo>
                <a:lnTo>
                  <a:pt x="114959" y="228640"/>
                </a:lnTo>
                <a:lnTo>
                  <a:pt x="88343" y="235921"/>
                </a:lnTo>
                <a:lnTo>
                  <a:pt x="71692" y="247593"/>
                </a:lnTo>
                <a:lnTo>
                  <a:pt x="66043" y="263384"/>
                </a:lnTo>
                <a:lnTo>
                  <a:pt x="71692" y="278797"/>
                </a:lnTo>
                <a:lnTo>
                  <a:pt x="88343" y="290387"/>
                </a:lnTo>
                <a:lnTo>
                  <a:pt x="114959" y="297685"/>
                </a:lnTo>
                <a:lnTo>
                  <a:pt x="150505" y="300221"/>
                </a:lnTo>
                <a:lnTo>
                  <a:pt x="242933" y="300221"/>
                </a:lnTo>
                <a:lnTo>
                  <a:pt x="234013" y="307687"/>
                </a:lnTo>
                <a:lnTo>
                  <a:pt x="198241" y="319367"/>
                </a:lnTo>
                <a:lnTo>
                  <a:pt x="150505" y="323376"/>
                </a:lnTo>
                <a:close/>
              </a:path>
              <a:path w="302259" h="323850">
                <a:moveTo>
                  <a:pt x="242933" y="300221"/>
                </a:moveTo>
                <a:lnTo>
                  <a:pt x="150505" y="300221"/>
                </a:lnTo>
                <a:lnTo>
                  <a:pt x="185907" y="297685"/>
                </a:lnTo>
                <a:lnTo>
                  <a:pt x="212503" y="290387"/>
                </a:lnTo>
                <a:lnTo>
                  <a:pt x="229281" y="278797"/>
                </a:lnTo>
                <a:lnTo>
                  <a:pt x="235230" y="263384"/>
                </a:lnTo>
                <a:lnTo>
                  <a:pt x="229281" y="247593"/>
                </a:lnTo>
                <a:lnTo>
                  <a:pt x="212503" y="235921"/>
                </a:lnTo>
                <a:lnTo>
                  <a:pt x="185907" y="228640"/>
                </a:lnTo>
                <a:lnTo>
                  <a:pt x="150505" y="226021"/>
                </a:lnTo>
                <a:lnTo>
                  <a:pt x="242544" y="226021"/>
                </a:lnTo>
                <a:lnTo>
                  <a:pt x="256514" y="237763"/>
                </a:lnTo>
                <a:lnTo>
                  <a:pt x="264437" y="263384"/>
                </a:lnTo>
                <a:lnTo>
                  <a:pt x="256514" y="288854"/>
                </a:lnTo>
                <a:lnTo>
                  <a:pt x="242933" y="300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6769753" y="6351162"/>
            <a:ext cx="270510" cy="330835"/>
          </a:xfrm>
          <a:custGeom>
            <a:avLst/>
            <a:gdLst/>
            <a:ahLst/>
            <a:cxnLst/>
            <a:rect l="l" t="t" r="r" b="b"/>
            <a:pathLst>
              <a:path w="270509" h="330834">
                <a:moveTo>
                  <a:pt x="269962" y="199183"/>
                </a:moveTo>
                <a:lnTo>
                  <a:pt x="240756" y="199183"/>
                </a:lnTo>
                <a:lnTo>
                  <a:pt x="240756" y="0"/>
                </a:lnTo>
                <a:lnTo>
                  <a:pt x="269962" y="0"/>
                </a:lnTo>
                <a:lnTo>
                  <a:pt x="269962" y="199183"/>
                </a:lnTo>
                <a:close/>
              </a:path>
              <a:path w="270509" h="330834">
                <a:moveTo>
                  <a:pt x="15261" y="184974"/>
                </a:moveTo>
                <a:lnTo>
                  <a:pt x="0" y="162082"/>
                </a:lnTo>
                <a:lnTo>
                  <a:pt x="34135" y="143499"/>
                </a:lnTo>
                <a:lnTo>
                  <a:pt x="60748" y="116825"/>
                </a:lnTo>
                <a:lnTo>
                  <a:pt x="78036" y="84231"/>
                </a:lnTo>
                <a:lnTo>
                  <a:pt x="84198" y="47888"/>
                </a:lnTo>
                <a:lnTo>
                  <a:pt x="84198" y="16050"/>
                </a:lnTo>
                <a:lnTo>
                  <a:pt x="113931" y="16050"/>
                </a:lnTo>
                <a:lnTo>
                  <a:pt x="113931" y="47888"/>
                </a:lnTo>
                <a:lnTo>
                  <a:pt x="120016" y="82694"/>
                </a:lnTo>
                <a:lnTo>
                  <a:pt x="129565" y="99723"/>
                </a:lnTo>
                <a:lnTo>
                  <a:pt x="99328" y="99723"/>
                </a:lnTo>
                <a:lnTo>
                  <a:pt x="85582" y="127529"/>
                </a:lnTo>
                <a:lnTo>
                  <a:pt x="66520" y="151475"/>
                </a:lnTo>
                <a:lnTo>
                  <a:pt x="42845" y="170858"/>
                </a:lnTo>
                <a:lnTo>
                  <a:pt x="15261" y="184974"/>
                </a:lnTo>
                <a:close/>
              </a:path>
              <a:path w="270509" h="330834">
                <a:moveTo>
                  <a:pt x="182869" y="179185"/>
                </a:moveTo>
                <a:lnTo>
                  <a:pt x="155700" y="166011"/>
                </a:lnTo>
                <a:lnTo>
                  <a:pt x="132267" y="147989"/>
                </a:lnTo>
                <a:lnTo>
                  <a:pt x="113251" y="125700"/>
                </a:lnTo>
                <a:lnTo>
                  <a:pt x="99328" y="99723"/>
                </a:lnTo>
                <a:lnTo>
                  <a:pt x="129565" y="99723"/>
                </a:lnTo>
                <a:lnTo>
                  <a:pt x="137349" y="113602"/>
                </a:lnTo>
                <a:lnTo>
                  <a:pt x="163957" y="138689"/>
                </a:lnTo>
                <a:lnTo>
                  <a:pt x="197867" y="156031"/>
                </a:lnTo>
                <a:lnTo>
                  <a:pt x="182869" y="179185"/>
                </a:lnTo>
                <a:close/>
              </a:path>
              <a:path w="270509" h="330834">
                <a:moveTo>
                  <a:pt x="269962" y="330743"/>
                </a:moveTo>
                <a:lnTo>
                  <a:pt x="240756" y="330743"/>
                </a:lnTo>
                <a:lnTo>
                  <a:pt x="240756" y="239703"/>
                </a:lnTo>
                <a:lnTo>
                  <a:pt x="47361" y="239703"/>
                </a:lnTo>
                <a:lnTo>
                  <a:pt x="47361" y="215759"/>
                </a:lnTo>
                <a:lnTo>
                  <a:pt x="269962" y="215759"/>
                </a:lnTo>
                <a:lnTo>
                  <a:pt x="269962" y="3307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7124178" y="6361950"/>
            <a:ext cx="244475" cy="24130"/>
          </a:xfrm>
          <a:custGeom>
            <a:avLst/>
            <a:gdLst/>
            <a:ahLst/>
            <a:cxnLst/>
            <a:rect l="l" t="t" r="r" b="b"/>
            <a:pathLst>
              <a:path w="244475" h="24129">
                <a:moveTo>
                  <a:pt x="244439" y="23944"/>
                </a:moveTo>
                <a:lnTo>
                  <a:pt x="0" y="23944"/>
                </a:lnTo>
                <a:lnTo>
                  <a:pt x="0" y="0"/>
                </a:lnTo>
                <a:lnTo>
                  <a:pt x="244439" y="0"/>
                </a:lnTo>
                <a:lnTo>
                  <a:pt x="244439" y="239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7175224" y="6385894"/>
            <a:ext cx="29209" cy="69850"/>
          </a:xfrm>
          <a:custGeom>
            <a:avLst/>
            <a:gdLst/>
            <a:ahLst/>
            <a:cxnLst/>
            <a:rect l="l" t="t" r="r" b="b"/>
            <a:pathLst>
              <a:path w="29209" h="69850">
                <a:moveTo>
                  <a:pt x="28943" y="69727"/>
                </a:moveTo>
                <a:lnTo>
                  <a:pt x="0" y="69727"/>
                </a:lnTo>
                <a:lnTo>
                  <a:pt x="0" y="0"/>
                </a:lnTo>
                <a:lnTo>
                  <a:pt x="28943" y="0"/>
                </a:lnTo>
                <a:lnTo>
                  <a:pt x="28943" y="697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7288629" y="6385894"/>
            <a:ext cx="29209" cy="69850"/>
          </a:xfrm>
          <a:custGeom>
            <a:avLst/>
            <a:gdLst/>
            <a:ahLst/>
            <a:cxnLst/>
            <a:rect l="l" t="t" r="r" b="b"/>
            <a:pathLst>
              <a:path w="29209" h="69850">
                <a:moveTo>
                  <a:pt x="29206" y="69727"/>
                </a:moveTo>
                <a:lnTo>
                  <a:pt x="0" y="69727"/>
                </a:lnTo>
                <a:lnTo>
                  <a:pt x="0" y="0"/>
                </a:lnTo>
                <a:lnTo>
                  <a:pt x="29206" y="0"/>
                </a:lnTo>
                <a:lnTo>
                  <a:pt x="29206" y="697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7125230" y="6455621"/>
            <a:ext cx="242570" cy="24765"/>
          </a:xfrm>
          <a:custGeom>
            <a:avLst/>
            <a:gdLst/>
            <a:ahLst/>
            <a:cxnLst/>
            <a:rect l="l" t="t" r="r" b="b"/>
            <a:pathLst>
              <a:path w="242570" h="24764">
                <a:moveTo>
                  <a:pt x="242334" y="24207"/>
                </a:moveTo>
                <a:lnTo>
                  <a:pt x="0" y="24207"/>
                </a:lnTo>
                <a:lnTo>
                  <a:pt x="0" y="0"/>
                </a:lnTo>
                <a:lnTo>
                  <a:pt x="242334" y="0"/>
                </a:lnTo>
                <a:lnTo>
                  <a:pt x="242334" y="242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7096024" y="6511140"/>
            <a:ext cx="301625" cy="24130"/>
          </a:xfrm>
          <a:custGeom>
            <a:avLst/>
            <a:gdLst/>
            <a:ahLst/>
            <a:cxnLst/>
            <a:rect l="l" t="t" r="r" b="b"/>
            <a:pathLst>
              <a:path w="301625" h="24129">
                <a:moveTo>
                  <a:pt x="301537" y="23944"/>
                </a:moveTo>
                <a:lnTo>
                  <a:pt x="0" y="23944"/>
                </a:lnTo>
                <a:lnTo>
                  <a:pt x="0" y="0"/>
                </a:lnTo>
                <a:lnTo>
                  <a:pt x="301537" y="0"/>
                </a:lnTo>
                <a:lnTo>
                  <a:pt x="301537" y="239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7232321" y="6535084"/>
            <a:ext cx="29209" cy="39370"/>
          </a:xfrm>
          <a:custGeom>
            <a:avLst/>
            <a:gdLst/>
            <a:ahLst/>
            <a:cxnLst/>
            <a:rect l="l" t="t" r="r" b="b"/>
            <a:pathLst>
              <a:path w="29209" h="39370">
                <a:moveTo>
                  <a:pt x="28680" y="39205"/>
                </a:moveTo>
                <a:lnTo>
                  <a:pt x="0" y="39205"/>
                </a:lnTo>
                <a:lnTo>
                  <a:pt x="0" y="0"/>
                </a:lnTo>
                <a:lnTo>
                  <a:pt x="28680" y="0"/>
                </a:lnTo>
                <a:lnTo>
                  <a:pt x="28680" y="39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7132861" y="6574790"/>
            <a:ext cx="227965" cy="22860"/>
          </a:xfrm>
          <a:custGeom>
            <a:avLst/>
            <a:gdLst/>
            <a:ahLst/>
            <a:cxnLst/>
            <a:rect l="l" t="t" r="r" b="b"/>
            <a:pathLst>
              <a:path w="227965" h="22859">
                <a:moveTo>
                  <a:pt x="0" y="0"/>
                </a:moveTo>
                <a:lnTo>
                  <a:pt x="227600" y="0"/>
                </a:lnTo>
                <a:lnTo>
                  <a:pt x="227600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7132861" y="6597650"/>
            <a:ext cx="29209" cy="55880"/>
          </a:xfrm>
          <a:custGeom>
            <a:avLst/>
            <a:gdLst/>
            <a:ahLst/>
            <a:cxnLst/>
            <a:rect l="l" t="t" r="r" b="b"/>
            <a:pathLst>
              <a:path w="29209" h="55879">
                <a:moveTo>
                  <a:pt x="0" y="0"/>
                </a:moveTo>
                <a:lnTo>
                  <a:pt x="28943" y="0"/>
                </a:lnTo>
                <a:lnTo>
                  <a:pt x="28943" y="55879"/>
                </a:lnTo>
                <a:lnTo>
                  <a:pt x="0" y="558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7132861" y="6653530"/>
            <a:ext cx="227965" cy="24130"/>
          </a:xfrm>
          <a:custGeom>
            <a:avLst/>
            <a:gdLst/>
            <a:ahLst/>
            <a:cxnLst/>
            <a:rect l="l" t="t" r="r" b="b"/>
            <a:pathLst>
              <a:path w="227965" h="24129">
                <a:moveTo>
                  <a:pt x="0" y="0"/>
                </a:moveTo>
                <a:lnTo>
                  <a:pt x="227600" y="0"/>
                </a:lnTo>
                <a:lnTo>
                  <a:pt x="227600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7332044" y="6597444"/>
            <a:ext cx="28575" cy="56515"/>
          </a:xfrm>
          <a:custGeom>
            <a:avLst/>
            <a:gdLst/>
            <a:ahLst/>
            <a:cxnLst/>
            <a:rect l="l" t="t" r="r" b="b"/>
            <a:pathLst>
              <a:path w="28575" h="56515">
                <a:moveTo>
                  <a:pt x="28417" y="56044"/>
                </a:moveTo>
                <a:lnTo>
                  <a:pt x="0" y="56044"/>
                </a:lnTo>
                <a:lnTo>
                  <a:pt x="0" y="0"/>
                </a:lnTo>
                <a:lnTo>
                  <a:pt x="28417" y="0"/>
                </a:lnTo>
                <a:lnTo>
                  <a:pt x="28417" y="560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7463868" y="6365240"/>
            <a:ext cx="29209" cy="45720"/>
          </a:xfrm>
          <a:custGeom>
            <a:avLst/>
            <a:gdLst/>
            <a:ahLst/>
            <a:cxnLst/>
            <a:rect l="l" t="t" r="r" b="b"/>
            <a:pathLst>
              <a:path w="29209" h="45720">
                <a:moveTo>
                  <a:pt x="0" y="0"/>
                </a:moveTo>
                <a:lnTo>
                  <a:pt x="28943" y="0"/>
                </a:lnTo>
                <a:lnTo>
                  <a:pt x="28943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7463868" y="6410959"/>
            <a:ext cx="225425" cy="22860"/>
          </a:xfrm>
          <a:custGeom>
            <a:avLst/>
            <a:gdLst/>
            <a:ahLst/>
            <a:cxnLst/>
            <a:rect l="l" t="t" r="r" b="b"/>
            <a:pathLst>
              <a:path w="225425" h="22860">
                <a:moveTo>
                  <a:pt x="0" y="0"/>
                </a:moveTo>
                <a:lnTo>
                  <a:pt x="224968" y="0"/>
                </a:lnTo>
                <a:lnTo>
                  <a:pt x="224968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7463868" y="6433820"/>
            <a:ext cx="29209" cy="49530"/>
          </a:xfrm>
          <a:custGeom>
            <a:avLst/>
            <a:gdLst/>
            <a:ahLst/>
            <a:cxnLst/>
            <a:rect l="l" t="t" r="r" b="b"/>
            <a:pathLst>
              <a:path w="29209" h="49529">
                <a:moveTo>
                  <a:pt x="0" y="0"/>
                </a:moveTo>
                <a:lnTo>
                  <a:pt x="28943" y="0"/>
                </a:lnTo>
                <a:lnTo>
                  <a:pt x="28943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7463868" y="6483350"/>
            <a:ext cx="225425" cy="24130"/>
          </a:xfrm>
          <a:custGeom>
            <a:avLst/>
            <a:gdLst/>
            <a:ahLst/>
            <a:cxnLst/>
            <a:rect l="l" t="t" r="r" b="b"/>
            <a:pathLst>
              <a:path w="225425" h="24129">
                <a:moveTo>
                  <a:pt x="0" y="0"/>
                </a:moveTo>
                <a:lnTo>
                  <a:pt x="224968" y="0"/>
                </a:lnTo>
                <a:lnTo>
                  <a:pt x="224968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7659630" y="6364844"/>
            <a:ext cx="29209" cy="46355"/>
          </a:xfrm>
          <a:custGeom>
            <a:avLst/>
            <a:gdLst/>
            <a:ahLst/>
            <a:cxnLst/>
            <a:rect l="l" t="t" r="r" b="b"/>
            <a:pathLst>
              <a:path w="29209" h="46354">
                <a:moveTo>
                  <a:pt x="29206" y="45783"/>
                </a:moveTo>
                <a:lnTo>
                  <a:pt x="0" y="45783"/>
                </a:lnTo>
                <a:lnTo>
                  <a:pt x="0" y="0"/>
                </a:lnTo>
                <a:lnTo>
                  <a:pt x="29206" y="0"/>
                </a:lnTo>
                <a:lnTo>
                  <a:pt x="29206" y="457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7659630" y="6434308"/>
            <a:ext cx="29209" cy="49530"/>
          </a:xfrm>
          <a:custGeom>
            <a:avLst/>
            <a:gdLst/>
            <a:ahLst/>
            <a:cxnLst/>
            <a:rect l="l" t="t" r="r" b="b"/>
            <a:pathLst>
              <a:path w="29209" h="49529">
                <a:moveTo>
                  <a:pt x="29206" y="49203"/>
                </a:moveTo>
                <a:lnTo>
                  <a:pt x="0" y="49203"/>
                </a:lnTo>
                <a:lnTo>
                  <a:pt x="0" y="0"/>
                </a:lnTo>
                <a:lnTo>
                  <a:pt x="29206" y="0"/>
                </a:lnTo>
                <a:lnTo>
                  <a:pt x="29206" y="492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7424926" y="6547450"/>
            <a:ext cx="302895" cy="24130"/>
          </a:xfrm>
          <a:custGeom>
            <a:avLst/>
            <a:gdLst/>
            <a:ahLst/>
            <a:cxnLst/>
            <a:rect l="l" t="t" r="r" b="b"/>
            <a:pathLst>
              <a:path w="302895" h="24129">
                <a:moveTo>
                  <a:pt x="302852" y="23680"/>
                </a:moveTo>
                <a:lnTo>
                  <a:pt x="0" y="23680"/>
                </a:lnTo>
                <a:lnTo>
                  <a:pt x="0" y="0"/>
                </a:lnTo>
                <a:lnTo>
                  <a:pt x="302852" y="0"/>
                </a:lnTo>
                <a:lnTo>
                  <a:pt x="302852" y="236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7561222" y="6571132"/>
            <a:ext cx="29209" cy="111125"/>
          </a:xfrm>
          <a:custGeom>
            <a:avLst/>
            <a:gdLst/>
            <a:ahLst/>
            <a:cxnLst/>
            <a:rect l="l" t="t" r="r" b="b"/>
            <a:pathLst>
              <a:path w="29209" h="111125">
                <a:moveTo>
                  <a:pt x="28680" y="110774"/>
                </a:moveTo>
                <a:lnTo>
                  <a:pt x="0" y="110774"/>
                </a:lnTo>
                <a:lnTo>
                  <a:pt x="0" y="0"/>
                </a:lnTo>
                <a:lnTo>
                  <a:pt x="28680" y="0"/>
                </a:lnTo>
                <a:lnTo>
                  <a:pt x="28680" y="1107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7765931" y="6509824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59" h="48259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7851709" y="6357740"/>
            <a:ext cx="302260" cy="323850"/>
          </a:xfrm>
          <a:custGeom>
            <a:avLst/>
            <a:gdLst/>
            <a:ahLst/>
            <a:cxnLst/>
            <a:rect l="l" t="t" r="r" b="b"/>
            <a:pathLst>
              <a:path w="302259" h="323850">
                <a:moveTo>
                  <a:pt x="267068" y="109984"/>
                </a:moveTo>
                <a:lnTo>
                  <a:pt x="41310" y="109984"/>
                </a:lnTo>
                <a:lnTo>
                  <a:pt x="41310" y="0"/>
                </a:lnTo>
                <a:lnTo>
                  <a:pt x="70253" y="0"/>
                </a:lnTo>
                <a:lnTo>
                  <a:pt x="70253" y="86040"/>
                </a:lnTo>
                <a:lnTo>
                  <a:pt x="267068" y="86040"/>
                </a:lnTo>
                <a:lnTo>
                  <a:pt x="267068" y="109984"/>
                </a:lnTo>
                <a:close/>
              </a:path>
              <a:path w="302259" h="323850">
                <a:moveTo>
                  <a:pt x="165240" y="153662"/>
                </a:moveTo>
                <a:lnTo>
                  <a:pt x="136560" y="153662"/>
                </a:lnTo>
                <a:lnTo>
                  <a:pt x="136560" y="109984"/>
                </a:lnTo>
                <a:lnTo>
                  <a:pt x="165240" y="109984"/>
                </a:lnTo>
                <a:lnTo>
                  <a:pt x="165240" y="153662"/>
                </a:lnTo>
                <a:close/>
              </a:path>
              <a:path w="302259" h="323850">
                <a:moveTo>
                  <a:pt x="301800" y="178133"/>
                </a:moveTo>
                <a:lnTo>
                  <a:pt x="0" y="178133"/>
                </a:lnTo>
                <a:lnTo>
                  <a:pt x="0" y="153662"/>
                </a:lnTo>
                <a:lnTo>
                  <a:pt x="301800" y="153662"/>
                </a:lnTo>
                <a:lnTo>
                  <a:pt x="301800" y="178133"/>
                </a:lnTo>
                <a:close/>
              </a:path>
              <a:path w="302259" h="323850">
                <a:moveTo>
                  <a:pt x="150505" y="323376"/>
                </a:moveTo>
                <a:lnTo>
                  <a:pt x="102580" y="319367"/>
                </a:lnTo>
                <a:lnTo>
                  <a:pt x="66668" y="307687"/>
                </a:lnTo>
                <a:lnTo>
                  <a:pt x="44126" y="288854"/>
                </a:lnTo>
                <a:lnTo>
                  <a:pt x="36310" y="263384"/>
                </a:lnTo>
                <a:lnTo>
                  <a:pt x="44126" y="237763"/>
                </a:lnTo>
                <a:lnTo>
                  <a:pt x="66668" y="218851"/>
                </a:lnTo>
                <a:lnTo>
                  <a:pt x="102580" y="207142"/>
                </a:lnTo>
                <a:lnTo>
                  <a:pt x="150505" y="203129"/>
                </a:lnTo>
                <a:lnTo>
                  <a:pt x="198241" y="207142"/>
                </a:lnTo>
                <a:lnTo>
                  <a:pt x="234013" y="218851"/>
                </a:lnTo>
                <a:lnTo>
                  <a:pt x="242544" y="226021"/>
                </a:lnTo>
                <a:lnTo>
                  <a:pt x="150505" y="226021"/>
                </a:lnTo>
                <a:lnTo>
                  <a:pt x="114959" y="228640"/>
                </a:lnTo>
                <a:lnTo>
                  <a:pt x="88343" y="235921"/>
                </a:lnTo>
                <a:lnTo>
                  <a:pt x="71692" y="247593"/>
                </a:lnTo>
                <a:lnTo>
                  <a:pt x="66043" y="263384"/>
                </a:lnTo>
                <a:lnTo>
                  <a:pt x="71692" y="278797"/>
                </a:lnTo>
                <a:lnTo>
                  <a:pt x="88343" y="290387"/>
                </a:lnTo>
                <a:lnTo>
                  <a:pt x="114959" y="297685"/>
                </a:lnTo>
                <a:lnTo>
                  <a:pt x="150505" y="300221"/>
                </a:lnTo>
                <a:lnTo>
                  <a:pt x="242933" y="300221"/>
                </a:lnTo>
                <a:lnTo>
                  <a:pt x="234013" y="307687"/>
                </a:lnTo>
                <a:lnTo>
                  <a:pt x="198241" y="319367"/>
                </a:lnTo>
                <a:lnTo>
                  <a:pt x="150505" y="323376"/>
                </a:lnTo>
                <a:close/>
              </a:path>
              <a:path w="302259" h="323850">
                <a:moveTo>
                  <a:pt x="242933" y="300221"/>
                </a:moveTo>
                <a:lnTo>
                  <a:pt x="150505" y="300221"/>
                </a:lnTo>
                <a:lnTo>
                  <a:pt x="185907" y="297685"/>
                </a:lnTo>
                <a:lnTo>
                  <a:pt x="212503" y="290387"/>
                </a:lnTo>
                <a:lnTo>
                  <a:pt x="229281" y="278797"/>
                </a:lnTo>
                <a:lnTo>
                  <a:pt x="235230" y="263384"/>
                </a:lnTo>
                <a:lnTo>
                  <a:pt x="229281" y="247593"/>
                </a:lnTo>
                <a:lnTo>
                  <a:pt x="212503" y="235921"/>
                </a:lnTo>
                <a:lnTo>
                  <a:pt x="185907" y="228640"/>
                </a:lnTo>
                <a:lnTo>
                  <a:pt x="150505" y="226021"/>
                </a:lnTo>
                <a:lnTo>
                  <a:pt x="242544" y="226021"/>
                </a:lnTo>
                <a:lnTo>
                  <a:pt x="256514" y="237763"/>
                </a:lnTo>
                <a:lnTo>
                  <a:pt x="264437" y="263384"/>
                </a:lnTo>
                <a:lnTo>
                  <a:pt x="256514" y="288854"/>
                </a:lnTo>
                <a:lnTo>
                  <a:pt x="242933" y="300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8181400" y="6348005"/>
            <a:ext cx="274320" cy="329565"/>
          </a:xfrm>
          <a:custGeom>
            <a:avLst/>
            <a:gdLst/>
            <a:ahLst/>
            <a:cxnLst/>
            <a:rect l="l" t="t" r="r" b="b"/>
            <a:pathLst>
              <a:path w="274320" h="329565">
                <a:moveTo>
                  <a:pt x="109458" y="36573"/>
                </a:moveTo>
                <a:lnTo>
                  <a:pt x="80515" y="36573"/>
                </a:lnTo>
                <a:lnTo>
                  <a:pt x="80515" y="0"/>
                </a:lnTo>
                <a:lnTo>
                  <a:pt x="109458" y="0"/>
                </a:lnTo>
                <a:lnTo>
                  <a:pt x="109458" y="36573"/>
                </a:lnTo>
                <a:close/>
              </a:path>
              <a:path w="274320" h="329565">
                <a:moveTo>
                  <a:pt x="273909" y="198656"/>
                </a:moveTo>
                <a:lnTo>
                  <a:pt x="244703" y="198656"/>
                </a:lnTo>
                <a:lnTo>
                  <a:pt x="244703" y="169187"/>
                </a:lnTo>
                <a:lnTo>
                  <a:pt x="186816" y="169187"/>
                </a:lnTo>
                <a:lnTo>
                  <a:pt x="186816" y="144979"/>
                </a:lnTo>
                <a:lnTo>
                  <a:pt x="244703" y="144979"/>
                </a:lnTo>
                <a:lnTo>
                  <a:pt x="244703" y="104722"/>
                </a:lnTo>
                <a:lnTo>
                  <a:pt x="187079" y="104722"/>
                </a:lnTo>
                <a:lnTo>
                  <a:pt x="187079" y="80515"/>
                </a:lnTo>
                <a:lnTo>
                  <a:pt x="244703" y="80515"/>
                </a:lnTo>
                <a:lnTo>
                  <a:pt x="244703" y="3157"/>
                </a:lnTo>
                <a:lnTo>
                  <a:pt x="273909" y="3157"/>
                </a:lnTo>
                <a:lnTo>
                  <a:pt x="273909" y="198656"/>
                </a:lnTo>
                <a:close/>
              </a:path>
              <a:path w="274320" h="329565">
                <a:moveTo>
                  <a:pt x="187342" y="60517"/>
                </a:moveTo>
                <a:lnTo>
                  <a:pt x="0" y="60517"/>
                </a:lnTo>
                <a:lnTo>
                  <a:pt x="0" y="36573"/>
                </a:lnTo>
                <a:lnTo>
                  <a:pt x="187342" y="36573"/>
                </a:lnTo>
                <a:lnTo>
                  <a:pt x="187342" y="60517"/>
                </a:lnTo>
                <a:close/>
              </a:path>
              <a:path w="274320" h="329565">
                <a:moveTo>
                  <a:pt x="94723" y="195762"/>
                </a:moveTo>
                <a:lnTo>
                  <a:pt x="64098" y="191544"/>
                </a:lnTo>
                <a:lnTo>
                  <a:pt x="40356" y="179580"/>
                </a:lnTo>
                <a:lnTo>
                  <a:pt x="25049" y="160907"/>
                </a:lnTo>
                <a:lnTo>
                  <a:pt x="19734" y="136560"/>
                </a:lnTo>
                <a:lnTo>
                  <a:pt x="25049" y="112019"/>
                </a:lnTo>
                <a:lnTo>
                  <a:pt x="40356" y="93177"/>
                </a:lnTo>
                <a:lnTo>
                  <a:pt x="64098" y="81094"/>
                </a:lnTo>
                <a:lnTo>
                  <a:pt x="94723" y="76831"/>
                </a:lnTo>
                <a:lnTo>
                  <a:pt x="125134" y="81094"/>
                </a:lnTo>
                <a:lnTo>
                  <a:pt x="148959" y="93177"/>
                </a:lnTo>
                <a:lnTo>
                  <a:pt x="154156" y="99459"/>
                </a:lnTo>
                <a:lnTo>
                  <a:pt x="94723" y="99459"/>
                </a:lnTo>
                <a:lnTo>
                  <a:pt x="75034" y="102111"/>
                </a:lnTo>
                <a:lnTo>
                  <a:pt x="59958" y="109623"/>
                </a:lnTo>
                <a:lnTo>
                  <a:pt x="50358" y="121327"/>
                </a:lnTo>
                <a:lnTo>
                  <a:pt x="47098" y="136560"/>
                </a:lnTo>
                <a:lnTo>
                  <a:pt x="50358" y="151681"/>
                </a:lnTo>
                <a:lnTo>
                  <a:pt x="59958" y="163398"/>
                </a:lnTo>
                <a:lnTo>
                  <a:pt x="75034" y="170971"/>
                </a:lnTo>
                <a:lnTo>
                  <a:pt x="94723" y="173660"/>
                </a:lnTo>
                <a:lnTo>
                  <a:pt x="153901" y="173660"/>
                </a:lnTo>
                <a:lnTo>
                  <a:pt x="148959" y="179580"/>
                </a:lnTo>
                <a:lnTo>
                  <a:pt x="125134" y="191544"/>
                </a:lnTo>
                <a:lnTo>
                  <a:pt x="94723" y="195762"/>
                </a:lnTo>
                <a:close/>
              </a:path>
              <a:path w="274320" h="329565">
                <a:moveTo>
                  <a:pt x="153901" y="173660"/>
                </a:moveTo>
                <a:lnTo>
                  <a:pt x="94723" y="173660"/>
                </a:lnTo>
                <a:lnTo>
                  <a:pt x="114198" y="170971"/>
                </a:lnTo>
                <a:lnTo>
                  <a:pt x="129357" y="163398"/>
                </a:lnTo>
                <a:lnTo>
                  <a:pt x="139236" y="151681"/>
                </a:lnTo>
                <a:lnTo>
                  <a:pt x="142875" y="136560"/>
                </a:lnTo>
                <a:lnTo>
                  <a:pt x="139236" y="121327"/>
                </a:lnTo>
                <a:lnTo>
                  <a:pt x="129357" y="109623"/>
                </a:lnTo>
                <a:lnTo>
                  <a:pt x="114198" y="102111"/>
                </a:lnTo>
                <a:lnTo>
                  <a:pt x="94723" y="99459"/>
                </a:lnTo>
                <a:lnTo>
                  <a:pt x="154156" y="99459"/>
                </a:lnTo>
                <a:lnTo>
                  <a:pt x="164545" y="112019"/>
                </a:lnTo>
                <a:lnTo>
                  <a:pt x="170239" y="136560"/>
                </a:lnTo>
                <a:lnTo>
                  <a:pt x="164545" y="160907"/>
                </a:lnTo>
                <a:lnTo>
                  <a:pt x="153901" y="173660"/>
                </a:lnTo>
                <a:close/>
              </a:path>
              <a:path w="274320" h="329565">
                <a:moveTo>
                  <a:pt x="273909" y="329428"/>
                </a:moveTo>
                <a:lnTo>
                  <a:pt x="58676" y="329428"/>
                </a:lnTo>
                <a:lnTo>
                  <a:pt x="58676" y="212602"/>
                </a:lnTo>
                <a:lnTo>
                  <a:pt x="87619" y="212602"/>
                </a:lnTo>
                <a:lnTo>
                  <a:pt x="87619" y="247334"/>
                </a:lnTo>
                <a:lnTo>
                  <a:pt x="273909" y="247334"/>
                </a:lnTo>
                <a:lnTo>
                  <a:pt x="273909" y="270225"/>
                </a:lnTo>
                <a:lnTo>
                  <a:pt x="87619" y="270225"/>
                </a:lnTo>
                <a:lnTo>
                  <a:pt x="87619" y="306010"/>
                </a:lnTo>
                <a:lnTo>
                  <a:pt x="273909" y="306010"/>
                </a:lnTo>
                <a:lnTo>
                  <a:pt x="273909" y="329428"/>
                </a:lnTo>
                <a:close/>
              </a:path>
              <a:path w="274320" h="329565">
                <a:moveTo>
                  <a:pt x="273909" y="247334"/>
                </a:moveTo>
                <a:lnTo>
                  <a:pt x="244966" y="247334"/>
                </a:lnTo>
                <a:lnTo>
                  <a:pt x="244966" y="212602"/>
                </a:lnTo>
                <a:lnTo>
                  <a:pt x="273909" y="212602"/>
                </a:lnTo>
                <a:lnTo>
                  <a:pt x="273909" y="247334"/>
                </a:lnTo>
                <a:close/>
              </a:path>
              <a:path w="274320" h="329565">
                <a:moveTo>
                  <a:pt x="273909" y="306010"/>
                </a:moveTo>
                <a:lnTo>
                  <a:pt x="244966" y="306010"/>
                </a:lnTo>
                <a:lnTo>
                  <a:pt x="244966" y="270225"/>
                </a:lnTo>
                <a:lnTo>
                  <a:pt x="273909" y="270225"/>
                </a:lnTo>
                <a:lnTo>
                  <a:pt x="273909" y="3060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8606829" y="6348005"/>
            <a:ext cx="307975" cy="329565"/>
          </a:xfrm>
          <a:custGeom>
            <a:avLst/>
            <a:gdLst/>
            <a:ahLst/>
            <a:cxnLst/>
            <a:rect l="l" t="t" r="r" b="b"/>
            <a:pathLst>
              <a:path w="307975" h="329565">
                <a:moveTo>
                  <a:pt x="113142" y="37363"/>
                </a:moveTo>
                <a:lnTo>
                  <a:pt x="84198" y="37363"/>
                </a:lnTo>
                <a:lnTo>
                  <a:pt x="84198" y="0"/>
                </a:lnTo>
                <a:lnTo>
                  <a:pt x="113142" y="0"/>
                </a:lnTo>
                <a:lnTo>
                  <a:pt x="113142" y="37363"/>
                </a:lnTo>
                <a:close/>
              </a:path>
              <a:path w="307975" h="329565">
                <a:moveTo>
                  <a:pt x="197078" y="61307"/>
                </a:moveTo>
                <a:lnTo>
                  <a:pt x="0" y="61307"/>
                </a:lnTo>
                <a:lnTo>
                  <a:pt x="0" y="37363"/>
                </a:lnTo>
                <a:lnTo>
                  <a:pt x="197078" y="37363"/>
                </a:lnTo>
                <a:lnTo>
                  <a:pt x="197078" y="61307"/>
                </a:lnTo>
                <a:close/>
              </a:path>
              <a:path w="307975" h="329565">
                <a:moveTo>
                  <a:pt x="257859" y="195236"/>
                </a:moveTo>
                <a:lnTo>
                  <a:pt x="228652" y="195236"/>
                </a:lnTo>
                <a:lnTo>
                  <a:pt x="228652" y="3157"/>
                </a:lnTo>
                <a:lnTo>
                  <a:pt x="257859" y="3157"/>
                </a:lnTo>
                <a:lnTo>
                  <a:pt x="257859" y="87882"/>
                </a:lnTo>
                <a:lnTo>
                  <a:pt x="307589" y="87882"/>
                </a:lnTo>
                <a:lnTo>
                  <a:pt x="307589" y="112616"/>
                </a:lnTo>
                <a:lnTo>
                  <a:pt x="257859" y="112616"/>
                </a:lnTo>
                <a:lnTo>
                  <a:pt x="257859" y="195236"/>
                </a:lnTo>
                <a:close/>
              </a:path>
              <a:path w="307975" h="329565">
                <a:moveTo>
                  <a:pt x="98670" y="192604"/>
                </a:moveTo>
                <a:lnTo>
                  <a:pt x="65862" y="188629"/>
                </a:lnTo>
                <a:lnTo>
                  <a:pt x="40652" y="176982"/>
                </a:lnTo>
                <a:lnTo>
                  <a:pt x="24519" y="158674"/>
                </a:lnTo>
                <a:lnTo>
                  <a:pt x="18944" y="134718"/>
                </a:lnTo>
                <a:lnTo>
                  <a:pt x="24519" y="110798"/>
                </a:lnTo>
                <a:lnTo>
                  <a:pt x="40652" y="92553"/>
                </a:lnTo>
                <a:lnTo>
                  <a:pt x="65862" y="80918"/>
                </a:lnTo>
                <a:lnTo>
                  <a:pt x="98670" y="76831"/>
                </a:lnTo>
                <a:lnTo>
                  <a:pt x="131030" y="80918"/>
                </a:lnTo>
                <a:lnTo>
                  <a:pt x="156063" y="92553"/>
                </a:lnTo>
                <a:lnTo>
                  <a:pt x="161963" y="99196"/>
                </a:lnTo>
                <a:lnTo>
                  <a:pt x="98670" y="99196"/>
                </a:lnTo>
                <a:lnTo>
                  <a:pt x="77324" y="101638"/>
                </a:lnTo>
                <a:lnTo>
                  <a:pt x="60912" y="108866"/>
                </a:lnTo>
                <a:lnTo>
                  <a:pt x="50420" y="120139"/>
                </a:lnTo>
                <a:lnTo>
                  <a:pt x="46835" y="134718"/>
                </a:lnTo>
                <a:lnTo>
                  <a:pt x="50420" y="149411"/>
                </a:lnTo>
                <a:lnTo>
                  <a:pt x="60912" y="160701"/>
                </a:lnTo>
                <a:lnTo>
                  <a:pt x="77324" y="167945"/>
                </a:lnTo>
                <a:lnTo>
                  <a:pt x="98670" y="170502"/>
                </a:lnTo>
                <a:lnTo>
                  <a:pt x="161798" y="170502"/>
                </a:lnTo>
                <a:lnTo>
                  <a:pt x="156063" y="176982"/>
                </a:lnTo>
                <a:lnTo>
                  <a:pt x="131030" y="188629"/>
                </a:lnTo>
                <a:lnTo>
                  <a:pt x="98670" y="192604"/>
                </a:lnTo>
                <a:close/>
              </a:path>
              <a:path w="307975" h="329565">
                <a:moveTo>
                  <a:pt x="161798" y="170502"/>
                </a:moveTo>
                <a:lnTo>
                  <a:pt x="98670" y="170502"/>
                </a:lnTo>
                <a:lnTo>
                  <a:pt x="119720" y="167945"/>
                </a:lnTo>
                <a:lnTo>
                  <a:pt x="136033" y="160701"/>
                </a:lnTo>
                <a:lnTo>
                  <a:pt x="146624" y="149411"/>
                </a:lnTo>
                <a:lnTo>
                  <a:pt x="150505" y="134718"/>
                </a:lnTo>
                <a:lnTo>
                  <a:pt x="146624" y="120139"/>
                </a:lnTo>
                <a:lnTo>
                  <a:pt x="136033" y="108866"/>
                </a:lnTo>
                <a:lnTo>
                  <a:pt x="119720" y="101638"/>
                </a:lnTo>
                <a:lnTo>
                  <a:pt x="98670" y="99196"/>
                </a:lnTo>
                <a:lnTo>
                  <a:pt x="161963" y="99196"/>
                </a:lnTo>
                <a:lnTo>
                  <a:pt x="172266" y="110798"/>
                </a:lnTo>
                <a:lnTo>
                  <a:pt x="178133" y="134718"/>
                </a:lnTo>
                <a:lnTo>
                  <a:pt x="172266" y="158674"/>
                </a:lnTo>
                <a:lnTo>
                  <a:pt x="161798" y="170502"/>
                </a:lnTo>
                <a:close/>
              </a:path>
              <a:path w="307975" h="329565">
                <a:moveTo>
                  <a:pt x="257859" y="329428"/>
                </a:moveTo>
                <a:lnTo>
                  <a:pt x="48677" y="329428"/>
                </a:lnTo>
                <a:lnTo>
                  <a:pt x="48677" y="209707"/>
                </a:lnTo>
                <a:lnTo>
                  <a:pt x="77620" y="209707"/>
                </a:lnTo>
                <a:lnTo>
                  <a:pt x="77620" y="245229"/>
                </a:lnTo>
                <a:lnTo>
                  <a:pt x="257859" y="245229"/>
                </a:lnTo>
                <a:lnTo>
                  <a:pt x="257859" y="268383"/>
                </a:lnTo>
                <a:lnTo>
                  <a:pt x="77620" y="268383"/>
                </a:lnTo>
                <a:lnTo>
                  <a:pt x="77620" y="305747"/>
                </a:lnTo>
                <a:lnTo>
                  <a:pt x="257859" y="305747"/>
                </a:lnTo>
                <a:lnTo>
                  <a:pt x="257859" y="329428"/>
                </a:lnTo>
                <a:close/>
              </a:path>
              <a:path w="307975" h="329565">
                <a:moveTo>
                  <a:pt x="257859" y="245229"/>
                </a:moveTo>
                <a:lnTo>
                  <a:pt x="228652" y="245229"/>
                </a:lnTo>
                <a:lnTo>
                  <a:pt x="228652" y="209707"/>
                </a:lnTo>
                <a:lnTo>
                  <a:pt x="257859" y="209707"/>
                </a:lnTo>
                <a:lnTo>
                  <a:pt x="257859" y="245229"/>
                </a:lnTo>
                <a:close/>
              </a:path>
              <a:path w="307975" h="329565">
                <a:moveTo>
                  <a:pt x="257859" y="305747"/>
                </a:moveTo>
                <a:lnTo>
                  <a:pt x="228652" y="305747"/>
                </a:lnTo>
                <a:lnTo>
                  <a:pt x="228652" y="268383"/>
                </a:lnTo>
                <a:lnTo>
                  <a:pt x="257859" y="268383"/>
                </a:lnTo>
                <a:lnTo>
                  <a:pt x="257859" y="305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8935468" y="6366686"/>
            <a:ext cx="302260" cy="314960"/>
          </a:xfrm>
          <a:custGeom>
            <a:avLst/>
            <a:gdLst/>
            <a:ahLst/>
            <a:cxnLst/>
            <a:rect l="l" t="t" r="r" b="b"/>
            <a:pathLst>
              <a:path w="302259" h="314959">
                <a:moveTo>
                  <a:pt x="266279" y="109195"/>
                </a:moveTo>
                <a:lnTo>
                  <a:pt x="38152" y="109195"/>
                </a:lnTo>
                <a:lnTo>
                  <a:pt x="38152" y="0"/>
                </a:lnTo>
                <a:lnTo>
                  <a:pt x="264174" y="0"/>
                </a:lnTo>
                <a:lnTo>
                  <a:pt x="264174" y="23417"/>
                </a:lnTo>
                <a:lnTo>
                  <a:pt x="67095" y="23417"/>
                </a:lnTo>
                <a:lnTo>
                  <a:pt x="67095" y="85514"/>
                </a:lnTo>
                <a:lnTo>
                  <a:pt x="266279" y="85514"/>
                </a:lnTo>
                <a:lnTo>
                  <a:pt x="266279" y="109195"/>
                </a:lnTo>
                <a:close/>
              </a:path>
              <a:path w="302259" h="314959">
                <a:moveTo>
                  <a:pt x="164977" y="147874"/>
                </a:moveTo>
                <a:lnTo>
                  <a:pt x="136560" y="147874"/>
                </a:lnTo>
                <a:lnTo>
                  <a:pt x="136560" y="109195"/>
                </a:lnTo>
                <a:lnTo>
                  <a:pt x="164977" y="109195"/>
                </a:lnTo>
                <a:lnTo>
                  <a:pt x="164977" y="147874"/>
                </a:lnTo>
                <a:close/>
              </a:path>
              <a:path w="302259" h="314959">
                <a:moveTo>
                  <a:pt x="301800" y="171555"/>
                </a:moveTo>
                <a:lnTo>
                  <a:pt x="0" y="171555"/>
                </a:lnTo>
                <a:lnTo>
                  <a:pt x="0" y="147874"/>
                </a:lnTo>
                <a:lnTo>
                  <a:pt x="301800" y="147874"/>
                </a:lnTo>
                <a:lnTo>
                  <a:pt x="301800" y="171555"/>
                </a:lnTo>
                <a:close/>
              </a:path>
              <a:path w="302259" h="314959">
                <a:moveTo>
                  <a:pt x="150505" y="314956"/>
                </a:moveTo>
                <a:lnTo>
                  <a:pt x="102580" y="310878"/>
                </a:lnTo>
                <a:lnTo>
                  <a:pt x="66668" y="299300"/>
                </a:lnTo>
                <a:lnTo>
                  <a:pt x="44126" y="280619"/>
                </a:lnTo>
                <a:lnTo>
                  <a:pt x="36310" y="255227"/>
                </a:lnTo>
                <a:lnTo>
                  <a:pt x="44126" y="229951"/>
                </a:lnTo>
                <a:lnTo>
                  <a:pt x="66668" y="211286"/>
                </a:lnTo>
                <a:lnTo>
                  <a:pt x="102580" y="199725"/>
                </a:lnTo>
                <a:lnTo>
                  <a:pt x="150505" y="195762"/>
                </a:lnTo>
                <a:lnTo>
                  <a:pt x="198241" y="199725"/>
                </a:lnTo>
                <a:lnTo>
                  <a:pt x="234013" y="211286"/>
                </a:lnTo>
                <a:lnTo>
                  <a:pt x="242895" y="218654"/>
                </a:lnTo>
                <a:lnTo>
                  <a:pt x="150505" y="218654"/>
                </a:lnTo>
                <a:lnTo>
                  <a:pt x="114959" y="221149"/>
                </a:lnTo>
                <a:lnTo>
                  <a:pt x="88343" y="228356"/>
                </a:lnTo>
                <a:lnTo>
                  <a:pt x="71692" y="239855"/>
                </a:lnTo>
                <a:lnTo>
                  <a:pt x="66043" y="255227"/>
                </a:lnTo>
                <a:lnTo>
                  <a:pt x="71692" y="270706"/>
                </a:lnTo>
                <a:lnTo>
                  <a:pt x="88343" y="282164"/>
                </a:lnTo>
                <a:lnTo>
                  <a:pt x="114959" y="289232"/>
                </a:lnTo>
                <a:lnTo>
                  <a:pt x="150505" y="291538"/>
                </a:lnTo>
                <a:lnTo>
                  <a:pt x="243362" y="291538"/>
                </a:lnTo>
                <a:lnTo>
                  <a:pt x="234013" y="299300"/>
                </a:lnTo>
                <a:lnTo>
                  <a:pt x="198241" y="310878"/>
                </a:lnTo>
                <a:lnTo>
                  <a:pt x="150505" y="314956"/>
                </a:lnTo>
                <a:close/>
              </a:path>
              <a:path w="302259" h="314959">
                <a:moveTo>
                  <a:pt x="243362" y="291538"/>
                </a:moveTo>
                <a:lnTo>
                  <a:pt x="150505" y="291538"/>
                </a:lnTo>
                <a:lnTo>
                  <a:pt x="185907" y="289232"/>
                </a:lnTo>
                <a:lnTo>
                  <a:pt x="212503" y="282164"/>
                </a:lnTo>
                <a:lnTo>
                  <a:pt x="229281" y="270706"/>
                </a:lnTo>
                <a:lnTo>
                  <a:pt x="235230" y="255227"/>
                </a:lnTo>
                <a:lnTo>
                  <a:pt x="229281" y="239855"/>
                </a:lnTo>
                <a:lnTo>
                  <a:pt x="212503" y="228356"/>
                </a:lnTo>
                <a:lnTo>
                  <a:pt x="185907" y="221149"/>
                </a:lnTo>
                <a:lnTo>
                  <a:pt x="150505" y="218654"/>
                </a:lnTo>
                <a:lnTo>
                  <a:pt x="242895" y="218654"/>
                </a:lnTo>
                <a:lnTo>
                  <a:pt x="256514" y="229951"/>
                </a:lnTo>
                <a:lnTo>
                  <a:pt x="264437" y="255227"/>
                </a:lnTo>
                <a:lnTo>
                  <a:pt x="256514" y="280619"/>
                </a:lnTo>
                <a:lnTo>
                  <a:pt x="243362" y="2915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896188" y="6884562"/>
            <a:ext cx="277495" cy="326390"/>
          </a:xfrm>
          <a:custGeom>
            <a:avLst/>
            <a:gdLst/>
            <a:ahLst/>
            <a:cxnLst/>
            <a:rect l="l" t="t" r="r" b="b"/>
            <a:pathLst>
              <a:path w="277494" h="326390">
                <a:moveTo>
                  <a:pt x="265489" y="169713"/>
                </a:moveTo>
                <a:lnTo>
                  <a:pt x="236283" y="169713"/>
                </a:lnTo>
                <a:lnTo>
                  <a:pt x="236283" y="0"/>
                </a:lnTo>
                <a:lnTo>
                  <a:pt x="265489" y="0"/>
                </a:lnTo>
                <a:lnTo>
                  <a:pt x="265489" y="169713"/>
                </a:lnTo>
                <a:close/>
              </a:path>
              <a:path w="277494" h="326390">
                <a:moveTo>
                  <a:pt x="86040" y="158399"/>
                </a:moveTo>
                <a:lnTo>
                  <a:pt x="51506" y="153079"/>
                </a:lnTo>
                <a:lnTo>
                  <a:pt x="24272" y="138138"/>
                </a:lnTo>
                <a:lnTo>
                  <a:pt x="6413" y="115107"/>
                </a:lnTo>
                <a:lnTo>
                  <a:pt x="0" y="85514"/>
                </a:lnTo>
                <a:lnTo>
                  <a:pt x="6413" y="55876"/>
                </a:lnTo>
                <a:lnTo>
                  <a:pt x="24272" y="32725"/>
                </a:lnTo>
                <a:lnTo>
                  <a:pt x="51506" y="17616"/>
                </a:lnTo>
                <a:lnTo>
                  <a:pt x="86040" y="12103"/>
                </a:lnTo>
                <a:lnTo>
                  <a:pt x="120275" y="17616"/>
                </a:lnTo>
                <a:lnTo>
                  <a:pt x="147380" y="32725"/>
                </a:lnTo>
                <a:lnTo>
                  <a:pt x="150556" y="36837"/>
                </a:lnTo>
                <a:lnTo>
                  <a:pt x="86040" y="36837"/>
                </a:lnTo>
                <a:lnTo>
                  <a:pt x="63054" y="40298"/>
                </a:lnTo>
                <a:lnTo>
                  <a:pt x="44829" y="50321"/>
                </a:lnTo>
                <a:lnTo>
                  <a:pt x="32869" y="65772"/>
                </a:lnTo>
                <a:lnTo>
                  <a:pt x="28680" y="85514"/>
                </a:lnTo>
                <a:lnTo>
                  <a:pt x="32869" y="105371"/>
                </a:lnTo>
                <a:lnTo>
                  <a:pt x="44829" y="120838"/>
                </a:lnTo>
                <a:lnTo>
                  <a:pt x="63054" y="130878"/>
                </a:lnTo>
                <a:lnTo>
                  <a:pt x="86040" y="134455"/>
                </a:lnTo>
                <a:lnTo>
                  <a:pt x="150240" y="134455"/>
                </a:lnTo>
                <a:lnTo>
                  <a:pt x="147380" y="138138"/>
                </a:lnTo>
                <a:lnTo>
                  <a:pt x="120275" y="153079"/>
                </a:lnTo>
                <a:lnTo>
                  <a:pt x="86040" y="158399"/>
                </a:lnTo>
                <a:close/>
              </a:path>
              <a:path w="277494" h="326390">
                <a:moveTo>
                  <a:pt x="150240" y="134455"/>
                </a:moveTo>
                <a:lnTo>
                  <a:pt x="86040" y="134455"/>
                </a:lnTo>
                <a:lnTo>
                  <a:pt x="108878" y="130878"/>
                </a:lnTo>
                <a:lnTo>
                  <a:pt x="127054" y="120838"/>
                </a:lnTo>
                <a:lnTo>
                  <a:pt x="139063" y="105371"/>
                </a:lnTo>
                <a:lnTo>
                  <a:pt x="143401" y="85514"/>
                </a:lnTo>
                <a:lnTo>
                  <a:pt x="139063" y="65772"/>
                </a:lnTo>
                <a:lnTo>
                  <a:pt x="127054" y="50321"/>
                </a:lnTo>
                <a:lnTo>
                  <a:pt x="108878" y="40298"/>
                </a:lnTo>
                <a:lnTo>
                  <a:pt x="86040" y="36837"/>
                </a:lnTo>
                <a:lnTo>
                  <a:pt x="150556" y="36837"/>
                </a:lnTo>
                <a:lnTo>
                  <a:pt x="165260" y="55876"/>
                </a:lnTo>
                <a:lnTo>
                  <a:pt x="171818" y="85514"/>
                </a:lnTo>
                <a:lnTo>
                  <a:pt x="165260" y="115107"/>
                </a:lnTo>
                <a:lnTo>
                  <a:pt x="150240" y="134455"/>
                </a:lnTo>
                <a:close/>
              </a:path>
              <a:path w="277494" h="326390">
                <a:moveTo>
                  <a:pt x="277330" y="326270"/>
                </a:moveTo>
                <a:lnTo>
                  <a:pt x="51308" y="326270"/>
                </a:lnTo>
                <a:lnTo>
                  <a:pt x="51308" y="243387"/>
                </a:lnTo>
                <a:lnTo>
                  <a:pt x="236546" y="243387"/>
                </a:lnTo>
                <a:lnTo>
                  <a:pt x="236546" y="209444"/>
                </a:lnTo>
                <a:lnTo>
                  <a:pt x="50256" y="209444"/>
                </a:lnTo>
                <a:lnTo>
                  <a:pt x="50256" y="185763"/>
                </a:lnTo>
                <a:lnTo>
                  <a:pt x="265489" y="185763"/>
                </a:lnTo>
                <a:lnTo>
                  <a:pt x="265489" y="265489"/>
                </a:lnTo>
                <a:lnTo>
                  <a:pt x="79725" y="265489"/>
                </a:lnTo>
                <a:lnTo>
                  <a:pt x="79725" y="302589"/>
                </a:lnTo>
                <a:lnTo>
                  <a:pt x="277330" y="302589"/>
                </a:lnTo>
                <a:lnTo>
                  <a:pt x="277330" y="326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1217985" y="6893245"/>
            <a:ext cx="302895" cy="314960"/>
          </a:xfrm>
          <a:custGeom>
            <a:avLst/>
            <a:gdLst/>
            <a:ahLst/>
            <a:cxnLst/>
            <a:rect l="l" t="t" r="r" b="b"/>
            <a:pathLst>
              <a:path w="302894" h="314959">
                <a:moveTo>
                  <a:pt x="31574" y="133928"/>
                </a:moveTo>
                <a:lnTo>
                  <a:pt x="19734" y="111037"/>
                </a:lnTo>
                <a:lnTo>
                  <a:pt x="62285" y="98473"/>
                </a:lnTo>
                <a:lnTo>
                  <a:pt x="99459" y="76831"/>
                </a:lnTo>
                <a:lnTo>
                  <a:pt x="125780" y="48282"/>
                </a:lnTo>
                <a:lnTo>
                  <a:pt x="135770" y="14997"/>
                </a:lnTo>
                <a:lnTo>
                  <a:pt x="135770" y="0"/>
                </a:lnTo>
                <a:lnTo>
                  <a:pt x="165240" y="0"/>
                </a:lnTo>
                <a:lnTo>
                  <a:pt x="165240" y="14997"/>
                </a:lnTo>
                <a:lnTo>
                  <a:pt x="175230" y="48467"/>
                </a:lnTo>
                <a:lnTo>
                  <a:pt x="182551" y="56439"/>
                </a:lnTo>
                <a:lnTo>
                  <a:pt x="150637" y="56439"/>
                </a:lnTo>
                <a:lnTo>
                  <a:pt x="130405" y="84180"/>
                </a:lnTo>
                <a:lnTo>
                  <a:pt x="102156" y="106778"/>
                </a:lnTo>
                <a:lnTo>
                  <a:pt x="68382" y="123578"/>
                </a:lnTo>
                <a:lnTo>
                  <a:pt x="31574" y="133928"/>
                </a:lnTo>
                <a:close/>
              </a:path>
              <a:path w="302894" h="314959">
                <a:moveTo>
                  <a:pt x="269699" y="133928"/>
                </a:moveTo>
                <a:lnTo>
                  <a:pt x="233002" y="123504"/>
                </a:lnTo>
                <a:lnTo>
                  <a:pt x="199215" y="106679"/>
                </a:lnTo>
                <a:lnTo>
                  <a:pt x="170905" y="84106"/>
                </a:lnTo>
                <a:lnTo>
                  <a:pt x="150637" y="56439"/>
                </a:lnTo>
                <a:lnTo>
                  <a:pt x="182551" y="56439"/>
                </a:lnTo>
                <a:lnTo>
                  <a:pt x="201551" y="77127"/>
                </a:lnTo>
                <a:lnTo>
                  <a:pt x="238725" y="98732"/>
                </a:lnTo>
                <a:lnTo>
                  <a:pt x="281276" y="111037"/>
                </a:lnTo>
                <a:lnTo>
                  <a:pt x="269699" y="133928"/>
                </a:lnTo>
                <a:close/>
              </a:path>
              <a:path w="302894" h="314959">
                <a:moveTo>
                  <a:pt x="164977" y="168660"/>
                </a:moveTo>
                <a:lnTo>
                  <a:pt x="136296" y="168660"/>
                </a:lnTo>
                <a:lnTo>
                  <a:pt x="136296" y="112616"/>
                </a:lnTo>
                <a:lnTo>
                  <a:pt x="164977" y="112616"/>
                </a:lnTo>
                <a:lnTo>
                  <a:pt x="164977" y="168660"/>
                </a:lnTo>
                <a:close/>
              </a:path>
              <a:path w="302894" h="314959">
                <a:moveTo>
                  <a:pt x="302326" y="193131"/>
                </a:moveTo>
                <a:lnTo>
                  <a:pt x="0" y="193131"/>
                </a:lnTo>
                <a:lnTo>
                  <a:pt x="0" y="168660"/>
                </a:lnTo>
                <a:lnTo>
                  <a:pt x="302326" y="168660"/>
                </a:lnTo>
                <a:lnTo>
                  <a:pt x="302326" y="193131"/>
                </a:lnTo>
                <a:close/>
              </a:path>
              <a:path w="302894" h="314959">
                <a:moveTo>
                  <a:pt x="267857" y="314693"/>
                </a:moveTo>
                <a:lnTo>
                  <a:pt x="38941" y="314693"/>
                </a:lnTo>
                <a:lnTo>
                  <a:pt x="38941" y="219706"/>
                </a:lnTo>
                <a:lnTo>
                  <a:pt x="68411" y="219706"/>
                </a:lnTo>
                <a:lnTo>
                  <a:pt x="68411" y="290486"/>
                </a:lnTo>
                <a:lnTo>
                  <a:pt x="267857" y="290486"/>
                </a:lnTo>
                <a:lnTo>
                  <a:pt x="267857" y="3146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1585566" y="6896100"/>
            <a:ext cx="226060" cy="25400"/>
          </a:xfrm>
          <a:custGeom>
            <a:avLst/>
            <a:gdLst/>
            <a:ahLst/>
            <a:cxnLst/>
            <a:rect l="l" t="t" r="r" b="b"/>
            <a:pathLst>
              <a:path w="226060" h="25400">
                <a:moveTo>
                  <a:pt x="0" y="0"/>
                </a:moveTo>
                <a:lnTo>
                  <a:pt x="226021" y="0"/>
                </a:lnTo>
                <a:lnTo>
                  <a:pt x="226021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1585566" y="6921500"/>
            <a:ext cx="29209" cy="57150"/>
          </a:xfrm>
          <a:custGeom>
            <a:avLst/>
            <a:gdLst/>
            <a:ahLst/>
            <a:cxnLst/>
            <a:rect l="l" t="t" r="r" b="b"/>
            <a:pathLst>
              <a:path w="29209" h="57150">
                <a:moveTo>
                  <a:pt x="0" y="0"/>
                </a:moveTo>
                <a:lnTo>
                  <a:pt x="29206" y="0"/>
                </a:lnTo>
                <a:lnTo>
                  <a:pt x="29206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1585566" y="6978650"/>
            <a:ext cx="229235" cy="24130"/>
          </a:xfrm>
          <a:custGeom>
            <a:avLst/>
            <a:gdLst/>
            <a:ahLst/>
            <a:cxnLst/>
            <a:rect l="l" t="t" r="r" b="b"/>
            <a:pathLst>
              <a:path w="229235" h="24129">
                <a:moveTo>
                  <a:pt x="0" y="0"/>
                </a:moveTo>
                <a:lnTo>
                  <a:pt x="228915" y="0"/>
                </a:lnTo>
                <a:lnTo>
                  <a:pt x="228915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1683710" y="7002178"/>
            <a:ext cx="29209" cy="38100"/>
          </a:xfrm>
          <a:custGeom>
            <a:avLst/>
            <a:gdLst/>
            <a:ahLst/>
            <a:cxnLst/>
            <a:rect l="l" t="t" r="r" b="b"/>
            <a:pathLst>
              <a:path w="29210" h="38100">
                <a:moveTo>
                  <a:pt x="28680" y="37626"/>
                </a:moveTo>
                <a:lnTo>
                  <a:pt x="0" y="37626"/>
                </a:lnTo>
                <a:lnTo>
                  <a:pt x="0" y="0"/>
                </a:lnTo>
                <a:lnTo>
                  <a:pt x="28680" y="0"/>
                </a:lnTo>
                <a:lnTo>
                  <a:pt x="28680" y="37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1547413" y="7039804"/>
            <a:ext cx="302260" cy="24765"/>
          </a:xfrm>
          <a:custGeom>
            <a:avLst/>
            <a:gdLst/>
            <a:ahLst/>
            <a:cxnLst/>
            <a:rect l="l" t="t" r="r" b="b"/>
            <a:pathLst>
              <a:path w="302260" h="24765">
                <a:moveTo>
                  <a:pt x="301800" y="24207"/>
                </a:moveTo>
                <a:lnTo>
                  <a:pt x="0" y="24207"/>
                </a:lnTo>
                <a:lnTo>
                  <a:pt x="0" y="0"/>
                </a:lnTo>
                <a:lnTo>
                  <a:pt x="301800" y="0"/>
                </a:lnTo>
                <a:lnTo>
                  <a:pt x="301800" y="242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1586882" y="7085330"/>
            <a:ext cx="29209" cy="36830"/>
          </a:xfrm>
          <a:custGeom>
            <a:avLst/>
            <a:gdLst/>
            <a:ahLst/>
            <a:cxnLst/>
            <a:rect l="l" t="t" r="r" b="b"/>
            <a:pathLst>
              <a:path w="29209" h="36829">
                <a:moveTo>
                  <a:pt x="0" y="0"/>
                </a:moveTo>
                <a:lnTo>
                  <a:pt x="28943" y="0"/>
                </a:lnTo>
                <a:lnTo>
                  <a:pt x="28943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1586882" y="7122159"/>
            <a:ext cx="223520" cy="22860"/>
          </a:xfrm>
          <a:custGeom>
            <a:avLst/>
            <a:gdLst/>
            <a:ahLst/>
            <a:cxnLst/>
            <a:rect l="l" t="t" r="r" b="b"/>
            <a:pathLst>
              <a:path w="223519" h="22859">
                <a:moveTo>
                  <a:pt x="0" y="0"/>
                </a:moveTo>
                <a:lnTo>
                  <a:pt x="223390" y="0"/>
                </a:lnTo>
                <a:lnTo>
                  <a:pt x="223390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1586882" y="7145019"/>
            <a:ext cx="29209" cy="41910"/>
          </a:xfrm>
          <a:custGeom>
            <a:avLst/>
            <a:gdLst/>
            <a:ahLst/>
            <a:cxnLst/>
            <a:rect l="l" t="t" r="r" b="b"/>
            <a:pathLst>
              <a:path w="29209" h="41909">
                <a:moveTo>
                  <a:pt x="0" y="0"/>
                </a:moveTo>
                <a:lnTo>
                  <a:pt x="28943" y="0"/>
                </a:lnTo>
                <a:lnTo>
                  <a:pt x="28943" y="41909"/>
                </a:lnTo>
                <a:lnTo>
                  <a:pt x="0" y="419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1586882" y="7186930"/>
            <a:ext cx="223520" cy="24130"/>
          </a:xfrm>
          <a:custGeom>
            <a:avLst/>
            <a:gdLst/>
            <a:ahLst/>
            <a:cxnLst/>
            <a:rect l="l" t="t" r="r" b="b"/>
            <a:pathLst>
              <a:path w="223519" h="24129">
                <a:moveTo>
                  <a:pt x="0" y="0"/>
                </a:moveTo>
                <a:lnTo>
                  <a:pt x="223390" y="0"/>
                </a:lnTo>
                <a:lnTo>
                  <a:pt x="223390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1780802" y="7085061"/>
            <a:ext cx="29845" cy="37465"/>
          </a:xfrm>
          <a:custGeom>
            <a:avLst/>
            <a:gdLst/>
            <a:ahLst/>
            <a:cxnLst/>
            <a:rect l="l" t="t" r="r" b="b"/>
            <a:pathLst>
              <a:path w="29844" h="37465">
                <a:moveTo>
                  <a:pt x="29469" y="36837"/>
                </a:moveTo>
                <a:lnTo>
                  <a:pt x="0" y="36837"/>
                </a:lnTo>
                <a:lnTo>
                  <a:pt x="0" y="0"/>
                </a:lnTo>
                <a:lnTo>
                  <a:pt x="29469" y="0"/>
                </a:lnTo>
                <a:lnTo>
                  <a:pt x="29469" y="368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1780802" y="7145315"/>
            <a:ext cx="29845" cy="41910"/>
          </a:xfrm>
          <a:custGeom>
            <a:avLst/>
            <a:gdLst/>
            <a:ahLst/>
            <a:cxnLst/>
            <a:rect l="l" t="t" r="r" b="b"/>
            <a:pathLst>
              <a:path w="29844" h="41909">
                <a:moveTo>
                  <a:pt x="29469" y="41573"/>
                </a:moveTo>
                <a:lnTo>
                  <a:pt x="0" y="41573"/>
                </a:lnTo>
                <a:lnTo>
                  <a:pt x="0" y="0"/>
                </a:lnTo>
                <a:lnTo>
                  <a:pt x="29469" y="0"/>
                </a:lnTo>
                <a:lnTo>
                  <a:pt x="29469" y="41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1881052" y="6884562"/>
            <a:ext cx="269240" cy="330835"/>
          </a:xfrm>
          <a:custGeom>
            <a:avLst/>
            <a:gdLst/>
            <a:ahLst/>
            <a:cxnLst/>
            <a:rect l="l" t="t" r="r" b="b"/>
            <a:pathLst>
              <a:path w="269239" h="330834">
                <a:moveTo>
                  <a:pt x="269173" y="330743"/>
                </a:moveTo>
                <a:lnTo>
                  <a:pt x="239966" y="330743"/>
                </a:lnTo>
                <a:lnTo>
                  <a:pt x="239966" y="0"/>
                </a:lnTo>
                <a:lnTo>
                  <a:pt x="269173" y="0"/>
                </a:lnTo>
                <a:lnTo>
                  <a:pt x="269173" y="330743"/>
                </a:lnTo>
                <a:close/>
              </a:path>
              <a:path w="269239" h="330834">
                <a:moveTo>
                  <a:pt x="15787" y="268647"/>
                </a:moveTo>
                <a:lnTo>
                  <a:pt x="0" y="244703"/>
                </a:lnTo>
                <a:lnTo>
                  <a:pt x="48456" y="216776"/>
                </a:lnTo>
                <a:lnTo>
                  <a:pt x="86619" y="184025"/>
                </a:lnTo>
                <a:lnTo>
                  <a:pt x="114710" y="146739"/>
                </a:lnTo>
                <a:lnTo>
                  <a:pt x="132950" y="105210"/>
                </a:lnTo>
                <a:lnTo>
                  <a:pt x="141559" y="59728"/>
                </a:lnTo>
                <a:lnTo>
                  <a:pt x="15261" y="59728"/>
                </a:lnTo>
                <a:lnTo>
                  <a:pt x="15261" y="36047"/>
                </a:lnTo>
                <a:lnTo>
                  <a:pt x="171292" y="36047"/>
                </a:lnTo>
                <a:lnTo>
                  <a:pt x="167392" y="82549"/>
                </a:lnTo>
                <a:lnTo>
                  <a:pt x="155534" y="126697"/>
                </a:lnTo>
                <a:lnTo>
                  <a:pt x="135080" y="167937"/>
                </a:lnTo>
                <a:lnTo>
                  <a:pt x="105394" y="205712"/>
                </a:lnTo>
                <a:lnTo>
                  <a:pt x="65842" y="239467"/>
                </a:lnTo>
                <a:lnTo>
                  <a:pt x="15787" y="268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2210480" y="6884562"/>
            <a:ext cx="279400" cy="330835"/>
          </a:xfrm>
          <a:custGeom>
            <a:avLst/>
            <a:gdLst/>
            <a:ahLst/>
            <a:cxnLst/>
            <a:rect l="l" t="t" r="r" b="b"/>
            <a:pathLst>
              <a:path w="279400" h="330834">
                <a:moveTo>
                  <a:pt x="279171" y="330743"/>
                </a:moveTo>
                <a:lnTo>
                  <a:pt x="251017" y="330743"/>
                </a:lnTo>
                <a:lnTo>
                  <a:pt x="251017" y="0"/>
                </a:lnTo>
                <a:lnTo>
                  <a:pt x="279171" y="0"/>
                </a:lnTo>
                <a:lnTo>
                  <a:pt x="279171" y="330743"/>
                </a:lnTo>
                <a:close/>
              </a:path>
              <a:path w="279400" h="330834">
                <a:moveTo>
                  <a:pt x="212865" y="128929"/>
                </a:moveTo>
                <a:lnTo>
                  <a:pt x="184711" y="128929"/>
                </a:lnTo>
                <a:lnTo>
                  <a:pt x="184711" y="7104"/>
                </a:lnTo>
                <a:lnTo>
                  <a:pt x="212865" y="7104"/>
                </a:lnTo>
                <a:lnTo>
                  <a:pt x="212865" y="128929"/>
                </a:lnTo>
                <a:close/>
              </a:path>
              <a:path w="279400" h="330834">
                <a:moveTo>
                  <a:pt x="70779" y="257596"/>
                </a:moveTo>
                <a:lnTo>
                  <a:pt x="41626" y="249657"/>
                </a:lnTo>
                <a:lnTo>
                  <a:pt x="19306" y="226646"/>
                </a:lnTo>
                <a:lnTo>
                  <a:pt x="5028" y="190364"/>
                </a:lnTo>
                <a:lnTo>
                  <a:pt x="0" y="142611"/>
                </a:lnTo>
                <a:lnTo>
                  <a:pt x="5028" y="95048"/>
                </a:lnTo>
                <a:lnTo>
                  <a:pt x="19306" y="58906"/>
                </a:lnTo>
                <a:lnTo>
                  <a:pt x="41626" y="35936"/>
                </a:lnTo>
                <a:lnTo>
                  <a:pt x="70779" y="27890"/>
                </a:lnTo>
                <a:lnTo>
                  <a:pt x="98366" y="34908"/>
                </a:lnTo>
                <a:lnTo>
                  <a:pt x="120082" y="55025"/>
                </a:lnTo>
                <a:lnTo>
                  <a:pt x="120189" y="55255"/>
                </a:lnTo>
                <a:lnTo>
                  <a:pt x="70779" y="55255"/>
                </a:lnTo>
                <a:lnTo>
                  <a:pt x="52747" y="61356"/>
                </a:lnTo>
                <a:lnTo>
                  <a:pt x="39007" y="78804"/>
                </a:lnTo>
                <a:lnTo>
                  <a:pt x="30300" y="106317"/>
                </a:lnTo>
                <a:lnTo>
                  <a:pt x="27364" y="142611"/>
                </a:lnTo>
                <a:lnTo>
                  <a:pt x="30300" y="178943"/>
                </a:lnTo>
                <a:lnTo>
                  <a:pt x="39007" y="206517"/>
                </a:lnTo>
                <a:lnTo>
                  <a:pt x="52747" y="223978"/>
                </a:lnTo>
                <a:lnTo>
                  <a:pt x="70779" y="229968"/>
                </a:lnTo>
                <a:lnTo>
                  <a:pt x="120344" y="229968"/>
                </a:lnTo>
                <a:lnTo>
                  <a:pt x="98775" y="250450"/>
                </a:lnTo>
                <a:lnTo>
                  <a:pt x="70779" y="257596"/>
                </a:lnTo>
                <a:close/>
              </a:path>
              <a:path w="279400" h="330834">
                <a:moveTo>
                  <a:pt x="120344" y="229968"/>
                </a:moveTo>
                <a:lnTo>
                  <a:pt x="70779" y="229968"/>
                </a:lnTo>
                <a:lnTo>
                  <a:pt x="89120" y="223978"/>
                </a:lnTo>
                <a:lnTo>
                  <a:pt x="103044" y="206517"/>
                </a:lnTo>
                <a:lnTo>
                  <a:pt x="111888" y="178943"/>
                </a:lnTo>
                <a:lnTo>
                  <a:pt x="114984" y="142611"/>
                </a:lnTo>
                <a:lnTo>
                  <a:pt x="111888" y="106317"/>
                </a:lnTo>
                <a:lnTo>
                  <a:pt x="103044" y="78804"/>
                </a:lnTo>
                <a:lnTo>
                  <a:pt x="89120" y="61356"/>
                </a:lnTo>
                <a:lnTo>
                  <a:pt x="70779" y="55255"/>
                </a:lnTo>
                <a:lnTo>
                  <a:pt x="120189" y="55255"/>
                </a:lnTo>
                <a:lnTo>
                  <a:pt x="134940" y="86834"/>
                </a:lnTo>
                <a:lnTo>
                  <a:pt x="141954" y="128929"/>
                </a:lnTo>
                <a:lnTo>
                  <a:pt x="212865" y="128929"/>
                </a:lnTo>
                <a:lnTo>
                  <a:pt x="212865" y="153136"/>
                </a:lnTo>
                <a:lnTo>
                  <a:pt x="142085" y="153136"/>
                </a:lnTo>
                <a:lnTo>
                  <a:pt x="135476" y="196691"/>
                </a:lnTo>
                <a:lnTo>
                  <a:pt x="120690" y="229639"/>
                </a:lnTo>
                <a:lnTo>
                  <a:pt x="120344" y="229968"/>
                </a:lnTo>
                <a:close/>
              </a:path>
              <a:path w="279400" h="330834">
                <a:moveTo>
                  <a:pt x="212865" y="313904"/>
                </a:moveTo>
                <a:lnTo>
                  <a:pt x="184711" y="313904"/>
                </a:lnTo>
                <a:lnTo>
                  <a:pt x="184711" y="153136"/>
                </a:lnTo>
                <a:lnTo>
                  <a:pt x="212865" y="153136"/>
                </a:lnTo>
                <a:lnTo>
                  <a:pt x="212865" y="313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2644868" y="6884562"/>
            <a:ext cx="296545" cy="330835"/>
          </a:xfrm>
          <a:custGeom>
            <a:avLst/>
            <a:gdLst/>
            <a:ahLst/>
            <a:cxnLst/>
            <a:rect l="l" t="t" r="r" b="b"/>
            <a:pathLst>
              <a:path w="296544" h="330834">
                <a:moveTo>
                  <a:pt x="242334" y="330480"/>
                </a:moveTo>
                <a:lnTo>
                  <a:pt x="213128" y="330480"/>
                </a:lnTo>
                <a:lnTo>
                  <a:pt x="213128" y="0"/>
                </a:lnTo>
                <a:lnTo>
                  <a:pt x="242334" y="0"/>
                </a:lnTo>
                <a:lnTo>
                  <a:pt x="242334" y="132087"/>
                </a:lnTo>
                <a:lnTo>
                  <a:pt x="296011" y="132087"/>
                </a:lnTo>
                <a:lnTo>
                  <a:pt x="296011" y="156557"/>
                </a:lnTo>
                <a:lnTo>
                  <a:pt x="242334" y="156557"/>
                </a:lnTo>
                <a:lnTo>
                  <a:pt x="242334" y="330480"/>
                </a:lnTo>
                <a:close/>
              </a:path>
              <a:path w="296544" h="330834">
                <a:moveTo>
                  <a:pt x="26312" y="246544"/>
                </a:moveTo>
                <a:lnTo>
                  <a:pt x="0" y="246544"/>
                </a:lnTo>
                <a:lnTo>
                  <a:pt x="0" y="32627"/>
                </a:lnTo>
                <a:lnTo>
                  <a:pt x="28943" y="32627"/>
                </a:lnTo>
                <a:lnTo>
                  <a:pt x="28943" y="222074"/>
                </a:lnTo>
                <a:lnTo>
                  <a:pt x="183539" y="222074"/>
                </a:lnTo>
                <a:lnTo>
                  <a:pt x="184974" y="231810"/>
                </a:lnTo>
                <a:lnTo>
                  <a:pt x="143162" y="238885"/>
                </a:lnTo>
                <a:lnTo>
                  <a:pt x="103077" y="243420"/>
                </a:lnTo>
                <a:lnTo>
                  <a:pt x="64275" y="245833"/>
                </a:lnTo>
                <a:lnTo>
                  <a:pt x="26312" y="246544"/>
                </a:lnTo>
                <a:close/>
              </a:path>
              <a:path w="296544" h="330834">
                <a:moveTo>
                  <a:pt x="183539" y="222074"/>
                </a:moveTo>
                <a:lnTo>
                  <a:pt x="28943" y="222074"/>
                </a:lnTo>
                <a:lnTo>
                  <a:pt x="65513" y="221225"/>
                </a:lnTo>
                <a:lnTo>
                  <a:pt x="102847" y="218637"/>
                </a:lnTo>
                <a:lnTo>
                  <a:pt x="141316" y="213952"/>
                </a:lnTo>
                <a:lnTo>
                  <a:pt x="181290" y="206813"/>
                </a:lnTo>
                <a:lnTo>
                  <a:pt x="183539" y="222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2960351" y="6884562"/>
            <a:ext cx="274955" cy="331470"/>
          </a:xfrm>
          <a:custGeom>
            <a:avLst/>
            <a:gdLst/>
            <a:ahLst/>
            <a:cxnLst/>
            <a:rect l="l" t="t" r="r" b="b"/>
            <a:pathLst>
              <a:path w="274955" h="331470">
                <a:moveTo>
                  <a:pt x="274435" y="331270"/>
                </a:moveTo>
                <a:lnTo>
                  <a:pt x="245492" y="331270"/>
                </a:lnTo>
                <a:lnTo>
                  <a:pt x="245492" y="136823"/>
                </a:lnTo>
                <a:lnTo>
                  <a:pt x="167082" y="136823"/>
                </a:lnTo>
                <a:lnTo>
                  <a:pt x="167082" y="112879"/>
                </a:lnTo>
                <a:lnTo>
                  <a:pt x="245492" y="112879"/>
                </a:lnTo>
                <a:lnTo>
                  <a:pt x="245492" y="0"/>
                </a:lnTo>
                <a:lnTo>
                  <a:pt x="274435" y="0"/>
                </a:lnTo>
                <a:lnTo>
                  <a:pt x="274435" y="331270"/>
                </a:lnTo>
                <a:close/>
              </a:path>
              <a:path w="274955" h="331470">
                <a:moveTo>
                  <a:pt x="18681" y="260753"/>
                </a:moveTo>
                <a:lnTo>
                  <a:pt x="0" y="237335"/>
                </a:lnTo>
                <a:lnTo>
                  <a:pt x="33996" y="212593"/>
                </a:lnTo>
                <a:lnTo>
                  <a:pt x="61603" y="176949"/>
                </a:lnTo>
                <a:lnTo>
                  <a:pt x="80182" y="134397"/>
                </a:lnTo>
                <a:lnTo>
                  <a:pt x="87093" y="88935"/>
                </a:lnTo>
                <a:lnTo>
                  <a:pt x="87093" y="28680"/>
                </a:lnTo>
                <a:lnTo>
                  <a:pt x="116562" y="28680"/>
                </a:lnTo>
                <a:lnTo>
                  <a:pt x="116562" y="88935"/>
                </a:lnTo>
                <a:lnTo>
                  <a:pt x="123317" y="133225"/>
                </a:lnTo>
                <a:lnTo>
                  <a:pt x="130355" y="148795"/>
                </a:lnTo>
                <a:lnTo>
                  <a:pt x="102091" y="148795"/>
                </a:lnTo>
                <a:lnTo>
                  <a:pt x="88207" y="184326"/>
                </a:lnTo>
                <a:lnTo>
                  <a:pt x="69069" y="215776"/>
                </a:lnTo>
                <a:lnTo>
                  <a:pt x="45589" y="241724"/>
                </a:lnTo>
                <a:lnTo>
                  <a:pt x="18681" y="260753"/>
                </a:lnTo>
                <a:close/>
              </a:path>
              <a:path w="274955" h="331470">
                <a:moveTo>
                  <a:pt x="185500" y="254701"/>
                </a:moveTo>
                <a:lnTo>
                  <a:pt x="158666" y="236599"/>
                </a:lnTo>
                <a:lnTo>
                  <a:pt x="135211" y="212108"/>
                </a:lnTo>
                <a:lnTo>
                  <a:pt x="116048" y="182437"/>
                </a:lnTo>
                <a:lnTo>
                  <a:pt x="102091" y="148795"/>
                </a:lnTo>
                <a:lnTo>
                  <a:pt x="130355" y="148795"/>
                </a:lnTo>
                <a:lnTo>
                  <a:pt x="141789" y="174087"/>
                </a:lnTo>
                <a:lnTo>
                  <a:pt x="169289" y="207894"/>
                </a:lnTo>
                <a:lnTo>
                  <a:pt x="203129" y="231020"/>
                </a:lnTo>
                <a:lnTo>
                  <a:pt x="185500" y="2547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3334773" y="7052309"/>
            <a:ext cx="31115" cy="139700"/>
          </a:xfrm>
          <a:custGeom>
            <a:avLst/>
            <a:gdLst/>
            <a:ahLst/>
            <a:cxnLst/>
            <a:rect l="l" t="t" r="r" b="b"/>
            <a:pathLst>
              <a:path w="31114" h="139700">
                <a:moveTo>
                  <a:pt x="0" y="0"/>
                </a:moveTo>
                <a:lnTo>
                  <a:pt x="30522" y="0"/>
                </a:lnTo>
                <a:lnTo>
                  <a:pt x="30522" y="139700"/>
                </a:lnTo>
                <a:lnTo>
                  <a:pt x="0" y="139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3286358" y="7192009"/>
            <a:ext cx="79375" cy="26670"/>
          </a:xfrm>
          <a:custGeom>
            <a:avLst/>
            <a:gdLst/>
            <a:ahLst/>
            <a:cxnLst/>
            <a:rect l="l" t="t" r="r" b="b"/>
            <a:pathLst>
              <a:path w="79375" h="26670">
                <a:moveTo>
                  <a:pt x="0" y="0"/>
                </a:moveTo>
                <a:lnTo>
                  <a:pt x="78936" y="0"/>
                </a:lnTo>
                <a:lnTo>
                  <a:pt x="78936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915659" y="7415530"/>
            <a:ext cx="79375" cy="26670"/>
          </a:xfrm>
          <a:custGeom>
            <a:avLst/>
            <a:gdLst/>
            <a:ahLst/>
            <a:cxnLst/>
            <a:rect l="l" t="t" r="r" b="b"/>
            <a:pathLst>
              <a:path w="79375" h="26670">
                <a:moveTo>
                  <a:pt x="0" y="0"/>
                </a:moveTo>
                <a:lnTo>
                  <a:pt x="78936" y="0"/>
                </a:lnTo>
                <a:lnTo>
                  <a:pt x="78936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915659" y="7442200"/>
            <a:ext cx="31115" cy="139700"/>
          </a:xfrm>
          <a:custGeom>
            <a:avLst/>
            <a:gdLst/>
            <a:ahLst/>
            <a:cxnLst/>
            <a:rect l="l" t="t" r="r" b="b"/>
            <a:pathLst>
              <a:path w="31115" h="139700">
                <a:moveTo>
                  <a:pt x="0" y="0"/>
                </a:moveTo>
                <a:lnTo>
                  <a:pt x="30522" y="0"/>
                </a:lnTo>
                <a:lnTo>
                  <a:pt x="30522" y="139700"/>
                </a:lnTo>
                <a:lnTo>
                  <a:pt x="0" y="139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1018276" y="7434012"/>
            <a:ext cx="302895" cy="316230"/>
          </a:xfrm>
          <a:custGeom>
            <a:avLst/>
            <a:gdLst/>
            <a:ahLst/>
            <a:cxnLst/>
            <a:rect l="l" t="t" r="r" b="b"/>
            <a:pathLst>
              <a:path w="302894" h="316229">
                <a:moveTo>
                  <a:pt x="254570" y="123404"/>
                </a:moveTo>
                <a:lnTo>
                  <a:pt x="225232" y="123404"/>
                </a:lnTo>
                <a:lnTo>
                  <a:pt x="230367" y="92787"/>
                </a:lnTo>
                <a:lnTo>
                  <a:pt x="233010" y="66619"/>
                </a:lnTo>
                <a:lnTo>
                  <a:pt x="234019" y="43795"/>
                </a:lnTo>
                <a:lnTo>
                  <a:pt x="234178" y="23944"/>
                </a:lnTo>
                <a:lnTo>
                  <a:pt x="38415" y="23944"/>
                </a:lnTo>
                <a:lnTo>
                  <a:pt x="38415" y="0"/>
                </a:lnTo>
                <a:lnTo>
                  <a:pt x="263121" y="0"/>
                </a:lnTo>
                <a:lnTo>
                  <a:pt x="263114" y="23944"/>
                </a:lnTo>
                <a:lnTo>
                  <a:pt x="262987" y="42999"/>
                </a:lnTo>
                <a:lnTo>
                  <a:pt x="262052" y="66142"/>
                </a:lnTo>
                <a:lnTo>
                  <a:pt x="259484" y="92970"/>
                </a:lnTo>
                <a:lnTo>
                  <a:pt x="254570" y="123404"/>
                </a:lnTo>
                <a:close/>
              </a:path>
              <a:path w="302894" h="316229">
                <a:moveTo>
                  <a:pt x="302852" y="147611"/>
                </a:moveTo>
                <a:lnTo>
                  <a:pt x="0" y="147611"/>
                </a:lnTo>
                <a:lnTo>
                  <a:pt x="0" y="123404"/>
                </a:lnTo>
                <a:lnTo>
                  <a:pt x="302852" y="123404"/>
                </a:lnTo>
                <a:lnTo>
                  <a:pt x="302852" y="147611"/>
                </a:lnTo>
                <a:close/>
              </a:path>
              <a:path w="302894" h="316229">
                <a:moveTo>
                  <a:pt x="265489" y="315745"/>
                </a:moveTo>
                <a:lnTo>
                  <a:pt x="236283" y="315745"/>
                </a:lnTo>
                <a:lnTo>
                  <a:pt x="236283" y="220495"/>
                </a:lnTo>
                <a:lnTo>
                  <a:pt x="32100" y="220495"/>
                </a:lnTo>
                <a:lnTo>
                  <a:pt x="32100" y="197078"/>
                </a:lnTo>
                <a:lnTo>
                  <a:pt x="265489" y="197078"/>
                </a:lnTo>
                <a:lnTo>
                  <a:pt x="265489" y="3157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1348494" y="7418225"/>
            <a:ext cx="307975" cy="323215"/>
          </a:xfrm>
          <a:custGeom>
            <a:avLst/>
            <a:gdLst/>
            <a:ahLst/>
            <a:cxnLst/>
            <a:rect l="l" t="t" r="r" b="b"/>
            <a:pathLst>
              <a:path w="307975" h="323215">
                <a:moveTo>
                  <a:pt x="113142" y="40520"/>
                </a:moveTo>
                <a:lnTo>
                  <a:pt x="84198" y="40520"/>
                </a:lnTo>
                <a:lnTo>
                  <a:pt x="84198" y="0"/>
                </a:lnTo>
                <a:lnTo>
                  <a:pt x="113142" y="0"/>
                </a:lnTo>
                <a:lnTo>
                  <a:pt x="113142" y="40520"/>
                </a:lnTo>
                <a:close/>
              </a:path>
              <a:path w="307975" h="323215">
                <a:moveTo>
                  <a:pt x="197078" y="64464"/>
                </a:moveTo>
                <a:lnTo>
                  <a:pt x="0" y="64464"/>
                </a:lnTo>
                <a:lnTo>
                  <a:pt x="0" y="40520"/>
                </a:lnTo>
                <a:lnTo>
                  <a:pt x="197078" y="40520"/>
                </a:lnTo>
                <a:lnTo>
                  <a:pt x="197078" y="64464"/>
                </a:lnTo>
                <a:close/>
              </a:path>
              <a:path w="307975" h="323215">
                <a:moveTo>
                  <a:pt x="257859" y="247860"/>
                </a:moveTo>
                <a:lnTo>
                  <a:pt x="228652" y="247860"/>
                </a:lnTo>
                <a:lnTo>
                  <a:pt x="228652" y="0"/>
                </a:lnTo>
                <a:lnTo>
                  <a:pt x="257859" y="0"/>
                </a:lnTo>
                <a:lnTo>
                  <a:pt x="257859" y="108932"/>
                </a:lnTo>
                <a:lnTo>
                  <a:pt x="307589" y="108932"/>
                </a:lnTo>
                <a:lnTo>
                  <a:pt x="307589" y="133665"/>
                </a:lnTo>
                <a:lnTo>
                  <a:pt x="257859" y="133665"/>
                </a:lnTo>
                <a:lnTo>
                  <a:pt x="257859" y="247860"/>
                </a:lnTo>
                <a:close/>
              </a:path>
              <a:path w="307975" h="323215">
                <a:moveTo>
                  <a:pt x="98670" y="205497"/>
                </a:moveTo>
                <a:lnTo>
                  <a:pt x="65973" y="201176"/>
                </a:lnTo>
                <a:lnTo>
                  <a:pt x="40750" y="188888"/>
                </a:lnTo>
                <a:lnTo>
                  <a:pt x="24556" y="169643"/>
                </a:lnTo>
                <a:lnTo>
                  <a:pt x="18944" y="144453"/>
                </a:lnTo>
                <a:lnTo>
                  <a:pt x="24556" y="118918"/>
                </a:lnTo>
                <a:lnTo>
                  <a:pt x="40750" y="99427"/>
                </a:lnTo>
                <a:lnTo>
                  <a:pt x="65973" y="86990"/>
                </a:lnTo>
                <a:lnTo>
                  <a:pt x="98670" y="82620"/>
                </a:lnTo>
                <a:lnTo>
                  <a:pt x="130919" y="86990"/>
                </a:lnTo>
                <a:lnTo>
                  <a:pt x="155965" y="99427"/>
                </a:lnTo>
                <a:lnTo>
                  <a:pt x="161042" y="105511"/>
                </a:lnTo>
                <a:lnTo>
                  <a:pt x="98670" y="105511"/>
                </a:lnTo>
                <a:lnTo>
                  <a:pt x="77324" y="108266"/>
                </a:lnTo>
                <a:lnTo>
                  <a:pt x="60912" y="116102"/>
                </a:lnTo>
                <a:lnTo>
                  <a:pt x="50420" y="128378"/>
                </a:lnTo>
                <a:lnTo>
                  <a:pt x="46835" y="144453"/>
                </a:lnTo>
                <a:lnTo>
                  <a:pt x="50420" y="160179"/>
                </a:lnTo>
                <a:lnTo>
                  <a:pt x="60912" y="172180"/>
                </a:lnTo>
                <a:lnTo>
                  <a:pt x="77324" y="179790"/>
                </a:lnTo>
                <a:lnTo>
                  <a:pt x="98670" y="182343"/>
                </a:lnTo>
                <a:lnTo>
                  <a:pt x="161496" y="182343"/>
                </a:lnTo>
                <a:lnTo>
                  <a:pt x="155965" y="188888"/>
                </a:lnTo>
                <a:lnTo>
                  <a:pt x="130919" y="201176"/>
                </a:lnTo>
                <a:lnTo>
                  <a:pt x="98670" y="205497"/>
                </a:lnTo>
                <a:close/>
              </a:path>
              <a:path w="307975" h="323215">
                <a:moveTo>
                  <a:pt x="161496" y="182343"/>
                </a:moveTo>
                <a:lnTo>
                  <a:pt x="98670" y="182343"/>
                </a:lnTo>
                <a:lnTo>
                  <a:pt x="119720" y="179790"/>
                </a:lnTo>
                <a:lnTo>
                  <a:pt x="136033" y="172180"/>
                </a:lnTo>
                <a:lnTo>
                  <a:pt x="146624" y="160179"/>
                </a:lnTo>
                <a:lnTo>
                  <a:pt x="150505" y="144453"/>
                </a:lnTo>
                <a:lnTo>
                  <a:pt x="146624" y="128378"/>
                </a:lnTo>
                <a:lnTo>
                  <a:pt x="136033" y="116102"/>
                </a:lnTo>
                <a:lnTo>
                  <a:pt x="119720" y="108266"/>
                </a:lnTo>
                <a:lnTo>
                  <a:pt x="98670" y="105511"/>
                </a:lnTo>
                <a:lnTo>
                  <a:pt x="161042" y="105511"/>
                </a:lnTo>
                <a:lnTo>
                  <a:pt x="172229" y="118918"/>
                </a:lnTo>
                <a:lnTo>
                  <a:pt x="178133" y="144453"/>
                </a:lnTo>
                <a:lnTo>
                  <a:pt x="172229" y="169643"/>
                </a:lnTo>
                <a:lnTo>
                  <a:pt x="161496" y="182343"/>
                </a:lnTo>
                <a:close/>
              </a:path>
              <a:path w="307975" h="323215">
                <a:moveTo>
                  <a:pt x="273120" y="323113"/>
                </a:moveTo>
                <a:lnTo>
                  <a:pt x="50782" y="323113"/>
                </a:lnTo>
                <a:lnTo>
                  <a:pt x="50782" y="227863"/>
                </a:lnTo>
                <a:lnTo>
                  <a:pt x="79725" y="227863"/>
                </a:lnTo>
                <a:lnTo>
                  <a:pt x="79725" y="298906"/>
                </a:lnTo>
                <a:lnTo>
                  <a:pt x="273120" y="298906"/>
                </a:lnTo>
                <a:lnTo>
                  <a:pt x="273120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1800750" y="7430065"/>
            <a:ext cx="244475" cy="24765"/>
          </a:xfrm>
          <a:custGeom>
            <a:avLst/>
            <a:gdLst/>
            <a:ahLst/>
            <a:cxnLst/>
            <a:rect l="l" t="t" r="r" b="b"/>
            <a:pathLst>
              <a:path w="244475" h="24765">
                <a:moveTo>
                  <a:pt x="244439" y="24207"/>
                </a:moveTo>
                <a:lnTo>
                  <a:pt x="0" y="24207"/>
                </a:lnTo>
                <a:lnTo>
                  <a:pt x="0" y="0"/>
                </a:lnTo>
                <a:lnTo>
                  <a:pt x="244439" y="0"/>
                </a:lnTo>
                <a:lnTo>
                  <a:pt x="244439" y="242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1851796" y="7454272"/>
            <a:ext cx="29209" cy="73025"/>
          </a:xfrm>
          <a:custGeom>
            <a:avLst/>
            <a:gdLst/>
            <a:ahLst/>
            <a:cxnLst/>
            <a:rect l="l" t="t" r="r" b="b"/>
            <a:pathLst>
              <a:path w="29210" h="73025">
                <a:moveTo>
                  <a:pt x="28943" y="72621"/>
                </a:moveTo>
                <a:lnTo>
                  <a:pt x="0" y="72621"/>
                </a:lnTo>
                <a:lnTo>
                  <a:pt x="0" y="0"/>
                </a:lnTo>
                <a:lnTo>
                  <a:pt x="28943" y="0"/>
                </a:lnTo>
                <a:lnTo>
                  <a:pt x="28943" y="726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1965201" y="7454272"/>
            <a:ext cx="29209" cy="73025"/>
          </a:xfrm>
          <a:custGeom>
            <a:avLst/>
            <a:gdLst/>
            <a:ahLst/>
            <a:cxnLst/>
            <a:rect l="l" t="t" r="r" b="b"/>
            <a:pathLst>
              <a:path w="29210" h="73025">
                <a:moveTo>
                  <a:pt x="29206" y="72621"/>
                </a:moveTo>
                <a:lnTo>
                  <a:pt x="0" y="72621"/>
                </a:lnTo>
                <a:lnTo>
                  <a:pt x="0" y="0"/>
                </a:lnTo>
                <a:lnTo>
                  <a:pt x="29206" y="0"/>
                </a:lnTo>
                <a:lnTo>
                  <a:pt x="29206" y="726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1801803" y="7526894"/>
            <a:ext cx="242570" cy="23495"/>
          </a:xfrm>
          <a:custGeom>
            <a:avLst/>
            <a:gdLst/>
            <a:ahLst/>
            <a:cxnLst/>
            <a:rect l="l" t="t" r="r" b="b"/>
            <a:pathLst>
              <a:path w="242569" h="23495">
                <a:moveTo>
                  <a:pt x="242334" y="23417"/>
                </a:moveTo>
                <a:lnTo>
                  <a:pt x="0" y="23417"/>
                </a:lnTo>
                <a:lnTo>
                  <a:pt x="0" y="0"/>
                </a:lnTo>
                <a:lnTo>
                  <a:pt x="242334" y="0"/>
                </a:lnTo>
                <a:lnTo>
                  <a:pt x="242334" y="23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1908893" y="7550312"/>
            <a:ext cx="29209" cy="41275"/>
          </a:xfrm>
          <a:custGeom>
            <a:avLst/>
            <a:gdLst/>
            <a:ahLst/>
            <a:cxnLst/>
            <a:rect l="l" t="t" r="r" b="b"/>
            <a:pathLst>
              <a:path w="29210" h="41275">
                <a:moveTo>
                  <a:pt x="28943" y="40783"/>
                </a:moveTo>
                <a:lnTo>
                  <a:pt x="0" y="40783"/>
                </a:lnTo>
                <a:lnTo>
                  <a:pt x="0" y="0"/>
                </a:lnTo>
                <a:lnTo>
                  <a:pt x="28943" y="0"/>
                </a:lnTo>
                <a:lnTo>
                  <a:pt x="28943" y="407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1772596" y="7591096"/>
            <a:ext cx="301625" cy="24130"/>
          </a:xfrm>
          <a:custGeom>
            <a:avLst/>
            <a:gdLst/>
            <a:ahLst/>
            <a:cxnLst/>
            <a:rect l="l" t="t" r="r" b="b"/>
            <a:pathLst>
              <a:path w="301625" h="24129">
                <a:moveTo>
                  <a:pt x="301537" y="23944"/>
                </a:moveTo>
                <a:lnTo>
                  <a:pt x="0" y="23944"/>
                </a:lnTo>
                <a:lnTo>
                  <a:pt x="0" y="0"/>
                </a:lnTo>
                <a:lnTo>
                  <a:pt x="301537" y="0"/>
                </a:lnTo>
                <a:lnTo>
                  <a:pt x="301537" y="239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1806013" y="7647940"/>
            <a:ext cx="231140" cy="24130"/>
          </a:xfrm>
          <a:custGeom>
            <a:avLst/>
            <a:gdLst/>
            <a:ahLst/>
            <a:cxnLst/>
            <a:rect l="l" t="t" r="r" b="b"/>
            <a:pathLst>
              <a:path w="231139" h="24129">
                <a:moveTo>
                  <a:pt x="0" y="0"/>
                </a:moveTo>
                <a:lnTo>
                  <a:pt x="230757" y="0"/>
                </a:lnTo>
                <a:lnTo>
                  <a:pt x="230757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2007301" y="7672069"/>
            <a:ext cx="29845" cy="76200"/>
          </a:xfrm>
          <a:custGeom>
            <a:avLst/>
            <a:gdLst/>
            <a:ahLst/>
            <a:cxnLst/>
            <a:rect l="l" t="t" r="r" b="b"/>
            <a:pathLst>
              <a:path w="29844" h="76200">
                <a:moveTo>
                  <a:pt x="0" y="0"/>
                </a:moveTo>
                <a:lnTo>
                  <a:pt x="29469" y="0"/>
                </a:lnTo>
                <a:lnTo>
                  <a:pt x="29469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2107287" y="7417962"/>
            <a:ext cx="269240" cy="326390"/>
          </a:xfrm>
          <a:custGeom>
            <a:avLst/>
            <a:gdLst/>
            <a:ahLst/>
            <a:cxnLst/>
            <a:rect l="l" t="t" r="r" b="b"/>
            <a:pathLst>
              <a:path w="269239" h="326390">
                <a:moveTo>
                  <a:pt x="268910" y="47625"/>
                </a:moveTo>
                <a:lnTo>
                  <a:pt x="239703" y="47625"/>
                </a:lnTo>
                <a:lnTo>
                  <a:pt x="239703" y="0"/>
                </a:lnTo>
                <a:lnTo>
                  <a:pt x="268910" y="0"/>
                </a:lnTo>
                <a:lnTo>
                  <a:pt x="268910" y="47625"/>
                </a:lnTo>
                <a:close/>
              </a:path>
              <a:path w="269239" h="326390">
                <a:moveTo>
                  <a:pt x="85777" y="174975"/>
                </a:moveTo>
                <a:lnTo>
                  <a:pt x="51469" y="169244"/>
                </a:lnTo>
                <a:lnTo>
                  <a:pt x="24240" y="153202"/>
                </a:lnTo>
                <a:lnTo>
                  <a:pt x="6335" y="128575"/>
                </a:lnTo>
                <a:lnTo>
                  <a:pt x="0" y="97091"/>
                </a:lnTo>
                <a:lnTo>
                  <a:pt x="6335" y="65459"/>
                </a:lnTo>
                <a:lnTo>
                  <a:pt x="24240" y="40783"/>
                </a:lnTo>
                <a:lnTo>
                  <a:pt x="51469" y="24790"/>
                </a:lnTo>
                <a:lnTo>
                  <a:pt x="85777" y="19207"/>
                </a:lnTo>
                <a:lnTo>
                  <a:pt x="106130" y="21076"/>
                </a:lnTo>
                <a:lnTo>
                  <a:pt x="124472" y="26657"/>
                </a:lnTo>
                <a:lnTo>
                  <a:pt x="140373" y="35618"/>
                </a:lnTo>
                <a:lnTo>
                  <a:pt x="149403" y="43941"/>
                </a:lnTo>
                <a:lnTo>
                  <a:pt x="85777" y="43941"/>
                </a:lnTo>
                <a:lnTo>
                  <a:pt x="62524" y="47805"/>
                </a:lnTo>
                <a:lnTo>
                  <a:pt x="44204" y="58873"/>
                </a:lnTo>
                <a:lnTo>
                  <a:pt x="32199" y="75762"/>
                </a:lnTo>
                <a:lnTo>
                  <a:pt x="27890" y="97091"/>
                </a:lnTo>
                <a:lnTo>
                  <a:pt x="32199" y="118499"/>
                </a:lnTo>
                <a:lnTo>
                  <a:pt x="44204" y="135343"/>
                </a:lnTo>
                <a:lnTo>
                  <a:pt x="62524" y="146414"/>
                </a:lnTo>
                <a:lnTo>
                  <a:pt x="85777" y="150505"/>
                </a:lnTo>
                <a:lnTo>
                  <a:pt x="148945" y="150505"/>
                </a:lnTo>
                <a:lnTo>
                  <a:pt x="140428" y="158325"/>
                </a:lnTo>
                <a:lnTo>
                  <a:pt x="124489" y="167345"/>
                </a:lnTo>
                <a:lnTo>
                  <a:pt x="106132" y="173010"/>
                </a:lnTo>
                <a:lnTo>
                  <a:pt x="85777" y="174975"/>
                </a:lnTo>
                <a:close/>
              </a:path>
              <a:path w="269239" h="326390">
                <a:moveTo>
                  <a:pt x="148945" y="150505"/>
                </a:moveTo>
                <a:lnTo>
                  <a:pt x="85777" y="150505"/>
                </a:lnTo>
                <a:lnTo>
                  <a:pt x="108615" y="146414"/>
                </a:lnTo>
                <a:lnTo>
                  <a:pt x="126791" y="135343"/>
                </a:lnTo>
                <a:lnTo>
                  <a:pt x="138800" y="118499"/>
                </a:lnTo>
                <a:lnTo>
                  <a:pt x="143138" y="97091"/>
                </a:lnTo>
                <a:lnTo>
                  <a:pt x="138800" y="75762"/>
                </a:lnTo>
                <a:lnTo>
                  <a:pt x="126791" y="58873"/>
                </a:lnTo>
                <a:lnTo>
                  <a:pt x="108615" y="47805"/>
                </a:lnTo>
                <a:lnTo>
                  <a:pt x="85777" y="43941"/>
                </a:lnTo>
                <a:lnTo>
                  <a:pt x="149403" y="43941"/>
                </a:lnTo>
                <a:lnTo>
                  <a:pt x="153399" y="47625"/>
                </a:lnTo>
                <a:lnTo>
                  <a:pt x="268910" y="47625"/>
                </a:lnTo>
                <a:lnTo>
                  <a:pt x="268910" y="71832"/>
                </a:lnTo>
                <a:lnTo>
                  <a:pt x="167213" y="71832"/>
                </a:lnTo>
                <a:lnTo>
                  <a:pt x="168961" y="77795"/>
                </a:lnTo>
                <a:lnTo>
                  <a:pt x="170239" y="84018"/>
                </a:lnTo>
                <a:lnTo>
                  <a:pt x="171024" y="90462"/>
                </a:lnTo>
                <a:lnTo>
                  <a:pt x="171292" y="97091"/>
                </a:lnTo>
                <a:lnTo>
                  <a:pt x="171292" y="105774"/>
                </a:lnTo>
                <a:lnTo>
                  <a:pt x="169844" y="113931"/>
                </a:lnTo>
                <a:lnTo>
                  <a:pt x="167345" y="121562"/>
                </a:lnTo>
                <a:lnTo>
                  <a:pt x="268910" y="121562"/>
                </a:lnTo>
                <a:lnTo>
                  <a:pt x="268910" y="146295"/>
                </a:lnTo>
                <a:lnTo>
                  <a:pt x="153531" y="146295"/>
                </a:lnTo>
                <a:lnTo>
                  <a:pt x="148945" y="150505"/>
                </a:lnTo>
                <a:close/>
              </a:path>
              <a:path w="269239" h="326390">
                <a:moveTo>
                  <a:pt x="268910" y="121562"/>
                </a:moveTo>
                <a:lnTo>
                  <a:pt x="239703" y="121562"/>
                </a:lnTo>
                <a:lnTo>
                  <a:pt x="239703" y="71832"/>
                </a:lnTo>
                <a:lnTo>
                  <a:pt x="268910" y="71832"/>
                </a:lnTo>
                <a:lnTo>
                  <a:pt x="268910" y="121562"/>
                </a:lnTo>
                <a:close/>
              </a:path>
              <a:path w="269239" h="326390">
                <a:moveTo>
                  <a:pt x="268910" y="189973"/>
                </a:moveTo>
                <a:lnTo>
                  <a:pt x="239703" y="189973"/>
                </a:lnTo>
                <a:lnTo>
                  <a:pt x="239703" y="146295"/>
                </a:lnTo>
                <a:lnTo>
                  <a:pt x="268910" y="146295"/>
                </a:lnTo>
                <a:lnTo>
                  <a:pt x="268910" y="189973"/>
                </a:lnTo>
                <a:close/>
              </a:path>
              <a:path w="269239" h="326390">
                <a:moveTo>
                  <a:pt x="268910" y="326270"/>
                </a:moveTo>
                <a:lnTo>
                  <a:pt x="52624" y="326270"/>
                </a:lnTo>
                <a:lnTo>
                  <a:pt x="52624" y="207076"/>
                </a:lnTo>
                <a:lnTo>
                  <a:pt x="268910" y="207076"/>
                </a:lnTo>
                <a:lnTo>
                  <a:pt x="268910" y="230757"/>
                </a:lnTo>
                <a:lnTo>
                  <a:pt x="81830" y="230757"/>
                </a:lnTo>
                <a:lnTo>
                  <a:pt x="81830" y="302326"/>
                </a:lnTo>
                <a:lnTo>
                  <a:pt x="268910" y="302326"/>
                </a:lnTo>
                <a:lnTo>
                  <a:pt x="268910" y="326270"/>
                </a:lnTo>
                <a:close/>
              </a:path>
              <a:path w="269239" h="326390">
                <a:moveTo>
                  <a:pt x="268910" y="302326"/>
                </a:moveTo>
                <a:lnTo>
                  <a:pt x="240229" y="302326"/>
                </a:lnTo>
                <a:lnTo>
                  <a:pt x="240229" y="230757"/>
                </a:lnTo>
                <a:lnTo>
                  <a:pt x="268910" y="230757"/>
                </a:lnTo>
                <a:lnTo>
                  <a:pt x="268910" y="3023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2435662" y="7417962"/>
            <a:ext cx="279400" cy="330835"/>
          </a:xfrm>
          <a:custGeom>
            <a:avLst/>
            <a:gdLst/>
            <a:ahLst/>
            <a:cxnLst/>
            <a:rect l="l" t="t" r="r" b="b"/>
            <a:pathLst>
              <a:path w="279400" h="330834">
                <a:moveTo>
                  <a:pt x="279171" y="330743"/>
                </a:moveTo>
                <a:lnTo>
                  <a:pt x="251017" y="330743"/>
                </a:lnTo>
                <a:lnTo>
                  <a:pt x="251017" y="0"/>
                </a:lnTo>
                <a:lnTo>
                  <a:pt x="279171" y="0"/>
                </a:lnTo>
                <a:lnTo>
                  <a:pt x="279171" y="330743"/>
                </a:lnTo>
                <a:close/>
              </a:path>
              <a:path w="279400" h="330834">
                <a:moveTo>
                  <a:pt x="212865" y="128929"/>
                </a:moveTo>
                <a:lnTo>
                  <a:pt x="184711" y="128929"/>
                </a:lnTo>
                <a:lnTo>
                  <a:pt x="184711" y="7104"/>
                </a:lnTo>
                <a:lnTo>
                  <a:pt x="212865" y="7104"/>
                </a:lnTo>
                <a:lnTo>
                  <a:pt x="212865" y="128929"/>
                </a:lnTo>
                <a:close/>
              </a:path>
              <a:path w="279400" h="330834">
                <a:moveTo>
                  <a:pt x="70779" y="257596"/>
                </a:moveTo>
                <a:lnTo>
                  <a:pt x="41626" y="249657"/>
                </a:lnTo>
                <a:lnTo>
                  <a:pt x="19306" y="226646"/>
                </a:lnTo>
                <a:lnTo>
                  <a:pt x="5028" y="190364"/>
                </a:lnTo>
                <a:lnTo>
                  <a:pt x="0" y="142611"/>
                </a:lnTo>
                <a:lnTo>
                  <a:pt x="5028" y="95048"/>
                </a:lnTo>
                <a:lnTo>
                  <a:pt x="19306" y="58906"/>
                </a:lnTo>
                <a:lnTo>
                  <a:pt x="41626" y="35936"/>
                </a:lnTo>
                <a:lnTo>
                  <a:pt x="70779" y="27890"/>
                </a:lnTo>
                <a:lnTo>
                  <a:pt x="98366" y="34908"/>
                </a:lnTo>
                <a:lnTo>
                  <a:pt x="120082" y="55025"/>
                </a:lnTo>
                <a:lnTo>
                  <a:pt x="120189" y="55255"/>
                </a:lnTo>
                <a:lnTo>
                  <a:pt x="70779" y="55255"/>
                </a:lnTo>
                <a:lnTo>
                  <a:pt x="52747" y="61356"/>
                </a:lnTo>
                <a:lnTo>
                  <a:pt x="39007" y="78804"/>
                </a:lnTo>
                <a:lnTo>
                  <a:pt x="30300" y="106317"/>
                </a:lnTo>
                <a:lnTo>
                  <a:pt x="27364" y="142611"/>
                </a:lnTo>
                <a:lnTo>
                  <a:pt x="30300" y="178943"/>
                </a:lnTo>
                <a:lnTo>
                  <a:pt x="39007" y="206517"/>
                </a:lnTo>
                <a:lnTo>
                  <a:pt x="52747" y="223978"/>
                </a:lnTo>
                <a:lnTo>
                  <a:pt x="70779" y="229968"/>
                </a:lnTo>
                <a:lnTo>
                  <a:pt x="120344" y="229968"/>
                </a:lnTo>
                <a:lnTo>
                  <a:pt x="98775" y="250450"/>
                </a:lnTo>
                <a:lnTo>
                  <a:pt x="70779" y="257596"/>
                </a:lnTo>
                <a:close/>
              </a:path>
              <a:path w="279400" h="330834">
                <a:moveTo>
                  <a:pt x="120344" y="229968"/>
                </a:moveTo>
                <a:lnTo>
                  <a:pt x="70779" y="229968"/>
                </a:lnTo>
                <a:lnTo>
                  <a:pt x="89120" y="223978"/>
                </a:lnTo>
                <a:lnTo>
                  <a:pt x="103044" y="206517"/>
                </a:lnTo>
                <a:lnTo>
                  <a:pt x="111888" y="178943"/>
                </a:lnTo>
                <a:lnTo>
                  <a:pt x="114984" y="142611"/>
                </a:lnTo>
                <a:lnTo>
                  <a:pt x="111888" y="106317"/>
                </a:lnTo>
                <a:lnTo>
                  <a:pt x="103044" y="78804"/>
                </a:lnTo>
                <a:lnTo>
                  <a:pt x="89120" y="61356"/>
                </a:lnTo>
                <a:lnTo>
                  <a:pt x="70779" y="55255"/>
                </a:lnTo>
                <a:lnTo>
                  <a:pt x="120189" y="55255"/>
                </a:lnTo>
                <a:lnTo>
                  <a:pt x="134940" y="86834"/>
                </a:lnTo>
                <a:lnTo>
                  <a:pt x="141954" y="128929"/>
                </a:lnTo>
                <a:lnTo>
                  <a:pt x="212865" y="128929"/>
                </a:lnTo>
                <a:lnTo>
                  <a:pt x="212865" y="153136"/>
                </a:lnTo>
                <a:lnTo>
                  <a:pt x="142085" y="153136"/>
                </a:lnTo>
                <a:lnTo>
                  <a:pt x="135476" y="196691"/>
                </a:lnTo>
                <a:lnTo>
                  <a:pt x="120690" y="229639"/>
                </a:lnTo>
                <a:lnTo>
                  <a:pt x="120344" y="229968"/>
                </a:lnTo>
                <a:close/>
              </a:path>
              <a:path w="279400" h="330834">
                <a:moveTo>
                  <a:pt x="212865" y="313904"/>
                </a:moveTo>
                <a:lnTo>
                  <a:pt x="184711" y="313904"/>
                </a:lnTo>
                <a:lnTo>
                  <a:pt x="184711" y="153136"/>
                </a:lnTo>
                <a:lnTo>
                  <a:pt x="212865" y="153136"/>
                </a:lnTo>
                <a:lnTo>
                  <a:pt x="212865" y="313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2856363" y="7416383"/>
            <a:ext cx="301625" cy="331470"/>
          </a:xfrm>
          <a:custGeom>
            <a:avLst/>
            <a:gdLst/>
            <a:ahLst/>
            <a:cxnLst/>
            <a:rect l="l" t="t" r="r" b="b"/>
            <a:pathLst>
              <a:path w="301625" h="331470">
                <a:moveTo>
                  <a:pt x="164977" y="34205"/>
                </a:moveTo>
                <a:lnTo>
                  <a:pt x="136296" y="34205"/>
                </a:lnTo>
                <a:lnTo>
                  <a:pt x="136296" y="0"/>
                </a:lnTo>
                <a:lnTo>
                  <a:pt x="164977" y="0"/>
                </a:lnTo>
                <a:lnTo>
                  <a:pt x="164977" y="34205"/>
                </a:lnTo>
                <a:close/>
              </a:path>
              <a:path w="301625" h="331470">
                <a:moveTo>
                  <a:pt x="270752" y="57623"/>
                </a:moveTo>
                <a:lnTo>
                  <a:pt x="31048" y="57623"/>
                </a:lnTo>
                <a:lnTo>
                  <a:pt x="31048" y="34205"/>
                </a:lnTo>
                <a:lnTo>
                  <a:pt x="270752" y="34205"/>
                </a:lnTo>
                <a:lnTo>
                  <a:pt x="270752" y="57623"/>
                </a:lnTo>
                <a:close/>
              </a:path>
              <a:path w="301625" h="331470">
                <a:moveTo>
                  <a:pt x="27364" y="149453"/>
                </a:moveTo>
                <a:lnTo>
                  <a:pt x="17892" y="127087"/>
                </a:lnTo>
                <a:lnTo>
                  <a:pt x="61952" y="118935"/>
                </a:lnTo>
                <a:lnTo>
                  <a:pt x="98637" y="104196"/>
                </a:lnTo>
                <a:lnTo>
                  <a:pt x="124123" y="83536"/>
                </a:lnTo>
                <a:lnTo>
                  <a:pt x="134586" y="57623"/>
                </a:lnTo>
                <a:lnTo>
                  <a:pt x="166555" y="57623"/>
                </a:lnTo>
                <a:lnTo>
                  <a:pt x="176910" y="83536"/>
                </a:lnTo>
                <a:lnTo>
                  <a:pt x="184845" y="89987"/>
                </a:lnTo>
                <a:lnTo>
                  <a:pt x="150637" y="89987"/>
                </a:lnTo>
                <a:lnTo>
                  <a:pt x="130524" y="112673"/>
                </a:lnTo>
                <a:lnTo>
                  <a:pt x="101828" y="130179"/>
                </a:lnTo>
                <a:lnTo>
                  <a:pt x="66717" y="142455"/>
                </a:lnTo>
                <a:lnTo>
                  <a:pt x="27364" y="149453"/>
                </a:lnTo>
                <a:close/>
              </a:path>
              <a:path w="301625" h="331470">
                <a:moveTo>
                  <a:pt x="273909" y="149453"/>
                </a:moveTo>
                <a:lnTo>
                  <a:pt x="234352" y="142455"/>
                </a:lnTo>
                <a:lnTo>
                  <a:pt x="199199" y="130179"/>
                </a:lnTo>
                <a:lnTo>
                  <a:pt x="170582" y="112673"/>
                </a:lnTo>
                <a:lnTo>
                  <a:pt x="150637" y="89987"/>
                </a:lnTo>
                <a:lnTo>
                  <a:pt x="184845" y="89987"/>
                </a:lnTo>
                <a:lnTo>
                  <a:pt x="202324" y="104196"/>
                </a:lnTo>
                <a:lnTo>
                  <a:pt x="239060" y="118935"/>
                </a:lnTo>
                <a:lnTo>
                  <a:pt x="283381" y="127087"/>
                </a:lnTo>
                <a:lnTo>
                  <a:pt x="273909" y="149453"/>
                </a:lnTo>
                <a:close/>
              </a:path>
              <a:path w="301625" h="331470">
                <a:moveTo>
                  <a:pt x="301537" y="191815"/>
                </a:moveTo>
                <a:lnTo>
                  <a:pt x="0" y="191815"/>
                </a:lnTo>
                <a:lnTo>
                  <a:pt x="0" y="168134"/>
                </a:lnTo>
                <a:lnTo>
                  <a:pt x="301537" y="168134"/>
                </a:lnTo>
                <a:lnTo>
                  <a:pt x="301537" y="191815"/>
                </a:lnTo>
                <a:close/>
              </a:path>
              <a:path w="301625" h="331470">
                <a:moveTo>
                  <a:pt x="164977" y="229705"/>
                </a:moveTo>
                <a:lnTo>
                  <a:pt x="136296" y="229705"/>
                </a:lnTo>
                <a:lnTo>
                  <a:pt x="136296" y="191815"/>
                </a:lnTo>
                <a:lnTo>
                  <a:pt x="164977" y="191815"/>
                </a:lnTo>
                <a:lnTo>
                  <a:pt x="164977" y="229705"/>
                </a:lnTo>
                <a:close/>
              </a:path>
              <a:path w="301625" h="331470">
                <a:moveTo>
                  <a:pt x="264174" y="331270"/>
                </a:moveTo>
                <a:lnTo>
                  <a:pt x="234704" y="331270"/>
                </a:lnTo>
                <a:lnTo>
                  <a:pt x="234704" y="253649"/>
                </a:lnTo>
                <a:lnTo>
                  <a:pt x="33416" y="253649"/>
                </a:lnTo>
                <a:lnTo>
                  <a:pt x="33416" y="229705"/>
                </a:lnTo>
                <a:lnTo>
                  <a:pt x="264174" y="229705"/>
                </a:lnTo>
                <a:lnTo>
                  <a:pt x="264174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3184475" y="7417699"/>
            <a:ext cx="309880" cy="323850"/>
          </a:xfrm>
          <a:custGeom>
            <a:avLst/>
            <a:gdLst/>
            <a:ahLst/>
            <a:cxnLst/>
            <a:rect l="l" t="t" r="r" b="b"/>
            <a:pathLst>
              <a:path w="309879" h="323850">
                <a:moveTo>
                  <a:pt x="259964" y="244703"/>
                </a:moveTo>
                <a:lnTo>
                  <a:pt x="230757" y="244703"/>
                </a:lnTo>
                <a:lnTo>
                  <a:pt x="230757" y="0"/>
                </a:lnTo>
                <a:lnTo>
                  <a:pt x="259964" y="0"/>
                </a:lnTo>
                <a:lnTo>
                  <a:pt x="259964" y="101564"/>
                </a:lnTo>
                <a:lnTo>
                  <a:pt x="309694" y="101564"/>
                </a:lnTo>
                <a:lnTo>
                  <a:pt x="309694" y="126561"/>
                </a:lnTo>
                <a:lnTo>
                  <a:pt x="259964" y="126561"/>
                </a:lnTo>
                <a:lnTo>
                  <a:pt x="259964" y="244703"/>
                </a:lnTo>
                <a:close/>
              </a:path>
              <a:path w="309879" h="323850">
                <a:moveTo>
                  <a:pt x="16313" y="198656"/>
                </a:moveTo>
                <a:lnTo>
                  <a:pt x="0" y="175502"/>
                </a:lnTo>
                <a:lnTo>
                  <a:pt x="34390" y="157367"/>
                </a:lnTo>
                <a:lnTo>
                  <a:pt x="60813" y="131067"/>
                </a:lnTo>
                <a:lnTo>
                  <a:pt x="77814" y="98502"/>
                </a:lnTo>
                <a:lnTo>
                  <a:pt x="83935" y="61570"/>
                </a:lnTo>
                <a:lnTo>
                  <a:pt x="83935" y="20523"/>
                </a:lnTo>
                <a:lnTo>
                  <a:pt x="112616" y="20523"/>
                </a:lnTo>
                <a:lnTo>
                  <a:pt x="112616" y="62622"/>
                </a:lnTo>
                <a:lnTo>
                  <a:pt x="118610" y="95780"/>
                </a:lnTo>
                <a:lnTo>
                  <a:pt x="129163" y="114194"/>
                </a:lnTo>
                <a:lnTo>
                  <a:pt x="99196" y="114194"/>
                </a:lnTo>
                <a:lnTo>
                  <a:pt x="85783" y="141896"/>
                </a:lnTo>
                <a:lnTo>
                  <a:pt x="67079" y="165602"/>
                </a:lnTo>
                <a:lnTo>
                  <a:pt x="43713" y="184719"/>
                </a:lnTo>
                <a:lnTo>
                  <a:pt x="16313" y="198656"/>
                </a:lnTo>
                <a:close/>
              </a:path>
              <a:path w="309879" h="323850">
                <a:moveTo>
                  <a:pt x="180501" y="190500"/>
                </a:moveTo>
                <a:lnTo>
                  <a:pt x="154107" y="177763"/>
                </a:lnTo>
                <a:lnTo>
                  <a:pt x="131363" y="160339"/>
                </a:lnTo>
                <a:lnTo>
                  <a:pt x="112862" y="138919"/>
                </a:lnTo>
                <a:lnTo>
                  <a:pt x="99196" y="114194"/>
                </a:lnTo>
                <a:lnTo>
                  <a:pt x="129163" y="114194"/>
                </a:lnTo>
                <a:lnTo>
                  <a:pt x="135704" y="125607"/>
                </a:lnTo>
                <a:lnTo>
                  <a:pt x="161975" y="150057"/>
                </a:lnTo>
                <a:lnTo>
                  <a:pt x="195499" y="167082"/>
                </a:lnTo>
                <a:lnTo>
                  <a:pt x="180501" y="190500"/>
                </a:lnTo>
                <a:close/>
              </a:path>
              <a:path w="309879" h="323850">
                <a:moveTo>
                  <a:pt x="275225" y="323639"/>
                </a:moveTo>
                <a:lnTo>
                  <a:pt x="53413" y="323639"/>
                </a:lnTo>
                <a:lnTo>
                  <a:pt x="53413" y="221022"/>
                </a:lnTo>
                <a:lnTo>
                  <a:pt x="83146" y="221022"/>
                </a:lnTo>
                <a:lnTo>
                  <a:pt x="83146" y="299432"/>
                </a:lnTo>
                <a:lnTo>
                  <a:pt x="275225" y="299432"/>
                </a:lnTo>
                <a:lnTo>
                  <a:pt x="275225" y="3236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3515219" y="7424540"/>
            <a:ext cx="302260" cy="323850"/>
          </a:xfrm>
          <a:custGeom>
            <a:avLst/>
            <a:gdLst/>
            <a:ahLst/>
            <a:cxnLst/>
            <a:rect l="l" t="t" r="r" b="b"/>
            <a:pathLst>
              <a:path w="302260" h="323850">
                <a:moveTo>
                  <a:pt x="267068" y="109984"/>
                </a:moveTo>
                <a:lnTo>
                  <a:pt x="41310" y="109984"/>
                </a:lnTo>
                <a:lnTo>
                  <a:pt x="41310" y="0"/>
                </a:lnTo>
                <a:lnTo>
                  <a:pt x="70253" y="0"/>
                </a:lnTo>
                <a:lnTo>
                  <a:pt x="70253" y="86040"/>
                </a:lnTo>
                <a:lnTo>
                  <a:pt x="267068" y="86040"/>
                </a:lnTo>
                <a:lnTo>
                  <a:pt x="267068" y="109984"/>
                </a:lnTo>
                <a:close/>
              </a:path>
              <a:path w="302260" h="323850">
                <a:moveTo>
                  <a:pt x="165240" y="153662"/>
                </a:moveTo>
                <a:lnTo>
                  <a:pt x="136560" y="153662"/>
                </a:lnTo>
                <a:lnTo>
                  <a:pt x="136560" y="109984"/>
                </a:lnTo>
                <a:lnTo>
                  <a:pt x="165240" y="109984"/>
                </a:lnTo>
                <a:lnTo>
                  <a:pt x="165240" y="153662"/>
                </a:lnTo>
                <a:close/>
              </a:path>
              <a:path w="302260" h="323850">
                <a:moveTo>
                  <a:pt x="301800" y="178133"/>
                </a:moveTo>
                <a:lnTo>
                  <a:pt x="0" y="178133"/>
                </a:lnTo>
                <a:lnTo>
                  <a:pt x="0" y="153662"/>
                </a:lnTo>
                <a:lnTo>
                  <a:pt x="301800" y="153662"/>
                </a:lnTo>
                <a:lnTo>
                  <a:pt x="301800" y="178133"/>
                </a:lnTo>
                <a:close/>
              </a:path>
              <a:path w="302260" h="323850">
                <a:moveTo>
                  <a:pt x="150505" y="323376"/>
                </a:moveTo>
                <a:lnTo>
                  <a:pt x="102580" y="319367"/>
                </a:lnTo>
                <a:lnTo>
                  <a:pt x="66668" y="307687"/>
                </a:lnTo>
                <a:lnTo>
                  <a:pt x="44126" y="288854"/>
                </a:lnTo>
                <a:lnTo>
                  <a:pt x="36310" y="263384"/>
                </a:lnTo>
                <a:lnTo>
                  <a:pt x="44126" y="237763"/>
                </a:lnTo>
                <a:lnTo>
                  <a:pt x="66668" y="218851"/>
                </a:lnTo>
                <a:lnTo>
                  <a:pt x="102580" y="207142"/>
                </a:lnTo>
                <a:lnTo>
                  <a:pt x="150505" y="203129"/>
                </a:lnTo>
                <a:lnTo>
                  <a:pt x="198241" y="207142"/>
                </a:lnTo>
                <a:lnTo>
                  <a:pt x="234013" y="218851"/>
                </a:lnTo>
                <a:lnTo>
                  <a:pt x="242544" y="226021"/>
                </a:lnTo>
                <a:lnTo>
                  <a:pt x="150505" y="226021"/>
                </a:lnTo>
                <a:lnTo>
                  <a:pt x="114959" y="228640"/>
                </a:lnTo>
                <a:lnTo>
                  <a:pt x="88343" y="235921"/>
                </a:lnTo>
                <a:lnTo>
                  <a:pt x="71692" y="247593"/>
                </a:lnTo>
                <a:lnTo>
                  <a:pt x="66043" y="263384"/>
                </a:lnTo>
                <a:lnTo>
                  <a:pt x="71692" y="278797"/>
                </a:lnTo>
                <a:lnTo>
                  <a:pt x="88343" y="290387"/>
                </a:lnTo>
                <a:lnTo>
                  <a:pt x="114959" y="297685"/>
                </a:lnTo>
                <a:lnTo>
                  <a:pt x="150505" y="300221"/>
                </a:lnTo>
                <a:lnTo>
                  <a:pt x="242933" y="300221"/>
                </a:lnTo>
                <a:lnTo>
                  <a:pt x="234013" y="307687"/>
                </a:lnTo>
                <a:lnTo>
                  <a:pt x="198241" y="319367"/>
                </a:lnTo>
                <a:lnTo>
                  <a:pt x="150505" y="323376"/>
                </a:lnTo>
                <a:close/>
              </a:path>
              <a:path w="302260" h="323850">
                <a:moveTo>
                  <a:pt x="242933" y="300221"/>
                </a:moveTo>
                <a:lnTo>
                  <a:pt x="150505" y="300221"/>
                </a:lnTo>
                <a:lnTo>
                  <a:pt x="185907" y="297685"/>
                </a:lnTo>
                <a:lnTo>
                  <a:pt x="212503" y="290387"/>
                </a:lnTo>
                <a:lnTo>
                  <a:pt x="229281" y="278797"/>
                </a:lnTo>
                <a:lnTo>
                  <a:pt x="235230" y="263384"/>
                </a:lnTo>
                <a:lnTo>
                  <a:pt x="229281" y="247593"/>
                </a:lnTo>
                <a:lnTo>
                  <a:pt x="212503" y="235921"/>
                </a:lnTo>
                <a:lnTo>
                  <a:pt x="185907" y="228640"/>
                </a:lnTo>
                <a:lnTo>
                  <a:pt x="150505" y="226021"/>
                </a:lnTo>
                <a:lnTo>
                  <a:pt x="242544" y="226021"/>
                </a:lnTo>
                <a:lnTo>
                  <a:pt x="256514" y="237763"/>
                </a:lnTo>
                <a:lnTo>
                  <a:pt x="264437" y="263384"/>
                </a:lnTo>
                <a:lnTo>
                  <a:pt x="256514" y="288854"/>
                </a:lnTo>
                <a:lnTo>
                  <a:pt x="242933" y="300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3846752" y="7417962"/>
            <a:ext cx="307975" cy="330835"/>
          </a:xfrm>
          <a:custGeom>
            <a:avLst/>
            <a:gdLst/>
            <a:ahLst/>
            <a:cxnLst/>
            <a:rect l="l" t="t" r="r" b="b"/>
            <a:pathLst>
              <a:path w="307975" h="330834">
                <a:moveTo>
                  <a:pt x="253912" y="330480"/>
                </a:moveTo>
                <a:lnTo>
                  <a:pt x="224705" y="330480"/>
                </a:lnTo>
                <a:lnTo>
                  <a:pt x="224705" y="0"/>
                </a:lnTo>
                <a:lnTo>
                  <a:pt x="253912" y="0"/>
                </a:lnTo>
                <a:lnTo>
                  <a:pt x="253912" y="134455"/>
                </a:lnTo>
                <a:lnTo>
                  <a:pt x="307589" y="134455"/>
                </a:lnTo>
                <a:lnTo>
                  <a:pt x="307589" y="159188"/>
                </a:lnTo>
                <a:lnTo>
                  <a:pt x="253912" y="159188"/>
                </a:lnTo>
                <a:lnTo>
                  <a:pt x="253912" y="330480"/>
                </a:lnTo>
                <a:close/>
              </a:path>
              <a:path w="307975" h="330834">
                <a:moveTo>
                  <a:pt x="16313" y="267594"/>
                </a:moveTo>
                <a:lnTo>
                  <a:pt x="0" y="244703"/>
                </a:lnTo>
                <a:lnTo>
                  <a:pt x="46627" y="216715"/>
                </a:lnTo>
                <a:lnTo>
                  <a:pt x="83857" y="183947"/>
                </a:lnTo>
                <a:lnTo>
                  <a:pt x="111641" y="146701"/>
                </a:lnTo>
                <a:lnTo>
                  <a:pt x="129927" y="105282"/>
                </a:lnTo>
                <a:lnTo>
                  <a:pt x="138665" y="59991"/>
                </a:lnTo>
                <a:lnTo>
                  <a:pt x="15524" y="59991"/>
                </a:lnTo>
                <a:lnTo>
                  <a:pt x="15524" y="35521"/>
                </a:lnTo>
                <a:lnTo>
                  <a:pt x="168397" y="35521"/>
                </a:lnTo>
                <a:lnTo>
                  <a:pt x="164532" y="81545"/>
                </a:lnTo>
                <a:lnTo>
                  <a:pt x="152824" y="125508"/>
                </a:lnTo>
                <a:lnTo>
                  <a:pt x="132711" y="166753"/>
                </a:lnTo>
                <a:lnTo>
                  <a:pt x="103630" y="204620"/>
                </a:lnTo>
                <a:lnTo>
                  <a:pt x="65019" y="238453"/>
                </a:lnTo>
                <a:lnTo>
                  <a:pt x="16313" y="2675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4279633" y="7449010"/>
            <a:ext cx="29845" cy="93345"/>
          </a:xfrm>
          <a:custGeom>
            <a:avLst/>
            <a:gdLst/>
            <a:ahLst/>
            <a:cxnLst/>
            <a:rect l="l" t="t" r="r" b="b"/>
            <a:pathLst>
              <a:path w="29845" h="93345">
                <a:moveTo>
                  <a:pt x="29469" y="93145"/>
                </a:moveTo>
                <a:lnTo>
                  <a:pt x="0" y="93145"/>
                </a:lnTo>
                <a:lnTo>
                  <a:pt x="0" y="0"/>
                </a:lnTo>
                <a:lnTo>
                  <a:pt x="29469" y="0"/>
                </a:lnTo>
                <a:lnTo>
                  <a:pt x="29469" y="93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4589853" y="7417962"/>
            <a:ext cx="29209" cy="331470"/>
          </a:xfrm>
          <a:custGeom>
            <a:avLst/>
            <a:gdLst/>
            <a:ahLst/>
            <a:cxnLst/>
            <a:rect l="l" t="t" r="r" b="b"/>
            <a:pathLst>
              <a:path w="29210" h="331470">
                <a:moveTo>
                  <a:pt x="29206" y="331270"/>
                </a:moveTo>
                <a:lnTo>
                  <a:pt x="0" y="331270"/>
                </a:lnTo>
                <a:lnTo>
                  <a:pt x="0" y="0"/>
                </a:lnTo>
                <a:lnTo>
                  <a:pt x="29206" y="0"/>
                </a:lnTo>
                <a:lnTo>
                  <a:pt x="29206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4365674" y="7446009"/>
            <a:ext cx="29209" cy="87630"/>
          </a:xfrm>
          <a:custGeom>
            <a:avLst/>
            <a:gdLst/>
            <a:ahLst/>
            <a:cxnLst/>
            <a:rect l="l" t="t" r="r" b="b"/>
            <a:pathLst>
              <a:path w="29210" h="87629">
                <a:moveTo>
                  <a:pt x="0" y="0"/>
                </a:moveTo>
                <a:lnTo>
                  <a:pt x="29206" y="0"/>
                </a:lnTo>
                <a:lnTo>
                  <a:pt x="29206" y="87629"/>
                </a:lnTo>
                <a:lnTo>
                  <a:pt x="0" y="87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4365674" y="7533640"/>
            <a:ext cx="156845" cy="22860"/>
          </a:xfrm>
          <a:custGeom>
            <a:avLst/>
            <a:gdLst/>
            <a:ahLst/>
            <a:cxnLst/>
            <a:rect l="l" t="t" r="r" b="b"/>
            <a:pathLst>
              <a:path w="156845" h="22859">
                <a:moveTo>
                  <a:pt x="0" y="0"/>
                </a:moveTo>
                <a:lnTo>
                  <a:pt x="156557" y="0"/>
                </a:lnTo>
                <a:lnTo>
                  <a:pt x="156557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4365674" y="7556500"/>
            <a:ext cx="29209" cy="88900"/>
          </a:xfrm>
          <a:custGeom>
            <a:avLst/>
            <a:gdLst/>
            <a:ahLst/>
            <a:cxnLst/>
            <a:rect l="l" t="t" r="r" b="b"/>
            <a:pathLst>
              <a:path w="29210" h="88900">
                <a:moveTo>
                  <a:pt x="0" y="0"/>
                </a:moveTo>
                <a:lnTo>
                  <a:pt x="29206" y="0"/>
                </a:lnTo>
                <a:lnTo>
                  <a:pt x="29206" y="88900"/>
                </a:ln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4365674" y="7645400"/>
            <a:ext cx="156845" cy="24130"/>
          </a:xfrm>
          <a:custGeom>
            <a:avLst/>
            <a:gdLst/>
            <a:ahLst/>
            <a:cxnLst/>
            <a:rect l="l" t="t" r="r" b="b"/>
            <a:pathLst>
              <a:path w="156845" h="24129">
                <a:moveTo>
                  <a:pt x="0" y="0"/>
                </a:moveTo>
                <a:lnTo>
                  <a:pt x="156557" y="0"/>
                </a:lnTo>
                <a:lnTo>
                  <a:pt x="156557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4493288" y="7446116"/>
            <a:ext cx="29209" cy="87630"/>
          </a:xfrm>
          <a:custGeom>
            <a:avLst/>
            <a:gdLst/>
            <a:ahLst/>
            <a:cxnLst/>
            <a:rect l="l" t="t" r="r" b="b"/>
            <a:pathLst>
              <a:path w="29210" h="87629">
                <a:moveTo>
                  <a:pt x="28943" y="87356"/>
                </a:moveTo>
                <a:lnTo>
                  <a:pt x="0" y="87356"/>
                </a:lnTo>
                <a:lnTo>
                  <a:pt x="0" y="0"/>
                </a:lnTo>
                <a:lnTo>
                  <a:pt x="28943" y="0"/>
                </a:lnTo>
                <a:lnTo>
                  <a:pt x="28943" y="873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4493288" y="7556890"/>
            <a:ext cx="29209" cy="88265"/>
          </a:xfrm>
          <a:custGeom>
            <a:avLst/>
            <a:gdLst/>
            <a:ahLst/>
            <a:cxnLst/>
            <a:rect l="l" t="t" r="r" b="b"/>
            <a:pathLst>
              <a:path w="29210" h="88265">
                <a:moveTo>
                  <a:pt x="28943" y="87882"/>
                </a:moveTo>
                <a:lnTo>
                  <a:pt x="0" y="87882"/>
                </a:lnTo>
                <a:lnTo>
                  <a:pt x="0" y="0"/>
                </a:lnTo>
                <a:lnTo>
                  <a:pt x="28943" y="0"/>
                </a:lnTo>
                <a:lnTo>
                  <a:pt x="28943" y="878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4674579" y="7417962"/>
            <a:ext cx="309880" cy="330200"/>
          </a:xfrm>
          <a:custGeom>
            <a:avLst/>
            <a:gdLst/>
            <a:ahLst/>
            <a:cxnLst/>
            <a:rect l="l" t="t" r="r" b="b"/>
            <a:pathLst>
              <a:path w="309879" h="330200">
                <a:moveTo>
                  <a:pt x="259964" y="201287"/>
                </a:moveTo>
                <a:lnTo>
                  <a:pt x="230757" y="201287"/>
                </a:lnTo>
                <a:lnTo>
                  <a:pt x="230757" y="0"/>
                </a:lnTo>
                <a:lnTo>
                  <a:pt x="259964" y="0"/>
                </a:lnTo>
                <a:lnTo>
                  <a:pt x="259964" y="86303"/>
                </a:lnTo>
                <a:lnTo>
                  <a:pt x="309694" y="86303"/>
                </a:lnTo>
                <a:lnTo>
                  <a:pt x="309694" y="110774"/>
                </a:lnTo>
                <a:lnTo>
                  <a:pt x="259964" y="110774"/>
                </a:lnTo>
                <a:lnTo>
                  <a:pt x="259964" y="201287"/>
                </a:lnTo>
                <a:close/>
              </a:path>
              <a:path w="309879" h="330200">
                <a:moveTo>
                  <a:pt x="15787" y="188395"/>
                </a:moveTo>
                <a:lnTo>
                  <a:pt x="0" y="164977"/>
                </a:lnTo>
                <a:lnTo>
                  <a:pt x="33934" y="146624"/>
                </a:lnTo>
                <a:lnTo>
                  <a:pt x="60123" y="120378"/>
                </a:lnTo>
                <a:lnTo>
                  <a:pt x="77037" y="88014"/>
                </a:lnTo>
                <a:lnTo>
                  <a:pt x="83146" y="51308"/>
                </a:lnTo>
                <a:lnTo>
                  <a:pt x="83146" y="17102"/>
                </a:lnTo>
                <a:lnTo>
                  <a:pt x="111826" y="17102"/>
                </a:lnTo>
                <a:lnTo>
                  <a:pt x="111826" y="53413"/>
                </a:lnTo>
                <a:lnTo>
                  <a:pt x="117919" y="86135"/>
                </a:lnTo>
                <a:lnTo>
                  <a:pt x="128228" y="103933"/>
                </a:lnTo>
                <a:lnTo>
                  <a:pt x="98275" y="103933"/>
                </a:lnTo>
                <a:lnTo>
                  <a:pt x="84832" y="131523"/>
                </a:lnTo>
                <a:lnTo>
                  <a:pt x="66207" y="155241"/>
                </a:lnTo>
                <a:lnTo>
                  <a:pt x="42995" y="174420"/>
                </a:lnTo>
                <a:lnTo>
                  <a:pt x="15787" y="188395"/>
                </a:lnTo>
                <a:close/>
              </a:path>
              <a:path w="309879" h="330200">
                <a:moveTo>
                  <a:pt x="178133" y="179185"/>
                </a:moveTo>
                <a:lnTo>
                  <a:pt x="152242" y="166613"/>
                </a:lnTo>
                <a:lnTo>
                  <a:pt x="129866" y="149453"/>
                </a:lnTo>
                <a:lnTo>
                  <a:pt x="111660" y="128345"/>
                </a:lnTo>
                <a:lnTo>
                  <a:pt x="98275" y="103933"/>
                </a:lnTo>
                <a:lnTo>
                  <a:pt x="128228" y="103933"/>
                </a:lnTo>
                <a:lnTo>
                  <a:pt x="134915" y="115477"/>
                </a:lnTo>
                <a:lnTo>
                  <a:pt x="160890" y="139442"/>
                </a:lnTo>
                <a:lnTo>
                  <a:pt x="193920" y="156031"/>
                </a:lnTo>
                <a:lnTo>
                  <a:pt x="178133" y="179185"/>
                </a:lnTo>
                <a:close/>
              </a:path>
              <a:path w="309879" h="330200">
                <a:moveTo>
                  <a:pt x="153926" y="329954"/>
                </a:moveTo>
                <a:lnTo>
                  <a:pt x="108031" y="325941"/>
                </a:lnTo>
                <a:lnTo>
                  <a:pt x="73509" y="314232"/>
                </a:lnTo>
                <a:lnTo>
                  <a:pt x="51765" y="295321"/>
                </a:lnTo>
                <a:lnTo>
                  <a:pt x="44204" y="269699"/>
                </a:lnTo>
                <a:lnTo>
                  <a:pt x="51765" y="244341"/>
                </a:lnTo>
                <a:lnTo>
                  <a:pt x="73509" y="225495"/>
                </a:lnTo>
                <a:lnTo>
                  <a:pt x="108031" y="213753"/>
                </a:lnTo>
                <a:lnTo>
                  <a:pt x="153926" y="209707"/>
                </a:lnTo>
                <a:lnTo>
                  <a:pt x="199585" y="213753"/>
                </a:lnTo>
                <a:lnTo>
                  <a:pt x="233849" y="225495"/>
                </a:lnTo>
                <a:lnTo>
                  <a:pt x="242568" y="233125"/>
                </a:lnTo>
                <a:lnTo>
                  <a:pt x="153926" y="233125"/>
                </a:lnTo>
                <a:lnTo>
                  <a:pt x="120217" y="235658"/>
                </a:lnTo>
                <a:lnTo>
                  <a:pt x="94822" y="242926"/>
                </a:lnTo>
                <a:lnTo>
                  <a:pt x="78850" y="254438"/>
                </a:lnTo>
                <a:lnTo>
                  <a:pt x="73410" y="269699"/>
                </a:lnTo>
                <a:lnTo>
                  <a:pt x="78850" y="285338"/>
                </a:lnTo>
                <a:lnTo>
                  <a:pt x="94822" y="296932"/>
                </a:lnTo>
                <a:lnTo>
                  <a:pt x="120217" y="304184"/>
                </a:lnTo>
                <a:lnTo>
                  <a:pt x="153926" y="306799"/>
                </a:lnTo>
                <a:lnTo>
                  <a:pt x="242313" y="306799"/>
                </a:lnTo>
                <a:lnTo>
                  <a:pt x="233849" y="314232"/>
                </a:lnTo>
                <a:lnTo>
                  <a:pt x="199585" y="325941"/>
                </a:lnTo>
                <a:lnTo>
                  <a:pt x="153926" y="329954"/>
                </a:lnTo>
                <a:close/>
              </a:path>
              <a:path w="309879" h="330200">
                <a:moveTo>
                  <a:pt x="242313" y="306799"/>
                </a:moveTo>
                <a:lnTo>
                  <a:pt x="153926" y="306799"/>
                </a:lnTo>
                <a:lnTo>
                  <a:pt x="187597" y="304184"/>
                </a:lnTo>
                <a:lnTo>
                  <a:pt x="212931" y="296932"/>
                </a:lnTo>
                <a:lnTo>
                  <a:pt x="228891" y="285338"/>
                </a:lnTo>
                <a:lnTo>
                  <a:pt x="234441" y="269699"/>
                </a:lnTo>
                <a:lnTo>
                  <a:pt x="228891" y="254438"/>
                </a:lnTo>
                <a:lnTo>
                  <a:pt x="212931" y="242926"/>
                </a:lnTo>
                <a:lnTo>
                  <a:pt x="187597" y="235658"/>
                </a:lnTo>
                <a:lnTo>
                  <a:pt x="153926" y="233125"/>
                </a:lnTo>
                <a:lnTo>
                  <a:pt x="242568" y="233125"/>
                </a:lnTo>
                <a:lnTo>
                  <a:pt x="255384" y="244341"/>
                </a:lnTo>
                <a:lnTo>
                  <a:pt x="262858" y="269699"/>
                </a:lnTo>
                <a:lnTo>
                  <a:pt x="255384" y="295321"/>
                </a:lnTo>
                <a:lnTo>
                  <a:pt x="242313" y="306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5015321" y="7449010"/>
            <a:ext cx="29845" cy="93345"/>
          </a:xfrm>
          <a:custGeom>
            <a:avLst/>
            <a:gdLst/>
            <a:ahLst/>
            <a:cxnLst/>
            <a:rect l="l" t="t" r="r" b="b"/>
            <a:pathLst>
              <a:path w="29845" h="93345">
                <a:moveTo>
                  <a:pt x="29469" y="93145"/>
                </a:moveTo>
                <a:lnTo>
                  <a:pt x="0" y="93145"/>
                </a:lnTo>
                <a:lnTo>
                  <a:pt x="0" y="0"/>
                </a:lnTo>
                <a:lnTo>
                  <a:pt x="29469" y="0"/>
                </a:lnTo>
                <a:lnTo>
                  <a:pt x="29469" y="93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5093205" y="7672664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59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5190033" y="7672664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59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5286862" y="7672664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59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5374745" y="7417962"/>
            <a:ext cx="307975" cy="330835"/>
          </a:xfrm>
          <a:custGeom>
            <a:avLst/>
            <a:gdLst/>
            <a:ahLst/>
            <a:cxnLst/>
            <a:rect l="l" t="t" r="r" b="b"/>
            <a:pathLst>
              <a:path w="307975" h="330834">
                <a:moveTo>
                  <a:pt x="253912" y="330480"/>
                </a:moveTo>
                <a:lnTo>
                  <a:pt x="224705" y="330480"/>
                </a:lnTo>
                <a:lnTo>
                  <a:pt x="224705" y="0"/>
                </a:lnTo>
                <a:lnTo>
                  <a:pt x="253912" y="0"/>
                </a:lnTo>
                <a:lnTo>
                  <a:pt x="253912" y="134455"/>
                </a:lnTo>
                <a:lnTo>
                  <a:pt x="307589" y="134455"/>
                </a:lnTo>
                <a:lnTo>
                  <a:pt x="307589" y="159188"/>
                </a:lnTo>
                <a:lnTo>
                  <a:pt x="253912" y="159188"/>
                </a:lnTo>
                <a:lnTo>
                  <a:pt x="253912" y="330480"/>
                </a:lnTo>
                <a:close/>
              </a:path>
              <a:path w="307975" h="330834">
                <a:moveTo>
                  <a:pt x="16313" y="267594"/>
                </a:moveTo>
                <a:lnTo>
                  <a:pt x="0" y="244703"/>
                </a:lnTo>
                <a:lnTo>
                  <a:pt x="46627" y="216715"/>
                </a:lnTo>
                <a:lnTo>
                  <a:pt x="83857" y="183947"/>
                </a:lnTo>
                <a:lnTo>
                  <a:pt x="111641" y="146701"/>
                </a:lnTo>
                <a:lnTo>
                  <a:pt x="129927" y="105282"/>
                </a:lnTo>
                <a:lnTo>
                  <a:pt x="138665" y="59991"/>
                </a:lnTo>
                <a:lnTo>
                  <a:pt x="15524" y="59991"/>
                </a:lnTo>
                <a:lnTo>
                  <a:pt x="15524" y="35521"/>
                </a:lnTo>
                <a:lnTo>
                  <a:pt x="168397" y="35521"/>
                </a:lnTo>
                <a:lnTo>
                  <a:pt x="164532" y="81545"/>
                </a:lnTo>
                <a:lnTo>
                  <a:pt x="152824" y="125508"/>
                </a:lnTo>
                <a:lnTo>
                  <a:pt x="132711" y="166753"/>
                </a:lnTo>
                <a:lnTo>
                  <a:pt x="103630" y="204620"/>
                </a:lnTo>
                <a:lnTo>
                  <a:pt x="65019" y="238453"/>
                </a:lnTo>
                <a:lnTo>
                  <a:pt x="16313" y="2675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5702069" y="7416383"/>
            <a:ext cx="301625" cy="331470"/>
          </a:xfrm>
          <a:custGeom>
            <a:avLst/>
            <a:gdLst/>
            <a:ahLst/>
            <a:cxnLst/>
            <a:rect l="l" t="t" r="r" b="b"/>
            <a:pathLst>
              <a:path w="301625" h="331470">
                <a:moveTo>
                  <a:pt x="164977" y="34205"/>
                </a:moveTo>
                <a:lnTo>
                  <a:pt x="136296" y="34205"/>
                </a:lnTo>
                <a:lnTo>
                  <a:pt x="136296" y="0"/>
                </a:lnTo>
                <a:lnTo>
                  <a:pt x="164977" y="0"/>
                </a:lnTo>
                <a:lnTo>
                  <a:pt x="164977" y="34205"/>
                </a:lnTo>
                <a:close/>
              </a:path>
              <a:path w="301625" h="331470">
                <a:moveTo>
                  <a:pt x="270752" y="57623"/>
                </a:moveTo>
                <a:lnTo>
                  <a:pt x="31048" y="57623"/>
                </a:lnTo>
                <a:lnTo>
                  <a:pt x="31048" y="34205"/>
                </a:lnTo>
                <a:lnTo>
                  <a:pt x="270752" y="34205"/>
                </a:lnTo>
                <a:lnTo>
                  <a:pt x="270752" y="57623"/>
                </a:lnTo>
                <a:close/>
              </a:path>
              <a:path w="301625" h="331470">
                <a:moveTo>
                  <a:pt x="27364" y="149453"/>
                </a:moveTo>
                <a:lnTo>
                  <a:pt x="17892" y="127087"/>
                </a:lnTo>
                <a:lnTo>
                  <a:pt x="61952" y="118935"/>
                </a:lnTo>
                <a:lnTo>
                  <a:pt x="98637" y="104196"/>
                </a:lnTo>
                <a:lnTo>
                  <a:pt x="124123" y="83536"/>
                </a:lnTo>
                <a:lnTo>
                  <a:pt x="134586" y="57623"/>
                </a:lnTo>
                <a:lnTo>
                  <a:pt x="166555" y="57623"/>
                </a:lnTo>
                <a:lnTo>
                  <a:pt x="176910" y="83536"/>
                </a:lnTo>
                <a:lnTo>
                  <a:pt x="184845" y="89987"/>
                </a:lnTo>
                <a:lnTo>
                  <a:pt x="150637" y="89987"/>
                </a:lnTo>
                <a:lnTo>
                  <a:pt x="130524" y="112673"/>
                </a:lnTo>
                <a:lnTo>
                  <a:pt x="101828" y="130179"/>
                </a:lnTo>
                <a:lnTo>
                  <a:pt x="66717" y="142455"/>
                </a:lnTo>
                <a:lnTo>
                  <a:pt x="27364" y="149453"/>
                </a:lnTo>
                <a:close/>
              </a:path>
              <a:path w="301625" h="331470">
                <a:moveTo>
                  <a:pt x="273909" y="149453"/>
                </a:moveTo>
                <a:lnTo>
                  <a:pt x="234352" y="142455"/>
                </a:lnTo>
                <a:lnTo>
                  <a:pt x="199199" y="130179"/>
                </a:lnTo>
                <a:lnTo>
                  <a:pt x="170582" y="112673"/>
                </a:lnTo>
                <a:lnTo>
                  <a:pt x="150637" y="89987"/>
                </a:lnTo>
                <a:lnTo>
                  <a:pt x="184845" y="89987"/>
                </a:lnTo>
                <a:lnTo>
                  <a:pt x="202324" y="104196"/>
                </a:lnTo>
                <a:lnTo>
                  <a:pt x="239060" y="118935"/>
                </a:lnTo>
                <a:lnTo>
                  <a:pt x="283381" y="127087"/>
                </a:lnTo>
                <a:lnTo>
                  <a:pt x="273909" y="149453"/>
                </a:lnTo>
                <a:close/>
              </a:path>
              <a:path w="301625" h="331470">
                <a:moveTo>
                  <a:pt x="301537" y="191815"/>
                </a:moveTo>
                <a:lnTo>
                  <a:pt x="0" y="191815"/>
                </a:lnTo>
                <a:lnTo>
                  <a:pt x="0" y="168134"/>
                </a:lnTo>
                <a:lnTo>
                  <a:pt x="301537" y="168134"/>
                </a:lnTo>
                <a:lnTo>
                  <a:pt x="301537" y="191815"/>
                </a:lnTo>
                <a:close/>
              </a:path>
              <a:path w="301625" h="331470">
                <a:moveTo>
                  <a:pt x="164977" y="229705"/>
                </a:moveTo>
                <a:lnTo>
                  <a:pt x="136296" y="229705"/>
                </a:lnTo>
                <a:lnTo>
                  <a:pt x="136296" y="191815"/>
                </a:lnTo>
                <a:lnTo>
                  <a:pt x="164977" y="191815"/>
                </a:lnTo>
                <a:lnTo>
                  <a:pt x="164977" y="229705"/>
                </a:lnTo>
                <a:close/>
              </a:path>
              <a:path w="301625" h="331470">
                <a:moveTo>
                  <a:pt x="264174" y="331270"/>
                </a:moveTo>
                <a:lnTo>
                  <a:pt x="234704" y="331270"/>
                </a:lnTo>
                <a:lnTo>
                  <a:pt x="234704" y="253649"/>
                </a:lnTo>
                <a:lnTo>
                  <a:pt x="33416" y="253649"/>
                </a:lnTo>
                <a:lnTo>
                  <a:pt x="33416" y="229705"/>
                </a:lnTo>
                <a:lnTo>
                  <a:pt x="264174" y="229705"/>
                </a:lnTo>
                <a:lnTo>
                  <a:pt x="264174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6126483" y="7417962"/>
            <a:ext cx="274320" cy="330835"/>
          </a:xfrm>
          <a:custGeom>
            <a:avLst/>
            <a:gdLst/>
            <a:ahLst/>
            <a:cxnLst/>
            <a:rect l="l" t="t" r="r" b="b"/>
            <a:pathLst>
              <a:path w="274320" h="330834">
                <a:moveTo>
                  <a:pt x="273909" y="330743"/>
                </a:moveTo>
                <a:lnTo>
                  <a:pt x="244703" y="330743"/>
                </a:lnTo>
                <a:lnTo>
                  <a:pt x="244703" y="0"/>
                </a:lnTo>
                <a:lnTo>
                  <a:pt x="273909" y="0"/>
                </a:lnTo>
                <a:lnTo>
                  <a:pt x="273909" y="330743"/>
                </a:lnTo>
                <a:close/>
              </a:path>
              <a:path w="274320" h="330834">
                <a:moveTo>
                  <a:pt x="197604" y="59991"/>
                </a:moveTo>
                <a:lnTo>
                  <a:pt x="8683" y="59991"/>
                </a:lnTo>
                <a:lnTo>
                  <a:pt x="8683" y="35784"/>
                </a:lnTo>
                <a:lnTo>
                  <a:pt x="197604" y="35784"/>
                </a:lnTo>
                <a:lnTo>
                  <a:pt x="197604" y="59991"/>
                </a:lnTo>
                <a:close/>
              </a:path>
              <a:path w="274320" h="330834">
                <a:moveTo>
                  <a:pt x="3420" y="248649"/>
                </a:moveTo>
                <a:lnTo>
                  <a:pt x="0" y="223653"/>
                </a:lnTo>
                <a:lnTo>
                  <a:pt x="46046" y="223390"/>
                </a:lnTo>
                <a:lnTo>
                  <a:pt x="46046" y="59991"/>
                </a:lnTo>
                <a:lnTo>
                  <a:pt x="74463" y="59991"/>
                </a:lnTo>
                <a:lnTo>
                  <a:pt x="74463" y="222863"/>
                </a:lnTo>
                <a:lnTo>
                  <a:pt x="215598" y="222863"/>
                </a:lnTo>
                <a:lnTo>
                  <a:pt x="216549" y="236020"/>
                </a:lnTo>
                <a:lnTo>
                  <a:pt x="161453" y="242729"/>
                </a:lnTo>
                <a:lnTo>
                  <a:pt x="105939" y="246479"/>
                </a:lnTo>
                <a:lnTo>
                  <a:pt x="52447" y="248156"/>
                </a:lnTo>
                <a:lnTo>
                  <a:pt x="3420" y="248649"/>
                </a:lnTo>
                <a:close/>
              </a:path>
              <a:path w="274320" h="330834">
                <a:moveTo>
                  <a:pt x="215598" y="222863"/>
                </a:moveTo>
                <a:lnTo>
                  <a:pt x="74463" y="222863"/>
                </a:lnTo>
                <a:lnTo>
                  <a:pt x="102814" y="222074"/>
                </a:lnTo>
                <a:lnTo>
                  <a:pt x="131560" y="220890"/>
                </a:lnTo>
                <a:lnTo>
                  <a:pt x="131560" y="59991"/>
                </a:lnTo>
                <a:lnTo>
                  <a:pt x="160241" y="59991"/>
                </a:lnTo>
                <a:lnTo>
                  <a:pt x="160241" y="219180"/>
                </a:lnTo>
                <a:lnTo>
                  <a:pt x="215331" y="219180"/>
                </a:lnTo>
                <a:lnTo>
                  <a:pt x="215598" y="222863"/>
                </a:lnTo>
                <a:close/>
              </a:path>
              <a:path w="274320" h="330834">
                <a:moveTo>
                  <a:pt x="215331" y="219180"/>
                </a:moveTo>
                <a:lnTo>
                  <a:pt x="160241" y="219180"/>
                </a:lnTo>
                <a:lnTo>
                  <a:pt x="188000" y="216976"/>
                </a:lnTo>
                <a:lnTo>
                  <a:pt x="201608" y="215665"/>
                </a:lnTo>
                <a:lnTo>
                  <a:pt x="214970" y="214180"/>
                </a:lnTo>
                <a:lnTo>
                  <a:pt x="215331" y="219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6455648" y="7417962"/>
            <a:ext cx="283210" cy="330835"/>
          </a:xfrm>
          <a:custGeom>
            <a:avLst/>
            <a:gdLst/>
            <a:ahLst/>
            <a:cxnLst/>
            <a:rect l="l" t="t" r="r" b="b"/>
            <a:pathLst>
              <a:path w="283209" h="330834">
                <a:moveTo>
                  <a:pt x="282592" y="139454"/>
                </a:moveTo>
                <a:lnTo>
                  <a:pt x="254701" y="139454"/>
                </a:lnTo>
                <a:lnTo>
                  <a:pt x="254701" y="0"/>
                </a:lnTo>
                <a:lnTo>
                  <a:pt x="282592" y="0"/>
                </a:lnTo>
                <a:lnTo>
                  <a:pt x="282592" y="139454"/>
                </a:lnTo>
                <a:close/>
              </a:path>
              <a:path w="283209" h="330834">
                <a:moveTo>
                  <a:pt x="210760" y="314430"/>
                </a:moveTo>
                <a:lnTo>
                  <a:pt x="183132" y="314430"/>
                </a:lnTo>
                <a:lnTo>
                  <a:pt x="183132" y="7893"/>
                </a:lnTo>
                <a:lnTo>
                  <a:pt x="210760" y="7893"/>
                </a:lnTo>
                <a:lnTo>
                  <a:pt x="210760" y="139454"/>
                </a:lnTo>
                <a:lnTo>
                  <a:pt x="282592" y="139454"/>
                </a:lnTo>
                <a:lnTo>
                  <a:pt x="282592" y="163661"/>
                </a:lnTo>
                <a:lnTo>
                  <a:pt x="210760" y="163661"/>
                </a:lnTo>
                <a:lnTo>
                  <a:pt x="210760" y="314430"/>
                </a:lnTo>
                <a:close/>
              </a:path>
              <a:path w="283209" h="330834">
                <a:moveTo>
                  <a:pt x="282592" y="330743"/>
                </a:moveTo>
                <a:lnTo>
                  <a:pt x="254701" y="330743"/>
                </a:lnTo>
                <a:lnTo>
                  <a:pt x="254701" y="163661"/>
                </a:lnTo>
                <a:lnTo>
                  <a:pt x="282592" y="163661"/>
                </a:lnTo>
                <a:lnTo>
                  <a:pt x="282592" y="330743"/>
                </a:lnTo>
                <a:close/>
              </a:path>
              <a:path w="283209" h="330834">
                <a:moveTo>
                  <a:pt x="97881" y="57097"/>
                </a:moveTo>
                <a:lnTo>
                  <a:pt x="68674" y="57097"/>
                </a:lnTo>
                <a:lnTo>
                  <a:pt x="68674" y="9998"/>
                </a:lnTo>
                <a:lnTo>
                  <a:pt x="97881" y="9998"/>
                </a:lnTo>
                <a:lnTo>
                  <a:pt x="97881" y="57097"/>
                </a:lnTo>
                <a:close/>
              </a:path>
              <a:path w="283209" h="330834">
                <a:moveTo>
                  <a:pt x="166029" y="81041"/>
                </a:moveTo>
                <a:lnTo>
                  <a:pt x="0" y="81041"/>
                </a:lnTo>
                <a:lnTo>
                  <a:pt x="0" y="57097"/>
                </a:lnTo>
                <a:lnTo>
                  <a:pt x="166029" y="57097"/>
                </a:lnTo>
                <a:lnTo>
                  <a:pt x="166029" y="81041"/>
                </a:lnTo>
                <a:close/>
              </a:path>
              <a:path w="283209" h="330834">
                <a:moveTo>
                  <a:pt x="83146" y="254175"/>
                </a:moveTo>
                <a:lnTo>
                  <a:pt x="54581" y="248588"/>
                </a:lnTo>
                <a:lnTo>
                  <a:pt x="32035" y="232961"/>
                </a:lnTo>
                <a:lnTo>
                  <a:pt x="17283" y="208996"/>
                </a:lnTo>
                <a:lnTo>
                  <a:pt x="12103" y="178396"/>
                </a:lnTo>
                <a:lnTo>
                  <a:pt x="17283" y="148141"/>
                </a:lnTo>
                <a:lnTo>
                  <a:pt x="32035" y="124423"/>
                </a:lnTo>
                <a:lnTo>
                  <a:pt x="54581" y="108944"/>
                </a:lnTo>
                <a:lnTo>
                  <a:pt x="83146" y="103406"/>
                </a:lnTo>
                <a:lnTo>
                  <a:pt x="111830" y="108944"/>
                </a:lnTo>
                <a:lnTo>
                  <a:pt x="134422" y="124423"/>
                </a:lnTo>
                <a:lnTo>
                  <a:pt x="136583" y="127877"/>
                </a:lnTo>
                <a:lnTo>
                  <a:pt x="83146" y="127877"/>
                </a:lnTo>
                <a:lnTo>
                  <a:pt x="64974" y="131811"/>
                </a:lnTo>
                <a:lnTo>
                  <a:pt x="50650" y="142381"/>
                </a:lnTo>
                <a:lnTo>
                  <a:pt x="41260" y="158329"/>
                </a:lnTo>
                <a:lnTo>
                  <a:pt x="37889" y="178396"/>
                </a:lnTo>
                <a:lnTo>
                  <a:pt x="41260" y="198718"/>
                </a:lnTo>
                <a:lnTo>
                  <a:pt x="50650" y="214674"/>
                </a:lnTo>
                <a:lnTo>
                  <a:pt x="64974" y="225055"/>
                </a:lnTo>
                <a:lnTo>
                  <a:pt x="83146" y="228652"/>
                </a:lnTo>
                <a:lnTo>
                  <a:pt x="137091" y="228652"/>
                </a:lnTo>
                <a:lnTo>
                  <a:pt x="134422" y="232961"/>
                </a:lnTo>
                <a:lnTo>
                  <a:pt x="111830" y="248588"/>
                </a:lnTo>
                <a:lnTo>
                  <a:pt x="83146" y="254175"/>
                </a:lnTo>
                <a:close/>
              </a:path>
              <a:path w="283209" h="330834">
                <a:moveTo>
                  <a:pt x="137091" y="228652"/>
                </a:moveTo>
                <a:lnTo>
                  <a:pt x="83146" y="228652"/>
                </a:lnTo>
                <a:lnTo>
                  <a:pt x="101359" y="225055"/>
                </a:lnTo>
                <a:lnTo>
                  <a:pt x="115773" y="214674"/>
                </a:lnTo>
                <a:lnTo>
                  <a:pt x="125254" y="198718"/>
                </a:lnTo>
                <a:lnTo>
                  <a:pt x="128666" y="178396"/>
                </a:lnTo>
                <a:lnTo>
                  <a:pt x="125254" y="158329"/>
                </a:lnTo>
                <a:lnTo>
                  <a:pt x="115773" y="142381"/>
                </a:lnTo>
                <a:lnTo>
                  <a:pt x="101359" y="131811"/>
                </a:lnTo>
                <a:lnTo>
                  <a:pt x="83146" y="127877"/>
                </a:lnTo>
                <a:lnTo>
                  <a:pt x="136583" y="127877"/>
                </a:lnTo>
                <a:lnTo>
                  <a:pt x="149268" y="148141"/>
                </a:lnTo>
                <a:lnTo>
                  <a:pt x="154715" y="178396"/>
                </a:lnTo>
                <a:lnTo>
                  <a:pt x="149268" y="208996"/>
                </a:lnTo>
                <a:lnTo>
                  <a:pt x="137091" y="228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6917055" y="7440930"/>
            <a:ext cx="29209" cy="59690"/>
          </a:xfrm>
          <a:custGeom>
            <a:avLst/>
            <a:gdLst/>
            <a:ahLst/>
            <a:cxnLst/>
            <a:rect l="l" t="t" r="r" b="b"/>
            <a:pathLst>
              <a:path w="29209" h="59690">
                <a:moveTo>
                  <a:pt x="0" y="0"/>
                </a:moveTo>
                <a:lnTo>
                  <a:pt x="29206" y="0"/>
                </a:lnTo>
                <a:lnTo>
                  <a:pt x="29206" y="59689"/>
                </a:lnTo>
                <a:lnTo>
                  <a:pt x="0" y="596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6917055" y="7500619"/>
            <a:ext cx="230504" cy="24130"/>
          </a:xfrm>
          <a:custGeom>
            <a:avLst/>
            <a:gdLst/>
            <a:ahLst/>
            <a:cxnLst/>
            <a:rect l="l" t="t" r="r" b="b"/>
            <a:pathLst>
              <a:path w="230504" h="24129">
                <a:moveTo>
                  <a:pt x="0" y="0"/>
                </a:moveTo>
                <a:lnTo>
                  <a:pt x="229968" y="0"/>
                </a:lnTo>
                <a:lnTo>
                  <a:pt x="229968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6917055" y="7524750"/>
            <a:ext cx="29209" cy="62230"/>
          </a:xfrm>
          <a:custGeom>
            <a:avLst/>
            <a:gdLst/>
            <a:ahLst/>
            <a:cxnLst/>
            <a:rect l="l" t="t" r="r" b="b"/>
            <a:pathLst>
              <a:path w="29209" h="62229">
                <a:moveTo>
                  <a:pt x="0" y="0"/>
                </a:moveTo>
                <a:lnTo>
                  <a:pt x="29206" y="0"/>
                </a:lnTo>
                <a:lnTo>
                  <a:pt x="29206" y="62229"/>
                </a:lnTo>
                <a:lnTo>
                  <a:pt x="0" y="62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6917055" y="7586980"/>
            <a:ext cx="230504" cy="24130"/>
          </a:xfrm>
          <a:custGeom>
            <a:avLst/>
            <a:gdLst/>
            <a:ahLst/>
            <a:cxnLst/>
            <a:rect l="l" t="t" r="r" b="b"/>
            <a:pathLst>
              <a:path w="230504" h="24129">
                <a:moveTo>
                  <a:pt x="0" y="0"/>
                </a:moveTo>
                <a:lnTo>
                  <a:pt x="229968" y="0"/>
                </a:lnTo>
                <a:lnTo>
                  <a:pt x="229968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7118080" y="7441379"/>
            <a:ext cx="29209" cy="60325"/>
          </a:xfrm>
          <a:custGeom>
            <a:avLst/>
            <a:gdLst/>
            <a:ahLst/>
            <a:cxnLst/>
            <a:rect l="l" t="t" r="r" b="b"/>
            <a:pathLst>
              <a:path w="29209" h="60325">
                <a:moveTo>
                  <a:pt x="28943" y="59728"/>
                </a:moveTo>
                <a:lnTo>
                  <a:pt x="0" y="59728"/>
                </a:lnTo>
                <a:lnTo>
                  <a:pt x="0" y="0"/>
                </a:lnTo>
                <a:lnTo>
                  <a:pt x="28943" y="0"/>
                </a:lnTo>
                <a:lnTo>
                  <a:pt x="28943" y="597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7118080" y="7525053"/>
            <a:ext cx="29209" cy="61594"/>
          </a:xfrm>
          <a:custGeom>
            <a:avLst/>
            <a:gdLst/>
            <a:ahLst/>
            <a:cxnLst/>
            <a:rect l="l" t="t" r="r" b="b"/>
            <a:pathLst>
              <a:path w="29209" h="61595">
                <a:moveTo>
                  <a:pt x="28943" y="61570"/>
                </a:moveTo>
                <a:lnTo>
                  <a:pt x="0" y="61570"/>
                </a:lnTo>
                <a:lnTo>
                  <a:pt x="0" y="0"/>
                </a:lnTo>
                <a:lnTo>
                  <a:pt x="28943" y="0"/>
                </a:lnTo>
                <a:lnTo>
                  <a:pt x="28943" y="61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7017305" y="7610567"/>
            <a:ext cx="29209" cy="71755"/>
          </a:xfrm>
          <a:custGeom>
            <a:avLst/>
            <a:gdLst/>
            <a:ahLst/>
            <a:cxnLst/>
            <a:rect l="l" t="t" r="r" b="b"/>
            <a:pathLst>
              <a:path w="29209" h="71754">
                <a:moveTo>
                  <a:pt x="28943" y="71305"/>
                </a:moveTo>
                <a:lnTo>
                  <a:pt x="0" y="71305"/>
                </a:lnTo>
                <a:lnTo>
                  <a:pt x="0" y="0"/>
                </a:lnTo>
                <a:lnTo>
                  <a:pt x="28943" y="0"/>
                </a:lnTo>
                <a:lnTo>
                  <a:pt x="28943" y="713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6881271" y="7681873"/>
            <a:ext cx="302895" cy="24765"/>
          </a:xfrm>
          <a:custGeom>
            <a:avLst/>
            <a:gdLst/>
            <a:ahLst/>
            <a:cxnLst/>
            <a:rect l="l" t="t" r="r" b="b"/>
            <a:pathLst>
              <a:path w="302895" h="24765">
                <a:moveTo>
                  <a:pt x="302852" y="24470"/>
                </a:moveTo>
                <a:lnTo>
                  <a:pt x="0" y="24470"/>
                </a:lnTo>
                <a:lnTo>
                  <a:pt x="0" y="0"/>
                </a:lnTo>
                <a:lnTo>
                  <a:pt x="302852" y="0"/>
                </a:lnTo>
                <a:lnTo>
                  <a:pt x="302852" y="244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7210962" y="7414804"/>
            <a:ext cx="274320" cy="329565"/>
          </a:xfrm>
          <a:custGeom>
            <a:avLst/>
            <a:gdLst/>
            <a:ahLst/>
            <a:cxnLst/>
            <a:rect l="l" t="t" r="r" b="b"/>
            <a:pathLst>
              <a:path w="274320" h="329565">
                <a:moveTo>
                  <a:pt x="111037" y="37889"/>
                </a:moveTo>
                <a:lnTo>
                  <a:pt x="82357" y="37889"/>
                </a:lnTo>
                <a:lnTo>
                  <a:pt x="82357" y="0"/>
                </a:lnTo>
                <a:lnTo>
                  <a:pt x="111037" y="0"/>
                </a:lnTo>
                <a:lnTo>
                  <a:pt x="111037" y="37889"/>
                </a:lnTo>
                <a:close/>
              </a:path>
              <a:path w="274320" h="329565">
                <a:moveTo>
                  <a:pt x="273909" y="203656"/>
                </a:moveTo>
                <a:lnTo>
                  <a:pt x="244703" y="203656"/>
                </a:lnTo>
                <a:lnTo>
                  <a:pt x="244703" y="128140"/>
                </a:lnTo>
                <a:lnTo>
                  <a:pt x="188395" y="128140"/>
                </a:lnTo>
                <a:lnTo>
                  <a:pt x="188395" y="103669"/>
                </a:lnTo>
                <a:lnTo>
                  <a:pt x="244703" y="103669"/>
                </a:lnTo>
                <a:lnTo>
                  <a:pt x="244703" y="3157"/>
                </a:lnTo>
                <a:lnTo>
                  <a:pt x="273909" y="3157"/>
                </a:lnTo>
                <a:lnTo>
                  <a:pt x="273909" y="203656"/>
                </a:lnTo>
                <a:close/>
              </a:path>
              <a:path w="274320" h="329565">
                <a:moveTo>
                  <a:pt x="193131" y="61833"/>
                </a:moveTo>
                <a:lnTo>
                  <a:pt x="0" y="61833"/>
                </a:lnTo>
                <a:lnTo>
                  <a:pt x="0" y="37889"/>
                </a:lnTo>
                <a:lnTo>
                  <a:pt x="193131" y="37889"/>
                </a:lnTo>
                <a:lnTo>
                  <a:pt x="193131" y="61833"/>
                </a:lnTo>
                <a:close/>
              </a:path>
              <a:path w="274320" h="329565">
                <a:moveTo>
                  <a:pt x="96565" y="196814"/>
                </a:moveTo>
                <a:lnTo>
                  <a:pt x="65578" y="192600"/>
                </a:lnTo>
                <a:lnTo>
                  <a:pt x="41277" y="180665"/>
                </a:lnTo>
                <a:lnTo>
                  <a:pt x="25411" y="162070"/>
                </a:lnTo>
                <a:lnTo>
                  <a:pt x="19734" y="137875"/>
                </a:lnTo>
                <a:lnTo>
                  <a:pt x="25411" y="114013"/>
                </a:lnTo>
                <a:lnTo>
                  <a:pt x="41277" y="95381"/>
                </a:lnTo>
                <a:lnTo>
                  <a:pt x="65578" y="83261"/>
                </a:lnTo>
                <a:lnTo>
                  <a:pt x="96565" y="78936"/>
                </a:lnTo>
                <a:lnTo>
                  <a:pt x="127515" y="83261"/>
                </a:lnTo>
                <a:lnTo>
                  <a:pt x="151755" y="95381"/>
                </a:lnTo>
                <a:lnTo>
                  <a:pt x="157016" y="101564"/>
                </a:lnTo>
                <a:lnTo>
                  <a:pt x="96565" y="101564"/>
                </a:lnTo>
                <a:lnTo>
                  <a:pt x="76712" y="104241"/>
                </a:lnTo>
                <a:lnTo>
                  <a:pt x="61274" y="111727"/>
                </a:lnTo>
                <a:lnTo>
                  <a:pt x="51312" y="123210"/>
                </a:lnTo>
                <a:lnTo>
                  <a:pt x="47888" y="137875"/>
                </a:lnTo>
                <a:lnTo>
                  <a:pt x="51312" y="152766"/>
                </a:lnTo>
                <a:lnTo>
                  <a:pt x="61274" y="164253"/>
                </a:lnTo>
                <a:lnTo>
                  <a:pt x="76712" y="171695"/>
                </a:lnTo>
                <a:lnTo>
                  <a:pt x="96565" y="174449"/>
                </a:lnTo>
                <a:lnTo>
                  <a:pt x="157054" y="174449"/>
                </a:lnTo>
                <a:lnTo>
                  <a:pt x="151755" y="180665"/>
                </a:lnTo>
                <a:lnTo>
                  <a:pt x="127515" y="192600"/>
                </a:lnTo>
                <a:lnTo>
                  <a:pt x="96565" y="196814"/>
                </a:lnTo>
                <a:close/>
              </a:path>
              <a:path w="274320" h="329565">
                <a:moveTo>
                  <a:pt x="157054" y="174449"/>
                </a:moveTo>
                <a:lnTo>
                  <a:pt x="96565" y="174449"/>
                </a:lnTo>
                <a:lnTo>
                  <a:pt x="116270" y="171695"/>
                </a:lnTo>
                <a:lnTo>
                  <a:pt x="131659" y="164253"/>
                </a:lnTo>
                <a:lnTo>
                  <a:pt x="141670" y="152766"/>
                </a:lnTo>
                <a:lnTo>
                  <a:pt x="145243" y="137875"/>
                </a:lnTo>
                <a:lnTo>
                  <a:pt x="141670" y="123210"/>
                </a:lnTo>
                <a:lnTo>
                  <a:pt x="131659" y="111727"/>
                </a:lnTo>
                <a:lnTo>
                  <a:pt x="116270" y="104241"/>
                </a:lnTo>
                <a:lnTo>
                  <a:pt x="96565" y="101564"/>
                </a:lnTo>
                <a:lnTo>
                  <a:pt x="157016" y="101564"/>
                </a:lnTo>
                <a:lnTo>
                  <a:pt x="167608" y="114013"/>
                </a:lnTo>
                <a:lnTo>
                  <a:pt x="173397" y="137875"/>
                </a:lnTo>
                <a:lnTo>
                  <a:pt x="167608" y="162070"/>
                </a:lnTo>
                <a:lnTo>
                  <a:pt x="157054" y="174449"/>
                </a:lnTo>
                <a:close/>
              </a:path>
              <a:path w="274320" h="329565">
                <a:moveTo>
                  <a:pt x="273909" y="329428"/>
                </a:moveTo>
                <a:lnTo>
                  <a:pt x="57623" y="329428"/>
                </a:lnTo>
                <a:lnTo>
                  <a:pt x="57623" y="221285"/>
                </a:lnTo>
                <a:lnTo>
                  <a:pt x="273909" y="221285"/>
                </a:lnTo>
                <a:lnTo>
                  <a:pt x="273909" y="244703"/>
                </a:lnTo>
                <a:lnTo>
                  <a:pt x="86830" y="244703"/>
                </a:lnTo>
                <a:lnTo>
                  <a:pt x="86830" y="305484"/>
                </a:lnTo>
                <a:lnTo>
                  <a:pt x="273909" y="305484"/>
                </a:lnTo>
                <a:lnTo>
                  <a:pt x="273909" y="329428"/>
                </a:lnTo>
                <a:close/>
              </a:path>
              <a:path w="274320" h="329565">
                <a:moveTo>
                  <a:pt x="273909" y="305484"/>
                </a:moveTo>
                <a:lnTo>
                  <a:pt x="245229" y="305484"/>
                </a:lnTo>
                <a:lnTo>
                  <a:pt x="245229" y="244703"/>
                </a:lnTo>
                <a:lnTo>
                  <a:pt x="273909" y="244703"/>
                </a:lnTo>
                <a:lnTo>
                  <a:pt x="273909" y="305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7540127" y="7435591"/>
            <a:ext cx="302895" cy="309245"/>
          </a:xfrm>
          <a:custGeom>
            <a:avLst/>
            <a:gdLst/>
            <a:ahLst/>
            <a:cxnLst/>
            <a:rect l="l" t="t" r="r" b="b"/>
            <a:pathLst>
              <a:path w="302895" h="309245">
                <a:moveTo>
                  <a:pt x="254175" y="121825"/>
                </a:moveTo>
                <a:lnTo>
                  <a:pt x="224837" y="121825"/>
                </a:lnTo>
                <a:lnTo>
                  <a:pt x="230237" y="92719"/>
                </a:lnTo>
                <a:lnTo>
                  <a:pt x="233010" y="67276"/>
                </a:lnTo>
                <a:lnTo>
                  <a:pt x="234032" y="44751"/>
                </a:lnTo>
                <a:lnTo>
                  <a:pt x="234178" y="24207"/>
                </a:lnTo>
                <a:lnTo>
                  <a:pt x="38415" y="24207"/>
                </a:lnTo>
                <a:lnTo>
                  <a:pt x="38415" y="0"/>
                </a:lnTo>
                <a:lnTo>
                  <a:pt x="263121" y="0"/>
                </a:lnTo>
                <a:lnTo>
                  <a:pt x="263121" y="24470"/>
                </a:lnTo>
                <a:lnTo>
                  <a:pt x="262980" y="44769"/>
                </a:lnTo>
                <a:lnTo>
                  <a:pt x="262003" y="67326"/>
                </a:lnTo>
                <a:lnTo>
                  <a:pt x="259347" y="92812"/>
                </a:lnTo>
                <a:lnTo>
                  <a:pt x="254175" y="121825"/>
                </a:lnTo>
                <a:close/>
              </a:path>
              <a:path w="302895" h="309245">
                <a:moveTo>
                  <a:pt x="302852" y="146032"/>
                </a:moveTo>
                <a:lnTo>
                  <a:pt x="0" y="146032"/>
                </a:lnTo>
                <a:lnTo>
                  <a:pt x="0" y="121825"/>
                </a:lnTo>
                <a:lnTo>
                  <a:pt x="302852" y="121825"/>
                </a:lnTo>
                <a:lnTo>
                  <a:pt x="302852" y="146032"/>
                </a:lnTo>
                <a:close/>
              </a:path>
              <a:path w="302895" h="309245">
                <a:moveTo>
                  <a:pt x="264437" y="308641"/>
                </a:moveTo>
                <a:lnTo>
                  <a:pt x="37363" y="308641"/>
                </a:lnTo>
                <a:lnTo>
                  <a:pt x="37363" y="191552"/>
                </a:lnTo>
                <a:lnTo>
                  <a:pt x="264437" y="191552"/>
                </a:lnTo>
                <a:lnTo>
                  <a:pt x="264437" y="214707"/>
                </a:lnTo>
                <a:lnTo>
                  <a:pt x="66043" y="214707"/>
                </a:lnTo>
                <a:lnTo>
                  <a:pt x="66043" y="284697"/>
                </a:lnTo>
                <a:lnTo>
                  <a:pt x="264437" y="284697"/>
                </a:lnTo>
                <a:lnTo>
                  <a:pt x="264437" y="308641"/>
                </a:lnTo>
                <a:close/>
              </a:path>
              <a:path w="302895" h="309245">
                <a:moveTo>
                  <a:pt x="264437" y="284697"/>
                </a:moveTo>
                <a:lnTo>
                  <a:pt x="235493" y="284697"/>
                </a:lnTo>
                <a:lnTo>
                  <a:pt x="235493" y="214707"/>
                </a:lnTo>
                <a:lnTo>
                  <a:pt x="264437" y="214707"/>
                </a:lnTo>
                <a:lnTo>
                  <a:pt x="264437" y="2846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7975035" y="7449010"/>
            <a:ext cx="29845" cy="93345"/>
          </a:xfrm>
          <a:custGeom>
            <a:avLst/>
            <a:gdLst/>
            <a:ahLst/>
            <a:cxnLst/>
            <a:rect l="l" t="t" r="r" b="b"/>
            <a:pathLst>
              <a:path w="29845" h="93345">
                <a:moveTo>
                  <a:pt x="29469" y="93145"/>
                </a:moveTo>
                <a:lnTo>
                  <a:pt x="0" y="93145"/>
                </a:lnTo>
                <a:lnTo>
                  <a:pt x="0" y="0"/>
                </a:lnTo>
                <a:lnTo>
                  <a:pt x="29469" y="0"/>
                </a:lnTo>
                <a:lnTo>
                  <a:pt x="29469" y="93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8041868" y="7433223"/>
            <a:ext cx="302895" cy="311150"/>
          </a:xfrm>
          <a:custGeom>
            <a:avLst/>
            <a:gdLst/>
            <a:ahLst/>
            <a:cxnLst/>
            <a:rect l="l" t="t" r="r" b="b"/>
            <a:pathLst>
              <a:path w="302895" h="311150">
                <a:moveTo>
                  <a:pt x="253912" y="119983"/>
                </a:moveTo>
                <a:lnTo>
                  <a:pt x="225363" y="119983"/>
                </a:lnTo>
                <a:lnTo>
                  <a:pt x="230459" y="91179"/>
                </a:lnTo>
                <a:lnTo>
                  <a:pt x="233076" y="66076"/>
                </a:lnTo>
                <a:lnTo>
                  <a:pt x="234040" y="43982"/>
                </a:lnTo>
                <a:lnTo>
                  <a:pt x="234178" y="24207"/>
                </a:lnTo>
                <a:lnTo>
                  <a:pt x="38415" y="24207"/>
                </a:lnTo>
                <a:lnTo>
                  <a:pt x="38415" y="0"/>
                </a:lnTo>
                <a:lnTo>
                  <a:pt x="263121" y="0"/>
                </a:lnTo>
                <a:lnTo>
                  <a:pt x="263121" y="24207"/>
                </a:lnTo>
                <a:lnTo>
                  <a:pt x="262977" y="43982"/>
                </a:lnTo>
                <a:lnTo>
                  <a:pt x="261970" y="66076"/>
                </a:lnTo>
                <a:lnTo>
                  <a:pt x="259236" y="91179"/>
                </a:lnTo>
                <a:lnTo>
                  <a:pt x="253912" y="119983"/>
                </a:lnTo>
                <a:close/>
              </a:path>
              <a:path w="302895" h="311150">
                <a:moveTo>
                  <a:pt x="302852" y="144190"/>
                </a:moveTo>
                <a:lnTo>
                  <a:pt x="0" y="144190"/>
                </a:lnTo>
                <a:lnTo>
                  <a:pt x="0" y="119983"/>
                </a:lnTo>
                <a:lnTo>
                  <a:pt x="302852" y="119983"/>
                </a:lnTo>
                <a:lnTo>
                  <a:pt x="302852" y="144190"/>
                </a:lnTo>
                <a:close/>
              </a:path>
              <a:path w="302895" h="311150">
                <a:moveTo>
                  <a:pt x="262858" y="311009"/>
                </a:moveTo>
                <a:lnTo>
                  <a:pt x="39468" y="311009"/>
                </a:lnTo>
                <a:lnTo>
                  <a:pt x="39468" y="173923"/>
                </a:lnTo>
                <a:lnTo>
                  <a:pt x="68411" y="173923"/>
                </a:lnTo>
                <a:lnTo>
                  <a:pt x="68411" y="217864"/>
                </a:lnTo>
                <a:lnTo>
                  <a:pt x="262858" y="217864"/>
                </a:lnTo>
                <a:lnTo>
                  <a:pt x="262858" y="241019"/>
                </a:lnTo>
                <a:lnTo>
                  <a:pt x="68411" y="241019"/>
                </a:lnTo>
                <a:lnTo>
                  <a:pt x="68411" y="287065"/>
                </a:lnTo>
                <a:lnTo>
                  <a:pt x="262858" y="287065"/>
                </a:lnTo>
                <a:lnTo>
                  <a:pt x="262858" y="311009"/>
                </a:lnTo>
                <a:close/>
              </a:path>
              <a:path w="302895" h="311150">
                <a:moveTo>
                  <a:pt x="262858" y="217864"/>
                </a:moveTo>
                <a:lnTo>
                  <a:pt x="233915" y="217864"/>
                </a:lnTo>
                <a:lnTo>
                  <a:pt x="233915" y="173923"/>
                </a:lnTo>
                <a:lnTo>
                  <a:pt x="262858" y="173923"/>
                </a:lnTo>
                <a:lnTo>
                  <a:pt x="262858" y="217864"/>
                </a:lnTo>
                <a:close/>
              </a:path>
              <a:path w="302895" h="311150">
                <a:moveTo>
                  <a:pt x="262858" y="287065"/>
                </a:moveTo>
                <a:lnTo>
                  <a:pt x="233915" y="287065"/>
                </a:lnTo>
                <a:lnTo>
                  <a:pt x="233915" y="241019"/>
                </a:lnTo>
                <a:lnTo>
                  <a:pt x="262858" y="241019"/>
                </a:lnTo>
                <a:lnTo>
                  <a:pt x="262858" y="2870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8371297" y="7434802"/>
            <a:ext cx="301625" cy="313690"/>
          </a:xfrm>
          <a:custGeom>
            <a:avLst/>
            <a:gdLst/>
            <a:ahLst/>
            <a:cxnLst/>
            <a:rect l="l" t="t" r="r" b="b"/>
            <a:pathLst>
              <a:path w="301625" h="313690">
                <a:moveTo>
                  <a:pt x="274435" y="24470"/>
                </a:moveTo>
                <a:lnTo>
                  <a:pt x="27627" y="24470"/>
                </a:lnTo>
                <a:lnTo>
                  <a:pt x="27627" y="0"/>
                </a:lnTo>
                <a:lnTo>
                  <a:pt x="274435" y="0"/>
                </a:lnTo>
                <a:lnTo>
                  <a:pt x="274435" y="24470"/>
                </a:lnTo>
                <a:close/>
              </a:path>
              <a:path w="301625" h="313690">
                <a:moveTo>
                  <a:pt x="27627" y="120509"/>
                </a:moveTo>
                <a:lnTo>
                  <a:pt x="17102" y="97354"/>
                </a:lnTo>
                <a:lnTo>
                  <a:pt x="59116" y="88427"/>
                </a:lnTo>
                <a:lnTo>
                  <a:pt x="95480" y="72506"/>
                </a:lnTo>
                <a:lnTo>
                  <a:pt x="121336" y="50788"/>
                </a:lnTo>
                <a:lnTo>
                  <a:pt x="131823" y="24470"/>
                </a:lnTo>
                <a:lnTo>
                  <a:pt x="169713" y="24470"/>
                </a:lnTo>
                <a:lnTo>
                  <a:pt x="179983" y="50677"/>
                </a:lnTo>
                <a:lnTo>
                  <a:pt x="182442" y="52755"/>
                </a:lnTo>
                <a:lnTo>
                  <a:pt x="150768" y="52755"/>
                </a:lnTo>
                <a:lnTo>
                  <a:pt x="131453" y="77939"/>
                </a:lnTo>
                <a:lnTo>
                  <a:pt x="102716" y="97930"/>
                </a:lnTo>
                <a:lnTo>
                  <a:pt x="67219" y="112272"/>
                </a:lnTo>
                <a:lnTo>
                  <a:pt x="27627" y="120509"/>
                </a:lnTo>
                <a:close/>
              </a:path>
              <a:path w="301625" h="313690">
                <a:moveTo>
                  <a:pt x="273909" y="120509"/>
                </a:moveTo>
                <a:lnTo>
                  <a:pt x="234299" y="112272"/>
                </a:lnTo>
                <a:lnTo>
                  <a:pt x="198771" y="97930"/>
                </a:lnTo>
                <a:lnTo>
                  <a:pt x="170027" y="77939"/>
                </a:lnTo>
                <a:lnTo>
                  <a:pt x="150768" y="52755"/>
                </a:lnTo>
                <a:lnTo>
                  <a:pt x="182442" y="52755"/>
                </a:lnTo>
                <a:lnTo>
                  <a:pt x="205695" y="72407"/>
                </a:lnTo>
                <a:lnTo>
                  <a:pt x="242162" y="88390"/>
                </a:lnTo>
                <a:lnTo>
                  <a:pt x="284697" y="97354"/>
                </a:lnTo>
                <a:lnTo>
                  <a:pt x="273909" y="120509"/>
                </a:lnTo>
                <a:close/>
              </a:path>
              <a:path w="301625" h="313690">
                <a:moveTo>
                  <a:pt x="301537" y="164714"/>
                </a:moveTo>
                <a:lnTo>
                  <a:pt x="0" y="164714"/>
                </a:lnTo>
                <a:lnTo>
                  <a:pt x="0" y="140506"/>
                </a:lnTo>
                <a:lnTo>
                  <a:pt x="301537" y="140506"/>
                </a:lnTo>
                <a:lnTo>
                  <a:pt x="301537" y="164714"/>
                </a:lnTo>
                <a:close/>
              </a:path>
              <a:path w="301625" h="313690">
                <a:moveTo>
                  <a:pt x="150505" y="313114"/>
                </a:moveTo>
                <a:lnTo>
                  <a:pt x="102580" y="309188"/>
                </a:lnTo>
                <a:lnTo>
                  <a:pt x="66668" y="297689"/>
                </a:lnTo>
                <a:lnTo>
                  <a:pt x="44126" y="279036"/>
                </a:lnTo>
                <a:lnTo>
                  <a:pt x="36310" y="253649"/>
                </a:lnTo>
                <a:lnTo>
                  <a:pt x="44126" y="228179"/>
                </a:lnTo>
                <a:lnTo>
                  <a:pt x="66668" y="209346"/>
                </a:lnTo>
                <a:lnTo>
                  <a:pt x="102580" y="197665"/>
                </a:lnTo>
                <a:lnTo>
                  <a:pt x="150505" y="193657"/>
                </a:lnTo>
                <a:lnTo>
                  <a:pt x="198241" y="197665"/>
                </a:lnTo>
                <a:lnTo>
                  <a:pt x="234013" y="209346"/>
                </a:lnTo>
                <a:lnTo>
                  <a:pt x="242933" y="216812"/>
                </a:lnTo>
                <a:lnTo>
                  <a:pt x="150505" y="216812"/>
                </a:lnTo>
                <a:lnTo>
                  <a:pt x="114959" y="219385"/>
                </a:lnTo>
                <a:lnTo>
                  <a:pt x="88343" y="226547"/>
                </a:lnTo>
                <a:lnTo>
                  <a:pt x="71692" y="238051"/>
                </a:lnTo>
                <a:lnTo>
                  <a:pt x="66043" y="253649"/>
                </a:lnTo>
                <a:lnTo>
                  <a:pt x="71692" y="268939"/>
                </a:lnTo>
                <a:lnTo>
                  <a:pt x="88343" y="280257"/>
                </a:lnTo>
                <a:lnTo>
                  <a:pt x="114959" y="287283"/>
                </a:lnTo>
                <a:lnTo>
                  <a:pt x="150505" y="289696"/>
                </a:lnTo>
                <a:lnTo>
                  <a:pt x="243654" y="289696"/>
                </a:lnTo>
                <a:lnTo>
                  <a:pt x="234013" y="297689"/>
                </a:lnTo>
                <a:lnTo>
                  <a:pt x="198241" y="309188"/>
                </a:lnTo>
                <a:lnTo>
                  <a:pt x="150505" y="313114"/>
                </a:lnTo>
                <a:close/>
              </a:path>
              <a:path w="301625" h="313690">
                <a:moveTo>
                  <a:pt x="243654" y="289696"/>
                </a:moveTo>
                <a:lnTo>
                  <a:pt x="150505" y="289696"/>
                </a:lnTo>
                <a:lnTo>
                  <a:pt x="185907" y="287283"/>
                </a:lnTo>
                <a:lnTo>
                  <a:pt x="212503" y="280257"/>
                </a:lnTo>
                <a:lnTo>
                  <a:pt x="229281" y="268939"/>
                </a:lnTo>
                <a:lnTo>
                  <a:pt x="235230" y="253649"/>
                </a:lnTo>
                <a:lnTo>
                  <a:pt x="229281" y="238051"/>
                </a:lnTo>
                <a:lnTo>
                  <a:pt x="212503" y="226547"/>
                </a:lnTo>
                <a:lnTo>
                  <a:pt x="185907" y="219385"/>
                </a:lnTo>
                <a:lnTo>
                  <a:pt x="150505" y="216812"/>
                </a:lnTo>
                <a:lnTo>
                  <a:pt x="242933" y="216812"/>
                </a:lnTo>
                <a:lnTo>
                  <a:pt x="256514" y="228179"/>
                </a:lnTo>
                <a:lnTo>
                  <a:pt x="264437" y="253649"/>
                </a:lnTo>
                <a:lnTo>
                  <a:pt x="256514" y="279036"/>
                </a:lnTo>
                <a:lnTo>
                  <a:pt x="243654" y="289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8710724" y="7449010"/>
            <a:ext cx="29845" cy="93345"/>
          </a:xfrm>
          <a:custGeom>
            <a:avLst/>
            <a:gdLst/>
            <a:ahLst/>
            <a:cxnLst/>
            <a:rect l="l" t="t" r="r" b="b"/>
            <a:pathLst>
              <a:path w="29845" h="93345">
                <a:moveTo>
                  <a:pt x="29469" y="93145"/>
                </a:moveTo>
                <a:lnTo>
                  <a:pt x="0" y="93145"/>
                </a:lnTo>
                <a:lnTo>
                  <a:pt x="0" y="0"/>
                </a:lnTo>
                <a:lnTo>
                  <a:pt x="29469" y="0"/>
                </a:lnTo>
                <a:lnTo>
                  <a:pt x="29469" y="93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8822287" y="7585709"/>
            <a:ext cx="31115" cy="139700"/>
          </a:xfrm>
          <a:custGeom>
            <a:avLst/>
            <a:gdLst/>
            <a:ahLst/>
            <a:cxnLst/>
            <a:rect l="l" t="t" r="r" b="b"/>
            <a:pathLst>
              <a:path w="31115" h="139700">
                <a:moveTo>
                  <a:pt x="0" y="0"/>
                </a:moveTo>
                <a:lnTo>
                  <a:pt x="30522" y="0"/>
                </a:lnTo>
                <a:lnTo>
                  <a:pt x="30522" y="139700"/>
                </a:lnTo>
                <a:lnTo>
                  <a:pt x="0" y="139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8773872" y="7725409"/>
            <a:ext cx="79375" cy="26670"/>
          </a:xfrm>
          <a:custGeom>
            <a:avLst/>
            <a:gdLst/>
            <a:ahLst/>
            <a:cxnLst/>
            <a:rect l="l" t="t" r="r" b="b"/>
            <a:pathLst>
              <a:path w="79375" h="26670">
                <a:moveTo>
                  <a:pt x="0" y="0"/>
                </a:moveTo>
                <a:lnTo>
                  <a:pt x="78936" y="0"/>
                </a:lnTo>
                <a:lnTo>
                  <a:pt x="78936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915659" y="7948930"/>
            <a:ext cx="79375" cy="26670"/>
          </a:xfrm>
          <a:custGeom>
            <a:avLst/>
            <a:gdLst/>
            <a:ahLst/>
            <a:cxnLst/>
            <a:rect l="l" t="t" r="r" b="b"/>
            <a:pathLst>
              <a:path w="79375" h="26670">
                <a:moveTo>
                  <a:pt x="0" y="0"/>
                </a:moveTo>
                <a:lnTo>
                  <a:pt x="78936" y="0"/>
                </a:lnTo>
                <a:lnTo>
                  <a:pt x="78936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915659" y="7975600"/>
            <a:ext cx="31115" cy="139700"/>
          </a:xfrm>
          <a:custGeom>
            <a:avLst/>
            <a:gdLst/>
            <a:ahLst/>
            <a:cxnLst/>
            <a:rect l="l" t="t" r="r" b="b"/>
            <a:pathLst>
              <a:path w="31115" h="139700">
                <a:moveTo>
                  <a:pt x="0" y="0"/>
                </a:moveTo>
                <a:lnTo>
                  <a:pt x="30522" y="0"/>
                </a:lnTo>
                <a:lnTo>
                  <a:pt x="30522" y="139700"/>
                </a:lnTo>
                <a:lnTo>
                  <a:pt x="0" y="139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1022749" y="7951625"/>
            <a:ext cx="271780" cy="328930"/>
          </a:xfrm>
          <a:custGeom>
            <a:avLst/>
            <a:gdLst/>
            <a:ahLst/>
            <a:cxnLst/>
            <a:rect l="l" t="t" r="r" b="b"/>
            <a:pathLst>
              <a:path w="271780" h="328929">
                <a:moveTo>
                  <a:pt x="269699" y="61570"/>
                </a:moveTo>
                <a:lnTo>
                  <a:pt x="240493" y="61570"/>
                </a:lnTo>
                <a:lnTo>
                  <a:pt x="240493" y="0"/>
                </a:lnTo>
                <a:lnTo>
                  <a:pt x="269699" y="0"/>
                </a:lnTo>
                <a:lnTo>
                  <a:pt x="269699" y="61570"/>
                </a:lnTo>
                <a:close/>
              </a:path>
              <a:path w="271780" h="328929">
                <a:moveTo>
                  <a:pt x="12103" y="197867"/>
                </a:moveTo>
                <a:lnTo>
                  <a:pt x="0" y="174712"/>
                </a:lnTo>
                <a:lnTo>
                  <a:pt x="53997" y="153247"/>
                </a:lnTo>
                <a:lnTo>
                  <a:pt x="95513" y="124555"/>
                </a:lnTo>
                <a:lnTo>
                  <a:pt x="123214" y="89498"/>
                </a:lnTo>
                <a:lnTo>
                  <a:pt x="135770" y="48940"/>
                </a:lnTo>
                <a:lnTo>
                  <a:pt x="16839" y="48940"/>
                </a:lnTo>
                <a:lnTo>
                  <a:pt x="16839" y="24470"/>
                </a:lnTo>
                <a:lnTo>
                  <a:pt x="167345" y="24470"/>
                </a:lnTo>
                <a:lnTo>
                  <a:pt x="167078" y="34059"/>
                </a:lnTo>
                <a:lnTo>
                  <a:pt x="166292" y="43464"/>
                </a:lnTo>
                <a:lnTo>
                  <a:pt x="165014" y="52646"/>
                </a:lnTo>
                <a:lnTo>
                  <a:pt x="163266" y="61570"/>
                </a:lnTo>
                <a:lnTo>
                  <a:pt x="269699" y="61570"/>
                </a:lnTo>
                <a:lnTo>
                  <a:pt x="269699" y="84988"/>
                </a:lnTo>
                <a:lnTo>
                  <a:pt x="155899" y="84988"/>
                </a:lnTo>
                <a:lnTo>
                  <a:pt x="134263" y="122217"/>
                </a:lnTo>
                <a:lnTo>
                  <a:pt x="102502" y="153613"/>
                </a:lnTo>
                <a:lnTo>
                  <a:pt x="61490" y="178916"/>
                </a:lnTo>
                <a:lnTo>
                  <a:pt x="12103" y="197867"/>
                </a:lnTo>
                <a:close/>
              </a:path>
              <a:path w="271780" h="328929">
                <a:moveTo>
                  <a:pt x="269699" y="198656"/>
                </a:moveTo>
                <a:lnTo>
                  <a:pt x="240493" y="198656"/>
                </a:lnTo>
                <a:lnTo>
                  <a:pt x="240493" y="153926"/>
                </a:lnTo>
                <a:lnTo>
                  <a:pt x="152347" y="153926"/>
                </a:lnTo>
                <a:lnTo>
                  <a:pt x="152347" y="129718"/>
                </a:lnTo>
                <a:lnTo>
                  <a:pt x="240493" y="129718"/>
                </a:lnTo>
                <a:lnTo>
                  <a:pt x="240493" y="84988"/>
                </a:lnTo>
                <a:lnTo>
                  <a:pt x="269699" y="84988"/>
                </a:lnTo>
                <a:lnTo>
                  <a:pt x="269699" y="198656"/>
                </a:lnTo>
                <a:close/>
              </a:path>
              <a:path w="271780" h="328929">
                <a:moveTo>
                  <a:pt x="161556" y="328901"/>
                </a:moveTo>
                <a:lnTo>
                  <a:pt x="115609" y="324539"/>
                </a:lnTo>
                <a:lnTo>
                  <a:pt x="80712" y="311963"/>
                </a:lnTo>
                <a:lnTo>
                  <a:pt x="58544" y="291937"/>
                </a:lnTo>
                <a:lnTo>
                  <a:pt x="50782" y="265226"/>
                </a:lnTo>
                <a:lnTo>
                  <a:pt x="58544" y="238708"/>
                </a:lnTo>
                <a:lnTo>
                  <a:pt x="80712" y="218851"/>
                </a:lnTo>
                <a:lnTo>
                  <a:pt x="115609" y="206394"/>
                </a:lnTo>
                <a:lnTo>
                  <a:pt x="161556" y="202077"/>
                </a:lnTo>
                <a:lnTo>
                  <a:pt x="206936" y="206394"/>
                </a:lnTo>
                <a:lnTo>
                  <a:pt x="241611" y="218851"/>
                </a:lnTo>
                <a:lnTo>
                  <a:pt x="249019" y="225495"/>
                </a:lnTo>
                <a:lnTo>
                  <a:pt x="161556" y="225495"/>
                </a:lnTo>
                <a:lnTo>
                  <a:pt x="127679" y="228077"/>
                </a:lnTo>
                <a:lnTo>
                  <a:pt x="101893" y="235888"/>
                </a:lnTo>
                <a:lnTo>
                  <a:pt x="85481" y="248436"/>
                </a:lnTo>
                <a:lnTo>
                  <a:pt x="79725" y="265226"/>
                </a:lnTo>
                <a:lnTo>
                  <a:pt x="85481" y="282021"/>
                </a:lnTo>
                <a:lnTo>
                  <a:pt x="101893" y="294597"/>
                </a:lnTo>
                <a:lnTo>
                  <a:pt x="127679" y="302486"/>
                </a:lnTo>
                <a:lnTo>
                  <a:pt x="161556" y="305220"/>
                </a:lnTo>
                <a:lnTo>
                  <a:pt x="249066" y="305220"/>
                </a:lnTo>
                <a:lnTo>
                  <a:pt x="241611" y="311963"/>
                </a:lnTo>
                <a:lnTo>
                  <a:pt x="206936" y="324539"/>
                </a:lnTo>
                <a:lnTo>
                  <a:pt x="161556" y="328901"/>
                </a:lnTo>
                <a:close/>
              </a:path>
              <a:path w="271780" h="328929">
                <a:moveTo>
                  <a:pt x="249066" y="305220"/>
                </a:moveTo>
                <a:lnTo>
                  <a:pt x="161556" y="305220"/>
                </a:lnTo>
                <a:lnTo>
                  <a:pt x="194829" y="302486"/>
                </a:lnTo>
                <a:lnTo>
                  <a:pt x="220331" y="294597"/>
                </a:lnTo>
                <a:lnTo>
                  <a:pt x="236706" y="282021"/>
                </a:lnTo>
                <a:lnTo>
                  <a:pt x="242598" y="265226"/>
                </a:lnTo>
                <a:lnTo>
                  <a:pt x="236706" y="248436"/>
                </a:lnTo>
                <a:lnTo>
                  <a:pt x="220331" y="235888"/>
                </a:lnTo>
                <a:lnTo>
                  <a:pt x="194829" y="228077"/>
                </a:lnTo>
                <a:lnTo>
                  <a:pt x="161556" y="225495"/>
                </a:lnTo>
                <a:lnTo>
                  <a:pt x="249019" y="225495"/>
                </a:lnTo>
                <a:lnTo>
                  <a:pt x="263754" y="238708"/>
                </a:lnTo>
                <a:lnTo>
                  <a:pt x="271541" y="265226"/>
                </a:lnTo>
                <a:lnTo>
                  <a:pt x="263754" y="291937"/>
                </a:lnTo>
                <a:lnTo>
                  <a:pt x="249066" y="305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1347704" y="7972149"/>
            <a:ext cx="301625" cy="309880"/>
          </a:xfrm>
          <a:custGeom>
            <a:avLst/>
            <a:gdLst/>
            <a:ahLst/>
            <a:cxnLst/>
            <a:rect l="l" t="t" r="r" b="b"/>
            <a:pathLst>
              <a:path w="301625" h="309879">
                <a:moveTo>
                  <a:pt x="272593" y="23680"/>
                </a:moveTo>
                <a:lnTo>
                  <a:pt x="28417" y="23680"/>
                </a:lnTo>
                <a:lnTo>
                  <a:pt x="28417" y="0"/>
                </a:lnTo>
                <a:lnTo>
                  <a:pt x="272593" y="0"/>
                </a:lnTo>
                <a:lnTo>
                  <a:pt x="272593" y="23680"/>
                </a:lnTo>
                <a:close/>
              </a:path>
              <a:path w="301625" h="309879">
                <a:moveTo>
                  <a:pt x="29206" y="139454"/>
                </a:moveTo>
                <a:lnTo>
                  <a:pt x="17892" y="116299"/>
                </a:lnTo>
                <a:lnTo>
                  <a:pt x="60267" y="104858"/>
                </a:lnTo>
                <a:lnTo>
                  <a:pt x="97585" y="84560"/>
                </a:lnTo>
                <a:lnTo>
                  <a:pt x="124197" y="57504"/>
                </a:lnTo>
                <a:lnTo>
                  <a:pt x="134455" y="25785"/>
                </a:lnTo>
                <a:lnTo>
                  <a:pt x="134455" y="23680"/>
                </a:lnTo>
                <a:lnTo>
                  <a:pt x="167082" y="23680"/>
                </a:lnTo>
                <a:lnTo>
                  <a:pt x="167082" y="25785"/>
                </a:lnTo>
                <a:lnTo>
                  <a:pt x="177043" y="57504"/>
                </a:lnTo>
                <a:lnTo>
                  <a:pt x="182833" y="63412"/>
                </a:lnTo>
                <a:lnTo>
                  <a:pt x="150637" y="63412"/>
                </a:lnTo>
                <a:lnTo>
                  <a:pt x="130331" y="90815"/>
                </a:lnTo>
                <a:lnTo>
                  <a:pt x="101466" y="113027"/>
                </a:lnTo>
                <a:lnTo>
                  <a:pt x="66828" y="129441"/>
                </a:lnTo>
                <a:lnTo>
                  <a:pt x="29206" y="139454"/>
                </a:lnTo>
                <a:close/>
              </a:path>
              <a:path w="301625" h="309879">
                <a:moveTo>
                  <a:pt x="272593" y="139454"/>
                </a:moveTo>
                <a:lnTo>
                  <a:pt x="234611" y="129441"/>
                </a:lnTo>
                <a:lnTo>
                  <a:pt x="199824" y="113027"/>
                </a:lnTo>
                <a:lnTo>
                  <a:pt x="170932" y="90815"/>
                </a:lnTo>
                <a:lnTo>
                  <a:pt x="150637" y="63412"/>
                </a:lnTo>
                <a:lnTo>
                  <a:pt x="182833" y="63412"/>
                </a:lnTo>
                <a:lnTo>
                  <a:pt x="203557" y="84560"/>
                </a:lnTo>
                <a:lnTo>
                  <a:pt x="240974" y="104858"/>
                </a:lnTo>
                <a:lnTo>
                  <a:pt x="283645" y="116299"/>
                </a:lnTo>
                <a:lnTo>
                  <a:pt x="272593" y="139454"/>
                </a:lnTo>
                <a:close/>
              </a:path>
              <a:path w="301625" h="309879">
                <a:moveTo>
                  <a:pt x="301537" y="191815"/>
                </a:moveTo>
                <a:lnTo>
                  <a:pt x="0" y="191815"/>
                </a:lnTo>
                <a:lnTo>
                  <a:pt x="0" y="167608"/>
                </a:lnTo>
                <a:lnTo>
                  <a:pt x="301537" y="167608"/>
                </a:lnTo>
                <a:lnTo>
                  <a:pt x="301537" y="191815"/>
                </a:lnTo>
                <a:close/>
              </a:path>
              <a:path w="301625" h="309879">
                <a:moveTo>
                  <a:pt x="164450" y="309694"/>
                </a:moveTo>
                <a:lnTo>
                  <a:pt x="135770" y="309694"/>
                </a:lnTo>
                <a:lnTo>
                  <a:pt x="135770" y="191815"/>
                </a:lnTo>
                <a:lnTo>
                  <a:pt x="164450" y="191815"/>
                </a:lnTo>
                <a:lnTo>
                  <a:pt x="164450" y="3096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1675291" y="7951362"/>
            <a:ext cx="274955" cy="331470"/>
          </a:xfrm>
          <a:custGeom>
            <a:avLst/>
            <a:gdLst/>
            <a:ahLst/>
            <a:cxnLst/>
            <a:rect l="l" t="t" r="r" b="b"/>
            <a:pathLst>
              <a:path w="274955" h="331470">
                <a:moveTo>
                  <a:pt x="274435" y="331270"/>
                </a:moveTo>
                <a:lnTo>
                  <a:pt x="245229" y="331270"/>
                </a:lnTo>
                <a:lnTo>
                  <a:pt x="245229" y="0"/>
                </a:lnTo>
                <a:lnTo>
                  <a:pt x="274435" y="0"/>
                </a:lnTo>
                <a:lnTo>
                  <a:pt x="274435" y="331270"/>
                </a:lnTo>
                <a:close/>
              </a:path>
              <a:path w="274955" h="331470">
                <a:moveTo>
                  <a:pt x="18418" y="261805"/>
                </a:moveTo>
                <a:lnTo>
                  <a:pt x="0" y="237335"/>
                </a:lnTo>
                <a:lnTo>
                  <a:pt x="34822" y="213408"/>
                </a:lnTo>
                <a:lnTo>
                  <a:pt x="63478" y="178133"/>
                </a:lnTo>
                <a:lnTo>
                  <a:pt x="82957" y="135359"/>
                </a:lnTo>
                <a:lnTo>
                  <a:pt x="90250" y="88935"/>
                </a:lnTo>
                <a:lnTo>
                  <a:pt x="90250" y="28680"/>
                </a:lnTo>
                <a:lnTo>
                  <a:pt x="119457" y="28680"/>
                </a:lnTo>
                <a:lnTo>
                  <a:pt x="119457" y="88935"/>
                </a:lnTo>
                <a:lnTo>
                  <a:pt x="126479" y="133612"/>
                </a:lnTo>
                <a:lnTo>
                  <a:pt x="134415" y="150505"/>
                </a:lnTo>
                <a:lnTo>
                  <a:pt x="105117" y="150505"/>
                </a:lnTo>
                <a:lnTo>
                  <a:pt x="90589" y="186193"/>
                </a:lnTo>
                <a:lnTo>
                  <a:pt x="70598" y="217552"/>
                </a:lnTo>
                <a:lnTo>
                  <a:pt x="46192" y="243212"/>
                </a:lnTo>
                <a:lnTo>
                  <a:pt x="18418" y="261805"/>
                </a:lnTo>
                <a:close/>
              </a:path>
              <a:path w="274955" h="331470">
                <a:moveTo>
                  <a:pt x="191026" y="255227"/>
                </a:moveTo>
                <a:lnTo>
                  <a:pt x="163949" y="237717"/>
                </a:lnTo>
                <a:lnTo>
                  <a:pt x="139881" y="213621"/>
                </a:lnTo>
                <a:lnTo>
                  <a:pt x="119909" y="184148"/>
                </a:lnTo>
                <a:lnTo>
                  <a:pt x="105117" y="150505"/>
                </a:lnTo>
                <a:lnTo>
                  <a:pt x="134415" y="150505"/>
                </a:lnTo>
                <a:lnTo>
                  <a:pt x="145835" y="174811"/>
                </a:lnTo>
                <a:lnTo>
                  <a:pt x="174367" y="208856"/>
                </a:lnTo>
                <a:lnTo>
                  <a:pt x="208918" y="232073"/>
                </a:lnTo>
                <a:lnTo>
                  <a:pt x="191026" y="255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2004456" y="8226587"/>
            <a:ext cx="56515" cy="101600"/>
          </a:xfrm>
          <a:custGeom>
            <a:avLst/>
            <a:gdLst/>
            <a:ahLst/>
            <a:cxnLst/>
            <a:rect l="l" t="t" r="r" b="b"/>
            <a:pathLst>
              <a:path w="56514" h="101600">
                <a:moveTo>
                  <a:pt x="27627" y="101301"/>
                </a:moveTo>
                <a:lnTo>
                  <a:pt x="0" y="101301"/>
                </a:lnTo>
                <a:lnTo>
                  <a:pt x="20523" y="0"/>
                </a:lnTo>
                <a:lnTo>
                  <a:pt x="56308" y="0"/>
                </a:lnTo>
                <a:lnTo>
                  <a:pt x="27627" y="101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2202433" y="7951362"/>
            <a:ext cx="307975" cy="330835"/>
          </a:xfrm>
          <a:custGeom>
            <a:avLst/>
            <a:gdLst/>
            <a:ahLst/>
            <a:cxnLst/>
            <a:rect l="l" t="t" r="r" b="b"/>
            <a:pathLst>
              <a:path w="307975" h="330834">
                <a:moveTo>
                  <a:pt x="253912" y="330480"/>
                </a:moveTo>
                <a:lnTo>
                  <a:pt x="224705" y="330480"/>
                </a:lnTo>
                <a:lnTo>
                  <a:pt x="224705" y="0"/>
                </a:lnTo>
                <a:lnTo>
                  <a:pt x="253912" y="0"/>
                </a:lnTo>
                <a:lnTo>
                  <a:pt x="253912" y="134455"/>
                </a:lnTo>
                <a:lnTo>
                  <a:pt x="307589" y="134455"/>
                </a:lnTo>
                <a:lnTo>
                  <a:pt x="307589" y="159188"/>
                </a:lnTo>
                <a:lnTo>
                  <a:pt x="253912" y="159188"/>
                </a:lnTo>
                <a:lnTo>
                  <a:pt x="253912" y="330480"/>
                </a:lnTo>
                <a:close/>
              </a:path>
              <a:path w="307975" h="330834">
                <a:moveTo>
                  <a:pt x="16313" y="267594"/>
                </a:moveTo>
                <a:lnTo>
                  <a:pt x="0" y="244703"/>
                </a:lnTo>
                <a:lnTo>
                  <a:pt x="46627" y="216715"/>
                </a:lnTo>
                <a:lnTo>
                  <a:pt x="83857" y="183947"/>
                </a:lnTo>
                <a:lnTo>
                  <a:pt x="111641" y="146701"/>
                </a:lnTo>
                <a:lnTo>
                  <a:pt x="129927" y="105282"/>
                </a:lnTo>
                <a:lnTo>
                  <a:pt x="138665" y="59991"/>
                </a:lnTo>
                <a:lnTo>
                  <a:pt x="15524" y="59991"/>
                </a:lnTo>
                <a:lnTo>
                  <a:pt x="15524" y="35521"/>
                </a:lnTo>
                <a:lnTo>
                  <a:pt x="168397" y="35521"/>
                </a:lnTo>
                <a:lnTo>
                  <a:pt x="164532" y="81545"/>
                </a:lnTo>
                <a:lnTo>
                  <a:pt x="152824" y="125508"/>
                </a:lnTo>
                <a:lnTo>
                  <a:pt x="132711" y="166753"/>
                </a:lnTo>
                <a:lnTo>
                  <a:pt x="103630" y="204620"/>
                </a:lnTo>
                <a:lnTo>
                  <a:pt x="65019" y="238453"/>
                </a:lnTo>
                <a:lnTo>
                  <a:pt x="16313" y="2675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2529757" y="7949783"/>
            <a:ext cx="301625" cy="331470"/>
          </a:xfrm>
          <a:custGeom>
            <a:avLst/>
            <a:gdLst/>
            <a:ahLst/>
            <a:cxnLst/>
            <a:rect l="l" t="t" r="r" b="b"/>
            <a:pathLst>
              <a:path w="301625" h="331470">
                <a:moveTo>
                  <a:pt x="164977" y="34205"/>
                </a:moveTo>
                <a:lnTo>
                  <a:pt x="136296" y="34205"/>
                </a:lnTo>
                <a:lnTo>
                  <a:pt x="136296" y="0"/>
                </a:lnTo>
                <a:lnTo>
                  <a:pt x="164977" y="0"/>
                </a:lnTo>
                <a:lnTo>
                  <a:pt x="164977" y="34205"/>
                </a:lnTo>
                <a:close/>
              </a:path>
              <a:path w="301625" h="331470">
                <a:moveTo>
                  <a:pt x="270752" y="57623"/>
                </a:moveTo>
                <a:lnTo>
                  <a:pt x="31048" y="57623"/>
                </a:lnTo>
                <a:lnTo>
                  <a:pt x="31048" y="34205"/>
                </a:lnTo>
                <a:lnTo>
                  <a:pt x="270752" y="34205"/>
                </a:lnTo>
                <a:lnTo>
                  <a:pt x="270752" y="57623"/>
                </a:lnTo>
                <a:close/>
              </a:path>
              <a:path w="301625" h="331470">
                <a:moveTo>
                  <a:pt x="27364" y="149453"/>
                </a:moveTo>
                <a:lnTo>
                  <a:pt x="17892" y="127087"/>
                </a:lnTo>
                <a:lnTo>
                  <a:pt x="61952" y="118935"/>
                </a:lnTo>
                <a:lnTo>
                  <a:pt x="98637" y="104196"/>
                </a:lnTo>
                <a:lnTo>
                  <a:pt x="124123" y="83536"/>
                </a:lnTo>
                <a:lnTo>
                  <a:pt x="134586" y="57623"/>
                </a:lnTo>
                <a:lnTo>
                  <a:pt x="166555" y="57623"/>
                </a:lnTo>
                <a:lnTo>
                  <a:pt x="176910" y="83536"/>
                </a:lnTo>
                <a:lnTo>
                  <a:pt x="184845" y="89987"/>
                </a:lnTo>
                <a:lnTo>
                  <a:pt x="150637" y="89987"/>
                </a:lnTo>
                <a:lnTo>
                  <a:pt x="130524" y="112673"/>
                </a:lnTo>
                <a:lnTo>
                  <a:pt x="101828" y="130179"/>
                </a:lnTo>
                <a:lnTo>
                  <a:pt x="66717" y="142455"/>
                </a:lnTo>
                <a:lnTo>
                  <a:pt x="27364" y="149453"/>
                </a:lnTo>
                <a:close/>
              </a:path>
              <a:path w="301625" h="331470">
                <a:moveTo>
                  <a:pt x="273909" y="149453"/>
                </a:moveTo>
                <a:lnTo>
                  <a:pt x="234352" y="142455"/>
                </a:lnTo>
                <a:lnTo>
                  <a:pt x="199199" y="130179"/>
                </a:lnTo>
                <a:lnTo>
                  <a:pt x="170582" y="112673"/>
                </a:lnTo>
                <a:lnTo>
                  <a:pt x="150637" y="89987"/>
                </a:lnTo>
                <a:lnTo>
                  <a:pt x="184845" y="89987"/>
                </a:lnTo>
                <a:lnTo>
                  <a:pt x="202324" y="104196"/>
                </a:lnTo>
                <a:lnTo>
                  <a:pt x="239060" y="118935"/>
                </a:lnTo>
                <a:lnTo>
                  <a:pt x="283381" y="127087"/>
                </a:lnTo>
                <a:lnTo>
                  <a:pt x="273909" y="149453"/>
                </a:lnTo>
                <a:close/>
              </a:path>
              <a:path w="301625" h="331470">
                <a:moveTo>
                  <a:pt x="301537" y="191815"/>
                </a:moveTo>
                <a:lnTo>
                  <a:pt x="0" y="191815"/>
                </a:lnTo>
                <a:lnTo>
                  <a:pt x="0" y="168134"/>
                </a:lnTo>
                <a:lnTo>
                  <a:pt x="301537" y="168134"/>
                </a:lnTo>
                <a:lnTo>
                  <a:pt x="301537" y="191815"/>
                </a:lnTo>
                <a:close/>
              </a:path>
              <a:path w="301625" h="331470">
                <a:moveTo>
                  <a:pt x="164977" y="229705"/>
                </a:moveTo>
                <a:lnTo>
                  <a:pt x="136296" y="229705"/>
                </a:lnTo>
                <a:lnTo>
                  <a:pt x="136296" y="191815"/>
                </a:lnTo>
                <a:lnTo>
                  <a:pt x="164977" y="191815"/>
                </a:lnTo>
                <a:lnTo>
                  <a:pt x="164977" y="229705"/>
                </a:lnTo>
                <a:close/>
              </a:path>
              <a:path w="301625" h="331470">
                <a:moveTo>
                  <a:pt x="264174" y="331270"/>
                </a:moveTo>
                <a:lnTo>
                  <a:pt x="234704" y="331270"/>
                </a:lnTo>
                <a:lnTo>
                  <a:pt x="234704" y="253649"/>
                </a:lnTo>
                <a:lnTo>
                  <a:pt x="33416" y="253649"/>
                </a:lnTo>
                <a:lnTo>
                  <a:pt x="33416" y="229705"/>
                </a:lnTo>
                <a:lnTo>
                  <a:pt x="264174" y="229705"/>
                </a:lnTo>
                <a:lnTo>
                  <a:pt x="264174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2855764" y="7951362"/>
            <a:ext cx="287655" cy="330835"/>
          </a:xfrm>
          <a:custGeom>
            <a:avLst/>
            <a:gdLst/>
            <a:ahLst/>
            <a:cxnLst/>
            <a:rect l="l" t="t" r="r" b="b"/>
            <a:pathLst>
              <a:path w="287655" h="330834">
                <a:moveTo>
                  <a:pt x="287591" y="133665"/>
                </a:moveTo>
                <a:lnTo>
                  <a:pt x="259437" y="133665"/>
                </a:lnTo>
                <a:lnTo>
                  <a:pt x="259437" y="0"/>
                </a:lnTo>
                <a:lnTo>
                  <a:pt x="287591" y="0"/>
                </a:lnTo>
                <a:lnTo>
                  <a:pt x="287591" y="133665"/>
                </a:lnTo>
                <a:close/>
              </a:path>
              <a:path w="287655" h="330834">
                <a:moveTo>
                  <a:pt x="214180" y="313904"/>
                </a:moveTo>
                <a:lnTo>
                  <a:pt x="186553" y="313904"/>
                </a:lnTo>
                <a:lnTo>
                  <a:pt x="186553" y="7104"/>
                </a:lnTo>
                <a:lnTo>
                  <a:pt x="214180" y="7104"/>
                </a:lnTo>
                <a:lnTo>
                  <a:pt x="214180" y="133665"/>
                </a:lnTo>
                <a:lnTo>
                  <a:pt x="287591" y="133665"/>
                </a:lnTo>
                <a:lnTo>
                  <a:pt x="287591" y="158662"/>
                </a:lnTo>
                <a:lnTo>
                  <a:pt x="214180" y="158662"/>
                </a:lnTo>
                <a:lnTo>
                  <a:pt x="214180" y="313904"/>
                </a:lnTo>
                <a:close/>
              </a:path>
              <a:path w="287655" h="330834">
                <a:moveTo>
                  <a:pt x="287591" y="330743"/>
                </a:moveTo>
                <a:lnTo>
                  <a:pt x="259437" y="330743"/>
                </a:lnTo>
                <a:lnTo>
                  <a:pt x="259437" y="158662"/>
                </a:lnTo>
                <a:lnTo>
                  <a:pt x="287591" y="158662"/>
                </a:lnTo>
                <a:lnTo>
                  <a:pt x="287591" y="330743"/>
                </a:lnTo>
                <a:close/>
              </a:path>
              <a:path w="287655" h="330834">
                <a:moveTo>
                  <a:pt x="162609" y="63675"/>
                </a:moveTo>
                <a:lnTo>
                  <a:pt x="7893" y="63675"/>
                </a:lnTo>
                <a:lnTo>
                  <a:pt x="7893" y="39468"/>
                </a:lnTo>
                <a:lnTo>
                  <a:pt x="162609" y="39468"/>
                </a:lnTo>
                <a:lnTo>
                  <a:pt x="162609" y="63675"/>
                </a:lnTo>
                <a:close/>
              </a:path>
              <a:path w="287655" h="330834">
                <a:moveTo>
                  <a:pt x="18418" y="262332"/>
                </a:moveTo>
                <a:lnTo>
                  <a:pt x="0" y="239966"/>
                </a:lnTo>
                <a:lnTo>
                  <a:pt x="31521" y="214908"/>
                </a:lnTo>
                <a:lnTo>
                  <a:pt x="54433" y="180402"/>
                </a:lnTo>
                <a:lnTo>
                  <a:pt x="68415" y="138249"/>
                </a:lnTo>
                <a:lnTo>
                  <a:pt x="73147" y="90250"/>
                </a:lnTo>
                <a:lnTo>
                  <a:pt x="73147" y="63675"/>
                </a:lnTo>
                <a:lnTo>
                  <a:pt x="101301" y="63675"/>
                </a:lnTo>
                <a:lnTo>
                  <a:pt x="101301" y="90250"/>
                </a:lnTo>
                <a:lnTo>
                  <a:pt x="105943" y="133961"/>
                </a:lnTo>
                <a:lnTo>
                  <a:pt x="115024" y="159714"/>
                </a:lnTo>
                <a:lnTo>
                  <a:pt x="87882" y="159714"/>
                </a:lnTo>
                <a:lnTo>
                  <a:pt x="77139" y="192288"/>
                </a:lnTo>
                <a:lnTo>
                  <a:pt x="61932" y="220594"/>
                </a:lnTo>
                <a:lnTo>
                  <a:pt x="42333" y="244115"/>
                </a:lnTo>
                <a:lnTo>
                  <a:pt x="18418" y="262332"/>
                </a:lnTo>
                <a:close/>
              </a:path>
              <a:path w="287655" h="330834">
                <a:moveTo>
                  <a:pt x="156031" y="251017"/>
                </a:moveTo>
                <a:lnTo>
                  <a:pt x="132931" y="234735"/>
                </a:lnTo>
                <a:lnTo>
                  <a:pt x="113816" y="213704"/>
                </a:lnTo>
                <a:lnTo>
                  <a:pt x="98771" y="188503"/>
                </a:lnTo>
                <a:lnTo>
                  <a:pt x="87882" y="159714"/>
                </a:lnTo>
                <a:lnTo>
                  <a:pt x="115024" y="159714"/>
                </a:lnTo>
                <a:lnTo>
                  <a:pt x="119687" y="172936"/>
                </a:lnTo>
                <a:lnTo>
                  <a:pt x="142262" y="205103"/>
                </a:lnTo>
                <a:lnTo>
                  <a:pt x="173397" y="228389"/>
                </a:lnTo>
                <a:lnTo>
                  <a:pt x="156031" y="2510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3187824" y="7951362"/>
            <a:ext cx="283210" cy="330835"/>
          </a:xfrm>
          <a:custGeom>
            <a:avLst/>
            <a:gdLst/>
            <a:ahLst/>
            <a:cxnLst/>
            <a:rect l="l" t="t" r="r" b="b"/>
            <a:pathLst>
              <a:path w="283210" h="330834">
                <a:moveTo>
                  <a:pt x="282592" y="139454"/>
                </a:moveTo>
                <a:lnTo>
                  <a:pt x="254701" y="139454"/>
                </a:lnTo>
                <a:lnTo>
                  <a:pt x="254701" y="0"/>
                </a:lnTo>
                <a:lnTo>
                  <a:pt x="282592" y="0"/>
                </a:lnTo>
                <a:lnTo>
                  <a:pt x="282592" y="139454"/>
                </a:lnTo>
                <a:close/>
              </a:path>
              <a:path w="283210" h="330834">
                <a:moveTo>
                  <a:pt x="210760" y="314430"/>
                </a:moveTo>
                <a:lnTo>
                  <a:pt x="183132" y="314430"/>
                </a:lnTo>
                <a:lnTo>
                  <a:pt x="183132" y="7893"/>
                </a:lnTo>
                <a:lnTo>
                  <a:pt x="210760" y="7893"/>
                </a:lnTo>
                <a:lnTo>
                  <a:pt x="210760" y="139454"/>
                </a:lnTo>
                <a:lnTo>
                  <a:pt x="282592" y="139454"/>
                </a:lnTo>
                <a:lnTo>
                  <a:pt x="282592" y="163661"/>
                </a:lnTo>
                <a:lnTo>
                  <a:pt x="210760" y="163661"/>
                </a:lnTo>
                <a:lnTo>
                  <a:pt x="210760" y="314430"/>
                </a:lnTo>
                <a:close/>
              </a:path>
              <a:path w="283210" h="330834">
                <a:moveTo>
                  <a:pt x="282592" y="330743"/>
                </a:moveTo>
                <a:lnTo>
                  <a:pt x="254701" y="330743"/>
                </a:lnTo>
                <a:lnTo>
                  <a:pt x="254701" y="163661"/>
                </a:lnTo>
                <a:lnTo>
                  <a:pt x="282592" y="163661"/>
                </a:lnTo>
                <a:lnTo>
                  <a:pt x="282592" y="330743"/>
                </a:lnTo>
                <a:close/>
              </a:path>
              <a:path w="283210" h="330834">
                <a:moveTo>
                  <a:pt x="97881" y="57097"/>
                </a:moveTo>
                <a:lnTo>
                  <a:pt x="68674" y="57097"/>
                </a:lnTo>
                <a:lnTo>
                  <a:pt x="68674" y="9998"/>
                </a:lnTo>
                <a:lnTo>
                  <a:pt x="97881" y="9998"/>
                </a:lnTo>
                <a:lnTo>
                  <a:pt x="97881" y="57097"/>
                </a:lnTo>
                <a:close/>
              </a:path>
              <a:path w="283210" h="330834">
                <a:moveTo>
                  <a:pt x="166029" y="81041"/>
                </a:moveTo>
                <a:lnTo>
                  <a:pt x="0" y="81041"/>
                </a:lnTo>
                <a:lnTo>
                  <a:pt x="0" y="57097"/>
                </a:lnTo>
                <a:lnTo>
                  <a:pt x="166029" y="57097"/>
                </a:lnTo>
                <a:lnTo>
                  <a:pt x="166029" y="81041"/>
                </a:lnTo>
                <a:close/>
              </a:path>
              <a:path w="283210" h="330834">
                <a:moveTo>
                  <a:pt x="83146" y="254175"/>
                </a:moveTo>
                <a:lnTo>
                  <a:pt x="54581" y="248588"/>
                </a:lnTo>
                <a:lnTo>
                  <a:pt x="32035" y="232961"/>
                </a:lnTo>
                <a:lnTo>
                  <a:pt x="17283" y="208996"/>
                </a:lnTo>
                <a:lnTo>
                  <a:pt x="12103" y="178396"/>
                </a:lnTo>
                <a:lnTo>
                  <a:pt x="17283" y="148141"/>
                </a:lnTo>
                <a:lnTo>
                  <a:pt x="32035" y="124423"/>
                </a:lnTo>
                <a:lnTo>
                  <a:pt x="54581" y="108944"/>
                </a:lnTo>
                <a:lnTo>
                  <a:pt x="83146" y="103406"/>
                </a:lnTo>
                <a:lnTo>
                  <a:pt x="111830" y="108944"/>
                </a:lnTo>
                <a:lnTo>
                  <a:pt x="134422" y="124423"/>
                </a:lnTo>
                <a:lnTo>
                  <a:pt x="136583" y="127877"/>
                </a:lnTo>
                <a:lnTo>
                  <a:pt x="83146" y="127877"/>
                </a:lnTo>
                <a:lnTo>
                  <a:pt x="64974" y="131811"/>
                </a:lnTo>
                <a:lnTo>
                  <a:pt x="50650" y="142381"/>
                </a:lnTo>
                <a:lnTo>
                  <a:pt x="41260" y="158329"/>
                </a:lnTo>
                <a:lnTo>
                  <a:pt x="37889" y="178396"/>
                </a:lnTo>
                <a:lnTo>
                  <a:pt x="41260" y="198718"/>
                </a:lnTo>
                <a:lnTo>
                  <a:pt x="50650" y="214674"/>
                </a:lnTo>
                <a:lnTo>
                  <a:pt x="64974" y="225055"/>
                </a:lnTo>
                <a:lnTo>
                  <a:pt x="83146" y="228652"/>
                </a:lnTo>
                <a:lnTo>
                  <a:pt x="137091" y="228652"/>
                </a:lnTo>
                <a:lnTo>
                  <a:pt x="134422" y="232961"/>
                </a:lnTo>
                <a:lnTo>
                  <a:pt x="111830" y="248588"/>
                </a:lnTo>
                <a:lnTo>
                  <a:pt x="83146" y="254175"/>
                </a:lnTo>
                <a:close/>
              </a:path>
              <a:path w="283210" h="330834">
                <a:moveTo>
                  <a:pt x="137091" y="228652"/>
                </a:moveTo>
                <a:lnTo>
                  <a:pt x="83146" y="228652"/>
                </a:lnTo>
                <a:lnTo>
                  <a:pt x="101359" y="225055"/>
                </a:lnTo>
                <a:lnTo>
                  <a:pt x="115773" y="214674"/>
                </a:lnTo>
                <a:lnTo>
                  <a:pt x="125254" y="198718"/>
                </a:lnTo>
                <a:lnTo>
                  <a:pt x="128666" y="178396"/>
                </a:lnTo>
                <a:lnTo>
                  <a:pt x="125254" y="158329"/>
                </a:lnTo>
                <a:lnTo>
                  <a:pt x="115773" y="142381"/>
                </a:lnTo>
                <a:lnTo>
                  <a:pt x="101359" y="131811"/>
                </a:lnTo>
                <a:lnTo>
                  <a:pt x="83146" y="127877"/>
                </a:lnTo>
                <a:lnTo>
                  <a:pt x="136583" y="127877"/>
                </a:lnTo>
                <a:lnTo>
                  <a:pt x="149268" y="148141"/>
                </a:lnTo>
                <a:lnTo>
                  <a:pt x="154715" y="178396"/>
                </a:lnTo>
                <a:lnTo>
                  <a:pt x="149268" y="208996"/>
                </a:lnTo>
                <a:lnTo>
                  <a:pt x="137091" y="228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3553826" y="7974330"/>
            <a:ext cx="29209" cy="59690"/>
          </a:xfrm>
          <a:custGeom>
            <a:avLst/>
            <a:gdLst/>
            <a:ahLst/>
            <a:cxnLst/>
            <a:rect l="l" t="t" r="r" b="b"/>
            <a:pathLst>
              <a:path w="29210" h="59690">
                <a:moveTo>
                  <a:pt x="0" y="0"/>
                </a:moveTo>
                <a:lnTo>
                  <a:pt x="29206" y="0"/>
                </a:lnTo>
                <a:lnTo>
                  <a:pt x="29206" y="59690"/>
                </a:lnTo>
                <a:lnTo>
                  <a:pt x="0" y="596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3553826" y="8034019"/>
            <a:ext cx="230504" cy="24130"/>
          </a:xfrm>
          <a:custGeom>
            <a:avLst/>
            <a:gdLst/>
            <a:ahLst/>
            <a:cxnLst/>
            <a:rect l="l" t="t" r="r" b="b"/>
            <a:pathLst>
              <a:path w="230504" h="24129">
                <a:moveTo>
                  <a:pt x="0" y="0"/>
                </a:moveTo>
                <a:lnTo>
                  <a:pt x="229968" y="0"/>
                </a:lnTo>
                <a:lnTo>
                  <a:pt x="229968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3553826" y="8058150"/>
            <a:ext cx="29209" cy="62230"/>
          </a:xfrm>
          <a:custGeom>
            <a:avLst/>
            <a:gdLst/>
            <a:ahLst/>
            <a:cxnLst/>
            <a:rect l="l" t="t" r="r" b="b"/>
            <a:pathLst>
              <a:path w="29210" h="62229">
                <a:moveTo>
                  <a:pt x="0" y="0"/>
                </a:moveTo>
                <a:lnTo>
                  <a:pt x="29206" y="0"/>
                </a:lnTo>
                <a:lnTo>
                  <a:pt x="29206" y="62229"/>
                </a:lnTo>
                <a:lnTo>
                  <a:pt x="0" y="62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3553826" y="8120380"/>
            <a:ext cx="230504" cy="24130"/>
          </a:xfrm>
          <a:custGeom>
            <a:avLst/>
            <a:gdLst/>
            <a:ahLst/>
            <a:cxnLst/>
            <a:rect l="l" t="t" r="r" b="b"/>
            <a:pathLst>
              <a:path w="230504" h="24129">
                <a:moveTo>
                  <a:pt x="0" y="0"/>
                </a:moveTo>
                <a:lnTo>
                  <a:pt x="229968" y="0"/>
                </a:lnTo>
                <a:lnTo>
                  <a:pt x="229968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3754851" y="7974780"/>
            <a:ext cx="29209" cy="60325"/>
          </a:xfrm>
          <a:custGeom>
            <a:avLst/>
            <a:gdLst/>
            <a:ahLst/>
            <a:cxnLst/>
            <a:rect l="l" t="t" r="r" b="b"/>
            <a:pathLst>
              <a:path w="29210" h="60325">
                <a:moveTo>
                  <a:pt x="28943" y="59728"/>
                </a:moveTo>
                <a:lnTo>
                  <a:pt x="0" y="59728"/>
                </a:lnTo>
                <a:lnTo>
                  <a:pt x="0" y="0"/>
                </a:lnTo>
                <a:lnTo>
                  <a:pt x="28943" y="0"/>
                </a:lnTo>
                <a:lnTo>
                  <a:pt x="28943" y="597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3754851" y="8058453"/>
            <a:ext cx="29209" cy="61594"/>
          </a:xfrm>
          <a:custGeom>
            <a:avLst/>
            <a:gdLst/>
            <a:ahLst/>
            <a:cxnLst/>
            <a:rect l="l" t="t" r="r" b="b"/>
            <a:pathLst>
              <a:path w="29210" h="61595">
                <a:moveTo>
                  <a:pt x="28943" y="61570"/>
                </a:moveTo>
                <a:lnTo>
                  <a:pt x="0" y="61570"/>
                </a:lnTo>
                <a:lnTo>
                  <a:pt x="0" y="0"/>
                </a:lnTo>
                <a:lnTo>
                  <a:pt x="28943" y="0"/>
                </a:lnTo>
                <a:lnTo>
                  <a:pt x="28943" y="61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3654075" y="8143967"/>
            <a:ext cx="29209" cy="71755"/>
          </a:xfrm>
          <a:custGeom>
            <a:avLst/>
            <a:gdLst/>
            <a:ahLst/>
            <a:cxnLst/>
            <a:rect l="l" t="t" r="r" b="b"/>
            <a:pathLst>
              <a:path w="29210" h="71754">
                <a:moveTo>
                  <a:pt x="28943" y="71305"/>
                </a:moveTo>
                <a:lnTo>
                  <a:pt x="0" y="71305"/>
                </a:lnTo>
                <a:lnTo>
                  <a:pt x="0" y="0"/>
                </a:lnTo>
                <a:lnTo>
                  <a:pt x="28943" y="0"/>
                </a:lnTo>
                <a:lnTo>
                  <a:pt x="28943" y="713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3518041" y="8215273"/>
            <a:ext cx="302895" cy="24765"/>
          </a:xfrm>
          <a:custGeom>
            <a:avLst/>
            <a:gdLst/>
            <a:ahLst/>
            <a:cxnLst/>
            <a:rect l="l" t="t" r="r" b="b"/>
            <a:pathLst>
              <a:path w="302895" h="24765">
                <a:moveTo>
                  <a:pt x="302852" y="24470"/>
                </a:moveTo>
                <a:lnTo>
                  <a:pt x="0" y="24470"/>
                </a:lnTo>
                <a:lnTo>
                  <a:pt x="0" y="0"/>
                </a:lnTo>
                <a:lnTo>
                  <a:pt x="302852" y="0"/>
                </a:lnTo>
                <a:lnTo>
                  <a:pt x="302852" y="244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3847732" y="7948204"/>
            <a:ext cx="274320" cy="329565"/>
          </a:xfrm>
          <a:custGeom>
            <a:avLst/>
            <a:gdLst/>
            <a:ahLst/>
            <a:cxnLst/>
            <a:rect l="l" t="t" r="r" b="b"/>
            <a:pathLst>
              <a:path w="274320" h="329565">
                <a:moveTo>
                  <a:pt x="111037" y="37889"/>
                </a:moveTo>
                <a:lnTo>
                  <a:pt x="82357" y="37889"/>
                </a:lnTo>
                <a:lnTo>
                  <a:pt x="82357" y="0"/>
                </a:lnTo>
                <a:lnTo>
                  <a:pt x="111037" y="0"/>
                </a:lnTo>
                <a:lnTo>
                  <a:pt x="111037" y="37889"/>
                </a:lnTo>
                <a:close/>
              </a:path>
              <a:path w="274320" h="329565">
                <a:moveTo>
                  <a:pt x="273909" y="203656"/>
                </a:moveTo>
                <a:lnTo>
                  <a:pt x="244703" y="203656"/>
                </a:lnTo>
                <a:lnTo>
                  <a:pt x="244703" y="128140"/>
                </a:lnTo>
                <a:lnTo>
                  <a:pt x="188395" y="128140"/>
                </a:lnTo>
                <a:lnTo>
                  <a:pt x="188395" y="103669"/>
                </a:lnTo>
                <a:lnTo>
                  <a:pt x="244703" y="103669"/>
                </a:lnTo>
                <a:lnTo>
                  <a:pt x="244703" y="3157"/>
                </a:lnTo>
                <a:lnTo>
                  <a:pt x="273909" y="3157"/>
                </a:lnTo>
                <a:lnTo>
                  <a:pt x="273909" y="203656"/>
                </a:lnTo>
                <a:close/>
              </a:path>
              <a:path w="274320" h="329565">
                <a:moveTo>
                  <a:pt x="193131" y="61833"/>
                </a:moveTo>
                <a:lnTo>
                  <a:pt x="0" y="61833"/>
                </a:lnTo>
                <a:lnTo>
                  <a:pt x="0" y="37889"/>
                </a:lnTo>
                <a:lnTo>
                  <a:pt x="193131" y="37889"/>
                </a:lnTo>
                <a:lnTo>
                  <a:pt x="193131" y="61833"/>
                </a:lnTo>
                <a:close/>
              </a:path>
              <a:path w="274320" h="329565">
                <a:moveTo>
                  <a:pt x="96565" y="196814"/>
                </a:moveTo>
                <a:lnTo>
                  <a:pt x="65578" y="192600"/>
                </a:lnTo>
                <a:lnTo>
                  <a:pt x="41277" y="180665"/>
                </a:lnTo>
                <a:lnTo>
                  <a:pt x="25411" y="162070"/>
                </a:lnTo>
                <a:lnTo>
                  <a:pt x="19734" y="137875"/>
                </a:lnTo>
                <a:lnTo>
                  <a:pt x="25411" y="114013"/>
                </a:lnTo>
                <a:lnTo>
                  <a:pt x="41277" y="95381"/>
                </a:lnTo>
                <a:lnTo>
                  <a:pt x="65578" y="83261"/>
                </a:lnTo>
                <a:lnTo>
                  <a:pt x="96565" y="78936"/>
                </a:lnTo>
                <a:lnTo>
                  <a:pt x="127515" y="83261"/>
                </a:lnTo>
                <a:lnTo>
                  <a:pt x="151755" y="95381"/>
                </a:lnTo>
                <a:lnTo>
                  <a:pt x="157016" y="101564"/>
                </a:lnTo>
                <a:lnTo>
                  <a:pt x="96565" y="101564"/>
                </a:lnTo>
                <a:lnTo>
                  <a:pt x="76712" y="104241"/>
                </a:lnTo>
                <a:lnTo>
                  <a:pt x="61274" y="111727"/>
                </a:lnTo>
                <a:lnTo>
                  <a:pt x="51312" y="123210"/>
                </a:lnTo>
                <a:lnTo>
                  <a:pt x="47888" y="137875"/>
                </a:lnTo>
                <a:lnTo>
                  <a:pt x="51312" y="152766"/>
                </a:lnTo>
                <a:lnTo>
                  <a:pt x="61274" y="164253"/>
                </a:lnTo>
                <a:lnTo>
                  <a:pt x="76712" y="171695"/>
                </a:lnTo>
                <a:lnTo>
                  <a:pt x="96565" y="174449"/>
                </a:lnTo>
                <a:lnTo>
                  <a:pt x="157054" y="174449"/>
                </a:lnTo>
                <a:lnTo>
                  <a:pt x="151755" y="180665"/>
                </a:lnTo>
                <a:lnTo>
                  <a:pt x="127515" y="192600"/>
                </a:lnTo>
                <a:lnTo>
                  <a:pt x="96565" y="196814"/>
                </a:lnTo>
                <a:close/>
              </a:path>
              <a:path w="274320" h="329565">
                <a:moveTo>
                  <a:pt x="157054" y="174449"/>
                </a:moveTo>
                <a:lnTo>
                  <a:pt x="96565" y="174449"/>
                </a:lnTo>
                <a:lnTo>
                  <a:pt x="116270" y="171695"/>
                </a:lnTo>
                <a:lnTo>
                  <a:pt x="131659" y="164253"/>
                </a:lnTo>
                <a:lnTo>
                  <a:pt x="141670" y="152766"/>
                </a:lnTo>
                <a:lnTo>
                  <a:pt x="145243" y="137875"/>
                </a:lnTo>
                <a:lnTo>
                  <a:pt x="141670" y="123210"/>
                </a:lnTo>
                <a:lnTo>
                  <a:pt x="131659" y="111727"/>
                </a:lnTo>
                <a:lnTo>
                  <a:pt x="116270" y="104241"/>
                </a:lnTo>
                <a:lnTo>
                  <a:pt x="96565" y="101564"/>
                </a:lnTo>
                <a:lnTo>
                  <a:pt x="157016" y="101564"/>
                </a:lnTo>
                <a:lnTo>
                  <a:pt x="167608" y="114013"/>
                </a:lnTo>
                <a:lnTo>
                  <a:pt x="173397" y="137875"/>
                </a:lnTo>
                <a:lnTo>
                  <a:pt x="167608" y="162070"/>
                </a:lnTo>
                <a:lnTo>
                  <a:pt x="157054" y="174449"/>
                </a:lnTo>
                <a:close/>
              </a:path>
              <a:path w="274320" h="329565">
                <a:moveTo>
                  <a:pt x="273909" y="329428"/>
                </a:moveTo>
                <a:lnTo>
                  <a:pt x="57623" y="329428"/>
                </a:lnTo>
                <a:lnTo>
                  <a:pt x="57623" y="221285"/>
                </a:lnTo>
                <a:lnTo>
                  <a:pt x="273909" y="221285"/>
                </a:lnTo>
                <a:lnTo>
                  <a:pt x="273909" y="244703"/>
                </a:lnTo>
                <a:lnTo>
                  <a:pt x="86830" y="244703"/>
                </a:lnTo>
                <a:lnTo>
                  <a:pt x="86830" y="305484"/>
                </a:lnTo>
                <a:lnTo>
                  <a:pt x="273909" y="305484"/>
                </a:lnTo>
                <a:lnTo>
                  <a:pt x="273909" y="329428"/>
                </a:lnTo>
                <a:close/>
              </a:path>
              <a:path w="274320" h="329565">
                <a:moveTo>
                  <a:pt x="273909" y="305484"/>
                </a:moveTo>
                <a:lnTo>
                  <a:pt x="245229" y="305484"/>
                </a:lnTo>
                <a:lnTo>
                  <a:pt x="245229" y="244703"/>
                </a:lnTo>
                <a:lnTo>
                  <a:pt x="273909" y="244703"/>
                </a:lnTo>
                <a:lnTo>
                  <a:pt x="273909" y="305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4272462" y="7951362"/>
            <a:ext cx="273050" cy="330835"/>
          </a:xfrm>
          <a:custGeom>
            <a:avLst/>
            <a:gdLst/>
            <a:ahLst/>
            <a:cxnLst/>
            <a:rect l="l" t="t" r="r" b="b"/>
            <a:pathLst>
              <a:path w="273050" h="330834">
                <a:moveTo>
                  <a:pt x="272593" y="330743"/>
                </a:moveTo>
                <a:lnTo>
                  <a:pt x="243387" y="330743"/>
                </a:lnTo>
                <a:lnTo>
                  <a:pt x="243387" y="0"/>
                </a:lnTo>
                <a:lnTo>
                  <a:pt x="272593" y="0"/>
                </a:lnTo>
                <a:lnTo>
                  <a:pt x="272593" y="330743"/>
                </a:lnTo>
                <a:close/>
              </a:path>
              <a:path w="273050" h="330834">
                <a:moveTo>
                  <a:pt x="197078" y="58412"/>
                </a:moveTo>
                <a:lnTo>
                  <a:pt x="10787" y="58412"/>
                </a:lnTo>
                <a:lnTo>
                  <a:pt x="10787" y="33942"/>
                </a:lnTo>
                <a:lnTo>
                  <a:pt x="197078" y="33942"/>
                </a:lnTo>
                <a:lnTo>
                  <a:pt x="197078" y="58412"/>
                </a:lnTo>
                <a:close/>
              </a:path>
              <a:path w="273050" h="330834">
                <a:moveTo>
                  <a:pt x="17366" y="267068"/>
                </a:moveTo>
                <a:lnTo>
                  <a:pt x="0" y="243913"/>
                </a:lnTo>
                <a:lnTo>
                  <a:pt x="33839" y="220154"/>
                </a:lnTo>
                <a:lnTo>
                  <a:pt x="62129" y="185665"/>
                </a:lnTo>
                <a:lnTo>
                  <a:pt x="81588" y="144712"/>
                </a:lnTo>
                <a:lnTo>
                  <a:pt x="88935" y="101564"/>
                </a:lnTo>
                <a:lnTo>
                  <a:pt x="88935" y="58412"/>
                </a:lnTo>
                <a:lnTo>
                  <a:pt x="118404" y="58412"/>
                </a:lnTo>
                <a:lnTo>
                  <a:pt x="118404" y="101564"/>
                </a:lnTo>
                <a:lnTo>
                  <a:pt x="125537" y="143216"/>
                </a:lnTo>
                <a:lnTo>
                  <a:pt x="132756" y="157609"/>
                </a:lnTo>
                <a:lnTo>
                  <a:pt x="104064" y="157609"/>
                </a:lnTo>
                <a:lnTo>
                  <a:pt x="89278" y="192473"/>
                </a:lnTo>
                <a:lnTo>
                  <a:pt x="69052" y="223390"/>
                </a:lnTo>
                <a:lnTo>
                  <a:pt x="44658" y="248781"/>
                </a:lnTo>
                <a:lnTo>
                  <a:pt x="17366" y="267068"/>
                </a:lnTo>
                <a:close/>
              </a:path>
              <a:path w="273050" h="330834">
                <a:moveTo>
                  <a:pt x="191552" y="258911"/>
                </a:moveTo>
                <a:lnTo>
                  <a:pt x="163747" y="242065"/>
                </a:lnTo>
                <a:lnTo>
                  <a:pt x="139125" y="218769"/>
                </a:lnTo>
                <a:lnTo>
                  <a:pt x="118844" y="190218"/>
                </a:lnTo>
                <a:lnTo>
                  <a:pt x="104064" y="157609"/>
                </a:lnTo>
                <a:lnTo>
                  <a:pt x="132756" y="157609"/>
                </a:lnTo>
                <a:lnTo>
                  <a:pt x="144881" y="181784"/>
                </a:lnTo>
                <a:lnTo>
                  <a:pt x="173351" y="213790"/>
                </a:lnTo>
                <a:lnTo>
                  <a:pt x="207866" y="235756"/>
                </a:lnTo>
                <a:lnTo>
                  <a:pt x="191552" y="2589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4600049" y="7951625"/>
            <a:ext cx="283210" cy="323215"/>
          </a:xfrm>
          <a:custGeom>
            <a:avLst/>
            <a:gdLst/>
            <a:ahLst/>
            <a:cxnLst/>
            <a:rect l="l" t="t" r="r" b="b"/>
            <a:pathLst>
              <a:path w="283210" h="323215">
                <a:moveTo>
                  <a:pt x="274435" y="251281"/>
                </a:moveTo>
                <a:lnTo>
                  <a:pt x="244966" y="251281"/>
                </a:lnTo>
                <a:lnTo>
                  <a:pt x="244966" y="216812"/>
                </a:lnTo>
                <a:lnTo>
                  <a:pt x="176817" y="216812"/>
                </a:lnTo>
                <a:lnTo>
                  <a:pt x="176817" y="195499"/>
                </a:lnTo>
                <a:lnTo>
                  <a:pt x="244966" y="195499"/>
                </a:lnTo>
                <a:lnTo>
                  <a:pt x="244966" y="0"/>
                </a:lnTo>
                <a:lnTo>
                  <a:pt x="274435" y="0"/>
                </a:lnTo>
                <a:lnTo>
                  <a:pt x="274435" y="251281"/>
                </a:lnTo>
                <a:close/>
              </a:path>
              <a:path w="283210" h="323215">
                <a:moveTo>
                  <a:pt x="108669" y="128403"/>
                </a:moveTo>
                <a:lnTo>
                  <a:pt x="75195" y="124398"/>
                </a:lnTo>
                <a:lnTo>
                  <a:pt x="49269" y="112944"/>
                </a:lnTo>
                <a:lnTo>
                  <a:pt x="32520" y="94879"/>
                </a:lnTo>
                <a:lnTo>
                  <a:pt x="26575" y="71042"/>
                </a:lnTo>
                <a:lnTo>
                  <a:pt x="32520" y="47386"/>
                </a:lnTo>
                <a:lnTo>
                  <a:pt x="49269" y="29206"/>
                </a:lnTo>
                <a:lnTo>
                  <a:pt x="75195" y="17538"/>
                </a:lnTo>
                <a:lnTo>
                  <a:pt x="108669" y="13419"/>
                </a:lnTo>
                <a:lnTo>
                  <a:pt x="141843" y="17538"/>
                </a:lnTo>
                <a:lnTo>
                  <a:pt x="167641" y="29206"/>
                </a:lnTo>
                <a:lnTo>
                  <a:pt x="173466" y="35521"/>
                </a:lnTo>
                <a:lnTo>
                  <a:pt x="108669" y="35521"/>
                </a:lnTo>
                <a:lnTo>
                  <a:pt x="86509" y="37963"/>
                </a:lnTo>
                <a:lnTo>
                  <a:pt x="69332" y="45191"/>
                </a:lnTo>
                <a:lnTo>
                  <a:pt x="58273" y="56464"/>
                </a:lnTo>
                <a:lnTo>
                  <a:pt x="54466" y="71042"/>
                </a:lnTo>
                <a:lnTo>
                  <a:pt x="58273" y="85695"/>
                </a:lnTo>
                <a:lnTo>
                  <a:pt x="69332" y="96894"/>
                </a:lnTo>
                <a:lnTo>
                  <a:pt x="86509" y="104048"/>
                </a:lnTo>
                <a:lnTo>
                  <a:pt x="108669" y="106564"/>
                </a:lnTo>
                <a:lnTo>
                  <a:pt x="173564" y="106564"/>
                </a:lnTo>
                <a:lnTo>
                  <a:pt x="167641" y="112944"/>
                </a:lnTo>
                <a:lnTo>
                  <a:pt x="141843" y="124398"/>
                </a:lnTo>
                <a:lnTo>
                  <a:pt x="108669" y="128403"/>
                </a:lnTo>
                <a:close/>
              </a:path>
              <a:path w="283210" h="323215">
                <a:moveTo>
                  <a:pt x="173564" y="106564"/>
                </a:moveTo>
                <a:lnTo>
                  <a:pt x="108669" y="106564"/>
                </a:lnTo>
                <a:lnTo>
                  <a:pt x="130269" y="104048"/>
                </a:lnTo>
                <a:lnTo>
                  <a:pt x="147282" y="96894"/>
                </a:lnTo>
                <a:lnTo>
                  <a:pt x="158473" y="85695"/>
                </a:lnTo>
                <a:lnTo>
                  <a:pt x="162609" y="71042"/>
                </a:lnTo>
                <a:lnTo>
                  <a:pt x="158473" y="56464"/>
                </a:lnTo>
                <a:lnTo>
                  <a:pt x="147282" y="45191"/>
                </a:lnTo>
                <a:lnTo>
                  <a:pt x="130269" y="37963"/>
                </a:lnTo>
                <a:lnTo>
                  <a:pt x="108669" y="35521"/>
                </a:lnTo>
                <a:lnTo>
                  <a:pt x="173466" y="35521"/>
                </a:lnTo>
                <a:lnTo>
                  <a:pt x="184411" y="47386"/>
                </a:lnTo>
                <a:lnTo>
                  <a:pt x="190500" y="71042"/>
                </a:lnTo>
                <a:lnTo>
                  <a:pt x="184411" y="94879"/>
                </a:lnTo>
                <a:lnTo>
                  <a:pt x="173564" y="106564"/>
                </a:lnTo>
                <a:close/>
              </a:path>
              <a:path w="283210" h="323215">
                <a:moveTo>
                  <a:pt x="25512" y="177115"/>
                </a:moveTo>
                <a:lnTo>
                  <a:pt x="3946" y="177080"/>
                </a:lnTo>
                <a:lnTo>
                  <a:pt x="0" y="153136"/>
                </a:lnTo>
                <a:lnTo>
                  <a:pt x="49651" y="152762"/>
                </a:lnTo>
                <a:lnTo>
                  <a:pt x="104163" y="151525"/>
                </a:lnTo>
                <a:lnTo>
                  <a:pt x="160401" y="148659"/>
                </a:lnTo>
                <a:lnTo>
                  <a:pt x="215233" y="143401"/>
                </a:lnTo>
                <a:lnTo>
                  <a:pt x="217338" y="164714"/>
                </a:lnTo>
                <a:lnTo>
                  <a:pt x="194917" y="167953"/>
                </a:lnTo>
                <a:lnTo>
                  <a:pt x="172163" y="170601"/>
                </a:lnTo>
                <a:lnTo>
                  <a:pt x="149237" y="172706"/>
                </a:lnTo>
                <a:lnTo>
                  <a:pt x="126298" y="174318"/>
                </a:lnTo>
                <a:lnTo>
                  <a:pt x="126298" y="175765"/>
                </a:lnTo>
                <a:lnTo>
                  <a:pt x="97091" y="175765"/>
                </a:lnTo>
                <a:lnTo>
                  <a:pt x="72344" y="176544"/>
                </a:lnTo>
                <a:lnTo>
                  <a:pt x="48397" y="176965"/>
                </a:lnTo>
                <a:lnTo>
                  <a:pt x="25512" y="177115"/>
                </a:lnTo>
                <a:close/>
              </a:path>
              <a:path w="283210" h="323215">
                <a:moveTo>
                  <a:pt x="126298" y="239703"/>
                </a:moveTo>
                <a:lnTo>
                  <a:pt x="97091" y="239703"/>
                </a:lnTo>
                <a:lnTo>
                  <a:pt x="97091" y="175765"/>
                </a:lnTo>
                <a:lnTo>
                  <a:pt x="126298" y="175765"/>
                </a:lnTo>
                <a:lnTo>
                  <a:pt x="126298" y="239703"/>
                </a:lnTo>
                <a:close/>
              </a:path>
              <a:path w="283210" h="323215">
                <a:moveTo>
                  <a:pt x="282592" y="323113"/>
                </a:moveTo>
                <a:lnTo>
                  <a:pt x="47625" y="323113"/>
                </a:lnTo>
                <a:lnTo>
                  <a:pt x="47625" y="226547"/>
                </a:lnTo>
                <a:lnTo>
                  <a:pt x="76831" y="226547"/>
                </a:lnTo>
                <a:lnTo>
                  <a:pt x="76831" y="298906"/>
                </a:lnTo>
                <a:lnTo>
                  <a:pt x="282592" y="298906"/>
                </a:lnTo>
                <a:lnTo>
                  <a:pt x="282592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5025294" y="7948731"/>
            <a:ext cx="309245" cy="333375"/>
          </a:xfrm>
          <a:custGeom>
            <a:avLst/>
            <a:gdLst/>
            <a:ahLst/>
            <a:cxnLst/>
            <a:rect l="l" t="t" r="r" b="b"/>
            <a:pathLst>
              <a:path w="309245" h="333375">
                <a:moveTo>
                  <a:pt x="118930" y="32890"/>
                </a:moveTo>
                <a:lnTo>
                  <a:pt x="89724" y="32890"/>
                </a:lnTo>
                <a:lnTo>
                  <a:pt x="89724" y="0"/>
                </a:lnTo>
                <a:lnTo>
                  <a:pt x="118930" y="0"/>
                </a:lnTo>
                <a:lnTo>
                  <a:pt x="118930" y="32890"/>
                </a:lnTo>
                <a:close/>
              </a:path>
              <a:path w="309245" h="333375">
                <a:moveTo>
                  <a:pt x="199972" y="55255"/>
                </a:moveTo>
                <a:lnTo>
                  <a:pt x="8419" y="55255"/>
                </a:lnTo>
                <a:lnTo>
                  <a:pt x="8419" y="32890"/>
                </a:lnTo>
                <a:lnTo>
                  <a:pt x="199972" y="32890"/>
                </a:lnTo>
                <a:lnTo>
                  <a:pt x="199972" y="55255"/>
                </a:lnTo>
                <a:close/>
              </a:path>
              <a:path w="309245" h="333375">
                <a:moveTo>
                  <a:pt x="259700" y="224442"/>
                </a:moveTo>
                <a:lnTo>
                  <a:pt x="230494" y="224442"/>
                </a:lnTo>
                <a:lnTo>
                  <a:pt x="230494" y="2894"/>
                </a:lnTo>
                <a:lnTo>
                  <a:pt x="259700" y="2894"/>
                </a:lnTo>
                <a:lnTo>
                  <a:pt x="259700" y="102880"/>
                </a:lnTo>
                <a:lnTo>
                  <a:pt x="309167" y="102880"/>
                </a:lnTo>
                <a:lnTo>
                  <a:pt x="309167" y="127350"/>
                </a:lnTo>
                <a:lnTo>
                  <a:pt x="259700" y="127350"/>
                </a:lnTo>
                <a:lnTo>
                  <a:pt x="259700" y="224442"/>
                </a:lnTo>
                <a:close/>
              </a:path>
              <a:path w="309245" h="333375">
                <a:moveTo>
                  <a:pt x="3420" y="214707"/>
                </a:moveTo>
                <a:lnTo>
                  <a:pt x="0" y="190763"/>
                </a:lnTo>
                <a:lnTo>
                  <a:pt x="65770" y="190319"/>
                </a:lnTo>
                <a:lnTo>
                  <a:pt x="89724" y="189710"/>
                </a:lnTo>
                <a:lnTo>
                  <a:pt x="89724" y="165371"/>
                </a:lnTo>
                <a:lnTo>
                  <a:pt x="63558" y="160191"/>
                </a:lnTo>
                <a:lnTo>
                  <a:pt x="43595" y="150077"/>
                </a:lnTo>
                <a:lnTo>
                  <a:pt x="30910" y="135474"/>
                </a:lnTo>
                <a:lnTo>
                  <a:pt x="26575" y="116825"/>
                </a:lnTo>
                <a:lnTo>
                  <a:pt x="32002" y="96417"/>
                </a:lnTo>
                <a:lnTo>
                  <a:pt x="47690" y="81041"/>
                </a:lnTo>
                <a:lnTo>
                  <a:pt x="72161" y="71388"/>
                </a:lnTo>
                <a:lnTo>
                  <a:pt x="103933" y="68148"/>
                </a:lnTo>
                <a:lnTo>
                  <a:pt x="135783" y="71388"/>
                </a:lnTo>
                <a:lnTo>
                  <a:pt x="160208" y="81041"/>
                </a:lnTo>
                <a:lnTo>
                  <a:pt x="167995" y="88671"/>
                </a:lnTo>
                <a:lnTo>
                  <a:pt x="103933" y="88671"/>
                </a:lnTo>
                <a:lnTo>
                  <a:pt x="83290" y="90480"/>
                </a:lnTo>
                <a:lnTo>
                  <a:pt x="67655" y="96039"/>
                </a:lnTo>
                <a:lnTo>
                  <a:pt x="57792" y="104952"/>
                </a:lnTo>
                <a:lnTo>
                  <a:pt x="54466" y="116825"/>
                </a:lnTo>
                <a:lnTo>
                  <a:pt x="57792" y="128559"/>
                </a:lnTo>
                <a:lnTo>
                  <a:pt x="67655" y="137678"/>
                </a:lnTo>
                <a:lnTo>
                  <a:pt x="83290" y="143541"/>
                </a:lnTo>
                <a:lnTo>
                  <a:pt x="103933" y="145506"/>
                </a:lnTo>
                <a:lnTo>
                  <a:pt x="168269" y="145506"/>
                </a:lnTo>
                <a:lnTo>
                  <a:pt x="164500" y="149880"/>
                </a:lnTo>
                <a:lnTo>
                  <a:pt x="144829" y="160043"/>
                </a:lnTo>
                <a:lnTo>
                  <a:pt x="118930" y="165371"/>
                </a:lnTo>
                <a:lnTo>
                  <a:pt x="118930" y="188658"/>
                </a:lnTo>
                <a:lnTo>
                  <a:pt x="210906" y="188658"/>
                </a:lnTo>
                <a:lnTo>
                  <a:pt x="212339" y="201551"/>
                </a:lnTo>
                <a:lnTo>
                  <a:pt x="157679" y="208934"/>
                </a:lnTo>
                <a:lnTo>
                  <a:pt x="102847" y="212865"/>
                </a:lnTo>
                <a:lnTo>
                  <a:pt x="50531" y="214427"/>
                </a:lnTo>
                <a:lnTo>
                  <a:pt x="3420" y="214707"/>
                </a:lnTo>
                <a:close/>
              </a:path>
              <a:path w="309245" h="333375">
                <a:moveTo>
                  <a:pt x="168269" y="145506"/>
                </a:moveTo>
                <a:lnTo>
                  <a:pt x="103933" y="145506"/>
                </a:lnTo>
                <a:lnTo>
                  <a:pt x="124579" y="143541"/>
                </a:lnTo>
                <a:lnTo>
                  <a:pt x="140243" y="137678"/>
                </a:lnTo>
                <a:lnTo>
                  <a:pt x="150184" y="128559"/>
                </a:lnTo>
                <a:lnTo>
                  <a:pt x="153662" y="116825"/>
                </a:lnTo>
                <a:lnTo>
                  <a:pt x="150184" y="104952"/>
                </a:lnTo>
                <a:lnTo>
                  <a:pt x="140243" y="96039"/>
                </a:lnTo>
                <a:lnTo>
                  <a:pt x="124579" y="90480"/>
                </a:lnTo>
                <a:lnTo>
                  <a:pt x="103933" y="88671"/>
                </a:lnTo>
                <a:lnTo>
                  <a:pt x="167995" y="88671"/>
                </a:lnTo>
                <a:lnTo>
                  <a:pt x="175900" y="96417"/>
                </a:lnTo>
                <a:lnTo>
                  <a:pt x="181553" y="116825"/>
                </a:lnTo>
                <a:lnTo>
                  <a:pt x="177041" y="135326"/>
                </a:lnTo>
                <a:lnTo>
                  <a:pt x="168269" y="145506"/>
                </a:lnTo>
                <a:close/>
              </a:path>
              <a:path w="309245" h="333375">
                <a:moveTo>
                  <a:pt x="210906" y="188658"/>
                </a:moveTo>
                <a:lnTo>
                  <a:pt x="118930" y="188658"/>
                </a:lnTo>
                <a:lnTo>
                  <a:pt x="142128" y="187287"/>
                </a:lnTo>
                <a:lnTo>
                  <a:pt x="165191" y="185484"/>
                </a:lnTo>
                <a:lnTo>
                  <a:pt x="187883" y="183163"/>
                </a:lnTo>
                <a:lnTo>
                  <a:pt x="209971" y="180238"/>
                </a:lnTo>
                <a:lnTo>
                  <a:pt x="210906" y="188658"/>
                </a:lnTo>
                <a:close/>
              </a:path>
              <a:path w="309245" h="333375">
                <a:moveTo>
                  <a:pt x="259700" y="333375"/>
                </a:moveTo>
                <a:lnTo>
                  <a:pt x="230494" y="333375"/>
                </a:lnTo>
                <a:lnTo>
                  <a:pt x="230494" y="264437"/>
                </a:lnTo>
                <a:lnTo>
                  <a:pt x="40783" y="264437"/>
                </a:lnTo>
                <a:lnTo>
                  <a:pt x="40783" y="241019"/>
                </a:lnTo>
                <a:lnTo>
                  <a:pt x="259700" y="241019"/>
                </a:lnTo>
                <a:lnTo>
                  <a:pt x="259700" y="333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5368404" y="7951362"/>
            <a:ext cx="270510" cy="330835"/>
          </a:xfrm>
          <a:custGeom>
            <a:avLst/>
            <a:gdLst/>
            <a:ahLst/>
            <a:cxnLst/>
            <a:rect l="l" t="t" r="r" b="b"/>
            <a:pathLst>
              <a:path w="270510" h="330834">
                <a:moveTo>
                  <a:pt x="270488" y="132876"/>
                </a:moveTo>
                <a:lnTo>
                  <a:pt x="242598" y="132876"/>
                </a:lnTo>
                <a:lnTo>
                  <a:pt x="242598" y="0"/>
                </a:lnTo>
                <a:lnTo>
                  <a:pt x="270488" y="0"/>
                </a:lnTo>
                <a:lnTo>
                  <a:pt x="270488" y="132876"/>
                </a:lnTo>
                <a:close/>
              </a:path>
              <a:path w="270510" h="330834">
                <a:moveTo>
                  <a:pt x="194183" y="313377"/>
                </a:moveTo>
                <a:lnTo>
                  <a:pt x="167082" y="313377"/>
                </a:lnTo>
                <a:lnTo>
                  <a:pt x="167082" y="7367"/>
                </a:lnTo>
                <a:lnTo>
                  <a:pt x="194183" y="7367"/>
                </a:lnTo>
                <a:lnTo>
                  <a:pt x="194183" y="132876"/>
                </a:lnTo>
                <a:lnTo>
                  <a:pt x="270488" y="132876"/>
                </a:lnTo>
                <a:lnTo>
                  <a:pt x="270488" y="157083"/>
                </a:lnTo>
                <a:lnTo>
                  <a:pt x="194183" y="157083"/>
                </a:lnTo>
                <a:lnTo>
                  <a:pt x="194183" y="313377"/>
                </a:lnTo>
                <a:close/>
              </a:path>
              <a:path w="270510" h="330834">
                <a:moveTo>
                  <a:pt x="270488" y="330743"/>
                </a:moveTo>
                <a:lnTo>
                  <a:pt x="242598" y="330743"/>
                </a:lnTo>
                <a:lnTo>
                  <a:pt x="242598" y="157083"/>
                </a:lnTo>
                <a:lnTo>
                  <a:pt x="270488" y="157083"/>
                </a:lnTo>
                <a:lnTo>
                  <a:pt x="270488" y="330743"/>
                </a:lnTo>
                <a:close/>
              </a:path>
              <a:path w="270510" h="330834">
                <a:moveTo>
                  <a:pt x="21312" y="248912"/>
                </a:moveTo>
                <a:lnTo>
                  <a:pt x="0" y="248912"/>
                </a:lnTo>
                <a:lnTo>
                  <a:pt x="0" y="40520"/>
                </a:lnTo>
                <a:lnTo>
                  <a:pt x="123930" y="40520"/>
                </a:lnTo>
                <a:lnTo>
                  <a:pt x="123930" y="64464"/>
                </a:lnTo>
                <a:lnTo>
                  <a:pt x="29206" y="64464"/>
                </a:lnTo>
                <a:lnTo>
                  <a:pt x="29206" y="223916"/>
                </a:lnTo>
                <a:lnTo>
                  <a:pt x="143893" y="223916"/>
                </a:lnTo>
                <a:lnTo>
                  <a:pt x="145506" y="238914"/>
                </a:lnTo>
                <a:lnTo>
                  <a:pt x="116480" y="243991"/>
                </a:lnTo>
                <a:lnTo>
                  <a:pt x="87553" y="246972"/>
                </a:lnTo>
                <a:lnTo>
                  <a:pt x="56554" y="248423"/>
                </a:lnTo>
                <a:lnTo>
                  <a:pt x="21312" y="248912"/>
                </a:lnTo>
                <a:close/>
              </a:path>
              <a:path w="270510" h="330834">
                <a:moveTo>
                  <a:pt x="143893" y="223916"/>
                </a:moveTo>
                <a:lnTo>
                  <a:pt x="29206" y="223916"/>
                </a:lnTo>
                <a:lnTo>
                  <a:pt x="61083" y="223435"/>
                </a:lnTo>
                <a:lnTo>
                  <a:pt x="89444" y="221943"/>
                </a:lnTo>
                <a:lnTo>
                  <a:pt x="116104" y="219069"/>
                </a:lnTo>
                <a:lnTo>
                  <a:pt x="142875" y="214444"/>
                </a:lnTo>
                <a:lnTo>
                  <a:pt x="143893" y="2239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5696779" y="8206064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59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5793608" y="8206064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59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5890437" y="8206064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59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6081644" y="7982410"/>
            <a:ext cx="29845" cy="93345"/>
          </a:xfrm>
          <a:custGeom>
            <a:avLst/>
            <a:gdLst/>
            <a:ahLst/>
            <a:cxnLst/>
            <a:rect l="l" t="t" r="r" b="b"/>
            <a:pathLst>
              <a:path w="29845" h="93345">
                <a:moveTo>
                  <a:pt x="29469" y="93145"/>
                </a:moveTo>
                <a:lnTo>
                  <a:pt x="0" y="93145"/>
                </a:lnTo>
                <a:lnTo>
                  <a:pt x="0" y="0"/>
                </a:lnTo>
                <a:lnTo>
                  <a:pt x="29469" y="0"/>
                </a:lnTo>
                <a:lnTo>
                  <a:pt x="29469" y="93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6149003" y="7982410"/>
            <a:ext cx="29845" cy="93345"/>
          </a:xfrm>
          <a:custGeom>
            <a:avLst/>
            <a:gdLst/>
            <a:ahLst/>
            <a:cxnLst/>
            <a:rect l="l" t="t" r="r" b="b"/>
            <a:pathLst>
              <a:path w="29845" h="93345">
                <a:moveTo>
                  <a:pt x="29469" y="93145"/>
                </a:moveTo>
                <a:lnTo>
                  <a:pt x="0" y="93145"/>
                </a:lnTo>
                <a:lnTo>
                  <a:pt x="0" y="0"/>
                </a:lnTo>
                <a:lnTo>
                  <a:pt x="29469" y="0"/>
                </a:lnTo>
                <a:lnTo>
                  <a:pt x="29469" y="93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6215836" y="7949783"/>
            <a:ext cx="301625" cy="331470"/>
          </a:xfrm>
          <a:custGeom>
            <a:avLst/>
            <a:gdLst/>
            <a:ahLst/>
            <a:cxnLst/>
            <a:rect l="l" t="t" r="r" b="b"/>
            <a:pathLst>
              <a:path w="301625" h="331470">
                <a:moveTo>
                  <a:pt x="164977" y="34205"/>
                </a:moveTo>
                <a:lnTo>
                  <a:pt x="136296" y="34205"/>
                </a:lnTo>
                <a:lnTo>
                  <a:pt x="136296" y="0"/>
                </a:lnTo>
                <a:lnTo>
                  <a:pt x="164977" y="0"/>
                </a:lnTo>
                <a:lnTo>
                  <a:pt x="164977" y="34205"/>
                </a:lnTo>
                <a:close/>
              </a:path>
              <a:path w="301625" h="331470">
                <a:moveTo>
                  <a:pt x="270752" y="57623"/>
                </a:moveTo>
                <a:lnTo>
                  <a:pt x="31048" y="57623"/>
                </a:lnTo>
                <a:lnTo>
                  <a:pt x="31048" y="34205"/>
                </a:lnTo>
                <a:lnTo>
                  <a:pt x="270752" y="34205"/>
                </a:lnTo>
                <a:lnTo>
                  <a:pt x="270752" y="57623"/>
                </a:lnTo>
                <a:close/>
              </a:path>
              <a:path w="301625" h="331470">
                <a:moveTo>
                  <a:pt x="27364" y="149453"/>
                </a:moveTo>
                <a:lnTo>
                  <a:pt x="17892" y="127087"/>
                </a:lnTo>
                <a:lnTo>
                  <a:pt x="61952" y="118935"/>
                </a:lnTo>
                <a:lnTo>
                  <a:pt x="98637" y="104196"/>
                </a:lnTo>
                <a:lnTo>
                  <a:pt x="124123" y="83536"/>
                </a:lnTo>
                <a:lnTo>
                  <a:pt x="134586" y="57623"/>
                </a:lnTo>
                <a:lnTo>
                  <a:pt x="166555" y="57623"/>
                </a:lnTo>
                <a:lnTo>
                  <a:pt x="176910" y="83536"/>
                </a:lnTo>
                <a:lnTo>
                  <a:pt x="184845" y="89987"/>
                </a:lnTo>
                <a:lnTo>
                  <a:pt x="150637" y="89987"/>
                </a:lnTo>
                <a:lnTo>
                  <a:pt x="130524" y="112673"/>
                </a:lnTo>
                <a:lnTo>
                  <a:pt x="101828" y="130179"/>
                </a:lnTo>
                <a:lnTo>
                  <a:pt x="66717" y="142455"/>
                </a:lnTo>
                <a:lnTo>
                  <a:pt x="27364" y="149453"/>
                </a:lnTo>
                <a:close/>
              </a:path>
              <a:path w="301625" h="331470">
                <a:moveTo>
                  <a:pt x="273909" y="149453"/>
                </a:moveTo>
                <a:lnTo>
                  <a:pt x="234352" y="142455"/>
                </a:lnTo>
                <a:lnTo>
                  <a:pt x="199199" y="130179"/>
                </a:lnTo>
                <a:lnTo>
                  <a:pt x="170582" y="112673"/>
                </a:lnTo>
                <a:lnTo>
                  <a:pt x="150637" y="89987"/>
                </a:lnTo>
                <a:lnTo>
                  <a:pt x="184845" y="89987"/>
                </a:lnTo>
                <a:lnTo>
                  <a:pt x="202324" y="104196"/>
                </a:lnTo>
                <a:lnTo>
                  <a:pt x="239060" y="118935"/>
                </a:lnTo>
                <a:lnTo>
                  <a:pt x="283381" y="127087"/>
                </a:lnTo>
                <a:lnTo>
                  <a:pt x="273909" y="149453"/>
                </a:lnTo>
                <a:close/>
              </a:path>
              <a:path w="301625" h="331470">
                <a:moveTo>
                  <a:pt x="301537" y="191815"/>
                </a:moveTo>
                <a:lnTo>
                  <a:pt x="0" y="191815"/>
                </a:lnTo>
                <a:lnTo>
                  <a:pt x="0" y="168134"/>
                </a:lnTo>
                <a:lnTo>
                  <a:pt x="301537" y="168134"/>
                </a:lnTo>
                <a:lnTo>
                  <a:pt x="301537" y="191815"/>
                </a:lnTo>
                <a:close/>
              </a:path>
              <a:path w="301625" h="331470">
                <a:moveTo>
                  <a:pt x="164977" y="229705"/>
                </a:moveTo>
                <a:lnTo>
                  <a:pt x="136296" y="229705"/>
                </a:lnTo>
                <a:lnTo>
                  <a:pt x="136296" y="191815"/>
                </a:lnTo>
                <a:lnTo>
                  <a:pt x="164977" y="191815"/>
                </a:lnTo>
                <a:lnTo>
                  <a:pt x="164977" y="229705"/>
                </a:lnTo>
                <a:close/>
              </a:path>
              <a:path w="301625" h="331470">
                <a:moveTo>
                  <a:pt x="264174" y="331270"/>
                </a:moveTo>
                <a:lnTo>
                  <a:pt x="234704" y="331270"/>
                </a:lnTo>
                <a:lnTo>
                  <a:pt x="234704" y="253649"/>
                </a:lnTo>
                <a:lnTo>
                  <a:pt x="33416" y="253649"/>
                </a:lnTo>
                <a:lnTo>
                  <a:pt x="33416" y="229705"/>
                </a:lnTo>
                <a:lnTo>
                  <a:pt x="264174" y="229705"/>
                </a:lnTo>
                <a:lnTo>
                  <a:pt x="264174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6543949" y="7951099"/>
            <a:ext cx="309880" cy="323850"/>
          </a:xfrm>
          <a:custGeom>
            <a:avLst/>
            <a:gdLst/>
            <a:ahLst/>
            <a:cxnLst/>
            <a:rect l="l" t="t" r="r" b="b"/>
            <a:pathLst>
              <a:path w="309879" h="323850">
                <a:moveTo>
                  <a:pt x="259964" y="244703"/>
                </a:moveTo>
                <a:lnTo>
                  <a:pt x="230757" y="244703"/>
                </a:lnTo>
                <a:lnTo>
                  <a:pt x="230757" y="0"/>
                </a:lnTo>
                <a:lnTo>
                  <a:pt x="259964" y="0"/>
                </a:lnTo>
                <a:lnTo>
                  <a:pt x="259964" y="101564"/>
                </a:lnTo>
                <a:lnTo>
                  <a:pt x="309694" y="101564"/>
                </a:lnTo>
                <a:lnTo>
                  <a:pt x="309694" y="126561"/>
                </a:lnTo>
                <a:lnTo>
                  <a:pt x="259964" y="126561"/>
                </a:lnTo>
                <a:lnTo>
                  <a:pt x="259964" y="244703"/>
                </a:lnTo>
                <a:close/>
              </a:path>
              <a:path w="309879" h="323850">
                <a:moveTo>
                  <a:pt x="16313" y="198656"/>
                </a:moveTo>
                <a:lnTo>
                  <a:pt x="0" y="175502"/>
                </a:lnTo>
                <a:lnTo>
                  <a:pt x="34390" y="157367"/>
                </a:lnTo>
                <a:lnTo>
                  <a:pt x="60813" y="131067"/>
                </a:lnTo>
                <a:lnTo>
                  <a:pt x="77814" y="98502"/>
                </a:lnTo>
                <a:lnTo>
                  <a:pt x="83935" y="61570"/>
                </a:lnTo>
                <a:lnTo>
                  <a:pt x="83935" y="20523"/>
                </a:lnTo>
                <a:lnTo>
                  <a:pt x="112616" y="20523"/>
                </a:lnTo>
                <a:lnTo>
                  <a:pt x="112616" y="62622"/>
                </a:lnTo>
                <a:lnTo>
                  <a:pt x="118610" y="95780"/>
                </a:lnTo>
                <a:lnTo>
                  <a:pt x="129163" y="114194"/>
                </a:lnTo>
                <a:lnTo>
                  <a:pt x="99196" y="114194"/>
                </a:lnTo>
                <a:lnTo>
                  <a:pt x="85783" y="141896"/>
                </a:lnTo>
                <a:lnTo>
                  <a:pt x="67079" y="165602"/>
                </a:lnTo>
                <a:lnTo>
                  <a:pt x="43713" y="184719"/>
                </a:lnTo>
                <a:lnTo>
                  <a:pt x="16313" y="198656"/>
                </a:lnTo>
                <a:close/>
              </a:path>
              <a:path w="309879" h="323850">
                <a:moveTo>
                  <a:pt x="180501" y="190500"/>
                </a:moveTo>
                <a:lnTo>
                  <a:pt x="154107" y="177763"/>
                </a:lnTo>
                <a:lnTo>
                  <a:pt x="131363" y="160339"/>
                </a:lnTo>
                <a:lnTo>
                  <a:pt x="112862" y="138919"/>
                </a:lnTo>
                <a:lnTo>
                  <a:pt x="99196" y="114194"/>
                </a:lnTo>
                <a:lnTo>
                  <a:pt x="129163" y="114194"/>
                </a:lnTo>
                <a:lnTo>
                  <a:pt x="135704" y="125607"/>
                </a:lnTo>
                <a:lnTo>
                  <a:pt x="161975" y="150057"/>
                </a:lnTo>
                <a:lnTo>
                  <a:pt x="195499" y="167082"/>
                </a:lnTo>
                <a:lnTo>
                  <a:pt x="180501" y="190500"/>
                </a:lnTo>
                <a:close/>
              </a:path>
              <a:path w="309879" h="323850">
                <a:moveTo>
                  <a:pt x="275225" y="323639"/>
                </a:moveTo>
                <a:lnTo>
                  <a:pt x="53413" y="323639"/>
                </a:lnTo>
                <a:lnTo>
                  <a:pt x="53413" y="221022"/>
                </a:lnTo>
                <a:lnTo>
                  <a:pt x="83146" y="221022"/>
                </a:lnTo>
                <a:lnTo>
                  <a:pt x="83146" y="299432"/>
                </a:lnTo>
                <a:lnTo>
                  <a:pt x="275225" y="299432"/>
                </a:lnTo>
                <a:lnTo>
                  <a:pt x="275225" y="3236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6874692" y="7957940"/>
            <a:ext cx="302260" cy="323850"/>
          </a:xfrm>
          <a:custGeom>
            <a:avLst/>
            <a:gdLst/>
            <a:ahLst/>
            <a:cxnLst/>
            <a:rect l="l" t="t" r="r" b="b"/>
            <a:pathLst>
              <a:path w="302259" h="323850">
                <a:moveTo>
                  <a:pt x="267068" y="109984"/>
                </a:moveTo>
                <a:lnTo>
                  <a:pt x="41310" y="109984"/>
                </a:lnTo>
                <a:lnTo>
                  <a:pt x="41310" y="0"/>
                </a:lnTo>
                <a:lnTo>
                  <a:pt x="70253" y="0"/>
                </a:lnTo>
                <a:lnTo>
                  <a:pt x="70253" y="86040"/>
                </a:lnTo>
                <a:lnTo>
                  <a:pt x="267068" y="86040"/>
                </a:lnTo>
                <a:lnTo>
                  <a:pt x="267068" y="109984"/>
                </a:lnTo>
                <a:close/>
              </a:path>
              <a:path w="302259" h="323850">
                <a:moveTo>
                  <a:pt x="165240" y="153662"/>
                </a:moveTo>
                <a:lnTo>
                  <a:pt x="136560" y="153662"/>
                </a:lnTo>
                <a:lnTo>
                  <a:pt x="136560" y="109984"/>
                </a:lnTo>
                <a:lnTo>
                  <a:pt x="165240" y="109984"/>
                </a:lnTo>
                <a:lnTo>
                  <a:pt x="165240" y="153662"/>
                </a:lnTo>
                <a:close/>
              </a:path>
              <a:path w="302259" h="323850">
                <a:moveTo>
                  <a:pt x="301800" y="178133"/>
                </a:moveTo>
                <a:lnTo>
                  <a:pt x="0" y="178133"/>
                </a:lnTo>
                <a:lnTo>
                  <a:pt x="0" y="153662"/>
                </a:lnTo>
                <a:lnTo>
                  <a:pt x="301800" y="153662"/>
                </a:lnTo>
                <a:lnTo>
                  <a:pt x="301800" y="178133"/>
                </a:lnTo>
                <a:close/>
              </a:path>
              <a:path w="302259" h="323850">
                <a:moveTo>
                  <a:pt x="150505" y="323376"/>
                </a:moveTo>
                <a:lnTo>
                  <a:pt x="102580" y="319367"/>
                </a:lnTo>
                <a:lnTo>
                  <a:pt x="66668" y="307687"/>
                </a:lnTo>
                <a:lnTo>
                  <a:pt x="44126" y="288854"/>
                </a:lnTo>
                <a:lnTo>
                  <a:pt x="36310" y="263384"/>
                </a:lnTo>
                <a:lnTo>
                  <a:pt x="44126" y="237763"/>
                </a:lnTo>
                <a:lnTo>
                  <a:pt x="66668" y="218851"/>
                </a:lnTo>
                <a:lnTo>
                  <a:pt x="102580" y="207142"/>
                </a:lnTo>
                <a:lnTo>
                  <a:pt x="150505" y="203129"/>
                </a:lnTo>
                <a:lnTo>
                  <a:pt x="198241" y="207142"/>
                </a:lnTo>
                <a:lnTo>
                  <a:pt x="234013" y="218851"/>
                </a:lnTo>
                <a:lnTo>
                  <a:pt x="242544" y="226021"/>
                </a:lnTo>
                <a:lnTo>
                  <a:pt x="150505" y="226021"/>
                </a:lnTo>
                <a:lnTo>
                  <a:pt x="114959" y="228640"/>
                </a:lnTo>
                <a:lnTo>
                  <a:pt x="88343" y="235921"/>
                </a:lnTo>
                <a:lnTo>
                  <a:pt x="71692" y="247593"/>
                </a:lnTo>
                <a:lnTo>
                  <a:pt x="66043" y="263384"/>
                </a:lnTo>
                <a:lnTo>
                  <a:pt x="71692" y="278797"/>
                </a:lnTo>
                <a:lnTo>
                  <a:pt x="88343" y="290387"/>
                </a:lnTo>
                <a:lnTo>
                  <a:pt x="114959" y="297685"/>
                </a:lnTo>
                <a:lnTo>
                  <a:pt x="150505" y="300221"/>
                </a:lnTo>
                <a:lnTo>
                  <a:pt x="242933" y="300221"/>
                </a:lnTo>
                <a:lnTo>
                  <a:pt x="234013" y="307687"/>
                </a:lnTo>
                <a:lnTo>
                  <a:pt x="198241" y="319367"/>
                </a:lnTo>
                <a:lnTo>
                  <a:pt x="150505" y="323376"/>
                </a:lnTo>
                <a:close/>
              </a:path>
              <a:path w="302259" h="323850">
                <a:moveTo>
                  <a:pt x="242933" y="300221"/>
                </a:moveTo>
                <a:lnTo>
                  <a:pt x="150505" y="300221"/>
                </a:lnTo>
                <a:lnTo>
                  <a:pt x="185907" y="297685"/>
                </a:lnTo>
                <a:lnTo>
                  <a:pt x="212503" y="290387"/>
                </a:lnTo>
                <a:lnTo>
                  <a:pt x="229281" y="278797"/>
                </a:lnTo>
                <a:lnTo>
                  <a:pt x="235230" y="263384"/>
                </a:lnTo>
                <a:lnTo>
                  <a:pt x="229281" y="247593"/>
                </a:lnTo>
                <a:lnTo>
                  <a:pt x="212503" y="235921"/>
                </a:lnTo>
                <a:lnTo>
                  <a:pt x="185907" y="228640"/>
                </a:lnTo>
                <a:lnTo>
                  <a:pt x="150505" y="226021"/>
                </a:lnTo>
                <a:lnTo>
                  <a:pt x="242544" y="226021"/>
                </a:lnTo>
                <a:lnTo>
                  <a:pt x="256514" y="237763"/>
                </a:lnTo>
                <a:lnTo>
                  <a:pt x="264437" y="263384"/>
                </a:lnTo>
                <a:lnTo>
                  <a:pt x="256514" y="288854"/>
                </a:lnTo>
                <a:lnTo>
                  <a:pt x="242933" y="300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7206226" y="7951362"/>
            <a:ext cx="307975" cy="330835"/>
          </a:xfrm>
          <a:custGeom>
            <a:avLst/>
            <a:gdLst/>
            <a:ahLst/>
            <a:cxnLst/>
            <a:rect l="l" t="t" r="r" b="b"/>
            <a:pathLst>
              <a:path w="307975" h="330834">
                <a:moveTo>
                  <a:pt x="253912" y="330480"/>
                </a:moveTo>
                <a:lnTo>
                  <a:pt x="224705" y="330480"/>
                </a:lnTo>
                <a:lnTo>
                  <a:pt x="224705" y="0"/>
                </a:lnTo>
                <a:lnTo>
                  <a:pt x="253912" y="0"/>
                </a:lnTo>
                <a:lnTo>
                  <a:pt x="253912" y="134455"/>
                </a:lnTo>
                <a:lnTo>
                  <a:pt x="307589" y="134455"/>
                </a:lnTo>
                <a:lnTo>
                  <a:pt x="307589" y="159188"/>
                </a:lnTo>
                <a:lnTo>
                  <a:pt x="253912" y="159188"/>
                </a:lnTo>
                <a:lnTo>
                  <a:pt x="253912" y="330480"/>
                </a:lnTo>
                <a:close/>
              </a:path>
              <a:path w="307975" h="330834">
                <a:moveTo>
                  <a:pt x="16313" y="267594"/>
                </a:moveTo>
                <a:lnTo>
                  <a:pt x="0" y="244703"/>
                </a:lnTo>
                <a:lnTo>
                  <a:pt x="46627" y="216715"/>
                </a:lnTo>
                <a:lnTo>
                  <a:pt x="83857" y="183947"/>
                </a:lnTo>
                <a:lnTo>
                  <a:pt x="111641" y="146701"/>
                </a:lnTo>
                <a:lnTo>
                  <a:pt x="129927" y="105282"/>
                </a:lnTo>
                <a:lnTo>
                  <a:pt x="138665" y="59991"/>
                </a:lnTo>
                <a:lnTo>
                  <a:pt x="15524" y="59991"/>
                </a:lnTo>
                <a:lnTo>
                  <a:pt x="15524" y="35521"/>
                </a:lnTo>
                <a:lnTo>
                  <a:pt x="168397" y="35521"/>
                </a:lnTo>
                <a:lnTo>
                  <a:pt x="164532" y="81545"/>
                </a:lnTo>
                <a:lnTo>
                  <a:pt x="152824" y="125508"/>
                </a:lnTo>
                <a:lnTo>
                  <a:pt x="132711" y="166753"/>
                </a:lnTo>
                <a:lnTo>
                  <a:pt x="103630" y="204620"/>
                </a:lnTo>
                <a:lnTo>
                  <a:pt x="65019" y="238453"/>
                </a:lnTo>
                <a:lnTo>
                  <a:pt x="16313" y="2675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7628606" y="7951362"/>
            <a:ext cx="274320" cy="330835"/>
          </a:xfrm>
          <a:custGeom>
            <a:avLst/>
            <a:gdLst/>
            <a:ahLst/>
            <a:cxnLst/>
            <a:rect l="l" t="t" r="r" b="b"/>
            <a:pathLst>
              <a:path w="274320" h="330834">
                <a:moveTo>
                  <a:pt x="273909" y="330743"/>
                </a:moveTo>
                <a:lnTo>
                  <a:pt x="244703" y="330743"/>
                </a:lnTo>
                <a:lnTo>
                  <a:pt x="244703" y="0"/>
                </a:lnTo>
                <a:lnTo>
                  <a:pt x="273909" y="0"/>
                </a:lnTo>
                <a:lnTo>
                  <a:pt x="273909" y="330743"/>
                </a:lnTo>
                <a:close/>
              </a:path>
              <a:path w="274320" h="330834">
                <a:moveTo>
                  <a:pt x="197604" y="59991"/>
                </a:moveTo>
                <a:lnTo>
                  <a:pt x="8683" y="59991"/>
                </a:lnTo>
                <a:lnTo>
                  <a:pt x="8683" y="35784"/>
                </a:lnTo>
                <a:lnTo>
                  <a:pt x="197604" y="35784"/>
                </a:lnTo>
                <a:lnTo>
                  <a:pt x="197604" y="59991"/>
                </a:lnTo>
                <a:close/>
              </a:path>
              <a:path w="274320" h="330834">
                <a:moveTo>
                  <a:pt x="3420" y="248649"/>
                </a:moveTo>
                <a:lnTo>
                  <a:pt x="0" y="223653"/>
                </a:lnTo>
                <a:lnTo>
                  <a:pt x="46046" y="223390"/>
                </a:lnTo>
                <a:lnTo>
                  <a:pt x="46046" y="59991"/>
                </a:lnTo>
                <a:lnTo>
                  <a:pt x="74463" y="59991"/>
                </a:lnTo>
                <a:lnTo>
                  <a:pt x="74463" y="222863"/>
                </a:lnTo>
                <a:lnTo>
                  <a:pt x="215598" y="222863"/>
                </a:lnTo>
                <a:lnTo>
                  <a:pt x="216549" y="236020"/>
                </a:lnTo>
                <a:lnTo>
                  <a:pt x="161453" y="242729"/>
                </a:lnTo>
                <a:lnTo>
                  <a:pt x="105939" y="246479"/>
                </a:lnTo>
                <a:lnTo>
                  <a:pt x="52447" y="248156"/>
                </a:lnTo>
                <a:lnTo>
                  <a:pt x="3420" y="248649"/>
                </a:lnTo>
                <a:close/>
              </a:path>
              <a:path w="274320" h="330834">
                <a:moveTo>
                  <a:pt x="215598" y="222863"/>
                </a:moveTo>
                <a:lnTo>
                  <a:pt x="74463" y="222863"/>
                </a:lnTo>
                <a:lnTo>
                  <a:pt x="102814" y="222074"/>
                </a:lnTo>
                <a:lnTo>
                  <a:pt x="131560" y="220890"/>
                </a:lnTo>
                <a:lnTo>
                  <a:pt x="131560" y="59991"/>
                </a:lnTo>
                <a:lnTo>
                  <a:pt x="160241" y="59991"/>
                </a:lnTo>
                <a:lnTo>
                  <a:pt x="160241" y="219180"/>
                </a:lnTo>
                <a:lnTo>
                  <a:pt x="215331" y="219180"/>
                </a:lnTo>
                <a:lnTo>
                  <a:pt x="215598" y="222863"/>
                </a:lnTo>
                <a:close/>
              </a:path>
              <a:path w="274320" h="330834">
                <a:moveTo>
                  <a:pt x="215331" y="219180"/>
                </a:moveTo>
                <a:lnTo>
                  <a:pt x="160241" y="219180"/>
                </a:lnTo>
                <a:lnTo>
                  <a:pt x="188000" y="216976"/>
                </a:lnTo>
                <a:lnTo>
                  <a:pt x="201608" y="215665"/>
                </a:lnTo>
                <a:lnTo>
                  <a:pt x="214970" y="214180"/>
                </a:lnTo>
                <a:lnTo>
                  <a:pt x="215331" y="219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7957771" y="7951362"/>
            <a:ext cx="283210" cy="330835"/>
          </a:xfrm>
          <a:custGeom>
            <a:avLst/>
            <a:gdLst/>
            <a:ahLst/>
            <a:cxnLst/>
            <a:rect l="l" t="t" r="r" b="b"/>
            <a:pathLst>
              <a:path w="283209" h="330834">
                <a:moveTo>
                  <a:pt x="282592" y="139454"/>
                </a:moveTo>
                <a:lnTo>
                  <a:pt x="254701" y="139454"/>
                </a:lnTo>
                <a:lnTo>
                  <a:pt x="254701" y="0"/>
                </a:lnTo>
                <a:lnTo>
                  <a:pt x="282592" y="0"/>
                </a:lnTo>
                <a:lnTo>
                  <a:pt x="282592" y="139454"/>
                </a:lnTo>
                <a:close/>
              </a:path>
              <a:path w="283209" h="330834">
                <a:moveTo>
                  <a:pt x="210760" y="314430"/>
                </a:moveTo>
                <a:lnTo>
                  <a:pt x="183132" y="314430"/>
                </a:lnTo>
                <a:lnTo>
                  <a:pt x="183132" y="7893"/>
                </a:lnTo>
                <a:lnTo>
                  <a:pt x="210760" y="7893"/>
                </a:lnTo>
                <a:lnTo>
                  <a:pt x="210760" y="139454"/>
                </a:lnTo>
                <a:lnTo>
                  <a:pt x="282592" y="139454"/>
                </a:lnTo>
                <a:lnTo>
                  <a:pt x="282592" y="163661"/>
                </a:lnTo>
                <a:lnTo>
                  <a:pt x="210760" y="163661"/>
                </a:lnTo>
                <a:lnTo>
                  <a:pt x="210760" y="314430"/>
                </a:lnTo>
                <a:close/>
              </a:path>
              <a:path w="283209" h="330834">
                <a:moveTo>
                  <a:pt x="282592" y="330743"/>
                </a:moveTo>
                <a:lnTo>
                  <a:pt x="254701" y="330743"/>
                </a:lnTo>
                <a:lnTo>
                  <a:pt x="254701" y="163661"/>
                </a:lnTo>
                <a:lnTo>
                  <a:pt x="282592" y="163661"/>
                </a:lnTo>
                <a:lnTo>
                  <a:pt x="282592" y="330743"/>
                </a:lnTo>
                <a:close/>
              </a:path>
              <a:path w="283209" h="330834">
                <a:moveTo>
                  <a:pt x="97881" y="57097"/>
                </a:moveTo>
                <a:lnTo>
                  <a:pt x="68674" y="57097"/>
                </a:lnTo>
                <a:lnTo>
                  <a:pt x="68674" y="9998"/>
                </a:lnTo>
                <a:lnTo>
                  <a:pt x="97881" y="9998"/>
                </a:lnTo>
                <a:lnTo>
                  <a:pt x="97881" y="57097"/>
                </a:lnTo>
                <a:close/>
              </a:path>
              <a:path w="283209" h="330834">
                <a:moveTo>
                  <a:pt x="166029" y="81041"/>
                </a:moveTo>
                <a:lnTo>
                  <a:pt x="0" y="81041"/>
                </a:lnTo>
                <a:lnTo>
                  <a:pt x="0" y="57097"/>
                </a:lnTo>
                <a:lnTo>
                  <a:pt x="166029" y="57097"/>
                </a:lnTo>
                <a:lnTo>
                  <a:pt x="166029" y="81041"/>
                </a:lnTo>
                <a:close/>
              </a:path>
              <a:path w="283209" h="330834">
                <a:moveTo>
                  <a:pt x="83146" y="254175"/>
                </a:moveTo>
                <a:lnTo>
                  <a:pt x="54581" y="248588"/>
                </a:lnTo>
                <a:lnTo>
                  <a:pt x="32035" y="232961"/>
                </a:lnTo>
                <a:lnTo>
                  <a:pt x="17283" y="208996"/>
                </a:lnTo>
                <a:lnTo>
                  <a:pt x="12103" y="178396"/>
                </a:lnTo>
                <a:lnTo>
                  <a:pt x="17283" y="148141"/>
                </a:lnTo>
                <a:lnTo>
                  <a:pt x="32035" y="124423"/>
                </a:lnTo>
                <a:lnTo>
                  <a:pt x="54581" y="108944"/>
                </a:lnTo>
                <a:lnTo>
                  <a:pt x="83146" y="103406"/>
                </a:lnTo>
                <a:lnTo>
                  <a:pt x="111830" y="108944"/>
                </a:lnTo>
                <a:lnTo>
                  <a:pt x="134422" y="124423"/>
                </a:lnTo>
                <a:lnTo>
                  <a:pt x="136583" y="127877"/>
                </a:lnTo>
                <a:lnTo>
                  <a:pt x="83146" y="127877"/>
                </a:lnTo>
                <a:lnTo>
                  <a:pt x="64974" y="131811"/>
                </a:lnTo>
                <a:lnTo>
                  <a:pt x="50650" y="142381"/>
                </a:lnTo>
                <a:lnTo>
                  <a:pt x="41260" y="158329"/>
                </a:lnTo>
                <a:lnTo>
                  <a:pt x="37889" y="178396"/>
                </a:lnTo>
                <a:lnTo>
                  <a:pt x="41260" y="198718"/>
                </a:lnTo>
                <a:lnTo>
                  <a:pt x="50650" y="214674"/>
                </a:lnTo>
                <a:lnTo>
                  <a:pt x="64974" y="225055"/>
                </a:lnTo>
                <a:lnTo>
                  <a:pt x="83146" y="228652"/>
                </a:lnTo>
                <a:lnTo>
                  <a:pt x="137091" y="228652"/>
                </a:lnTo>
                <a:lnTo>
                  <a:pt x="134422" y="232961"/>
                </a:lnTo>
                <a:lnTo>
                  <a:pt x="111830" y="248588"/>
                </a:lnTo>
                <a:lnTo>
                  <a:pt x="83146" y="254175"/>
                </a:lnTo>
                <a:close/>
              </a:path>
              <a:path w="283209" h="330834">
                <a:moveTo>
                  <a:pt x="137091" y="228652"/>
                </a:moveTo>
                <a:lnTo>
                  <a:pt x="83146" y="228652"/>
                </a:lnTo>
                <a:lnTo>
                  <a:pt x="101359" y="225055"/>
                </a:lnTo>
                <a:lnTo>
                  <a:pt x="115773" y="214674"/>
                </a:lnTo>
                <a:lnTo>
                  <a:pt x="125254" y="198718"/>
                </a:lnTo>
                <a:lnTo>
                  <a:pt x="128666" y="178396"/>
                </a:lnTo>
                <a:lnTo>
                  <a:pt x="125254" y="158329"/>
                </a:lnTo>
                <a:lnTo>
                  <a:pt x="115773" y="142381"/>
                </a:lnTo>
                <a:lnTo>
                  <a:pt x="101359" y="131811"/>
                </a:lnTo>
                <a:lnTo>
                  <a:pt x="83146" y="127877"/>
                </a:lnTo>
                <a:lnTo>
                  <a:pt x="136583" y="127877"/>
                </a:lnTo>
                <a:lnTo>
                  <a:pt x="149268" y="148141"/>
                </a:lnTo>
                <a:lnTo>
                  <a:pt x="154715" y="178396"/>
                </a:lnTo>
                <a:lnTo>
                  <a:pt x="149268" y="208996"/>
                </a:lnTo>
                <a:lnTo>
                  <a:pt x="137091" y="228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8383393" y="7962939"/>
            <a:ext cx="301625" cy="315595"/>
          </a:xfrm>
          <a:custGeom>
            <a:avLst/>
            <a:gdLst/>
            <a:ahLst/>
            <a:cxnLst/>
            <a:rect l="l" t="t" r="r" b="b"/>
            <a:pathLst>
              <a:path w="301625" h="315595">
                <a:moveTo>
                  <a:pt x="274435" y="23417"/>
                </a:moveTo>
                <a:lnTo>
                  <a:pt x="27627" y="23417"/>
                </a:lnTo>
                <a:lnTo>
                  <a:pt x="27627" y="0"/>
                </a:lnTo>
                <a:lnTo>
                  <a:pt x="274435" y="0"/>
                </a:lnTo>
                <a:lnTo>
                  <a:pt x="274435" y="23417"/>
                </a:lnTo>
                <a:close/>
              </a:path>
              <a:path w="301625" h="315595">
                <a:moveTo>
                  <a:pt x="26049" y="110247"/>
                </a:moveTo>
                <a:lnTo>
                  <a:pt x="16313" y="87882"/>
                </a:lnTo>
                <a:lnTo>
                  <a:pt x="58390" y="80529"/>
                </a:lnTo>
                <a:lnTo>
                  <a:pt x="95003" y="66651"/>
                </a:lnTo>
                <a:lnTo>
                  <a:pt x="121675" y="47273"/>
                </a:lnTo>
                <a:lnTo>
                  <a:pt x="133928" y="23417"/>
                </a:lnTo>
                <a:lnTo>
                  <a:pt x="167608" y="23417"/>
                </a:lnTo>
                <a:lnTo>
                  <a:pt x="179607" y="47162"/>
                </a:lnTo>
                <a:lnTo>
                  <a:pt x="184042" y="50387"/>
                </a:lnTo>
                <a:lnTo>
                  <a:pt x="150768" y="50387"/>
                </a:lnTo>
                <a:lnTo>
                  <a:pt x="130448" y="73005"/>
                </a:lnTo>
                <a:lnTo>
                  <a:pt x="101186" y="90727"/>
                </a:lnTo>
                <a:lnTo>
                  <a:pt x="65535" y="103244"/>
                </a:lnTo>
                <a:lnTo>
                  <a:pt x="26049" y="110247"/>
                </a:lnTo>
                <a:close/>
              </a:path>
              <a:path w="301625" h="315595">
                <a:moveTo>
                  <a:pt x="275751" y="110247"/>
                </a:moveTo>
                <a:lnTo>
                  <a:pt x="236149" y="103244"/>
                </a:lnTo>
                <a:lnTo>
                  <a:pt x="200383" y="90727"/>
                </a:lnTo>
                <a:lnTo>
                  <a:pt x="171055" y="73005"/>
                </a:lnTo>
                <a:lnTo>
                  <a:pt x="150768" y="50387"/>
                </a:lnTo>
                <a:lnTo>
                  <a:pt x="184042" y="50387"/>
                </a:lnTo>
                <a:lnTo>
                  <a:pt x="206270" y="66553"/>
                </a:lnTo>
                <a:lnTo>
                  <a:pt x="243072" y="80492"/>
                </a:lnTo>
                <a:lnTo>
                  <a:pt x="285486" y="87882"/>
                </a:lnTo>
                <a:lnTo>
                  <a:pt x="275751" y="110247"/>
                </a:lnTo>
                <a:close/>
              </a:path>
              <a:path w="301625" h="315595">
                <a:moveTo>
                  <a:pt x="301537" y="150505"/>
                </a:moveTo>
                <a:lnTo>
                  <a:pt x="0" y="150505"/>
                </a:lnTo>
                <a:lnTo>
                  <a:pt x="0" y="126561"/>
                </a:lnTo>
                <a:lnTo>
                  <a:pt x="301537" y="126561"/>
                </a:lnTo>
                <a:lnTo>
                  <a:pt x="301537" y="150505"/>
                </a:lnTo>
                <a:close/>
              </a:path>
              <a:path w="301625" h="315595">
                <a:moveTo>
                  <a:pt x="164977" y="183921"/>
                </a:moveTo>
                <a:lnTo>
                  <a:pt x="136033" y="183921"/>
                </a:lnTo>
                <a:lnTo>
                  <a:pt x="136033" y="150505"/>
                </a:lnTo>
                <a:lnTo>
                  <a:pt x="164977" y="150505"/>
                </a:lnTo>
                <a:lnTo>
                  <a:pt x="164977" y="183921"/>
                </a:lnTo>
                <a:close/>
              </a:path>
              <a:path w="301625" h="315595">
                <a:moveTo>
                  <a:pt x="272593" y="315482"/>
                </a:moveTo>
                <a:lnTo>
                  <a:pt x="37363" y="315482"/>
                </a:lnTo>
                <a:lnTo>
                  <a:pt x="37363" y="237598"/>
                </a:lnTo>
                <a:lnTo>
                  <a:pt x="233915" y="237598"/>
                </a:lnTo>
                <a:lnTo>
                  <a:pt x="233915" y="206287"/>
                </a:lnTo>
                <a:lnTo>
                  <a:pt x="36573" y="206287"/>
                </a:lnTo>
                <a:lnTo>
                  <a:pt x="36573" y="183921"/>
                </a:lnTo>
                <a:lnTo>
                  <a:pt x="262595" y="183921"/>
                </a:lnTo>
                <a:lnTo>
                  <a:pt x="262595" y="259174"/>
                </a:lnTo>
                <a:lnTo>
                  <a:pt x="66043" y="259174"/>
                </a:lnTo>
                <a:lnTo>
                  <a:pt x="66043" y="292328"/>
                </a:lnTo>
                <a:lnTo>
                  <a:pt x="272593" y="292328"/>
                </a:lnTo>
                <a:lnTo>
                  <a:pt x="272593" y="3154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8720452" y="7951362"/>
            <a:ext cx="277495" cy="326390"/>
          </a:xfrm>
          <a:custGeom>
            <a:avLst/>
            <a:gdLst/>
            <a:ahLst/>
            <a:cxnLst/>
            <a:rect l="l" t="t" r="r" b="b"/>
            <a:pathLst>
              <a:path w="277495" h="326390">
                <a:moveTo>
                  <a:pt x="265489" y="169713"/>
                </a:moveTo>
                <a:lnTo>
                  <a:pt x="236283" y="169713"/>
                </a:lnTo>
                <a:lnTo>
                  <a:pt x="236283" y="0"/>
                </a:lnTo>
                <a:lnTo>
                  <a:pt x="265489" y="0"/>
                </a:lnTo>
                <a:lnTo>
                  <a:pt x="265489" y="169713"/>
                </a:lnTo>
                <a:close/>
              </a:path>
              <a:path w="277495" h="326390">
                <a:moveTo>
                  <a:pt x="86040" y="158399"/>
                </a:moveTo>
                <a:lnTo>
                  <a:pt x="51506" y="153079"/>
                </a:lnTo>
                <a:lnTo>
                  <a:pt x="24272" y="138138"/>
                </a:lnTo>
                <a:lnTo>
                  <a:pt x="6413" y="115107"/>
                </a:lnTo>
                <a:lnTo>
                  <a:pt x="0" y="85514"/>
                </a:lnTo>
                <a:lnTo>
                  <a:pt x="6413" y="55876"/>
                </a:lnTo>
                <a:lnTo>
                  <a:pt x="24272" y="32725"/>
                </a:lnTo>
                <a:lnTo>
                  <a:pt x="51506" y="17616"/>
                </a:lnTo>
                <a:lnTo>
                  <a:pt x="86040" y="12103"/>
                </a:lnTo>
                <a:lnTo>
                  <a:pt x="120275" y="17616"/>
                </a:lnTo>
                <a:lnTo>
                  <a:pt x="147380" y="32725"/>
                </a:lnTo>
                <a:lnTo>
                  <a:pt x="150556" y="36837"/>
                </a:lnTo>
                <a:lnTo>
                  <a:pt x="86040" y="36837"/>
                </a:lnTo>
                <a:lnTo>
                  <a:pt x="63054" y="40298"/>
                </a:lnTo>
                <a:lnTo>
                  <a:pt x="44829" y="50321"/>
                </a:lnTo>
                <a:lnTo>
                  <a:pt x="32869" y="65772"/>
                </a:lnTo>
                <a:lnTo>
                  <a:pt x="28680" y="85514"/>
                </a:lnTo>
                <a:lnTo>
                  <a:pt x="32869" y="105371"/>
                </a:lnTo>
                <a:lnTo>
                  <a:pt x="44829" y="120838"/>
                </a:lnTo>
                <a:lnTo>
                  <a:pt x="63054" y="130878"/>
                </a:lnTo>
                <a:lnTo>
                  <a:pt x="86040" y="134455"/>
                </a:lnTo>
                <a:lnTo>
                  <a:pt x="150240" y="134455"/>
                </a:lnTo>
                <a:lnTo>
                  <a:pt x="147380" y="138138"/>
                </a:lnTo>
                <a:lnTo>
                  <a:pt x="120275" y="153079"/>
                </a:lnTo>
                <a:lnTo>
                  <a:pt x="86040" y="158399"/>
                </a:lnTo>
                <a:close/>
              </a:path>
              <a:path w="277495" h="326390">
                <a:moveTo>
                  <a:pt x="150240" y="134455"/>
                </a:moveTo>
                <a:lnTo>
                  <a:pt x="86040" y="134455"/>
                </a:lnTo>
                <a:lnTo>
                  <a:pt x="108878" y="130878"/>
                </a:lnTo>
                <a:lnTo>
                  <a:pt x="127054" y="120838"/>
                </a:lnTo>
                <a:lnTo>
                  <a:pt x="139063" y="105371"/>
                </a:lnTo>
                <a:lnTo>
                  <a:pt x="143401" y="85514"/>
                </a:lnTo>
                <a:lnTo>
                  <a:pt x="139063" y="65772"/>
                </a:lnTo>
                <a:lnTo>
                  <a:pt x="127054" y="50321"/>
                </a:lnTo>
                <a:lnTo>
                  <a:pt x="108878" y="40298"/>
                </a:lnTo>
                <a:lnTo>
                  <a:pt x="86040" y="36837"/>
                </a:lnTo>
                <a:lnTo>
                  <a:pt x="150556" y="36837"/>
                </a:lnTo>
                <a:lnTo>
                  <a:pt x="165260" y="55876"/>
                </a:lnTo>
                <a:lnTo>
                  <a:pt x="171818" y="85514"/>
                </a:lnTo>
                <a:lnTo>
                  <a:pt x="165260" y="115107"/>
                </a:lnTo>
                <a:lnTo>
                  <a:pt x="150240" y="134455"/>
                </a:lnTo>
                <a:close/>
              </a:path>
              <a:path w="277495" h="326390">
                <a:moveTo>
                  <a:pt x="277330" y="326270"/>
                </a:moveTo>
                <a:lnTo>
                  <a:pt x="51308" y="326270"/>
                </a:lnTo>
                <a:lnTo>
                  <a:pt x="51308" y="243387"/>
                </a:lnTo>
                <a:lnTo>
                  <a:pt x="236546" y="243387"/>
                </a:lnTo>
                <a:lnTo>
                  <a:pt x="236546" y="209444"/>
                </a:lnTo>
                <a:lnTo>
                  <a:pt x="50256" y="209444"/>
                </a:lnTo>
                <a:lnTo>
                  <a:pt x="50256" y="185763"/>
                </a:lnTo>
                <a:lnTo>
                  <a:pt x="265489" y="185763"/>
                </a:lnTo>
                <a:lnTo>
                  <a:pt x="265489" y="265489"/>
                </a:lnTo>
                <a:lnTo>
                  <a:pt x="79725" y="265489"/>
                </a:lnTo>
                <a:lnTo>
                  <a:pt x="79725" y="302589"/>
                </a:lnTo>
                <a:lnTo>
                  <a:pt x="277330" y="302589"/>
                </a:lnTo>
                <a:lnTo>
                  <a:pt x="277330" y="326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894083" y="8485025"/>
            <a:ext cx="287655" cy="329565"/>
          </a:xfrm>
          <a:custGeom>
            <a:avLst/>
            <a:gdLst/>
            <a:ahLst/>
            <a:cxnLst/>
            <a:rect l="l" t="t" r="r" b="b"/>
            <a:pathLst>
              <a:path w="287655" h="329565">
                <a:moveTo>
                  <a:pt x="268647" y="223916"/>
                </a:moveTo>
                <a:lnTo>
                  <a:pt x="239440" y="223916"/>
                </a:lnTo>
                <a:lnTo>
                  <a:pt x="239440" y="117615"/>
                </a:lnTo>
                <a:lnTo>
                  <a:pt x="166819" y="117615"/>
                </a:lnTo>
                <a:lnTo>
                  <a:pt x="166819" y="93145"/>
                </a:lnTo>
                <a:lnTo>
                  <a:pt x="239440" y="93145"/>
                </a:lnTo>
                <a:lnTo>
                  <a:pt x="239440" y="0"/>
                </a:lnTo>
                <a:lnTo>
                  <a:pt x="268647" y="0"/>
                </a:lnTo>
                <a:lnTo>
                  <a:pt x="268647" y="223916"/>
                </a:lnTo>
                <a:close/>
              </a:path>
              <a:path w="287655" h="329565">
                <a:moveTo>
                  <a:pt x="12892" y="202340"/>
                </a:moveTo>
                <a:lnTo>
                  <a:pt x="0" y="178922"/>
                </a:lnTo>
                <a:lnTo>
                  <a:pt x="53360" y="156797"/>
                </a:lnTo>
                <a:lnTo>
                  <a:pt x="94263" y="127433"/>
                </a:lnTo>
                <a:lnTo>
                  <a:pt x="121549" y="91580"/>
                </a:lnTo>
                <a:lnTo>
                  <a:pt x="134060" y="49993"/>
                </a:lnTo>
                <a:lnTo>
                  <a:pt x="16313" y="49993"/>
                </a:lnTo>
                <a:lnTo>
                  <a:pt x="16313" y="26049"/>
                </a:lnTo>
                <a:lnTo>
                  <a:pt x="165240" y="26049"/>
                </a:lnTo>
                <a:lnTo>
                  <a:pt x="158439" y="73987"/>
                </a:lnTo>
                <a:lnTo>
                  <a:pt x="138932" y="115914"/>
                </a:lnTo>
                <a:lnTo>
                  <a:pt x="107591" y="151501"/>
                </a:lnTo>
                <a:lnTo>
                  <a:pt x="65287" y="180419"/>
                </a:lnTo>
                <a:lnTo>
                  <a:pt x="12892" y="202340"/>
                </a:lnTo>
                <a:close/>
              </a:path>
              <a:path w="287655" h="329565">
                <a:moveTo>
                  <a:pt x="46572" y="329428"/>
                </a:moveTo>
                <a:lnTo>
                  <a:pt x="34732" y="306010"/>
                </a:lnTo>
                <a:lnTo>
                  <a:pt x="76852" y="293672"/>
                </a:lnTo>
                <a:lnTo>
                  <a:pt x="112583" y="272626"/>
                </a:lnTo>
                <a:lnTo>
                  <a:pt x="137411" y="244328"/>
                </a:lnTo>
                <a:lnTo>
                  <a:pt x="146821" y="210234"/>
                </a:lnTo>
                <a:lnTo>
                  <a:pt x="146821" y="194973"/>
                </a:lnTo>
                <a:lnTo>
                  <a:pt x="175765" y="194973"/>
                </a:lnTo>
                <a:lnTo>
                  <a:pt x="175765" y="210234"/>
                </a:lnTo>
                <a:lnTo>
                  <a:pt x="184941" y="243909"/>
                </a:lnTo>
                <a:lnTo>
                  <a:pt x="194319" y="254570"/>
                </a:lnTo>
                <a:lnTo>
                  <a:pt x="161293" y="254570"/>
                </a:lnTo>
                <a:lnTo>
                  <a:pt x="141869" y="281363"/>
                </a:lnTo>
                <a:lnTo>
                  <a:pt x="114934" y="302951"/>
                </a:lnTo>
                <a:lnTo>
                  <a:pt x="82498" y="319063"/>
                </a:lnTo>
                <a:lnTo>
                  <a:pt x="46572" y="329428"/>
                </a:lnTo>
                <a:close/>
              </a:path>
              <a:path w="287655" h="329565">
                <a:moveTo>
                  <a:pt x="274698" y="328638"/>
                </a:moveTo>
                <a:lnTo>
                  <a:pt x="239144" y="318582"/>
                </a:lnTo>
                <a:lnTo>
                  <a:pt x="207043" y="302655"/>
                </a:lnTo>
                <a:lnTo>
                  <a:pt x="180419" y="281202"/>
                </a:lnTo>
                <a:lnTo>
                  <a:pt x="161293" y="254570"/>
                </a:lnTo>
                <a:lnTo>
                  <a:pt x="194319" y="254570"/>
                </a:lnTo>
                <a:lnTo>
                  <a:pt x="209510" y="271837"/>
                </a:lnTo>
                <a:lnTo>
                  <a:pt x="245031" y="292710"/>
                </a:lnTo>
                <a:lnTo>
                  <a:pt x="287065" y="305220"/>
                </a:lnTo>
                <a:lnTo>
                  <a:pt x="274698" y="3286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1227984" y="8515811"/>
            <a:ext cx="29845" cy="93345"/>
          </a:xfrm>
          <a:custGeom>
            <a:avLst/>
            <a:gdLst/>
            <a:ahLst/>
            <a:cxnLst/>
            <a:rect l="l" t="t" r="r" b="b"/>
            <a:pathLst>
              <a:path w="29844" h="93345">
                <a:moveTo>
                  <a:pt x="29469" y="93145"/>
                </a:moveTo>
                <a:lnTo>
                  <a:pt x="0" y="93145"/>
                </a:lnTo>
                <a:lnTo>
                  <a:pt x="0" y="0"/>
                </a:lnTo>
                <a:lnTo>
                  <a:pt x="29469" y="0"/>
                </a:lnTo>
                <a:lnTo>
                  <a:pt x="29469" y="93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1295343" y="8515811"/>
            <a:ext cx="29845" cy="93345"/>
          </a:xfrm>
          <a:custGeom>
            <a:avLst/>
            <a:gdLst/>
            <a:ahLst/>
            <a:cxnLst/>
            <a:rect l="l" t="t" r="r" b="b"/>
            <a:pathLst>
              <a:path w="29844" h="93345">
                <a:moveTo>
                  <a:pt x="29469" y="93145"/>
                </a:moveTo>
                <a:lnTo>
                  <a:pt x="0" y="93145"/>
                </a:lnTo>
                <a:lnTo>
                  <a:pt x="0" y="0"/>
                </a:lnTo>
                <a:lnTo>
                  <a:pt x="29469" y="0"/>
                </a:lnTo>
                <a:lnTo>
                  <a:pt x="29469" y="93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1406907" y="8652509"/>
            <a:ext cx="31115" cy="139700"/>
          </a:xfrm>
          <a:custGeom>
            <a:avLst/>
            <a:gdLst/>
            <a:ahLst/>
            <a:cxnLst/>
            <a:rect l="l" t="t" r="r" b="b"/>
            <a:pathLst>
              <a:path w="31115" h="139700">
                <a:moveTo>
                  <a:pt x="0" y="0"/>
                </a:moveTo>
                <a:lnTo>
                  <a:pt x="30522" y="0"/>
                </a:lnTo>
                <a:lnTo>
                  <a:pt x="30522" y="139700"/>
                </a:lnTo>
                <a:lnTo>
                  <a:pt x="0" y="139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1358492" y="8792209"/>
            <a:ext cx="79375" cy="26670"/>
          </a:xfrm>
          <a:custGeom>
            <a:avLst/>
            <a:gdLst/>
            <a:ahLst/>
            <a:cxnLst/>
            <a:rect l="l" t="t" r="r" b="b"/>
            <a:pathLst>
              <a:path w="79375" h="26670">
                <a:moveTo>
                  <a:pt x="0" y="0"/>
                </a:moveTo>
                <a:lnTo>
                  <a:pt x="78936" y="0"/>
                </a:lnTo>
                <a:lnTo>
                  <a:pt x="78936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028700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2067" y="486427"/>
            <a:ext cx="9682286" cy="9513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6250" y="560610"/>
            <a:ext cx="9334487" cy="91657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5074" y="2418943"/>
            <a:ext cx="8534399" cy="6961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63325" y="684435"/>
            <a:ext cx="2212097" cy="7252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0026" y="898444"/>
            <a:ext cx="174214" cy="1742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60683" y="898444"/>
            <a:ext cx="174214" cy="1742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41341" y="898444"/>
            <a:ext cx="174214" cy="17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1975" y="1304692"/>
            <a:ext cx="9163052" cy="8358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89484" y="1496576"/>
            <a:ext cx="7135034" cy="4520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15916" y="834905"/>
            <a:ext cx="238125" cy="20320"/>
          </a:xfrm>
          <a:custGeom>
            <a:avLst/>
            <a:gdLst/>
            <a:ahLst/>
            <a:cxnLst/>
            <a:rect l="l" t="t" r="r" b="b"/>
            <a:pathLst>
              <a:path w="238125" h="20319">
                <a:moveTo>
                  <a:pt x="0" y="0"/>
                </a:moveTo>
                <a:lnTo>
                  <a:pt x="238124" y="0"/>
                </a:lnTo>
                <a:lnTo>
                  <a:pt x="23812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15916" y="85522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0" y="0"/>
                </a:moveTo>
                <a:lnTo>
                  <a:pt x="20180" y="0"/>
                </a:lnTo>
                <a:lnTo>
                  <a:pt x="20180" y="198119"/>
                </a:lnTo>
                <a:lnTo>
                  <a:pt x="0" y="19811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15916" y="1053345"/>
            <a:ext cx="238125" cy="19050"/>
          </a:xfrm>
          <a:custGeom>
            <a:avLst/>
            <a:gdLst/>
            <a:ahLst/>
            <a:cxnLst/>
            <a:rect l="l" t="t" r="r" b="b"/>
            <a:pathLst>
              <a:path w="238125" h="19050">
                <a:moveTo>
                  <a:pt x="0" y="0"/>
                </a:moveTo>
                <a:lnTo>
                  <a:pt x="238124" y="0"/>
                </a:lnTo>
                <a:lnTo>
                  <a:pt x="23812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033861" y="85508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20180" y="197764"/>
                </a:moveTo>
                <a:lnTo>
                  <a:pt x="0" y="197764"/>
                </a:lnTo>
                <a:lnTo>
                  <a:pt x="0" y="0"/>
                </a:lnTo>
                <a:lnTo>
                  <a:pt x="20180" y="0"/>
                </a:lnTo>
                <a:lnTo>
                  <a:pt x="20180" y="197764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409288" y="1052849"/>
            <a:ext cx="218440" cy="20320"/>
          </a:xfrm>
          <a:custGeom>
            <a:avLst/>
            <a:gdLst/>
            <a:ahLst/>
            <a:cxnLst/>
            <a:rect l="l" t="t" r="r" b="b"/>
            <a:pathLst>
              <a:path w="218440" h="20319">
                <a:moveTo>
                  <a:pt x="217944" y="20180"/>
                </a:moveTo>
                <a:lnTo>
                  <a:pt x="0" y="20180"/>
                </a:lnTo>
                <a:lnTo>
                  <a:pt x="0" y="0"/>
                </a:lnTo>
                <a:lnTo>
                  <a:pt x="217944" y="0"/>
                </a:lnTo>
                <a:lnTo>
                  <a:pt x="217944" y="2018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235292" y="837797"/>
            <a:ext cx="232590" cy="23259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3229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6301" y="286990"/>
                </a:moveTo>
                <a:lnTo>
                  <a:pt x="10195" y="286990"/>
                </a:lnTo>
                <a:lnTo>
                  <a:pt x="7214" y="285881"/>
                </a:lnTo>
                <a:lnTo>
                  <a:pt x="166" y="279107"/>
                </a:lnTo>
                <a:lnTo>
                  <a:pt x="11" y="271547"/>
                </a:lnTo>
                <a:lnTo>
                  <a:pt x="122471" y="144115"/>
                </a:lnTo>
                <a:lnTo>
                  <a:pt x="0" y="16683"/>
                </a:lnTo>
                <a:lnTo>
                  <a:pt x="155" y="9134"/>
                </a:lnTo>
                <a:lnTo>
                  <a:pt x="9647" y="0"/>
                </a:lnTo>
                <a:lnTo>
                  <a:pt x="17184" y="155"/>
                </a:lnTo>
                <a:lnTo>
                  <a:pt x="152021" y="140454"/>
                </a:lnTo>
                <a:lnTo>
                  <a:pt x="152021" y="147740"/>
                </a:lnTo>
                <a:lnTo>
                  <a:pt x="19414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01482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35719" y="286990"/>
                </a:moveTo>
                <a:lnTo>
                  <a:pt x="141825" y="286990"/>
                </a:lnTo>
                <a:lnTo>
                  <a:pt x="144806" y="285881"/>
                </a:lnTo>
                <a:lnTo>
                  <a:pt x="151854" y="279107"/>
                </a:lnTo>
                <a:lnTo>
                  <a:pt x="152009" y="271547"/>
                </a:lnTo>
                <a:lnTo>
                  <a:pt x="29550" y="144115"/>
                </a:lnTo>
                <a:lnTo>
                  <a:pt x="152021" y="16683"/>
                </a:lnTo>
                <a:lnTo>
                  <a:pt x="151866" y="9134"/>
                </a:lnTo>
                <a:lnTo>
                  <a:pt x="142374" y="0"/>
                </a:lnTo>
                <a:lnTo>
                  <a:pt x="134837" y="155"/>
                </a:lnTo>
                <a:lnTo>
                  <a:pt x="0" y="140454"/>
                </a:lnTo>
                <a:lnTo>
                  <a:pt x="0" y="147740"/>
                </a:lnTo>
                <a:lnTo>
                  <a:pt x="132607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26355" y="1565410"/>
            <a:ext cx="314960" cy="314960"/>
          </a:xfrm>
          <a:custGeom>
            <a:avLst/>
            <a:gdLst/>
            <a:ahLst/>
            <a:cxnLst/>
            <a:rect l="l" t="t" r="r" b="b"/>
            <a:pathLst>
              <a:path w="314960" h="314960">
                <a:moveTo>
                  <a:pt x="72486" y="288184"/>
                </a:moveTo>
                <a:lnTo>
                  <a:pt x="157182" y="288184"/>
                </a:lnTo>
                <a:lnTo>
                  <a:pt x="106246" y="277874"/>
                </a:lnTo>
                <a:lnTo>
                  <a:pt x="64604" y="249775"/>
                </a:lnTo>
                <a:lnTo>
                  <a:pt x="36502" y="208133"/>
                </a:lnTo>
                <a:lnTo>
                  <a:pt x="26193" y="157182"/>
                </a:lnTo>
                <a:lnTo>
                  <a:pt x="36502" y="106257"/>
                </a:lnTo>
                <a:lnTo>
                  <a:pt x="64604" y="64615"/>
                </a:lnTo>
                <a:lnTo>
                  <a:pt x="106246" y="36513"/>
                </a:lnTo>
                <a:lnTo>
                  <a:pt x="157186" y="26201"/>
                </a:lnTo>
                <a:lnTo>
                  <a:pt x="242130" y="26201"/>
                </a:lnTo>
                <a:lnTo>
                  <a:pt x="231889" y="18917"/>
                </a:lnTo>
                <a:lnTo>
                  <a:pt x="196107" y="4892"/>
                </a:lnTo>
                <a:lnTo>
                  <a:pt x="157183" y="0"/>
                </a:lnTo>
                <a:lnTo>
                  <a:pt x="107556" y="8027"/>
                </a:lnTo>
                <a:lnTo>
                  <a:pt x="72463" y="26201"/>
                </a:lnTo>
                <a:lnTo>
                  <a:pt x="157186" y="26201"/>
                </a:lnTo>
                <a:lnTo>
                  <a:pt x="72462" y="26202"/>
                </a:lnTo>
                <a:lnTo>
                  <a:pt x="64414" y="30370"/>
                </a:lnTo>
                <a:lnTo>
                  <a:pt x="30369" y="64416"/>
                </a:lnTo>
                <a:lnTo>
                  <a:pt x="8027" y="107556"/>
                </a:lnTo>
                <a:lnTo>
                  <a:pt x="0" y="157199"/>
                </a:lnTo>
                <a:lnTo>
                  <a:pt x="8023" y="206813"/>
                </a:lnTo>
                <a:lnTo>
                  <a:pt x="30364" y="249957"/>
                </a:lnTo>
                <a:lnTo>
                  <a:pt x="64411" y="284002"/>
                </a:lnTo>
                <a:lnTo>
                  <a:pt x="72486" y="288184"/>
                </a:lnTo>
                <a:close/>
              </a:path>
              <a:path w="314960" h="314960">
                <a:moveTo>
                  <a:pt x="209590" y="117891"/>
                </a:moveTo>
                <a:lnTo>
                  <a:pt x="314375" y="117891"/>
                </a:lnTo>
                <a:lnTo>
                  <a:pt x="314364" y="13095"/>
                </a:lnTo>
                <a:lnTo>
                  <a:pt x="288173" y="13095"/>
                </a:lnTo>
                <a:lnTo>
                  <a:pt x="288173" y="70435"/>
                </a:lnTo>
                <a:lnTo>
                  <a:pt x="254056" y="70438"/>
                </a:lnTo>
                <a:lnTo>
                  <a:pt x="270372" y="91692"/>
                </a:lnTo>
                <a:lnTo>
                  <a:pt x="209590" y="91692"/>
                </a:lnTo>
                <a:lnTo>
                  <a:pt x="209590" y="117891"/>
                </a:lnTo>
                <a:close/>
              </a:path>
              <a:path w="314960" h="314960">
                <a:moveTo>
                  <a:pt x="254056" y="70438"/>
                </a:moveTo>
                <a:lnTo>
                  <a:pt x="288173" y="70438"/>
                </a:lnTo>
                <a:lnTo>
                  <a:pt x="263065" y="41092"/>
                </a:lnTo>
                <a:lnTo>
                  <a:pt x="242131" y="26202"/>
                </a:lnTo>
                <a:lnTo>
                  <a:pt x="157193" y="26202"/>
                </a:lnTo>
                <a:lnTo>
                  <a:pt x="191493" y="30789"/>
                </a:lnTo>
                <a:lnTo>
                  <a:pt x="222746" y="43893"/>
                </a:lnTo>
                <a:lnTo>
                  <a:pt x="249515" y="64523"/>
                </a:lnTo>
                <a:lnTo>
                  <a:pt x="254056" y="70438"/>
                </a:lnTo>
                <a:close/>
              </a:path>
              <a:path w="314960" h="314960">
                <a:moveTo>
                  <a:pt x="157186" y="314367"/>
                </a:moveTo>
                <a:lnTo>
                  <a:pt x="201094" y="308146"/>
                </a:lnTo>
                <a:lnTo>
                  <a:pt x="240450" y="290559"/>
                </a:lnTo>
                <a:lnTo>
                  <a:pt x="273310" y="263220"/>
                </a:lnTo>
                <a:lnTo>
                  <a:pt x="297733" y="227745"/>
                </a:lnTo>
                <a:lnTo>
                  <a:pt x="311774" y="185748"/>
                </a:lnTo>
                <a:lnTo>
                  <a:pt x="313079" y="178634"/>
                </a:lnTo>
                <a:lnTo>
                  <a:pt x="308375" y="171816"/>
                </a:lnTo>
                <a:lnTo>
                  <a:pt x="293995" y="169215"/>
                </a:lnTo>
                <a:lnTo>
                  <a:pt x="287309" y="173931"/>
                </a:lnTo>
                <a:lnTo>
                  <a:pt x="286014" y="181026"/>
                </a:lnTo>
                <a:lnTo>
                  <a:pt x="269969" y="223969"/>
                </a:lnTo>
                <a:lnTo>
                  <a:pt x="241042" y="257893"/>
                </a:lnTo>
                <a:lnTo>
                  <a:pt x="202394" y="280173"/>
                </a:lnTo>
                <a:lnTo>
                  <a:pt x="157182" y="288184"/>
                </a:lnTo>
                <a:lnTo>
                  <a:pt x="72486" y="288184"/>
                </a:lnTo>
                <a:lnTo>
                  <a:pt x="107554" y="306341"/>
                </a:lnTo>
                <a:lnTo>
                  <a:pt x="157186" y="314367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922903" y="1591280"/>
            <a:ext cx="274320" cy="263525"/>
          </a:xfrm>
          <a:custGeom>
            <a:avLst/>
            <a:gdLst/>
            <a:ahLst/>
            <a:cxnLst/>
            <a:rect l="l" t="t" r="r" b="b"/>
            <a:pathLst>
              <a:path w="274320" h="263525">
                <a:moveTo>
                  <a:pt x="71829" y="262977"/>
                </a:moveTo>
                <a:lnTo>
                  <a:pt x="42377" y="237922"/>
                </a:lnTo>
                <a:lnTo>
                  <a:pt x="42302" y="236333"/>
                </a:lnTo>
                <a:lnTo>
                  <a:pt x="56658" y="168590"/>
                </a:lnTo>
                <a:lnTo>
                  <a:pt x="5049" y="122060"/>
                </a:lnTo>
                <a:lnTo>
                  <a:pt x="2340" y="117554"/>
                </a:lnTo>
                <a:lnTo>
                  <a:pt x="0" y="107905"/>
                </a:lnTo>
                <a:lnTo>
                  <a:pt x="192" y="103008"/>
                </a:lnTo>
                <a:lnTo>
                  <a:pt x="87391" y="73955"/>
                </a:lnTo>
                <a:lnTo>
                  <a:pt x="115676" y="10509"/>
                </a:lnTo>
                <a:lnTo>
                  <a:pt x="119114" y="6537"/>
                </a:lnTo>
                <a:lnTo>
                  <a:pt x="127605" y="1315"/>
                </a:lnTo>
                <a:lnTo>
                  <a:pt x="132306" y="0"/>
                </a:lnTo>
                <a:lnTo>
                  <a:pt x="141955" y="0"/>
                </a:lnTo>
                <a:lnTo>
                  <a:pt x="146670" y="1315"/>
                </a:lnTo>
                <a:lnTo>
                  <a:pt x="155121" y="6537"/>
                </a:lnTo>
                <a:lnTo>
                  <a:pt x="158572" y="10509"/>
                </a:lnTo>
                <a:lnTo>
                  <a:pt x="164490" y="23779"/>
                </a:lnTo>
                <a:lnTo>
                  <a:pt x="136278" y="23779"/>
                </a:lnTo>
                <a:lnTo>
                  <a:pt x="135640" y="24195"/>
                </a:lnTo>
                <a:lnTo>
                  <a:pt x="104607" y="93775"/>
                </a:lnTo>
                <a:lnTo>
                  <a:pt x="100921" y="96445"/>
                </a:lnTo>
                <a:lnTo>
                  <a:pt x="25156" y="104441"/>
                </a:lnTo>
                <a:lnTo>
                  <a:pt x="24570" y="104922"/>
                </a:lnTo>
                <a:lnTo>
                  <a:pt x="24023" y="106602"/>
                </a:lnTo>
                <a:lnTo>
                  <a:pt x="24218" y="107345"/>
                </a:lnTo>
                <a:lnTo>
                  <a:pt x="80806" y="158341"/>
                </a:lnTo>
                <a:lnTo>
                  <a:pt x="82208" y="162665"/>
                </a:lnTo>
                <a:lnTo>
                  <a:pt x="66404" y="237219"/>
                </a:lnTo>
                <a:lnTo>
                  <a:pt x="66690" y="237922"/>
                </a:lnTo>
                <a:lnTo>
                  <a:pt x="68117" y="238938"/>
                </a:lnTo>
                <a:lnTo>
                  <a:pt x="68873" y="238977"/>
                </a:lnTo>
                <a:lnTo>
                  <a:pt x="116538" y="238977"/>
                </a:lnTo>
                <a:lnTo>
                  <a:pt x="76960" y="261792"/>
                </a:lnTo>
                <a:lnTo>
                  <a:pt x="71829" y="262977"/>
                </a:lnTo>
                <a:close/>
              </a:path>
              <a:path w="274320" h="263525">
                <a:moveTo>
                  <a:pt x="231830" y="239211"/>
                </a:moveTo>
                <a:lnTo>
                  <a:pt x="205831" y="239211"/>
                </a:lnTo>
                <a:lnTo>
                  <a:pt x="207633" y="237909"/>
                </a:lnTo>
                <a:lnTo>
                  <a:pt x="207886" y="237206"/>
                </a:lnTo>
                <a:lnTo>
                  <a:pt x="192079" y="162665"/>
                </a:lnTo>
                <a:lnTo>
                  <a:pt x="193513" y="158328"/>
                </a:lnTo>
                <a:lnTo>
                  <a:pt x="250082" y="107332"/>
                </a:lnTo>
                <a:lnTo>
                  <a:pt x="250277" y="106602"/>
                </a:lnTo>
                <a:lnTo>
                  <a:pt x="249730" y="104922"/>
                </a:lnTo>
                <a:lnTo>
                  <a:pt x="249144" y="104441"/>
                </a:lnTo>
                <a:lnTo>
                  <a:pt x="173374" y="96445"/>
                </a:lnTo>
                <a:lnTo>
                  <a:pt x="169701" y="93775"/>
                </a:lnTo>
                <a:lnTo>
                  <a:pt x="138674" y="24195"/>
                </a:lnTo>
                <a:lnTo>
                  <a:pt x="138049" y="23779"/>
                </a:lnTo>
                <a:lnTo>
                  <a:pt x="164490" y="23779"/>
                </a:lnTo>
                <a:lnTo>
                  <a:pt x="186870" y="73968"/>
                </a:lnTo>
                <a:lnTo>
                  <a:pt x="255981" y="81273"/>
                </a:lnTo>
                <a:lnTo>
                  <a:pt x="260813" y="83331"/>
                </a:lnTo>
                <a:lnTo>
                  <a:pt x="268379" y="89751"/>
                </a:lnTo>
                <a:lnTo>
                  <a:pt x="271087" y="93827"/>
                </a:lnTo>
                <a:lnTo>
                  <a:pt x="274078" y="103008"/>
                </a:lnTo>
                <a:lnTo>
                  <a:pt x="274278" y="107905"/>
                </a:lnTo>
                <a:lnTo>
                  <a:pt x="273171" y="112593"/>
                </a:lnTo>
                <a:lnTo>
                  <a:pt x="271947" y="117606"/>
                </a:lnTo>
                <a:lnTo>
                  <a:pt x="269238" y="122112"/>
                </a:lnTo>
                <a:lnTo>
                  <a:pt x="217656" y="168616"/>
                </a:lnTo>
                <a:lnTo>
                  <a:pt x="232006" y="236333"/>
                </a:lnTo>
                <a:lnTo>
                  <a:pt x="231942" y="237922"/>
                </a:lnTo>
                <a:lnTo>
                  <a:pt x="231830" y="239211"/>
                </a:lnTo>
                <a:close/>
              </a:path>
              <a:path w="274320" h="263525">
                <a:moveTo>
                  <a:pt x="116538" y="238977"/>
                </a:moveTo>
                <a:lnTo>
                  <a:pt x="68873" y="238977"/>
                </a:lnTo>
                <a:lnTo>
                  <a:pt x="131212" y="203035"/>
                </a:lnTo>
                <a:lnTo>
                  <a:pt x="133035" y="202006"/>
                </a:lnTo>
                <a:lnTo>
                  <a:pt x="135080" y="201459"/>
                </a:lnTo>
                <a:lnTo>
                  <a:pt x="139234" y="201459"/>
                </a:lnTo>
                <a:lnTo>
                  <a:pt x="141278" y="202006"/>
                </a:lnTo>
                <a:lnTo>
                  <a:pt x="184796" y="227087"/>
                </a:lnTo>
                <a:lnTo>
                  <a:pt x="137163" y="227087"/>
                </a:lnTo>
                <a:lnTo>
                  <a:pt x="116538" y="238977"/>
                </a:lnTo>
                <a:close/>
              </a:path>
              <a:path w="274320" h="263525">
                <a:moveTo>
                  <a:pt x="206391" y="262652"/>
                </a:moveTo>
                <a:lnTo>
                  <a:pt x="201221" y="262652"/>
                </a:lnTo>
                <a:lnTo>
                  <a:pt x="196755" y="261441"/>
                </a:lnTo>
                <a:lnTo>
                  <a:pt x="137163" y="227087"/>
                </a:lnTo>
                <a:lnTo>
                  <a:pt x="184796" y="227087"/>
                </a:lnTo>
                <a:lnTo>
                  <a:pt x="205831" y="239211"/>
                </a:lnTo>
                <a:lnTo>
                  <a:pt x="231830" y="239211"/>
                </a:lnTo>
                <a:lnTo>
                  <a:pt x="207029" y="262626"/>
                </a:lnTo>
                <a:lnTo>
                  <a:pt x="206391" y="262652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29684" y="814138"/>
            <a:ext cx="379901" cy="37990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352241" y="2761312"/>
            <a:ext cx="1582514" cy="45499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78354" y="2888896"/>
            <a:ext cx="190500" cy="1905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384017" y="8979016"/>
            <a:ext cx="103711" cy="10371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650211" y="8905568"/>
            <a:ext cx="187449" cy="24327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883243" y="8906336"/>
            <a:ext cx="209216" cy="24276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127798" y="8905568"/>
            <a:ext cx="216130" cy="24327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423822" y="8905568"/>
            <a:ext cx="205887" cy="24353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688095" y="8912738"/>
            <a:ext cx="70165" cy="23226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794624" y="8919652"/>
            <a:ext cx="130344" cy="20537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955954" y="8917091"/>
            <a:ext cx="137002" cy="20793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125734" y="8912482"/>
            <a:ext cx="70165" cy="23226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232519" y="8903007"/>
            <a:ext cx="228934" cy="24532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541528" y="8905568"/>
            <a:ext cx="199741" cy="24353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790180" y="8906080"/>
            <a:ext cx="214850" cy="24199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097459" y="8906592"/>
            <a:ext cx="192571" cy="24250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322552" y="8905056"/>
            <a:ext cx="228934" cy="24557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574534" y="9099163"/>
            <a:ext cx="24765" cy="62230"/>
          </a:xfrm>
          <a:custGeom>
            <a:avLst/>
            <a:gdLst/>
            <a:ahLst/>
            <a:cxnLst/>
            <a:rect l="l" t="t" r="r" b="b"/>
            <a:pathLst>
              <a:path w="24764" h="62229">
                <a:moveTo>
                  <a:pt x="7084" y="61715"/>
                </a:moveTo>
                <a:lnTo>
                  <a:pt x="768" y="61715"/>
                </a:lnTo>
                <a:lnTo>
                  <a:pt x="0" y="60776"/>
                </a:lnTo>
                <a:lnTo>
                  <a:pt x="0" y="0"/>
                </a:lnTo>
                <a:lnTo>
                  <a:pt x="24583" y="0"/>
                </a:lnTo>
                <a:lnTo>
                  <a:pt x="24583" y="29449"/>
                </a:lnTo>
                <a:lnTo>
                  <a:pt x="24284" y="30942"/>
                </a:lnTo>
                <a:lnTo>
                  <a:pt x="21766" y="36619"/>
                </a:lnTo>
                <a:lnTo>
                  <a:pt x="8962" y="59154"/>
                </a:lnTo>
                <a:lnTo>
                  <a:pt x="8279" y="60861"/>
                </a:lnTo>
                <a:lnTo>
                  <a:pt x="7084" y="61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687670" y="8906080"/>
            <a:ext cx="444809" cy="24455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163977" y="8917859"/>
            <a:ext cx="229190" cy="19820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479975" y="8906080"/>
            <a:ext cx="218947" cy="244811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780416" y="8905568"/>
            <a:ext cx="226117" cy="24378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096222" y="8917347"/>
            <a:ext cx="132905" cy="21049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254093" y="8917603"/>
            <a:ext cx="143994" cy="21280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582516" y="8905312"/>
            <a:ext cx="218947" cy="243787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417728" y="8917603"/>
            <a:ext cx="143994" cy="21280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833985" y="8905568"/>
            <a:ext cx="179767" cy="24404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052165" y="8907105"/>
            <a:ext cx="228934" cy="24327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367495" y="8905568"/>
            <a:ext cx="203326" cy="24737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603600" y="8905824"/>
            <a:ext cx="215106" cy="243787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841497" y="8905312"/>
            <a:ext cx="218691" cy="243787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085796" y="9099419"/>
            <a:ext cx="26034" cy="26670"/>
          </a:xfrm>
          <a:custGeom>
            <a:avLst/>
            <a:gdLst/>
            <a:ahLst/>
            <a:cxnLst/>
            <a:rect l="l" t="t" r="r" b="b"/>
            <a:pathLst>
              <a:path w="26034" h="26670">
                <a:moveTo>
                  <a:pt x="25863" y="26376"/>
                </a:moveTo>
                <a:lnTo>
                  <a:pt x="0" y="26376"/>
                </a:lnTo>
                <a:lnTo>
                  <a:pt x="0" y="0"/>
                </a:lnTo>
                <a:lnTo>
                  <a:pt x="25863" y="0"/>
                </a:lnTo>
                <a:lnTo>
                  <a:pt x="25863" y="263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410143" y="3392175"/>
            <a:ext cx="469265" cy="492125"/>
          </a:xfrm>
          <a:custGeom>
            <a:avLst/>
            <a:gdLst/>
            <a:ahLst/>
            <a:cxnLst/>
            <a:rect l="l" t="t" r="r" b="b"/>
            <a:pathLst>
              <a:path w="469264" h="492125">
                <a:moveTo>
                  <a:pt x="421767" y="46863"/>
                </a:moveTo>
                <a:lnTo>
                  <a:pt x="48425" y="46863"/>
                </a:lnTo>
                <a:lnTo>
                  <a:pt x="48425" y="0"/>
                </a:lnTo>
                <a:lnTo>
                  <a:pt x="421767" y="0"/>
                </a:lnTo>
                <a:lnTo>
                  <a:pt x="421767" y="46863"/>
                </a:lnTo>
                <a:close/>
              </a:path>
              <a:path w="469264" h="492125">
                <a:moveTo>
                  <a:pt x="166276" y="142151"/>
                </a:moveTo>
                <a:lnTo>
                  <a:pt x="108826" y="142151"/>
                </a:lnTo>
                <a:lnTo>
                  <a:pt x="107090" y="133472"/>
                </a:lnTo>
                <a:lnTo>
                  <a:pt x="106222" y="126182"/>
                </a:lnTo>
                <a:lnTo>
                  <a:pt x="106222" y="46863"/>
                </a:lnTo>
                <a:lnTo>
                  <a:pt x="164541" y="46863"/>
                </a:lnTo>
                <a:lnTo>
                  <a:pt x="164541" y="140415"/>
                </a:lnTo>
                <a:lnTo>
                  <a:pt x="166276" y="142151"/>
                </a:lnTo>
                <a:close/>
              </a:path>
              <a:path w="469264" h="492125">
                <a:moveTo>
                  <a:pt x="361365" y="142151"/>
                </a:moveTo>
                <a:lnTo>
                  <a:pt x="303915" y="142151"/>
                </a:lnTo>
                <a:lnTo>
                  <a:pt x="305650" y="140415"/>
                </a:lnTo>
                <a:lnTo>
                  <a:pt x="305650" y="46863"/>
                </a:lnTo>
                <a:lnTo>
                  <a:pt x="363969" y="46863"/>
                </a:lnTo>
                <a:lnTo>
                  <a:pt x="363855" y="126182"/>
                </a:lnTo>
                <a:lnTo>
                  <a:pt x="363708" y="128178"/>
                </a:lnTo>
                <a:lnTo>
                  <a:pt x="362667" y="134774"/>
                </a:lnTo>
                <a:lnTo>
                  <a:pt x="362060" y="138332"/>
                </a:lnTo>
                <a:lnTo>
                  <a:pt x="361365" y="142151"/>
                </a:lnTo>
                <a:close/>
              </a:path>
              <a:path w="469264" h="492125">
                <a:moveTo>
                  <a:pt x="433743" y="189014"/>
                </a:moveTo>
                <a:lnTo>
                  <a:pt x="38531" y="189014"/>
                </a:lnTo>
                <a:lnTo>
                  <a:pt x="38531" y="142151"/>
                </a:lnTo>
                <a:lnTo>
                  <a:pt x="433743" y="142151"/>
                </a:lnTo>
                <a:lnTo>
                  <a:pt x="433743" y="189014"/>
                </a:lnTo>
                <a:close/>
              </a:path>
              <a:path w="469264" h="492125">
                <a:moveTo>
                  <a:pt x="265557" y="234835"/>
                </a:moveTo>
                <a:lnTo>
                  <a:pt x="206197" y="234835"/>
                </a:lnTo>
                <a:lnTo>
                  <a:pt x="206197" y="189014"/>
                </a:lnTo>
                <a:lnTo>
                  <a:pt x="265557" y="189014"/>
                </a:lnTo>
                <a:lnTo>
                  <a:pt x="265557" y="234835"/>
                </a:lnTo>
                <a:close/>
              </a:path>
              <a:path w="469264" h="492125">
                <a:moveTo>
                  <a:pt x="460125" y="283781"/>
                </a:moveTo>
                <a:lnTo>
                  <a:pt x="0" y="283781"/>
                </a:lnTo>
                <a:lnTo>
                  <a:pt x="0" y="234835"/>
                </a:lnTo>
                <a:lnTo>
                  <a:pt x="469150" y="234835"/>
                </a:lnTo>
                <a:lnTo>
                  <a:pt x="469150" y="273367"/>
                </a:lnTo>
                <a:lnTo>
                  <a:pt x="468803" y="277880"/>
                </a:lnTo>
                <a:lnTo>
                  <a:pt x="467328" y="280744"/>
                </a:lnTo>
                <a:lnTo>
                  <a:pt x="462121" y="283174"/>
                </a:lnTo>
                <a:lnTo>
                  <a:pt x="460125" y="283781"/>
                </a:lnTo>
                <a:close/>
              </a:path>
              <a:path w="469264" h="492125">
                <a:moveTo>
                  <a:pt x="397988" y="491540"/>
                </a:moveTo>
                <a:lnTo>
                  <a:pt x="346786" y="491540"/>
                </a:lnTo>
                <a:lnTo>
                  <a:pt x="346786" y="368308"/>
                </a:lnTo>
                <a:lnTo>
                  <a:pt x="345050" y="366572"/>
                </a:lnTo>
                <a:lnTo>
                  <a:pt x="63004" y="366572"/>
                </a:lnTo>
                <a:lnTo>
                  <a:pt x="63004" y="318147"/>
                </a:lnTo>
                <a:lnTo>
                  <a:pt x="382540" y="318147"/>
                </a:lnTo>
                <a:lnTo>
                  <a:pt x="390004" y="321098"/>
                </a:lnTo>
                <a:lnTo>
                  <a:pt x="402501" y="332900"/>
                </a:lnTo>
                <a:lnTo>
                  <a:pt x="405625" y="340364"/>
                </a:lnTo>
                <a:lnTo>
                  <a:pt x="405625" y="483903"/>
                </a:lnTo>
                <a:lnTo>
                  <a:pt x="404583" y="486333"/>
                </a:lnTo>
                <a:lnTo>
                  <a:pt x="400418" y="490499"/>
                </a:lnTo>
                <a:lnTo>
                  <a:pt x="397988" y="4915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876170" y="3388009"/>
            <a:ext cx="447040" cy="500380"/>
          </a:xfrm>
          <a:custGeom>
            <a:avLst/>
            <a:gdLst/>
            <a:ahLst/>
            <a:cxnLst/>
            <a:rect l="l" t="t" r="r" b="b"/>
            <a:pathLst>
              <a:path w="447039" h="500379">
                <a:moveTo>
                  <a:pt x="431313" y="256184"/>
                </a:moveTo>
                <a:lnTo>
                  <a:pt x="380111" y="256184"/>
                </a:lnTo>
                <a:lnTo>
                  <a:pt x="380111" y="131216"/>
                </a:lnTo>
                <a:lnTo>
                  <a:pt x="255143" y="131216"/>
                </a:lnTo>
                <a:lnTo>
                  <a:pt x="255143" y="81229"/>
                </a:lnTo>
                <a:lnTo>
                  <a:pt x="380111" y="81229"/>
                </a:lnTo>
                <a:lnTo>
                  <a:pt x="380111" y="0"/>
                </a:lnTo>
                <a:lnTo>
                  <a:pt x="438950" y="0"/>
                </a:lnTo>
                <a:lnTo>
                  <a:pt x="438950" y="248547"/>
                </a:lnTo>
                <a:lnTo>
                  <a:pt x="437908" y="250977"/>
                </a:lnTo>
                <a:lnTo>
                  <a:pt x="433743" y="255143"/>
                </a:lnTo>
                <a:lnTo>
                  <a:pt x="431313" y="256184"/>
                </a:lnTo>
                <a:close/>
              </a:path>
              <a:path w="447039" h="500379">
                <a:moveTo>
                  <a:pt x="39573" y="268681"/>
                </a:moveTo>
                <a:lnTo>
                  <a:pt x="0" y="231190"/>
                </a:lnTo>
                <a:lnTo>
                  <a:pt x="11943" y="225219"/>
                </a:lnTo>
                <a:lnTo>
                  <a:pt x="23932" y="218694"/>
                </a:lnTo>
                <a:lnTo>
                  <a:pt x="58774" y="196499"/>
                </a:lnTo>
                <a:lnTo>
                  <a:pt x="89039" y="170529"/>
                </a:lnTo>
                <a:lnTo>
                  <a:pt x="118719" y="131216"/>
                </a:lnTo>
                <a:lnTo>
                  <a:pt x="130107" y="89039"/>
                </a:lnTo>
                <a:lnTo>
                  <a:pt x="130175" y="3644"/>
                </a:lnTo>
                <a:lnTo>
                  <a:pt x="190576" y="3644"/>
                </a:lnTo>
                <a:lnTo>
                  <a:pt x="190576" y="89039"/>
                </a:lnTo>
                <a:lnTo>
                  <a:pt x="191210" y="99535"/>
                </a:lnTo>
                <a:lnTo>
                  <a:pt x="206278" y="137952"/>
                </a:lnTo>
                <a:lnTo>
                  <a:pt x="234996" y="168706"/>
                </a:lnTo>
                <a:lnTo>
                  <a:pt x="161937" y="168706"/>
                </a:lnTo>
                <a:lnTo>
                  <a:pt x="127083" y="207075"/>
                </a:lnTo>
                <a:lnTo>
                  <a:pt x="96394" y="233241"/>
                </a:lnTo>
                <a:lnTo>
                  <a:pt x="59945" y="257453"/>
                </a:lnTo>
                <a:lnTo>
                  <a:pt x="39573" y="268681"/>
                </a:lnTo>
                <a:close/>
              </a:path>
              <a:path w="447039" h="500379">
                <a:moveTo>
                  <a:pt x="285343" y="257225"/>
                </a:moveTo>
                <a:lnTo>
                  <a:pt x="243589" y="235633"/>
                </a:lnTo>
                <a:lnTo>
                  <a:pt x="209598" y="212640"/>
                </a:lnTo>
                <a:lnTo>
                  <a:pt x="179413" y="187256"/>
                </a:lnTo>
                <a:lnTo>
                  <a:pt x="161937" y="168706"/>
                </a:lnTo>
                <a:lnTo>
                  <a:pt x="234996" y="168706"/>
                </a:lnTo>
                <a:lnTo>
                  <a:pt x="237780" y="171082"/>
                </a:lnTo>
                <a:lnTo>
                  <a:pt x="247657" y="178730"/>
                </a:lnTo>
                <a:lnTo>
                  <a:pt x="281226" y="200518"/>
                </a:lnTo>
                <a:lnTo>
                  <a:pt x="318668" y="220776"/>
                </a:lnTo>
                <a:lnTo>
                  <a:pt x="285343" y="257225"/>
                </a:lnTo>
                <a:close/>
              </a:path>
              <a:path w="447039" h="500379">
                <a:moveTo>
                  <a:pt x="439123" y="499872"/>
                </a:moveTo>
                <a:lnTo>
                  <a:pt x="141109" y="499872"/>
                </a:lnTo>
                <a:lnTo>
                  <a:pt x="127213" y="497919"/>
                </a:lnTo>
                <a:lnTo>
                  <a:pt x="117287" y="492061"/>
                </a:lnTo>
                <a:lnTo>
                  <a:pt x="111332" y="482298"/>
                </a:lnTo>
                <a:lnTo>
                  <a:pt x="109347" y="468630"/>
                </a:lnTo>
                <a:lnTo>
                  <a:pt x="109347" y="366572"/>
                </a:lnTo>
                <a:lnTo>
                  <a:pt x="374730" y="366572"/>
                </a:lnTo>
                <a:lnTo>
                  <a:pt x="376466" y="364837"/>
                </a:lnTo>
                <a:lnTo>
                  <a:pt x="376466" y="330123"/>
                </a:lnTo>
                <a:lnTo>
                  <a:pt x="109347" y="330123"/>
                </a:lnTo>
                <a:lnTo>
                  <a:pt x="109347" y="281698"/>
                </a:lnTo>
                <a:lnTo>
                  <a:pt x="435305" y="281698"/>
                </a:lnTo>
                <a:lnTo>
                  <a:pt x="435305" y="391392"/>
                </a:lnTo>
                <a:lnTo>
                  <a:pt x="432267" y="399029"/>
                </a:lnTo>
                <a:lnTo>
                  <a:pt x="420118" y="410138"/>
                </a:lnTo>
                <a:lnTo>
                  <a:pt x="412567" y="412915"/>
                </a:lnTo>
                <a:lnTo>
                  <a:pt x="168706" y="412915"/>
                </a:lnTo>
                <a:lnTo>
                  <a:pt x="168706" y="450231"/>
                </a:lnTo>
                <a:lnTo>
                  <a:pt x="170442" y="451967"/>
                </a:lnTo>
                <a:lnTo>
                  <a:pt x="446760" y="451967"/>
                </a:lnTo>
                <a:lnTo>
                  <a:pt x="446760" y="492235"/>
                </a:lnTo>
                <a:lnTo>
                  <a:pt x="445719" y="494665"/>
                </a:lnTo>
                <a:lnTo>
                  <a:pt x="441553" y="498830"/>
                </a:lnTo>
                <a:lnTo>
                  <a:pt x="439123" y="4998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379166" y="3413523"/>
            <a:ext cx="468630" cy="405130"/>
          </a:xfrm>
          <a:custGeom>
            <a:avLst/>
            <a:gdLst/>
            <a:ahLst/>
            <a:cxnLst/>
            <a:rect l="l" t="t" r="r" b="b"/>
            <a:pathLst>
              <a:path w="468630" h="405129">
                <a:moveTo>
                  <a:pt x="460993" y="405104"/>
                </a:moveTo>
                <a:lnTo>
                  <a:pt x="0" y="405104"/>
                </a:lnTo>
                <a:lnTo>
                  <a:pt x="0" y="356679"/>
                </a:lnTo>
                <a:lnTo>
                  <a:pt x="205155" y="356679"/>
                </a:lnTo>
                <a:lnTo>
                  <a:pt x="205155" y="274929"/>
                </a:lnTo>
                <a:lnTo>
                  <a:pt x="83138" y="274929"/>
                </a:lnTo>
                <a:lnTo>
                  <a:pt x="75588" y="271892"/>
                </a:lnTo>
                <a:lnTo>
                  <a:pt x="63438" y="259742"/>
                </a:lnTo>
                <a:lnTo>
                  <a:pt x="60401" y="252365"/>
                </a:lnTo>
                <a:lnTo>
                  <a:pt x="60401" y="112471"/>
                </a:lnTo>
                <a:lnTo>
                  <a:pt x="341926" y="112471"/>
                </a:lnTo>
                <a:lnTo>
                  <a:pt x="343662" y="110735"/>
                </a:lnTo>
                <a:lnTo>
                  <a:pt x="343662" y="49987"/>
                </a:lnTo>
                <a:lnTo>
                  <a:pt x="60401" y="49987"/>
                </a:lnTo>
                <a:lnTo>
                  <a:pt x="60401" y="0"/>
                </a:lnTo>
                <a:lnTo>
                  <a:pt x="404583" y="0"/>
                </a:lnTo>
                <a:lnTo>
                  <a:pt x="404583" y="139894"/>
                </a:lnTo>
                <a:lnTo>
                  <a:pt x="401546" y="147531"/>
                </a:lnTo>
                <a:lnTo>
                  <a:pt x="389396" y="158639"/>
                </a:lnTo>
                <a:lnTo>
                  <a:pt x="381846" y="161417"/>
                </a:lnTo>
                <a:lnTo>
                  <a:pt x="120802" y="161417"/>
                </a:lnTo>
                <a:lnTo>
                  <a:pt x="120802" y="223206"/>
                </a:lnTo>
                <a:lnTo>
                  <a:pt x="122538" y="224942"/>
                </a:lnTo>
                <a:lnTo>
                  <a:pt x="412394" y="224942"/>
                </a:lnTo>
                <a:lnTo>
                  <a:pt x="412394" y="274929"/>
                </a:lnTo>
                <a:lnTo>
                  <a:pt x="265036" y="274929"/>
                </a:lnTo>
                <a:lnTo>
                  <a:pt x="265036" y="356679"/>
                </a:lnTo>
                <a:lnTo>
                  <a:pt x="468629" y="356679"/>
                </a:lnTo>
                <a:lnTo>
                  <a:pt x="468629" y="397467"/>
                </a:lnTo>
                <a:lnTo>
                  <a:pt x="467588" y="399897"/>
                </a:lnTo>
                <a:lnTo>
                  <a:pt x="463422" y="4040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006696" y="3387488"/>
            <a:ext cx="414655" cy="496570"/>
          </a:xfrm>
          <a:custGeom>
            <a:avLst/>
            <a:gdLst/>
            <a:ahLst/>
            <a:cxnLst/>
            <a:rect l="l" t="t" r="r" b="b"/>
            <a:pathLst>
              <a:path w="414654" h="496570">
                <a:moveTo>
                  <a:pt x="304609" y="73939"/>
                </a:moveTo>
                <a:lnTo>
                  <a:pt x="5727" y="73939"/>
                </a:lnTo>
                <a:lnTo>
                  <a:pt x="5727" y="25514"/>
                </a:lnTo>
                <a:lnTo>
                  <a:pt x="304609" y="25514"/>
                </a:lnTo>
                <a:lnTo>
                  <a:pt x="304609" y="73939"/>
                </a:lnTo>
                <a:close/>
              </a:path>
              <a:path w="414654" h="496570">
                <a:moveTo>
                  <a:pt x="111603" y="324916"/>
                </a:moveTo>
                <a:lnTo>
                  <a:pt x="55714" y="324916"/>
                </a:lnTo>
                <a:lnTo>
                  <a:pt x="53284" y="319015"/>
                </a:lnTo>
                <a:lnTo>
                  <a:pt x="52142" y="312485"/>
                </a:lnTo>
                <a:lnTo>
                  <a:pt x="52070" y="73939"/>
                </a:lnTo>
                <a:lnTo>
                  <a:pt x="109867" y="73939"/>
                </a:lnTo>
                <a:lnTo>
                  <a:pt x="109867" y="323181"/>
                </a:lnTo>
                <a:lnTo>
                  <a:pt x="111603" y="324916"/>
                </a:lnTo>
                <a:close/>
              </a:path>
              <a:path w="414654" h="496570">
                <a:moveTo>
                  <a:pt x="149440" y="372821"/>
                </a:moveTo>
                <a:lnTo>
                  <a:pt x="0" y="372821"/>
                </a:lnTo>
                <a:lnTo>
                  <a:pt x="0" y="324916"/>
                </a:lnTo>
                <a:lnTo>
                  <a:pt x="198213" y="324916"/>
                </a:lnTo>
                <a:lnTo>
                  <a:pt x="199948" y="323181"/>
                </a:lnTo>
                <a:lnTo>
                  <a:pt x="199948" y="73939"/>
                </a:lnTo>
                <a:lnTo>
                  <a:pt x="258267" y="73939"/>
                </a:lnTo>
                <a:lnTo>
                  <a:pt x="258218" y="310483"/>
                </a:lnTo>
                <a:lnTo>
                  <a:pt x="257399" y="315891"/>
                </a:lnTo>
                <a:lnTo>
                  <a:pt x="255663" y="320751"/>
                </a:lnTo>
                <a:lnTo>
                  <a:pt x="320230" y="320751"/>
                </a:lnTo>
                <a:lnTo>
                  <a:pt x="320230" y="358241"/>
                </a:lnTo>
                <a:lnTo>
                  <a:pt x="311996" y="360470"/>
                </a:lnTo>
                <a:lnTo>
                  <a:pt x="270926" y="367142"/>
                </a:lnTo>
                <a:lnTo>
                  <a:pt x="223966" y="370933"/>
                </a:lnTo>
                <a:lnTo>
                  <a:pt x="167665" y="372691"/>
                </a:lnTo>
                <a:lnTo>
                  <a:pt x="149440" y="372821"/>
                </a:lnTo>
                <a:close/>
              </a:path>
              <a:path w="414654" h="496570">
                <a:moveTo>
                  <a:pt x="320230" y="320751"/>
                </a:moveTo>
                <a:lnTo>
                  <a:pt x="255663" y="320751"/>
                </a:lnTo>
                <a:lnTo>
                  <a:pt x="263994" y="319660"/>
                </a:lnTo>
                <a:lnTo>
                  <a:pt x="272326" y="318473"/>
                </a:lnTo>
                <a:lnTo>
                  <a:pt x="312810" y="310483"/>
                </a:lnTo>
                <a:lnTo>
                  <a:pt x="320230" y="308254"/>
                </a:lnTo>
                <a:lnTo>
                  <a:pt x="320230" y="320751"/>
                </a:lnTo>
                <a:close/>
              </a:path>
              <a:path w="414654" h="496570">
                <a:moveTo>
                  <a:pt x="406840" y="496227"/>
                </a:moveTo>
                <a:lnTo>
                  <a:pt x="354596" y="496227"/>
                </a:lnTo>
                <a:lnTo>
                  <a:pt x="354596" y="0"/>
                </a:lnTo>
                <a:lnTo>
                  <a:pt x="414477" y="0"/>
                </a:lnTo>
                <a:lnTo>
                  <a:pt x="414477" y="488590"/>
                </a:lnTo>
                <a:lnTo>
                  <a:pt x="413435" y="491020"/>
                </a:lnTo>
                <a:lnTo>
                  <a:pt x="409270" y="495185"/>
                </a:lnTo>
                <a:lnTo>
                  <a:pt x="406840" y="496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485219" y="3387488"/>
            <a:ext cx="454025" cy="496570"/>
          </a:xfrm>
          <a:custGeom>
            <a:avLst/>
            <a:gdLst/>
            <a:ahLst/>
            <a:cxnLst/>
            <a:rect l="l" t="t" r="r" b="b"/>
            <a:pathLst>
              <a:path w="454025" h="496570">
                <a:moveTo>
                  <a:pt x="131737" y="404063"/>
                </a:moveTo>
                <a:lnTo>
                  <a:pt x="84093" y="394430"/>
                </a:lnTo>
                <a:lnTo>
                  <a:pt x="46863" y="368134"/>
                </a:lnTo>
                <a:lnTo>
                  <a:pt x="22347" y="328171"/>
                </a:lnTo>
                <a:lnTo>
                  <a:pt x="13538" y="278053"/>
                </a:lnTo>
                <a:lnTo>
                  <a:pt x="14075" y="264531"/>
                </a:lnTo>
                <a:lnTo>
                  <a:pt x="22129" y="227285"/>
                </a:lnTo>
                <a:lnTo>
                  <a:pt x="46342" y="187191"/>
                </a:lnTo>
                <a:lnTo>
                  <a:pt x="83832" y="160896"/>
                </a:lnTo>
                <a:lnTo>
                  <a:pt x="131737" y="151523"/>
                </a:lnTo>
                <a:lnTo>
                  <a:pt x="144949" y="152109"/>
                </a:lnTo>
                <a:lnTo>
                  <a:pt x="191227" y="166054"/>
                </a:lnTo>
                <a:lnTo>
                  <a:pt x="225528" y="196043"/>
                </a:lnTo>
                <a:lnTo>
                  <a:pt x="228140" y="199948"/>
                </a:lnTo>
                <a:lnTo>
                  <a:pt x="131737" y="199948"/>
                </a:lnTo>
                <a:lnTo>
                  <a:pt x="124398" y="200371"/>
                </a:lnTo>
                <a:lnTo>
                  <a:pt x="89544" y="219214"/>
                </a:lnTo>
                <a:lnTo>
                  <a:pt x="71596" y="256477"/>
                </a:lnTo>
                <a:lnTo>
                  <a:pt x="69253" y="278053"/>
                </a:lnTo>
                <a:lnTo>
                  <a:pt x="69545" y="286238"/>
                </a:lnTo>
                <a:lnTo>
                  <a:pt x="83019" y="328171"/>
                </a:lnTo>
                <a:lnTo>
                  <a:pt x="118719" y="353685"/>
                </a:lnTo>
                <a:lnTo>
                  <a:pt x="131737" y="355117"/>
                </a:lnTo>
                <a:lnTo>
                  <a:pt x="227327" y="355117"/>
                </a:lnTo>
                <a:lnTo>
                  <a:pt x="225023" y="358518"/>
                </a:lnTo>
                <a:lnTo>
                  <a:pt x="190706" y="388783"/>
                </a:lnTo>
                <a:lnTo>
                  <a:pt x="144722" y="403444"/>
                </a:lnTo>
                <a:lnTo>
                  <a:pt x="131737" y="404063"/>
                </a:lnTo>
                <a:close/>
              </a:path>
              <a:path w="454025" h="496570">
                <a:moveTo>
                  <a:pt x="227327" y="355117"/>
                </a:moveTo>
                <a:lnTo>
                  <a:pt x="131737" y="355117"/>
                </a:lnTo>
                <a:lnTo>
                  <a:pt x="138603" y="354759"/>
                </a:lnTo>
                <a:lnTo>
                  <a:pt x="145145" y="353685"/>
                </a:lnTo>
                <a:lnTo>
                  <a:pt x="180959" y="328171"/>
                </a:lnTo>
                <a:lnTo>
                  <a:pt x="193944" y="286238"/>
                </a:lnTo>
                <a:lnTo>
                  <a:pt x="194221" y="278053"/>
                </a:lnTo>
                <a:lnTo>
                  <a:pt x="193960" y="270796"/>
                </a:lnTo>
                <a:lnTo>
                  <a:pt x="181756" y="230084"/>
                </a:lnTo>
                <a:lnTo>
                  <a:pt x="152483" y="203756"/>
                </a:lnTo>
                <a:lnTo>
                  <a:pt x="131737" y="199948"/>
                </a:lnTo>
                <a:lnTo>
                  <a:pt x="228140" y="199948"/>
                </a:lnTo>
                <a:lnTo>
                  <a:pt x="245770" y="239147"/>
                </a:lnTo>
                <a:lnTo>
                  <a:pt x="250456" y="278053"/>
                </a:lnTo>
                <a:lnTo>
                  <a:pt x="249919" y="291103"/>
                </a:lnTo>
                <a:lnTo>
                  <a:pt x="237130" y="338601"/>
                </a:lnTo>
                <a:lnTo>
                  <a:pt x="231516" y="348934"/>
                </a:lnTo>
                <a:lnTo>
                  <a:pt x="227327" y="355117"/>
                </a:lnTo>
                <a:close/>
              </a:path>
              <a:path w="454025" h="496570">
                <a:moveTo>
                  <a:pt x="160375" y="74980"/>
                </a:moveTo>
                <a:lnTo>
                  <a:pt x="100495" y="74980"/>
                </a:lnTo>
                <a:lnTo>
                  <a:pt x="100495" y="4686"/>
                </a:lnTo>
                <a:lnTo>
                  <a:pt x="160375" y="4686"/>
                </a:lnTo>
                <a:lnTo>
                  <a:pt x="160375" y="74980"/>
                </a:lnTo>
                <a:close/>
              </a:path>
              <a:path w="454025" h="496570">
                <a:moveTo>
                  <a:pt x="260350" y="123405"/>
                </a:moveTo>
                <a:lnTo>
                  <a:pt x="0" y="123405"/>
                </a:lnTo>
                <a:lnTo>
                  <a:pt x="0" y="74980"/>
                </a:lnTo>
                <a:lnTo>
                  <a:pt x="260350" y="74980"/>
                </a:lnTo>
                <a:lnTo>
                  <a:pt x="260350" y="123405"/>
                </a:lnTo>
                <a:close/>
              </a:path>
              <a:path w="454025" h="496570">
                <a:moveTo>
                  <a:pt x="332206" y="484251"/>
                </a:moveTo>
                <a:lnTo>
                  <a:pt x="283781" y="484251"/>
                </a:lnTo>
                <a:lnTo>
                  <a:pt x="283781" y="0"/>
                </a:lnTo>
                <a:lnTo>
                  <a:pt x="341579" y="0"/>
                </a:lnTo>
                <a:lnTo>
                  <a:pt x="341579" y="194741"/>
                </a:lnTo>
                <a:lnTo>
                  <a:pt x="453529" y="194741"/>
                </a:lnTo>
                <a:lnTo>
                  <a:pt x="453529" y="247332"/>
                </a:lnTo>
                <a:lnTo>
                  <a:pt x="341579" y="247332"/>
                </a:lnTo>
                <a:lnTo>
                  <a:pt x="341579" y="473837"/>
                </a:lnTo>
                <a:lnTo>
                  <a:pt x="341232" y="478696"/>
                </a:lnTo>
                <a:lnTo>
                  <a:pt x="339669" y="481647"/>
                </a:lnTo>
                <a:lnTo>
                  <a:pt x="334115" y="483730"/>
                </a:lnTo>
                <a:lnTo>
                  <a:pt x="332206" y="484251"/>
                </a:lnTo>
                <a:close/>
              </a:path>
              <a:path w="454025" h="496570">
                <a:moveTo>
                  <a:pt x="453529" y="194741"/>
                </a:moveTo>
                <a:lnTo>
                  <a:pt x="395211" y="194741"/>
                </a:lnTo>
                <a:lnTo>
                  <a:pt x="395211" y="0"/>
                </a:lnTo>
                <a:lnTo>
                  <a:pt x="453529" y="0"/>
                </a:lnTo>
                <a:lnTo>
                  <a:pt x="453529" y="194741"/>
                </a:lnTo>
                <a:close/>
              </a:path>
              <a:path w="454025" h="496570">
                <a:moveTo>
                  <a:pt x="443809" y="496227"/>
                </a:moveTo>
                <a:lnTo>
                  <a:pt x="395211" y="496227"/>
                </a:lnTo>
                <a:lnTo>
                  <a:pt x="395211" y="247332"/>
                </a:lnTo>
                <a:lnTo>
                  <a:pt x="453529" y="247332"/>
                </a:lnTo>
                <a:lnTo>
                  <a:pt x="453529" y="485813"/>
                </a:lnTo>
                <a:lnTo>
                  <a:pt x="453182" y="490672"/>
                </a:lnTo>
                <a:lnTo>
                  <a:pt x="451533" y="493623"/>
                </a:lnTo>
                <a:lnTo>
                  <a:pt x="445632" y="495706"/>
                </a:lnTo>
                <a:lnTo>
                  <a:pt x="443809" y="496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971553" y="3388529"/>
            <a:ext cx="469265" cy="499745"/>
          </a:xfrm>
          <a:custGeom>
            <a:avLst/>
            <a:gdLst/>
            <a:ahLst/>
            <a:cxnLst/>
            <a:rect l="l" t="t" r="r" b="b"/>
            <a:pathLst>
              <a:path w="469264" h="499745">
                <a:moveTo>
                  <a:pt x="461513" y="272326"/>
                </a:moveTo>
                <a:lnTo>
                  <a:pt x="0" y="272326"/>
                </a:lnTo>
                <a:lnTo>
                  <a:pt x="0" y="224421"/>
                </a:lnTo>
                <a:lnTo>
                  <a:pt x="469150" y="224421"/>
                </a:lnTo>
                <a:lnTo>
                  <a:pt x="469150" y="264689"/>
                </a:lnTo>
                <a:lnTo>
                  <a:pt x="468109" y="267119"/>
                </a:lnTo>
                <a:lnTo>
                  <a:pt x="463943" y="271284"/>
                </a:lnTo>
                <a:lnTo>
                  <a:pt x="461513" y="272326"/>
                </a:lnTo>
                <a:close/>
              </a:path>
              <a:path w="469264" h="499745">
                <a:moveTo>
                  <a:pt x="407708" y="196303"/>
                </a:moveTo>
                <a:lnTo>
                  <a:pt x="91469" y="196303"/>
                </a:lnTo>
                <a:lnTo>
                  <a:pt x="83919" y="193266"/>
                </a:lnTo>
                <a:lnTo>
                  <a:pt x="71769" y="181116"/>
                </a:lnTo>
                <a:lnTo>
                  <a:pt x="68732" y="173740"/>
                </a:lnTo>
                <a:lnTo>
                  <a:pt x="68732" y="76022"/>
                </a:lnTo>
                <a:lnTo>
                  <a:pt x="339322" y="76022"/>
                </a:lnTo>
                <a:lnTo>
                  <a:pt x="341058" y="74286"/>
                </a:lnTo>
                <a:lnTo>
                  <a:pt x="341058" y="45821"/>
                </a:lnTo>
                <a:lnTo>
                  <a:pt x="69253" y="45821"/>
                </a:lnTo>
                <a:lnTo>
                  <a:pt x="69253" y="0"/>
                </a:lnTo>
                <a:lnTo>
                  <a:pt x="401459" y="0"/>
                </a:lnTo>
                <a:lnTo>
                  <a:pt x="401459" y="98759"/>
                </a:lnTo>
                <a:lnTo>
                  <a:pt x="398422" y="106396"/>
                </a:lnTo>
                <a:lnTo>
                  <a:pt x="386272" y="117504"/>
                </a:lnTo>
                <a:lnTo>
                  <a:pt x="378722" y="120281"/>
                </a:lnTo>
                <a:lnTo>
                  <a:pt x="129654" y="120281"/>
                </a:lnTo>
                <a:lnTo>
                  <a:pt x="129654" y="147184"/>
                </a:lnTo>
                <a:lnTo>
                  <a:pt x="131389" y="148920"/>
                </a:lnTo>
                <a:lnTo>
                  <a:pt x="407708" y="148920"/>
                </a:lnTo>
                <a:lnTo>
                  <a:pt x="407708" y="196303"/>
                </a:lnTo>
                <a:close/>
              </a:path>
              <a:path w="469264" h="499745">
                <a:moveTo>
                  <a:pt x="406319" y="499351"/>
                </a:moveTo>
                <a:lnTo>
                  <a:pt x="99974" y="499351"/>
                </a:lnTo>
                <a:lnTo>
                  <a:pt x="86078" y="497398"/>
                </a:lnTo>
                <a:lnTo>
                  <a:pt x="76152" y="491540"/>
                </a:lnTo>
                <a:lnTo>
                  <a:pt x="70196" y="481777"/>
                </a:lnTo>
                <a:lnTo>
                  <a:pt x="68211" y="468109"/>
                </a:lnTo>
                <a:lnTo>
                  <a:pt x="68211" y="377507"/>
                </a:lnTo>
                <a:lnTo>
                  <a:pt x="342447" y="377507"/>
                </a:lnTo>
                <a:lnTo>
                  <a:pt x="344182" y="375771"/>
                </a:lnTo>
                <a:lnTo>
                  <a:pt x="344182" y="348869"/>
                </a:lnTo>
                <a:lnTo>
                  <a:pt x="68211" y="348869"/>
                </a:lnTo>
                <a:lnTo>
                  <a:pt x="68211" y="302006"/>
                </a:lnTo>
                <a:lnTo>
                  <a:pt x="403542" y="302006"/>
                </a:lnTo>
                <a:lnTo>
                  <a:pt x="403542" y="401286"/>
                </a:lnTo>
                <a:lnTo>
                  <a:pt x="400505" y="408923"/>
                </a:lnTo>
                <a:lnTo>
                  <a:pt x="388355" y="420031"/>
                </a:lnTo>
                <a:lnTo>
                  <a:pt x="380805" y="422808"/>
                </a:lnTo>
                <a:lnTo>
                  <a:pt x="126530" y="422808"/>
                </a:lnTo>
                <a:lnTo>
                  <a:pt x="126530" y="450752"/>
                </a:lnTo>
                <a:lnTo>
                  <a:pt x="128265" y="452488"/>
                </a:lnTo>
                <a:lnTo>
                  <a:pt x="413956" y="452488"/>
                </a:lnTo>
                <a:lnTo>
                  <a:pt x="413956" y="491714"/>
                </a:lnTo>
                <a:lnTo>
                  <a:pt x="412915" y="494144"/>
                </a:lnTo>
                <a:lnTo>
                  <a:pt x="408749" y="498309"/>
                </a:lnTo>
                <a:lnTo>
                  <a:pt x="406319" y="49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615373" y="3388009"/>
            <a:ext cx="396240" cy="497840"/>
          </a:xfrm>
          <a:custGeom>
            <a:avLst/>
            <a:gdLst/>
            <a:ahLst/>
            <a:cxnLst/>
            <a:rect l="l" t="t" r="r" b="b"/>
            <a:pathLst>
              <a:path w="396239" h="497839">
                <a:moveTo>
                  <a:pt x="131737" y="247332"/>
                </a:moveTo>
                <a:lnTo>
                  <a:pt x="93368" y="242499"/>
                </a:lnTo>
                <a:lnTo>
                  <a:pt x="48669" y="221606"/>
                </a:lnTo>
                <a:lnTo>
                  <a:pt x="16467" y="186133"/>
                </a:lnTo>
                <a:lnTo>
                  <a:pt x="669" y="138180"/>
                </a:lnTo>
                <a:lnTo>
                  <a:pt x="0" y="124447"/>
                </a:lnTo>
                <a:lnTo>
                  <a:pt x="632" y="111039"/>
                </a:lnTo>
                <a:lnTo>
                  <a:pt x="15718" y="64062"/>
                </a:lnTo>
                <a:lnTo>
                  <a:pt x="47627" y="29614"/>
                </a:lnTo>
                <a:lnTo>
                  <a:pt x="92391" y="9372"/>
                </a:lnTo>
                <a:lnTo>
                  <a:pt x="131737" y="4686"/>
                </a:lnTo>
                <a:lnTo>
                  <a:pt x="145291" y="5207"/>
                </a:lnTo>
                <a:lnTo>
                  <a:pt x="183026" y="13017"/>
                </a:lnTo>
                <a:lnTo>
                  <a:pt x="224161" y="36969"/>
                </a:lnTo>
                <a:lnTo>
                  <a:pt x="239729" y="54152"/>
                </a:lnTo>
                <a:lnTo>
                  <a:pt x="131737" y="54152"/>
                </a:lnTo>
                <a:lnTo>
                  <a:pt x="123373" y="54527"/>
                </a:lnTo>
                <a:lnTo>
                  <a:pt x="83051" y="71319"/>
                </a:lnTo>
                <a:lnTo>
                  <a:pt x="61621" y="104693"/>
                </a:lnTo>
                <a:lnTo>
                  <a:pt x="58839" y="123926"/>
                </a:lnTo>
                <a:lnTo>
                  <a:pt x="59197" y="132078"/>
                </a:lnTo>
                <a:lnTo>
                  <a:pt x="75355" y="172742"/>
                </a:lnTo>
                <a:lnTo>
                  <a:pt x="109623" y="194937"/>
                </a:lnTo>
                <a:lnTo>
                  <a:pt x="131737" y="197866"/>
                </a:lnTo>
                <a:lnTo>
                  <a:pt x="238244" y="197866"/>
                </a:lnTo>
                <a:lnTo>
                  <a:pt x="233680" y="203593"/>
                </a:lnTo>
                <a:lnTo>
                  <a:pt x="194888" y="232834"/>
                </a:lnTo>
                <a:lnTo>
                  <a:pt x="158422" y="244989"/>
                </a:lnTo>
                <a:lnTo>
                  <a:pt x="145307" y="246746"/>
                </a:lnTo>
                <a:lnTo>
                  <a:pt x="131737" y="247332"/>
                </a:lnTo>
                <a:close/>
              </a:path>
              <a:path w="396239" h="497839">
                <a:moveTo>
                  <a:pt x="238244" y="197866"/>
                </a:moveTo>
                <a:lnTo>
                  <a:pt x="131737" y="197866"/>
                </a:lnTo>
                <a:lnTo>
                  <a:pt x="140312" y="197475"/>
                </a:lnTo>
                <a:lnTo>
                  <a:pt x="148334" y="196303"/>
                </a:lnTo>
                <a:lnTo>
                  <a:pt x="185108" y="175215"/>
                </a:lnTo>
                <a:lnTo>
                  <a:pt x="202422" y="138180"/>
                </a:lnTo>
                <a:lnTo>
                  <a:pt x="203593" y="123926"/>
                </a:lnTo>
                <a:lnTo>
                  <a:pt x="203268" y="116978"/>
                </a:lnTo>
                <a:lnTo>
                  <a:pt x="188233" y="79878"/>
                </a:lnTo>
                <a:lnTo>
                  <a:pt x="154338" y="57374"/>
                </a:lnTo>
                <a:lnTo>
                  <a:pt x="131737" y="54152"/>
                </a:lnTo>
                <a:lnTo>
                  <a:pt x="239729" y="54152"/>
                </a:lnTo>
                <a:lnTo>
                  <a:pt x="259503" y="98217"/>
                </a:lnTo>
                <a:lnTo>
                  <a:pt x="262432" y="124447"/>
                </a:lnTo>
                <a:lnTo>
                  <a:pt x="262042" y="137253"/>
                </a:lnTo>
                <a:lnTo>
                  <a:pt x="247609" y="184067"/>
                </a:lnTo>
                <a:lnTo>
                  <a:pt x="241149" y="194221"/>
                </a:lnTo>
                <a:lnTo>
                  <a:pt x="238244" y="197866"/>
                </a:lnTo>
                <a:close/>
              </a:path>
              <a:path w="396239" h="497839">
                <a:moveTo>
                  <a:pt x="388095" y="267119"/>
                </a:moveTo>
                <a:lnTo>
                  <a:pt x="337934" y="267119"/>
                </a:lnTo>
                <a:lnTo>
                  <a:pt x="337934" y="0"/>
                </a:lnTo>
                <a:lnTo>
                  <a:pt x="395732" y="0"/>
                </a:lnTo>
                <a:lnTo>
                  <a:pt x="395732" y="259482"/>
                </a:lnTo>
                <a:lnTo>
                  <a:pt x="394690" y="261912"/>
                </a:lnTo>
                <a:lnTo>
                  <a:pt x="390525" y="266077"/>
                </a:lnTo>
                <a:lnTo>
                  <a:pt x="388095" y="267119"/>
                </a:lnTo>
                <a:close/>
              </a:path>
              <a:path w="396239" h="497839">
                <a:moveTo>
                  <a:pt x="370911" y="497268"/>
                </a:moveTo>
                <a:lnTo>
                  <a:pt x="89386" y="497268"/>
                </a:lnTo>
                <a:lnTo>
                  <a:pt x="81836" y="494317"/>
                </a:lnTo>
                <a:lnTo>
                  <a:pt x="69687" y="482515"/>
                </a:lnTo>
                <a:lnTo>
                  <a:pt x="66649" y="475051"/>
                </a:lnTo>
                <a:lnTo>
                  <a:pt x="66649" y="292112"/>
                </a:lnTo>
                <a:lnTo>
                  <a:pt x="125488" y="292112"/>
                </a:lnTo>
                <a:lnTo>
                  <a:pt x="125488" y="343662"/>
                </a:lnTo>
                <a:lnTo>
                  <a:pt x="393649" y="343662"/>
                </a:lnTo>
                <a:lnTo>
                  <a:pt x="393649" y="392087"/>
                </a:lnTo>
                <a:lnTo>
                  <a:pt x="125488" y="392087"/>
                </a:lnTo>
                <a:lnTo>
                  <a:pt x="125488" y="447107"/>
                </a:lnTo>
                <a:lnTo>
                  <a:pt x="127224" y="448843"/>
                </a:lnTo>
                <a:lnTo>
                  <a:pt x="393649" y="448843"/>
                </a:lnTo>
                <a:lnTo>
                  <a:pt x="393649" y="475051"/>
                </a:lnTo>
                <a:lnTo>
                  <a:pt x="390611" y="482515"/>
                </a:lnTo>
                <a:lnTo>
                  <a:pt x="378462" y="494317"/>
                </a:lnTo>
                <a:lnTo>
                  <a:pt x="370911" y="497268"/>
                </a:lnTo>
                <a:close/>
              </a:path>
              <a:path w="396239" h="497839">
                <a:moveTo>
                  <a:pt x="393649" y="343662"/>
                </a:moveTo>
                <a:lnTo>
                  <a:pt x="335330" y="343662"/>
                </a:lnTo>
                <a:lnTo>
                  <a:pt x="335330" y="292112"/>
                </a:lnTo>
                <a:lnTo>
                  <a:pt x="393649" y="292112"/>
                </a:lnTo>
                <a:lnTo>
                  <a:pt x="393649" y="343662"/>
                </a:lnTo>
                <a:close/>
              </a:path>
              <a:path w="396239" h="497839">
                <a:moveTo>
                  <a:pt x="393649" y="448843"/>
                </a:moveTo>
                <a:lnTo>
                  <a:pt x="333595" y="448843"/>
                </a:lnTo>
                <a:lnTo>
                  <a:pt x="335330" y="447107"/>
                </a:lnTo>
                <a:lnTo>
                  <a:pt x="335330" y="392087"/>
                </a:lnTo>
                <a:lnTo>
                  <a:pt x="393649" y="392087"/>
                </a:lnTo>
                <a:lnTo>
                  <a:pt x="393649" y="4488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080358" y="3385405"/>
            <a:ext cx="469265" cy="497840"/>
          </a:xfrm>
          <a:custGeom>
            <a:avLst/>
            <a:gdLst/>
            <a:ahLst/>
            <a:cxnLst/>
            <a:rect l="l" t="t" r="r" b="b"/>
            <a:pathLst>
              <a:path w="469264" h="497839">
                <a:moveTo>
                  <a:pt x="235877" y="220776"/>
                </a:moveTo>
                <a:lnTo>
                  <a:pt x="181740" y="216676"/>
                </a:lnTo>
                <a:lnTo>
                  <a:pt x="135447" y="204504"/>
                </a:lnTo>
                <a:lnTo>
                  <a:pt x="98802" y="184702"/>
                </a:lnTo>
                <a:lnTo>
                  <a:pt x="67723" y="146853"/>
                </a:lnTo>
                <a:lnTo>
                  <a:pt x="60401" y="110388"/>
                </a:lnTo>
                <a:lnTo>
                  <a:pt x="61214" y="97484"/>
                </a:lnTo>
                <a:lnTo>
                  <a:pt x="80578" y="53388"/>
                </a:lnTo>
                <a:lnTo>
                  <a:pt x="109867" y="28638"/>
                </a:lnTo>
                <a:lnTo>
                  <a:pt x="149847" y="11357"/>
                </a:lnTo>
                <a:lnTo>
                  <a:pt x="198972" y="1822"/>
                </a:lnTo>
                <a:lnTo>
                  <a:pt x="235877" y="0"/>
                </a:lnTo>
                <a:lnTo>
                  <a:pt x="254524" y="455"/>
                </a:lnTo>
                <a:lnTo>
                  <a:pt x="306171" y="7289"/>
                </a:lnTo>
                <a:lnTo>
                  <a:pt x="349617" y="22032"/>
                </a:lnTo>
                <a:lnTo>
                  <a:pt x="382714" y="44324"/>
                </a:lnTo>
                <a:lnTo>
                  <a:pt x="385570" y="47383"/>
                </a:lnTo>
                <a:lnTo>
                  <a:pt x="236397" y="47383"/>
                </a:lnTo>
                <a:lnTo>
                  <a:pt x="222973" y="47692"/>
                </a:lnTo>
                <a:lnTo>
                  <a:pt x="176810" y="55031"/>
                </a:lnTo>
                <a:lnTo>
                  <a:pt x="137660" y="75176"/>
                </a:lnTo>
                <a:lnTo>
                  <a:pt x="120281" y="110388"/>
                </a:lnTo>
                <a:lnTo>
                  <a:pt x="120769" y="116799"/>
                </a:lnTo>
                <a:lnTo>
                  <a:pt x="143762" y="150433"/>
                </a:lnTo>
                <a:lnTo>
                  <a:pt x="186931" y="168446"/>
                </a:lnTo>
                <a:lnTo>
                  <a:pt x="235356" y="173393"/>
                </a:lnTo>
                <a:lnTo>
                  <a:pt x="385570" y="173393"/>
                </a:lnTo>
                <a:lnTo>
                  <a:pt x="382714" y="176452"/>
                </a:lnTo>
                <a:lnTo>
                  <a:pt x="349617" y="198744"/>
                </a:lnTo>
                <a:lnTo>
                  <a:pt x="306171" y="213487"/>
                </a:lnTo>
                <a:lnTo>
                  <a:pt x="254524" y="220321"/>
                </a:lnTo>
                <a:lnTo>
                  <a:pt x="235877" y="220776"/>
                </a:lnTo>
                <a:close/>
              </a:path>
              <a:path w="469264" h="497839">
                <a:moveTo>
                  <a:pt x="385570" y="173393"/>
                </a:moveTo>
                <a:lnTo>
                  <a:pt x="235356" y="173393"/>
                </a:lnTo>
                <a:lnTo>
                  <a:pt x="248780" y="173083"/>
                </a:lnTo>
                <a:lnTo>
                  <a:pt x="261456" y="172156"/>
                </a:lnTo>
                <a:lnTo>
                  <a:pt x="304544" y="162588"/>
                </a:lnTo>
                <a:lnTo>
                  <a:pt x="339821" y="140410"/>
                </a:lnTo>
                <a:lnTo>
                  <a:pt x="351993" y="110388"/>
                </a:lnTo>
                <a:lnTo>
                  <a:pt x="351505" y="103977"/>
                </a:lnTo>
                <a:lnTo>
                  <a:pt x="328512" y="70343"/>
                </a:lnTo>
                <a:lnTo>
                  <a:pt x="285083" y="52330"/>
                </a:lnTo>
                <a:lnTo>
                  <a:pt x="236397" y="47383"/>
                </a:lnTo>
                <a:lnTo>
                  <a:pt x="385570" y="47383"/>
                </a:lnTo>
                <a:lnTo>
                  <a:pt x="408098" y="85329"/>
                </a:lnTo>
                <a:lnTo>
                  <a:pt x="411353" y="110388"/>
                </a:lnTo>
                <a:lnTo>
                  <a:pt x="410539" y="123291"/>
                </a:lnTo>
                <a:lnTo>
                  <a:pt x="408098" y="135447"/>
                </a:lnTo>
                <a:lnTo>
                  <a:pt x="404030" y="146853"/>
                </a:lnTo>
                <a:lnTo>
                  <a:pt x="398335" y="157511"/>
                </a:lnTo>
                <a:lnTo>
                  <a:pt x="391175" y="167388"/>
                </a:lnTo>
                <a:lnTo>
                  <a:pt x="385570" y="173393"/>
                </a:lnTo>
                <a:close/>
              </a:path>
              <a:path w="469264" h="497839">
                <a:moveTo>
                  <a:pt x="461513" y="303568"/>
                </a:moveTo>
                <a:lnTo>
                  <a:pt x="0" y="303568"/>
                </a:lnTo>
                <a:lnTo>
                  <a:pt x="0" y="254622"/>
                </a:lnTo>
                <a:lnTo>
                  <a:pt x="469150" y="254622"/>
                </a:lnTo>
                <a:lnTo>
                  <a:pt x="469150" y="295931"/>
                </a:lnTo>
                <a:lnTo>
                  <a:pt x="468109" y="298361"/>
                </a:lnTo>
                <a:lnTo>
                  <a:pt x="463943" y="302526"/>
                </a:lnTo>
                <a:lnTo>
                  <a:pt x="461513" y="303568"/>
                </a:lnTo>
                <a:close/>
              </a:path>
              <a:path w="469264" h="497839">
                <a:moveTo>
                  <a:pt x="405798" y="497789"/>
                </a:moveTo>
                <a:lnTo>
                  <a:pt x="86956" y="497789"/>
                </a:lnTo>
                <a:lnTo>
                  <a:pt x="79580" y="494751"/>
                </a:lnTo>
                <a:lnTo>
                  <a:pt x="66736" y="482602"/>
                </a:lnTo>
                <a:lnTo>
                  <a:pt x="63525" y="475051"/>
                </a:lnTo>
                <a:lnTo>
                  <a:pt x="63525" y="347306"/>
                </a:lnTo>
                <a:lnTo>
                  <a:pt x="122885" y="347306"/>
                </a:lnTo>
                <a:lnTo>
                  <a:pt x="122885" y="445372"/>
                </a:lnTo>
                <a:lnTo>
                  <a:pt x="123405" y="446673"/>
                </a:lnTo>
                <a:lnTo>
                  <a:pt x="125488" y="448409"/>
                </a:lnTo>
                <a:lnTo>
                  <a:pt x="126530" y="448843"/>
                </a:lnTo>
                <a:lnTo>
                  <a:pt x="413435" y="448843"/>
                </a:lnTo>
                <a:lnTo>
                  <a:pt x="413435" y="490152"/>
                </a:lnTo>
                <a:lnTo>
                  <a:pt x="412394" y="492582"/>
                </a:lnTo>
                <a:lnTo>
                  <a:pt x="408228" y="496747"/>
                </a:lnTo>
                <a:lnTo>
                  <a:pt x="405798" y="4977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705025" y="3360932"/>
            <a:ext cx="468630" cy="523875"/>
          </a:xfrm>
          <a:custGeom>
            <a:avLst/>
            <a:gdLst/>
            <a:ahLst/>
            <a:cxnLst/>
            <a:rect l="l" t="t" r="r" b="b"/>
            <a:pathLst>
              <a:path w="468629" h="523875">
                <a:moveTo>
                  <a:pt x="459257" y="308775"/>
                </a:moveTo>
                <a:lnTo>
                  <a:pt x="0" y="308775"/>
                </a:lnTo>
                <a:lnTo>
                  <a:pt x="0" y="258787"/>
                </a:lnTo>
                <a:lnTo>
                  <a:pt x="468630" y="258787"/>
                </a:lnTo>
                <a:lnTo>
                  <a:pt x="468630" y="298361"/>
                </a:lnTo>
                <a:lnTo>
                  <a:pt x="468282" y="303220"/>
                </a:lnTo>
                <a:lnTo>
                  <a:pt x="466720" y="306171"/>
                </a:lnTo>
                <a:lnTo>
                  <a:pt x="461166" y="308254"/>
                </a:lnTo>
                <a:lnTo>
                  <a:pt x="459257" y="308775"/>
                </a:lnTo>
                <a:close/>
              </a:path>
              <a:path w="468629" h="523875">
                <a:moveTo>
                  <a:pt x="259308" y="362407"/>
                </a:moveTo>
                <a:lnTo>
                  <a:pt x="200990" y="362407"/>
                </a:lnTo>
                <a:lnTo>
                  <a:pt x="200990" y="308775"/>
                </a:lnTo>
                <a:lnTo>
                  <a:pt x="259308" y="308775"/>
                </a:lnTo>
                <a:lnTo>
                  <a:pt x="259308" y="362407"/>
                </a:lnTo>
                <a:close/>
              </a:path>
              <a:path w="468629" h="523875">
                <a:moveTo>
                  <a:pt x="397467" y="523303"/>
                </a:moveTo>
                <a:lnTo>
                  <a:pt x="345744" y="523303"/>
                </a:lnTo>
                <a:lnTo>
                  <a:pt x="345744" y="413088"/>
                </a:lnTo>
                <a:lnTo>
                  <a:pt x="344009" y="411353"/>
                </a:lnTo>
                <a:lnTo>
                  <a:pt x="63004" y="411353"/>
                </a:lnTo>
                <a:lnTo>
                  <a:pt x="63004" y="362407"/>
                </a:lnTo>
                <a:lnTo>
                  <a:pt x="382020" y="362407"/>
                </a:lnTo>
                <a:lnTo>
                  <a:pt x="389483" y="365357"/>
                </a:lnTo>
                <a:lnTo>
                  <a:pt x="401980" y="377160"/>
                </a:lnTo>
                <a:lnTo>
                  <a:pt x="405104" y="384623"/>
                </a:lnTo>
                <a:lnTo>
                  <a:pt x="405104" y="515666"/>
                </a:lnTo>
                <a:lnTo>
                  <a:pt x="404063" y="518096"/>
                </a:lnTo>
                <a:lnTo>
                  <a:pt x="399897" y="522262"/>
                </a:lnTo>
                <a:lnTo>
                  <a:pt x="397467" y="523303"/>
                </a:lnTo>
                <a:close/>
              </a:path>
              <a:path w="468629" h="523875">
                <a:moveTo>
                  <a:pt x="266077" y="51028"/>
                </a:moveTo>
                <a:lnTo>
                  <a:pt x="206197" y="51028"/>
                </a:lnTo>
                <a:lnTo>
                  <a:pt x="206197" y="0"/>
                </a:lnTo>
                <a:lnTo>
                  <a:pt x="266077" y="0"/>
                </a:lnTo>
                <a:lnTo>
                  <a:pt x="266077" y="51028"/>
                </a:lnTo>
                <a:close/>
              </a:path>
              <a:path w="468629" h="523875">
                <a:moveTo>
                  <a:pt x="406666" y="97891"/>
                </a:moveTo>
                <a:lnTo>
                  <a:pt x="67170" y="97891"/>
                </a:lnTo>
                <a:lnTo>
                  <a:pt x="67170" y="51028"/>
                </a:lnTo>
                <a:lnTo>
                  <a:pt x="406666" y="51028"/>
                </a:lnTo>
                <a:lnTo>
                  <a:pt x="406666" y="97891"/>
                </a:lnTo>
                <a:close/>
              </a:path>
              <a:path w="468629" h="523875">
                <a:moveTo>
                  <a:pt x="69253" y="234835"/>
                </a:moveTo>
                <a:lnTo>
                  <a:pt x="36969" y="193179"/>
                </a:lnTo>
                <a:lnTo>
                  <a:pt x="46960" y="190397"/>
                </a:lnTo>
                <a:lnTo>
                  <a:pt x="57667" y="187256"/>
                </a:lnTo>
                <a:lnTo>
                  <a:pt x="105897" y="171049"/>
                </a:lnTo>
                <a:lnTo>
                  <a:pt x="141451" y="154826"/>
                </a:lnTo>
                <a:lnTo>
                  <a:pt x="181008" y="127343"/>
                </a:lnTo>
                <a:lnTo>
                  <a:pt x="199341" y="99280"/>
                </a:lnTo>
                <a:lnTo>
                  <a:pt x="199601" y="98585"/>
                </a:lnTo>
                <a:lnTo>
                  <a:pt x="199948" y="97891"/>
                </a:lnTo>
                <a:lnTo>
                  <a:pt x="272326" y="97891"/>
                </a:lnTo>
                <a:lnTo>
                  <a:pt x="273888" y="101015"/>
                </a:lnTo>
                <a:lnTo>
                  <a:pt x="279144" y="108761"/>
                </a:lnTo>
                <a:lnTo>
                  <a:pt x="311248" y="138359"/>
                </a:lnTo>
                <a:lnTo>
                  <a:pt x="318319" y="143192"/>
                </a:lnTo>
                <a:lnTo>
                  <a:pt x="236918" y="143192"/>
                </a:lnTo>
                <a:lnTo>
                  <a:pt x="202812" y="173913"/>
                </a:lnTo>
                <a:lnTo>
                  <a:pt x="159073" y="199688"/>
                </a:lnTo>
                <a:lnTo>
                  <a:pt x="124024" y="215651"/>
                </a:lnTo>
                <a:lnTo>
                  <a:pt x="79162" y="231776"/>
                </a:lnTo>
                <a:lnTo>
                  <a:pt x="69253" y="234835"/>
                </a:lnTo>
                <a:close/>
              </a:path>
              <a:path w="468629" h="523875">
                <a:moveTo>
                  <a:pt x="401980" y="235356"/>
                </a:moveTo>
                <a:lnTo>
                  <a:pt x="351472" y="216285"/>
                </a:lnTo>
                <a:lnTo>
                  <a:pt x="306171" y="194481"/>
                </a:lnTo>
                <a:lnTo>
                  <a:pt x="267509" y="170073"/>
                </a:lnTo>
                <a:lnTo>
                  <a:pt x="236918" y="143192"/>
                </a:lnTo>
                <a:lnTo>
                  <a:pt x="318319" y="143192"/>
                </a:lnTo>
                <a:lnTo>
                  <a:pt x="321271" y="145210"/>
                </a:lnTo>
                <a:lnTo>
                  <a:pt x="331816" y="151767"/>
                </a:lnTo>
                <a:lnTo>
                  <a:pt x="365856" y="169487"/>
                </a:lnTo>
                <a:lnTo>
                  <a:pt x="401264" y="183693"/>
                </a:lnTo>
                <a:lnTo>
                  <a:pt x="434263" y="193700"/>
                </a:lnTo>
                <a:lnTo>
                  <a:pt x="401980" y="2353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169490" y="3388009"/>
            <a:ext cx="488950" cy="495934"/>
          </a:xfrm>
          <a:custGeom>
            <a:avLst/>
            <a:gdLst/>
            <a:ahLst/>
            <a:cxnLst/>
            <a:rect l="l" t="t" r="r" b="b"/>
            <a:pathLst>
              <a:path w="488950" h="495935">
                <a:moveTo>
                  <a:pt x="39573" y="299923"/>
                </a:moveTo>
                <a:lnTo>
                  <a:pt x="0" y="262432"/>
                </a:lnTo>
                <a:lnTo>
                  <a:pt x="11959" y="256461"/>
                </a:lnTo>
                <a:lnTo>
                  <a:pt x="23998" y="249936"/>
                </a:lnTo>
                <a:lnTo>
                  <a:pt x="59148" y="227757"/>
                </a:lnTo>
                <a:lnTo>
                  <a:pt x="89560" y="202031"/>
                </a:lnTo>
                <a:lnTo>
                  <a:pt x="119240" y="163239"/>
                </a:lnTo>
                <a:lnTo>
                  <a:pt x="130662" y="120802"/>
                </a:lnTo>
                <a:lnTo>
                  <a:pt x="130695" y="6769"/>
                </a:lnTo>
                <a:lnTo>
                  <a:pt x="190576" y="6769"/>
                </a:lnTo>
                <a:lnTo>
                  <a:pt x="190576" y="120802"/>
                </a:lnTo>
                <a:lnTo>
                  <a:pt x="191210" y="131509"/>
                </a:lnTo>
                <a:lnTo>
                  <a:pt x="206278" y="169862"/>
                </a:lnTo>
                <a:lnTo>
                  <a:pt x="235009" y="200469"/>
                </a:lnTo>
                <a:lnTo>
                  <a:pt x="161937" y="200469"/>
                </a:lnTo>
                <a:lnTo>
                  <a:pt x="127028" y="238740"/>
                </a:lnTo>
                <a:lnTo>
                  <a:pt x="96394" y="264629"/>
                </a:lnTo>
                <a:lnTo>
                  <a:pt x="59945" y="288711"/>
                </a:lnTo>
                <a:lnTo>
                  <a:pt x="39573" y="299923"/>
                </a:lnTo>
                <a:close/>
              </a:path>
              <a:path w="488950" h="495935">
                <a:moveTo>
                  <a:pt x="285343" y="288467"/>
                </a:moveTo>
                <a:lnTo>
                  <a:pt x="243589" y="266875"/>
                </a:lnTo>
                <a:lnTo>
                  <a:pt x="209598" y="243899"/>
                </a:lnTo>
                <a:lnTo>
                  <a:pt x="179413" y="218873"/>
                </a:lnTo>
                <a:lnTo>
                  <a:pt x="161937" y="200469"/>
                </a:lnTo>
                <a:lnTo>
                  <a:pt x="235009" y="200469"/>
                </a:lnTo>
                <a:lnTo>
                  <a:pt x="237780" y="202828"/>
                </a:lnTo>
                <a:lnTo>
                  <a:pt x="247657" y="210427"/>
                </a:lnTo>
                <a:lnTo>
                  <a:pt x="281226" y="231906"/>
                </a:lnTo>
                <a:lnTo>
                  <a:pt x="318668" y="252018"/>
                </a:lnTo>
                <a:lnTo>
                  <a:pt x="285343" y="288467"/>
                </a:lnTo>
                <a:close/>
              </a:path>
              <a:path w="488950" h="495935">
                <a:moveTo>
                  <a:pt x="407881" y="359283"/>
                </a:moveTo>
                <a:lnTo>
                  <a:pt x="356158" y="359283"/>
                </a:lnTo>
                <a:lnTo>
                  <a:pt x="356158" y="0"/>
                </a:lnTo>
                <a:lnTo>
                  <a:pt x="415518" y="0"/>
                </a:lnTo>
                <a:lnTo>
                  <a:pt x="415518" y="135902"/>
                </a:lnTo>
                <a:lnTo>
                  <a:pt x="488937" y="135902"/>
                </a:lnTo>
                <a:lnTo>
                  <a:pt x="488937" y="185889"/>
                </a:lnTo>
                <a:lnTo>
                  <a:pt x="415518" y="185889"/>
                </a:lnTo>
                <a:lnTo>
                  <a:pt x="415518" y="351646"/>
                </a:lnTo>
                <a:lnTo>
                  <a:pt x="414477" y="354076"/>
                </a:lnTo>
                <a:lnTo>
                  <a:pt x="410311" y="358241"/>
                </a:lnTo>
                <a:lnTo>
                  <a:pt x="407881" y="359283"/>
                </a:lnTo>
                <a:close/>
              </a:path>
              <a:path w="488950" h="495935">
                <a:moveTo>
                  <a:pt x="418816" y="495706"/>
                </a:moveTo>
                <a:lnTo>
                  <a:pt x="119761" y="495706"/>
                </a:lnTo>
                <a:lnTo>
                  <a:pt x="112384" y="492669"/>
                </a:lnTo>
                <a:lnTo>
                  <a:pt x="99540" y="480519"/>
                </a:lnTo>
                <a:lnTo>
                  <a:pt x="96329" y="472969"/>
                </a:lnTo>
                <a:lnTo>
                  <a:pt x="96329" y="332206"/>
                </a:lnTo>
                <a:lnTo>
                  <a:pt x="156210" y="332206"/>
                </a:lnTo>
                <a:lnTo>
                  <a:pt x="156210" y="442768"/>
                </a:lnTo>
                <a:lnTo>
                  <a:pt x="156730" y="444070"/>
                </a:lnTo>
                <a:lnTo>
                  <a:pt x="158813" y="445805"/>
                </a:lnTo>
                <a:lnTo>
                  <a:pt x="159854" y="446239"/>
                </a:lnTo>
                <a:lnTo>
                  <a:pt x="426453" y="446239"/>
                </a:lnTo>
                <a:lnTo>
                  <a:pt x="426453" y="488069"/>
                </a:lnTo>
                <a:lnTo>
                  <a:pt x="425411" y="490499"/>
                </a:lnTo>
                <a:lnTo>
                  <a:pt x="421246" y="494665"/>
                </a:lnTo>
                <a:lnTo>
                  <a:pt x="418816" y="4957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813944" y="3382802"/>
            <a:ext cx="469265" cy="511809"/>
          </a:xfrm>
          <a:custGeom>
            <a:avLst/>
            <a:gdLst/>
            <a:ahLst/>
            <a:cxnLst/>
            <a:rect l="l" t="t" r="r" b="b"/>
            <a:pathLst>
              <a:path w="469265" h="511810">
                <a:moveTo>
                  <a:pt x="236397" y="511327"/>
                </a:moveTo>
                <a:lnTo>
                  <a:pt x="183237" y="507959"/>
                </a:lnTo>
                <a:lnTo>
                  <a:pt x="137074" y="497724"/>
                </a:lnTo>
                <a:lnTo>
                  <a:pt x="100739" y="480215"/>
                </a:lnTo>
                <a:lnTo>
                  <a:pt x="69806" y="445816"/>
                </a:lnTo>
                <a:lnTo>
                  <a:pt x="62484" y="411353"/>
                </a:lnTo>
                <a:lnTo>
                  <a:pt x="63248" y="399002"/>
                </a:lnTo>
                <a:lnTo>
                  <a:pt x="81489" y="357704"/>
                </a:lnTo>
                <a:lnTo>
                  <a:pt x="121518" y="328708"/>
                </a:lnTo>
                <a:lnTo>
                  <a:pt x="164280" y="315283"/>
                </a:lnTo>
                <a:lnTo>
                  <a:pt x="216855" y="309181"/>
                </a:lnTo>
                <a:lnTo>
                  <a:pt x="236397" y="308775"/>
                </a:lnTo>
                <a:lnTo>
                  <a:pt x="254540" y="309198"/>
                </a:lnTo>
                <a:lnTo>
                  <a:pt x="304869" y="315544"/>
                </a:lnTo>
                <a:lnTo>
                  <a:pt x="347144" y="329212"/>
                </a:lnTo>
                <a:lnTo>
                  <a:pt x="379199" y="349845"/>
                </a:lnTo>
                <a:lnTo>
                  <a:pt x="387445" y="358241"/>
                </a:lnTo>
                <a:lnTo>
                  <a:pt x="236918" y="358241"/>
                </a:lnTo>
                <a:lnTo>
                  <a:pt x="208833" y="359169"/>
                </a:lnTo>
                <a:lnTo>
                  <a:pt x="165354" y="366589"/>
                </a:lnTo>
                <a:lnTo>
                  <a:pt x="130044" y="390069"/>
                </a:lnTo>
                <a:lnTo>
                  <a:pt x="123405" y="411353"/>
                </a:lnTo>
                <a:lnTo>
                  <a:pt x="125114" y="421832"/>
                </a:lnTo>
                <a:lnTo>
                  <a:pt x="166347" y="454180"/>
                </a:lnTo>
                <a:lnTo>
                  <a:pt x="209174" y="461470"/>
                </a:lnTo>
                <a:lnTo>
                  <a:pt x="236397" y="462381"/>
                </a:lnTo>
                <a:lnTo>
                  <a:pt x="388287" y="462381"/>
                </a:lnTo>
                <a:lnTo>
                  <a:pt x="381217" y="469866"/>
                </a:lnTo>
                <a:lnTo>
                  <a:pt x="337543" y="495771"/>
                </a:lnTo>
                <a:lnTo>
                  <a:pt x="291852" y="507373"/>
                </a:lnTo>
                <a:lnTo>
                  <a:pt x="255924" y="510888"/>
                </a:lnTo>
                <a:lnTo>
                  <a:pt x="236397" y="511327"/>
                </a:lnTo>
                <a:close/>
              </a:path>
              <a:path w="469265" h="511810">
                <a:moveTo>
                  <a:pt x="388287" y="462381"/>
                </a:moveTo>
                <a:lnTo>
                  <a:pt x="236397" y="462381"/>
                </a:lnTo>
                <a:lnTo>
                  <a:pt x="262693" y="461470"/>
                </a:lnTo>
                <a:lnTo>
                  <a:pt x="285343" y="458736"/>
                </a:lnTo>
                <a:lnTo>
                  <a:pt x="331555" y="440056"/>
                </a:lnTo>
                <a:lnTo>
                  <a:pt x="346786" y="411353"/>
                </a:lnTo>
                <a:lnTo>
                  <a:pt x="345028" y="400174"/>
                </a:lnTo>
                <a:lnTo>
                  <a:pt x="303014" y="366589"/>
                </a:lnTo>
                <a:lnTo>
                  <a:pt x="262139" y="359169"/>
                </a:lnTo>
                <a:lnTo>
                  <a:pt x="236918" y="358241"/>
                </a:lnTo>
                <a:lnTo>
                  <a:pt x="387445" y="358241"/>
                </a:lnTo>
                <a:lnTo>
                  <a:pt x="406342" y="399002"/>
                </a:lnTo>
                <a:lnTo>
                  <a:pt x="407187" y="411353"/>
                </a:lnTo>
                <a:lnTo>
                  <a:pt x="406455" y="422531"/>
                </a:lnTo>
                <a:lnTo>
                  <a:pt x="404258" y="433157"/>
                </a:lnTo>
                <a:lnTo>
                  <a:pt x="400597" y="443229"/>
                </a:lnTo>
                <a:lnTo>
                  <a:pt x="395471" y="452748"/>
                </a:lnTo>
                <a:lnTo>
                  <a:pt x="388979" y="461649"/>
                </a:lnTo>
                <a:lnTo>
                  <a:pt x="388287" y="462381"/>
                </a:lnTo>
                <a:close/>
              </a:path>
              <a:path w="469265" h="511810">
                <a:moveTo>
                  <a:pt x="411873" y="181724"/>
                </a:moveTo>
                <a:lnTo>
                  <a:pt x="89907" y="181724"/>
                </a:lnTo>
                <a:lnTo>
                  <a:pt x="82617" y="178947"/>
                </a:lnTo>
                <a:lnTo>
                  <a:pt x="69426" y="167838"/>
                </a:lnTo>
                <a:lnTo>
                  <a:pt x="66128" y="160202"/>
                </a:lnTo>
                <a:lnTo>
                  <a:pt x="66128" y="0"/>
                </a:lnTo>
                <a:lnTo>
                  <a:pt x="125488" y="0"/>
                </a:lnTo>
                <a:lnTo>
                  <a:pt x="125488" y="131563"/>
                </a:lnTo>
                <a:lnTo>
                  <a:pt x="127224" y="133299"/>
                </a:lnTo>
                <a:lnTo>
                  <a:pt x="411873" y="133299"/>
                </a:lnTo>
                <a:lnTo>
                  <a:pt x="411873" y="181724"/>
                </a:lnTo>
                <a:close/>
              </a:path>
              <a:path w="469265" h="511810">
                <a:moveTo>
                  <a:pt x="268160" y="233794"/>
                </a:moveTo>
                <a:lnTo>
                  <a:pt x="208800" y="233794"/>
                </a:lnTo>
                <a:lnTo>
                  <a:pt x="208800" y="181724"/>
                </a:lnTo>
                <a:lnTo>
                  <a:pt x="268160" y="181724"/>
                </a:lnTo>
                <a:lnTo>
                  <a:pt x="268160" y="233794"/>
                </a:lnTo>
                <a:close/>
              </a:path>
              <a:path w="469265" h="511810">
                <a:moveTo>
                  <a:pt x="461513" y="282740"/>
                </a:moveTo>
                <a:lnTo>
                  <a:pt x="0" y="282740"/>
                </a:lnTo>
                <a:lnTo>
                  <a:pt x="0" y="233794"/>
                </a:lnTo>
                <a:lnTo>
                  <a:pt x="469150" y="233794"/>
                </a:lnTo>
                <a:lnTo>
                  <a:pt x="469150" y="275103"/>
                </a:lnTo>
                <a:lnTo>
                  <a:pt x="468109" y="277533"/>
                </a:lnTo>
                <a:lnTo>
                  <a:pt x="463943" y="281698"/>
                </a:lnTo>
                <a:lnTo>
                  <a:pt x="461513" y="282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304444" y="3388009"/>
            <a:ext cx="461645" cy="495934"/>
          </a:xfrm>
          <a:custGeom>
            <a:avLst/>
            <a:gdLst/>
            <a:ahLst/>
            <a:cxnLst/>
            <a:rect l="l" t="t" r="r" b="b"/>
            <a:pathLst>
              <a:path w="461645" h="495935">
                <a:moveTo>
                  <a:pt x="384970" y="495706"/>
                </a:moveTo>
                <a:lnTo>
                  <a:pt x="333768" y="495706"/>
                </a:lnTo>
                <a:lnTo>
                  <a:pt x="333768" y="0"/>
                </a:lnTo>
                <a:lnTo>
                  <a:pt x="392607" y="0"/>
                </a:lnTo>
                <a:lnTo>
                  <a:pt x="392607" y="174434"/>
                </a:lnTo>
                <a:lnTo>
                  <a:pt x="461340" y="174434"/>
                </a:lnTo>
                <a:lnTo>
                  <a:pt x="461340" y="223901"/>
                </a:lnTo>
                <a:lnTo>
                  <a:pt x="392607" y="223901"/>
                </a:lnTo>
                <a:lnTo>
                  <a:pt x="392607" y="488069"/>
                </a:lnTo>
                <a:lnTo>
                  <a:pt x="391566" y="490499"/>
                </a:lnTo>
                <a:lnTo>
                  <a:pt x="387400" y="494665"/>
                </a:lnTo>
                <a:lnTo>
                  <a:pt x="384970" y="495706"/>
                </a:lnTo>
                <a:close/>
              </a:path>
              <a:path w="461645" h="495935">
                <a:moveTo>
                  <a:pt x="30721" y="419684"/>
                </a:moveTo>
                <a:lnTo>
                  <a:pt x="0" y="377507"/>
                </a:lnTo>
                <a:lnTo>
                  <a:pt x="14905" y="373699"/>
                </a:lnTo>
                <a:lnTo>
                  <a:pt x="30460" y="369046"/>
                </a:lnTo>
                <a:lnTo>
                  <a:pt x="80415" y="350024"/>
                </a:lnTo>
                <a:lnTo>
                  <a:pt x="127571" y="323615"/>
                </a:lnTo>
                <a:lnTo>
                  <a:pt x="166526" y="289590"/>
                </a:lnTo>
                <a:lnTo>
                  <a:pt x="191877" y="247592"/>
                </a:lnTo>
                <a:lnTo>
                  <a:pt x="197345" y="80187"/>
                </a:lnTo>
                <a:lnTo>
                  <a:pt x="197345" y="76716"/>
                </a:lnTo>
                <a:lnTo>
                  <a:pt x="195436" y="74980"/>
                </a:lnTo>
                <a:lnTo>
                  <a:pt x="13017" y="74980"/>
                </a:lnTo>
                <a:lnTo>
                  <a:pt x="13017" y="24993"/>
                </a:lnTo>
                <a:lnTo>
                  <a:pt x="235529" y="24993"/>
                </a:lnTo>
                <a:lnTo>
                  <a:pt x="242906" y="28204"/>
                </a:lnTo>
                <a:lnTo>
                  <a:pt x="254361" y="41048"/>
                </a:lnTo>
                <a:lnTo>
                  <a:pt x="257225" y="48425"/>
                </a:lnTo>
                <a:lnTo>
                  <a:pt x="257225" y="206717"/>
                </a:lnTo>
                <a:lnTo>
                  <a:pt x="252018" y="250391"/>
                </a:lnTo>
                <a:lnTo>
                  <a:pt x="236397" y="288728"/>
                </a:lnTo>
                <a:lnTo>
                  <a:pt x="212575" y="322052"/>
                </a:lnTo>
                <a:lnTo>
                  <a:pt x="182765" y="350691"/>
                </a:lnTo>
                <a:lnTo>
                  <a:pt x="148139" y="374643"/>
                </a:lnTo>
                <a:lnTo>
                  <a:pt x="109867" y="393909"/>
                </a:lnTo>
                <a:lnTo>
                  <a:pt x="70034" y="408814"/>
                </a:lnTo>
                <a:lnTo>
                  <a:pt x="50312" y="414753"/>
                </a:lnTo>
                <a:lnTo>
                  <a:pt x="30721" y="4196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891471" y="3388009"/>
            <a:ext cx="498475" cy="495934"/>
          </a:xfrm>
          <a:custGeom>
            <a:avLst/>
            <a:gdLst/>
            <a:ahLst/>
            <a:cxnLst/>
            <a:rect l="l" t="t" r="r" b="b"/>
            <a:pathLst>
              <a:path w="498475" h="495935">
                <a:moveTo>
                  <a:pt x="39052" y="385318"/>
                </a:moveTo>
                <a:lnTo>
                  <a:pt x="0" y="347306"/>
                </a:lnTo>
                <a:lnTo>
                  <a:pt x="13359" y="339138"/>
                </a:lnTo>
                <a:lnTo>
                  <a:pt x="26360" y="330253"/>
                </a:lnTo>
                <a:lnTo>
                  <a:pt x="63037" y="299516"/>
                </a:lnTo>
                <a:lnTo>
                  <a:pt x="93986" y="265296"/>
                </a:lnTo>
                <a:lnTo>
                  <a:pt x="117320" y="229465"/>
                </a:lnTo>
                <a:lnTo>
                  <a:pt x="131151" y="193765"/>
                </a:lnTo>
                <a:lnTo>
                  <a:pt x="133819" y="171310"/>
                </a:lnTo>
                <a:lnTo>
                  <a:pt x="133819" y="22910"/>
                </a:lnTo>
                <a:lnTo>
                  <a:pt x="193700" y="22910"/>
                </a:lnTo>
                <a:lnTo>
                  <a:pt x="193700" y="171310"/>
                </a:lnTo>
                <a:lnTo>
                  <a:pt x="194514" y="182700"/>
                </a:lnTo>
                <a:lnTo>
                  <a:pt x="206717" y="219214"/>
                </a:lnTo>
                <a:lnTo>
                  <a:pt x="230344" y="256314"/>
                </a:lnTo>
                <a:lnTo>
                  <a:pt x="235779" y="262953"/>
                </a:lnTo>
                <a:lnTo>
                  <a:pt x="165061" y="262953"/>
                </a:lnTo>
                <a:lnTo>
                  <a:pt x="139287" y="294716"/>
                </a:lnTo>
                <a:lnTo>
                  <a:pt x="106483" y="330904"/>
                </a:lnTo>
                <a:lnTo>
                  <a:pt x="71335" y="363708"/>
                </a:lnTo>
                <a:lnTo>
                  <a:pt x="46537" y="381429"/>
                </a:lnTo>
                <a:lnTo>
                  <a:pt x="39052" y="385318"/>
                </a:lnTo>
                <a:close/>
              </a:path>
              <a:path w="498475" h="495935">
                <a:moveTo>
                  <a:pt x="294716" y="379069"/>
                </a:moveTo>
                <a:lnTo>
                  <a:pt x="260089" y="358501"/>
                </a:lnTo>
                <a:lnTo>
                  <a:pt x="223640" y="327780"/>
                </a:lnTo>
                <a:lnTo>
                  <a:pt x="190315" y="293674"/>
                </a:lnTo>
                <a:lnTo>
                  <a:pt x="165061" y="262953"/>
                </a:lnTo>
                <a:lnTo>
                  <a:pt x="235779" y="262953"/>
                </a:lnTo>
                <a:lnTo>
                  <a:pt x="240042" y="268160"/>
                </a:lnTo>
                <a:lnTo>
                  <a:pt x="250456" y="279583"/>
                </a:lnTo>
                <a:lnTo>
                  <a:pt x="284822" y="310337"/>
                </a:lnTo>
                <a:lnTo>
                  <a:pt x="320653" y="332890"/>
                </a:lnTo>
                <a:lnTo>
                  <a:pt x="332206" y="337934"/>
                </a:lnTo>
                <a:lnTo>
                  <a:pt x="294716" y="379069"/>
                </a:lnTo>
                <a:close/>
              </a:path>
              <a:path w="498475" h="495935">
                <a:moveTo>
                  <a:pt x="417774" y="495706"/>
                </a:moveTo>
                <a:lnTo>
                  <a:pt x="366572" y="495706"/>
                </a:lnTo>
                <a:lnTo>
                  <a:pt x="366572" y="0"/>
                </a:lnTo>
                <a:lnTo>
                  <a:pt x="425411" y="0"/>
                </a:lnTo>
                <a:lnTo>
                  <a:pt x="425411" y="174434"/>
                </a:lnTo>
                <a:lnTo>
                  <a:pt x="498309" y="174434"/>
                </a:lnTo>
                <a:lnTo>
                  <a:pt x="498309" y="223901"/>
                </a:lnTo>
                <a:lnTo>
                  <a:pt x="425411" y="223901"/>
                </a:lnTo>
                <a:lnTo>
                  <a:pt x="425411" y="488069"/>
                </a:lnTo>
                <a:lnTo>
                  <a:pt x="424370" y="490499"/>
                </a:lnTo>
                <a:lnTo>
                  <a:pt x="420204" y="494665"/>
                </a:lnTo>
                <a:lnTo>
                  <a:pt x="417774" y="4957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428834" y="3387488"/>
            <a:ext cx="422275" cy="496570"/>
          </a:xfrm>
          <a:custGeom>
            <a:avLst/>
            <a:gdLst/>
            <a:ahLst/>
            <a:cxnLst/>
            <a:rect l="l" t="t" r="r" b="b"/>
            <a:pathLst>
              <a:path w="422275" h="496570">
                <a:moveTo>
                  <a:pt x="311031" y="484251"/>
                </a:moveTo>
                <a:lnTo>
                  <a:pt x="260350" y="484251"/>
                </a:lnTo>
                <a:lnTo>
                  <a:pt x="260350" y="277012"/>
                </a:lnTo>
                <a:lnTo>
                  <a:pt x="195262" y="277012"/>
                </a:lnTo>
                <a:lnTo>
                  <a:pt x="195262" y="227545"/>
                </a:lnTo>
                <a:lnTo>
                  <a:pt x="260350" y="227545"/>
                </a:lnTo>
                <a:lnTo>
                  <a:pt x="260350" y="132778"/>
                </a:lnTo>
                <a:lnTo>
                  <a:pt x="195262" y="132778"/>
                </a:lnTo>
                <a:lnTo>
                  <a:pt x="195262" y="83311"/>
                </a:lnTo>
                <a:lnTo>
                  <a:pt x="260350" y="83311"/>
                </a:lnTo>
                <a:lnTo>
                  <a:pt x="260350" y="0"/>
                </a:lnTo>
                <a:lnTo>
                  <a:pt x="318668" y="0"/>
                </a:lnTo>
                <a:lnTo>
                  <a:pt x="318668" y="476614"/>
                </a:lnTo>
                <a:lnTo>
                  <a:pt x="317627" y="479044"/>
                </a:lnTo>
                <a:lnTo>
                  <a:pt x="313461" y="483209"/>
                </a:lnTo>
                <a:lnTo>
                  <a:pt x="311031" y="484251"/>
                </a:lnTo>
                <a:close/>
              </a:path>
              <a:path w="422275" h="496570">
                <a:moveTo>
                  <a:pt x="63981" y="375489"/>
                </a:moveTo>
                <a:lnTo>
                  <a:pt x="22390" y="374556"/>
                </a:lnTo>
                <a:lnTo>
                  <a:pt x="0" y="352340"/>
                </a:lnTo>
                <a:lnTo>
                  <a:pt x="0" y="168186"/>
                </a:lnTo>
                <a:lnTo>
                  <a:pt x="119587" y="168186"/>
                </a:lnTo>
                <a:lnTo>
                  <a:pt x="121323" y="166276"/>
                </a:lnTo>
                <a:lnTo>
                  <a:pt x="121323" y="68732"/>
                </a:lnTo>
                <a:lnTo>
                  <a:pt x="0" y="68732"/>
                </a:lnTo>
                <a:lnTo>
                  <a:pt x="0" y="21348"/>
                </a:lnTo>
                <a:lnTo>
                  <a:pt x="180682" y="21348"/>
                </a:lnTo>
                <a:lnTo>
                  <a:pt x="180682" y="192311"/>
                </a:lnTo>
                <a:lnTo>
                  <a:pt x="177645" y="199775"/>
                </a:lnTo>
                <a:lnTo>
                  <a:pt x="165495" y="211577"/>
                </a:lnTo>
                <a:lnTo>
                  <a:pt x="157945" y="214528"/>
                </a:lnTo>
                <a:lnTo>
                  <a:pt x="58839" y="214528"/>
                </a:lnTo>
                <a:lnTo>
                  <a:pt x="58839" y="325784"/>
                </a:lnTo>
                <a:lnTo>
                  <a:pt x="60574" y="327520"/>
                </a:lnTo>
                <a:lnTo>
                  <a:pt x="232232" y="327569"/>
                </a:lnTo>
                <a:lnTo>
                  <a:pt x="232232" y="360324"/>
                </a:lnTo>
                <a:lnTo>
                  <a:pt x="189014" y="367093"/>
                </a:lnTo>
                <a:lnTo>
                  <a:pt x="143973" y="372300"/>
                </a:lnTo>
                <a:lnTo>
                  <a:pt x="92944" y="375164"/>
                </a:lnTo>
                <a:lnTo>
                  <a:pt x="78869" y="375440"/>
                </a:lnTo>
                <a:lnTo>
                  <a:pt x="63981" y="375489"/>
                </a:lnTo>
                <a:close/>
              </a:path>
              <a:path w="422275" h="496570">
                <a:moveTo>
                  <a:pt x="232232" y="327569"/>
                </a:moveTo>
                <a:lnTo>
                  <a:pt x="82579" y="327569"/>
                </a:lnTo>
                <a:lnTo>
                  <a:pt x="101731" y="327194"/>
                </a:lnTo>
                <a:lnTo>
                  <a:pt x="121502" y="326397"/>
                </a:lnTo>
                <a:lnTo>
                  <a:pt x="163060" y="323468"/>
                </a:lnTo>
                <a:lnTo>
                  <a:pt x="208231" y="318391"/>
                </a:lnTo>
                <a:lnTo>
                  <a:pt x="232232" y="315023"/>
                </a:lnTo>
                <a:lnTo>
                  <a:pt x="232232" y="327569"/>
                </a:lnTo>
                <a:close/>
              </a:path>
              <a:path w="422275" h="496570">
                <a:moveTo>
                  <a:pt x="414130" y="496227"/>
                </a:moveTo>
                <a:lnTo>
                  <a:pt x="362927" y="496227"/>
                </a:lnTo>
                <a:lnTo>
                  <a:pt x="362927" y="0"/>
                </a:lnTo>
                <a:lnTo>
                  <a:pt x="421767" y="0"/>
                </a:lnTo>
                <a:lnTo>
                  <a:pt x="421767" y="488590"/>
                </a:lnTo>
                <a:lnTo>
                  <a:pt x="420725" y="491020"/>
                </a:lnTo>
                <a:lnTo>
                  <a:pt x="416560" y="495185"/>
                </a:lnTo>
                <a:lnTo>
                  <a:pt x="414130" y="496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441341" y="4298538"/>
            <a:ext cx="7582585" cy="426520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028700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2067" y="486427"/>
            <a:ext cx="9682286" cy="9513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6250" y="560610"/>
            <a:ext cx="9334487" cy="91657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5074" y="2418943"/>
            <a:ext cx="8534399" cy="6961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63325" y="684435"/>
            <a:ext cx="2212097" cy="7252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0026" y="898444"/>
            <a:ext cx="174214" cy="1742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60683" y="898444"/>
            <a:ext cx="174214" cy="1742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41341" y="898444"/>
            <a:ext cx="174214" cy="17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1975" y="1304692"/>
            <a:ext cx="9163052" cy="8358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89484" y="1496576"/>
            <a:ext cx="7135034" cy="4520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15916" y="834905"/>
            <a:ext cx="238125" cy="20320"/>
          </a:xfrm>
          <a:custGeom>
            <a:avLst/>
            <a:gdLst/>
            <a:ahLst/>
            <a:cxnLst/>
            <a:rect l="l" t="t" r="r" b="b"/>
            <a:pathLst>
              <a:path w="238125" h="20319">
                <a:moveTo>
                  <a:pt x="0" y="0"/>
                </a:moveTo>
                <a:lnTo>
                  <a:pt x="238124" y="0"/>
                </a:lnTo>
                <a:lnTo>
                  <a:pt x="23812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15916" y="85522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0" y="0"/>
                </a:moveTo>
                <a:lnTo>
                  <a:pt x="20180" y="0"/>
                </a:lnTo>
                <a:lnTo>
                  <a:pt x="20180" y="198119"/>
                </a:lnTo>
                <a:lnTo>
                  <a:pt x="0" y="19811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15916" y="1053345"/>
            <a:ext cx="238125" cy="19050"/>
          </a:xfrm>
          <a:custGeom>
            <a:avLst/>
            <a:gdLst/>
            <a:ahLst/>
            <a:cxnLst/>
            <a:rect l="l" t="t" r="r" b="b"/>
            <a:pathLst>
              <a:path w="238125" h="19050">
                <a:moveTo>
                  <a:pt x="0" y="0"/>
                </a:moveTo>
                <a:lnTo>
                  <a:pt x="238124" y="0"/>
                </a:lnTo>
                <a:lnTo>
                  <a:pt x="23812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033861" y="85508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20180" y="197764"/>
                </a:moveTo>
                <a:lnTo>
                  <a:pt x="0" y="197764"/>
                </a:lnTo>
                <a:lnTo>
                  <a:pt x="0" y="0"/>
                </a:lnTo>
                <a:lnTo>
                  <a:pt x="20180" y="0"/>
                </a:lnTo>
                <a:lnTo>
                  <a:pt x="20180" y="197764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409288" y="1052849"/>
            <a:ext cx="218440" cy="20320"/>
          </a:xfrm>
          <a:custGeom>
            <a:avLst/>
            <a:gdLst/>
            <a:ahLst/>
            <a:cxnLst/>
            <a:rect l="l" t="t" r="r" b="b"/>
            <a:pathLst>
              <a:path w="218440" h="20319">
                <a:moveTo>
                  <a:pt x="217944" y="20180"/>
                </a:moveTo>
                <a:lnTo>
                  <a:pt x="0" y="20180"/>
                </a:lnTo>
                <a:lnTo>
                  <a:pt x="0" y="0"/>
                </a:lnTo>
                <a:lnTo>
                  <a:pt x="217944" y="0"/>
                </a:lnTo>
                <a:lnTo>
                  <a:pt x="217944" y="2018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235292" y="837797"/>
            <a:ext cx="232590" cy="23259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3229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6301" y="286990"/>
                </a:moveTo>
                <a:lnTo>
                  <a:pt x="10195" y="286990"/>
                </a:lnTo>
                <a:lnTo>
                  <a:pt x="7214" y="285881"/>
                </a:lnTo>
                <a:lnTo>
                  <a:pt x="166" y="279107"/>
                </a:lnTo>
                <a:lnTo>
                  <a:pt x="11" y="271547"/>
                </a:lnTo>
                <a:lnTo>
                  <a:pt x="122471" y="144115"/>
                </a:lnTo>
                <a:lnTo>
                  <a:pt x="0" y="16683"/>
                </a:lnTo>
                <a:lnTo>
                  <a:pt x="155" y="9134"/>
                </a:lnTo>
                <a:lnTo>
                  <a:pt x="9647" y="0"/>
                </a:lnTo>
                <a:lnTo>
                  <a:pt x="17184" y="155"/>
                </a:lnTo>
                <a:lnTo>
                  <a:pt x="152021" y="140454"/>
                </a:lnTo>
                <a:lnTo>
                  <a:pt x="152021" y="147740"/>
                </a:lnTo>
                <a:lnTo>
                  <a:pt x="19414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01482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35719" y="286990"/>
                </a:moveTo>
                <a:lnTo>
                  <a:pt x="141825" y="286990"/>
                </a:lnTo>
                <a:lnTo>
                  <a:pt x="144806" y="285881"/>
                </a:lnTo>
                <a:lnTo>
                  <a:pt x="151854" y="279107"/>
                </a:lnTo>
                <a:lnTo>
                  <a:pt x="152009" y="271547"/>
                </a:lnTo>
                <a:lnTo>
                  <a:pt x="29550" y="144115"/>
                </a:lnTo>
                <a:lnTo>
                  <a:pt x="152021" y="16683"/>
                </a:lnTo>
                <a:lnTo>
                  <a:pt x="151866" y="9134"/>
                </a:lnTo>
                <a:lnTo>
                  <a:pt x="142374" y="0"/>
                </a:lnTo>
                <a:lnTo>
                  <a:pt x="134837" y="155"/>
                </a:lnTo>
                <a:lnTo>
                  <a:pt x="0" y="140454"/>
                </a:lnTo>
                <a:lnTo>
                  <a:pt x="0" y="147740"/>
                </a:lnTo>
                <a:lnTo>
                  <a:pt x="132607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26355" y="1565410"/>
            <a:ext cx="314960" cy="314960"/>
          </a:xfrm>
          <a:custGeom>
            <a:avLst/>
            <a:gdLst/>
            <a:ahLst/>
            <a:cxnLst/>
            <a:rect l="l" t="t" r="r" b="b"/>
            <a:pathLst>
              <a:path w="314960" h="314960">
                <a:moveTo>
                  <a:pt x="72486" y="288184"/>
                </a:moveTo>
                <a:lnTo>
                  <a:pt x="157182" y="288184"/>
                </a:lnTo>
                <a:lnTo>
                  <a:pt x="106246" y="277874"/>
                </a:lnTo>
                <a:lnTo>
                  <a:pt x="64604" y="249775"/>
                </a:lnTo>
                <a:lnTo>
                  <a:pt x="36502" y="208133"/>
                </a:lnTo>
                <a:lnTo>
                  <a:pt x="26193" y="157182"/>
                </a:lnTo>
                <a:lnTo>
                  <a:pt x="36502" y="106257"/>
                </a:lnTo>
                <a:lnTo>
                  <a:pt x="64604" y="64615"/>
                </a:lnTo>
                <a:lnTo>
                  <a:pt x="106246" y="36513"/>
                </a:lnTo>
                <a:lnTo>
                  <a:pt x="157186" y="26201"/>
                </a:lnTo>
                <a:lnTo>
                  <a:pt x="242130" y="26201"/>
                </a:lnTo>
                <a:lnTo>
                  <a:pt x="231889" y="18917"/>
                </a:lnTo>
                <a:lnTo>
                  <a:pt x="196107" y="4892"/>
                </a:lnTo>
                <a:lnTo>
                  <a:pt x="157183" y="0"/>
                </a:lnTo>
                <a:lnTo>
                  <a:pt x="107556" y="8027"/>
                </a:lnTo>
                <a:lnTo>
                  <a:pt x="72463" y="26201"/>
                </a:lnTo>
                <a:lnTo>
                  <a:pt x="157186" y="26201"/>
                </a:lnTo>
                <a:lnTo>
                  <a:pt x="72462" y="26202"/>
                </a:lnTo>
                <a:lnTo>
                  <a:pt x="64414" y="30370"/>
                </a:lnTo>
                <a:lnTo>
                  <a:pt x="30369" y="64416"/>
                </a:lnTo>
                <a:lnTo>
                  <a:pt x="8027" y="107556"/>
                </a:lnTo>
                <a:lnTo>
                  <a:pt x="0" y="157199"/>
                </a:lnTo>
                <a:lnTo>
                  <a:pt x="8023" y="206813"/>
                </a:lnTo>
                <a:lnTo>
                  <a:pt x="30364" y="249957"/>
                </a:lnTo>
                <a:lnTo>
                  <a:pt x="64411" y="284002"/>
                </a:lnTo>
                <a:lnTo>
                  <a:pt x="72486" y="288184"/>
                </a:lnTo>
                <a:close/>
              </a:path>
              <a:path w="314960" h="314960">
                <a:moveTo>
                  <a:pt x="209590" y="117891"/>
                </a:moveTo>
                <a:lnTo>
                  <a:pt x="314375" y="117891"/>
                </a:lnTo>
                <a:lnTo>
                  <a:pt x="314364" y="13095"/>
                </a:lnTo>
                <a:lnTo>
                  <a:pt x="288173" y="13095"/>
                </a:lnTo>
                <a:lnTo>
                  <a:pt x="288173" y="70435"/>
                </a:lnTo>
                <a:lnTo>
                  <a:pt x="254056" y="70438"/>
                </a:lnTo>
                <a:lnTo>
                  <a:pt x="270372" y="91692"/>
                </a:lnTo>
                <a:lnTo>
                  <a:pt x="209590" y="91692"/>
                </a:lnTo>
                <a:lnTo>
                  <a:pt x="209590" y="117891"/>
                </a:lnTo>
                <a:close/>
              </a:path>
              <a:path w="314960" h="314960">
                <a:moveTo>
                  <a:pt x="254056" y="70438"/>
                </a:moveTo>
                <a:lnTo>
                  <a:pt x="288173" y="70438"/>
                </a:lnTo>
                <a:lnTo>
                  <a:pt x="263065" y="41092"/>
                </a:lnTo>
                <a:lnTo>
                  <a:pt x="242131" y="26202"/>
                </a:lnTo>
                <a:lnTo>
                  <a:pt x="157193" y="26202"/>
                </a:lnTo>
                <a:lnTo>
                  <a:pt x="191493" y="30789"/>
                </a:lnTo>
                <a:lnTo>
                  <a:pt x="222746" y="43893"/>
                </a:lnTo>
                <a:lnTo>
                  <a:pt x="249515" y="64523"/>
                </a:lnTo>
                <a:lnTo>
                  <a:pt x="254056" y="70438"/>
                </a:lnTo>
                <a:close/>
              </a:path>
              <a:path w="314960" h="314960">
                <a:moveTo>
                  <a:pt x="157186" y="314367"/>
                </a:moveTo>
                <a:lnTo>
                  <a:pt x="201094" y="308146"/>
                </a:lnTo>
                <a:lnTo>
                  <a:pt x="240450" y="290559"/>
                </a:lnTo>
                <a:lnTo>
                  <a:pt x="273310" y="263220"/>
                </a:lnTo>
                <a:lnTo>
                  <a:pt x="297733" y="227745"/>
                </a:lnTo>
                <a:lnTo>
                  <a:pt x="311774" y="185748"/>
                </a:lnTo>
                <a:lnTo>
                  <a:pt x="313079" y="178634"/>
                </a:lnTo>
                <a:lnTo>
                  <a:pt x="308375" y="171816"/>
                </a:lnTo>
                <a:lnTo>
                  <a:pt x="293995" y="169215"/>
                </a:lnTo>
                <a:lnTo>
                  <a:pt x="287309" y="173931"/>
                </a:lnTo>
                <a:lnTo>
                  <a:pt x="286014" y="181026"/>
                </a:lnTo>
                <a:lnTo>
                  <a:pt x="269969" y="223969"/>
                </a:lnTo>
                <a:lnTo>
                  <a:pt x="241042" y="257893"/>
                </a:lnTo>
                <a:lnTo>
                  <a:pt x="202394" y="280173"/>
                </a:lnTo>
                <a:lnTo>
                  <a:pt x="157182" y="288184"/>
                </a:lnTo>
                <a:lnTo>
                  <a:pt x="72486" y="288184"/>
                </a:lnTo>
                <a:lnTo>
                  <a:pt x="107554" y="306341"/>
                </a:lnTo>
                <a:lnTo>
                  <a:pt x="157186" y="314367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922903" y="1591280"/>
            <a:ext cx="274320" cy="263525"/>
          </a:xfrm>
          <a:custGeom>
            <a:avLst/>
            <a:gdLst/>
            <a:ahLst/>
            <a:cxnLst/>
            <a:rect l="l" t="t" r="r" b="b"/>
            <a:pathLst>
              <a:path w="274320" h="263525">
                <a:moveTo>
                  <a:pt x="71829" y="262977"/>
                </a:moveTo>
                <a:lnTo>
                  <a:pt x="42377" y="237922"/>
                </a:lnTo>
                <a:lnTo>
                  <a:pt x="42302" y="236333"/>
                </a:lnTo>
                <a:lnTo>
                  <a:pt x="56658" y="168590"/>
                </a:lnTo>
                <a:lnTo>
                  <a:pt x="5049" y="122060"/>
                </a:lnTo>
                <a:lnTo>
                  <a:pt x="2340" y="117554"/>
                </a:lnTo>
                <a:lnTo>
                  <a:pt x="0" y="107905"/>
                </a:lnTo>
                <a:lnTo>
                  <a:pt x="192" y="103008"/>
                </a:lnTo>
                <a:lnTo>
                  <a:pt x="87391" y="73955"/>
                </a:lnTo>
                <a:lnTo>
                  <a:pt x="115676" y="10509"/>
                </a:lnTo>
                <a:lnTo>
                  <a:pt x="119114" y="6537"/>
                </a:lnTo>
                <a:lnTo>
                  <a:pt x="127605" y="1315"/>
                </a:lnTo>
                <a:lnTo>
                  <a:pt x="132306" y="0"/>
                </a:lnTo>
                <a:lnTo>
                  <a:pt x="141955" y="0"/>
                </a:lnTo>
                <a:lnTo>
                  <a:pt x="146670" y="1315"/>
                </a:lnTo>
                <a:lnTo>
                  <a:pt x="155121" y="6537"/>
                </a:lnTo>
                <a:lnTo>
                  <a:pt x="158572" y="10509"/>
                </a:lnTo>
                <a:lnTo>
                  <a:pt x="164490" y="23779"/>
                </a:lnTo>
                <a:lnTo>
                  <a:pt x="136278" y="23779"/>
                </a:lnTo>
                <a:lnTo>
                  <a:pt x="135640" y="24195"/>
                </a:lnTo>
                <a:lnTo>
                  <a:pt x="104607" y="93775"/>
                </a:lnTo>
                <a:lnTo>
                  <a:pt x="100921" y="96445"/>
                </a:lnTo>
                <a:lnTo>
                  <a:pt x="25156" y="104441"/>
                </a:lnTo>
                <a:lnTo>
                  <a:pt x="24570" y="104922"/>
                </a:lnTo>
                <a:lnTo>
                  <a:pt x="24023" y="106602"/>
                </a:lnTo>
                <a:lnTo>
                  <a:pt x="24218" y="107345"/>
                </a:lnTo>
                <a:lnTo>
                  <a:pt x="80806" y="158341"/>
                </a:lnTo>
                <a:lnTo>
                  <a:pt x="82208" y="162665"/>
                </a:lnTo>
                <a:lnTo>
                  <a:pt x="66404" y="237219"/>
                </a:lnTo>
                <a:lnTo>
                  <a:pt x="66690" y="237922"/>
                </a:lnTo>
                <a:lnTo>
                  <a:pt x="68117" y="238938"/>
                </a:lnTo>
                <a:lnTo>
                  <a:pt x="68873" y="238977"/>
                </a:lnTo>
                <a:lnTo>
                  <a:pt x="116538" y="238977"/>
                </a:lnTo>
                <a:lnTo>
                  <a:pt x="76960" y="261792"/>
                </a:lnTo>
                <a:lnTo>
                  <a:pt x="71829" y="262977"/>
                </a:lnTo>
                <a:close/>
              </a:path>
              <a:path w="274320" h="263525">
                <a:moveTo>
                  <a:pt x="231830" y="239211"/>
                </a:moveTo>
                <a:lnTo>
                  <a:pt x="205831" y="239211"/>
                </a:lnTo>
                <a:lnTo>
                  <a:pt x="207633" y="237909"/>
                </a:lnTo>
                <a:lnTo>
                  <a:pt x="207886" y="237206"/>
                </a:lnTo>
                <a:lnTo>
                  <a:pt x="192079" y="162665"/>
                </a:lnTo>
                <a:lnTo>
                  <a:pt x="193513" y="158328"/>
                </a:lnTo>
                <a:lnTo>
                  <a:pt x="250082" y="107332"/>
                </a:lnTo>
                <a:lnTo>
                  <a:pt x="250277" y="106602"/>
                </a:lnTo>
                <a:lnTo>
                  <a:pt x="249730" y="104922"/>
                </a:lnTo>
                <a:lnTo>
                  <a:pt x="249144" y="104441"/>
                </a:lnTo>
                <a:lnTo>
                  <a:pt x="173374" y="96445"/>
                </a:lnTo>
                <a:lnTo>
                  <a:pt x="169701" y="93775"/>
                </a:lnTo>
                <a:lnTo>
                  <a:pt x="138674" y="24195"/>
                </a:lnTo>
                <a:lnTo>
                  <a:pt x="138049" y="23779"/>
                </a:lnTo>
                <a:lnTo>
                  <a:pt x="164490" y="23779"/>
                </a:lnTo>
                <a:lnTo>
                  <a:pt x="186870" y="73968"/>
                </a:lnTo>
                <a:lnTo>
                  <a:pt x="255981" y="81273"/>
                </a:lnTo>
                <a:lnTo>
                  <a:pt x="260813" y="83331"/>
                </a:lnTo>
                <a:lnTo>
                  <a:pt x="268379" y="89751"/>
                </a:lnTo>
                <a:lnTo>
                  <a:pt x="271087" y="93827"/>
                </a:lnTo>
                <a:lnTo>
                  <a:pt x="274078" y="103008"/>
                </a:lnTo>
                <a:lnTo>
                  <a:pt x="274278" y="107905"/>
                </a:lnTo>
                <a:lnTo>
                  <a:pt x="273171" y="112593"/>
                </a:lnTo>
                <a:lnTo>
                  <a:pt x="271947" y="117606"/>
                </a:lnTo>
                <a:lnTo>
                  <a:pt x="269238" y="122112"/>
                </a:lnTo>
                <a:lnTo>
                  <a:pt x="217656" y="168616"/>
                </a:lnTo>
                <a:lnTo>
                  <a:pt x="232006" y="236333"/>
                </a:lnTo>
                <a:lnTo>
                  <a:pt x="231942" y="237922"/>
                </a:lnTo>
                <a:lnTo>
                  <a:pt x="231830" y="239211"/>
                </a:lnTo>
                <a:close/>
              </a:path>
              <a:path w="274320" h="263525">
                <a:moveTo>
                  <a:pt x="116538" y="238977"/>
                </a:moveTo>
                <a:lnTo>
                  <a:pt x="68873" y="238977"/>
                </a:lnTo>
                <a:lnTo>
                  <a:pt x="131212" y="203035"/>
                </a:lnTo>
                <a:lnTo>
                  <a:pt x="133035" y="202006"/>
                </a:lnTo>
                <a:lnTo>
                  <a:pt x="135080" y="201459"/>
                </a:lnTo>
                <a:lnTo>
                  <a:pt x="139234" y="201459"/>
                </a:lnTo>
                <a:lnTo>
                  <a:pt x="141278" y="202006"/>
                </a:lnTo>
                <a:lnTo>
                  <a:pt x="184796" y="227087"/>
                </a:lnTo>
                <a:lnTo>
                  <a:pt x="137163" y="227087"/>
                </a:lnTo>
                <a:lnTo>
                  <a:pt x="116538" y="238977"/>
                </a:lnTo>
                <a:close/>
              </a:path>
              <a:path w="274320" h="263525">
                <a:moveTo>
                  <a:pt x="206391" y="262652"/>
                </a:moveTo>
                <a:lnTo>
                  <a:pt x="201221" y="262652"/>
                </a:lnTo>
                <a:lnTo>
                  <a:pt x="196755" y="261441"/>
                </a:lnTo>
                <a:lnTo>
                  <a:pt x="137163" y="227087"/>
                </a:lnTo>
                <a:lnTo>
                  <a:pt x="184796" y="227087"/>
                </a:lnTo>
                <a:lnTo>
                  <a:pt x="205831" y="239211"/>
                </a:lnTo>
                <a:lnTo>
                  <a:pt x="231830" y="239211"/>
                </a:lnTo>
                <a:lnTo>
                  <a:pt x="207029" y="262626"/>
                </a:lnTo>
                <a:lnTo>
                  <a:pt x="206391" y="262652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29684" y="814138"/>
            <a:ext cx="379901" cy="37990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49098" y="4264705"/>
            <a:ext cx="8106269" cy="476498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574573" y="3447976"/>
            <a:ext cx="374650" cy="514350"/>
          </a:xfrm>
          <a:custGeom>
            <a:avLst/>
            <a:gdLst/>
            <a:ahLst/>
            <a:cxnLst/>
            <a:rect l="l" t="t" r="r" b="b"/>
            <a:pathLst>
              <a:path w="374650" h="514350">
                <a:moveTo>
                  <a:pt x="70273" y="514350"/>
                </a:moveTo>
                <a:lnTo>
                  <a:pt x="0" y="514350"/>
                </a:lnTo>
                <a:lnTo>
                  <a:pt x="0" y="0"/>
                </a:lnTo>
                <a:lnTo>
                  <a:pt x="239395" y="0"/>
                </a:lnTo>
                <a:lnTo>
                  <a:pt x="252035" y="297"/>
                </a:lnTo>
                <a:lnTo>
                  <a:pt x="301128" y="7600"/>
                </a:lnTo>
                <a:lnTo>
                  <a:pt x="341788" y="28098"/>
                </a:lnTo>
                <a:lnTo>
                  <a:pt x="367462" y="62230"/>
                </a:lnTo>
                <a:lnTo>
                  <a:pt x="74295" y="62230"/>
                </a:lnTo>
                <a:lnTo>
                  <a:pt x="74295" y="238760"/>
                </a:lnTo>
                <a:lnTo>
                  <a:pt x="363673" y="238760"/>
                </a:lnTo>
                <a:lnTo>
                  <a:pt x="362585" y="240982"/>
                </a:lnTo>
                <a:lnTo>
                  <a:pt x="331470" y="274955"/>
                </a:lnTo>
                <a:lnTo>
                  <a:pt x="288290" y="294957"/>
                </a:lnTo>
                <a:lnTo>
                  <a:pt x="239395" y="301625"/>
                </a:lnTo>
                <a:lnTo>
                  <a:pt x="74295" y="301625"/>
                </a:lnTo>
                <a:lnTo>
                  <a:pt x="74295" y="510540"/>
                </a:lnTo>
                <a:lnTo>
                  <a:pt x="70273" y="514350"/>
                </a:lnTo>
                <a:close/>
              </a:path>
              <a:path w="374650" h="514350">
                <a:moveTo>
                  <a:pt x="363673" y="238760"/>
                </a:moveTo>
                <a:lnTo>
                  <a:pt x="233680" y="238760"/>
                </a:lnTo>
                <a:lnTo>
                  <a:pt x="247411" y="237946"/>
                </a:lnTo>
                <a:lnTo>
                  <a:pt x="260032" y="235505"/>
                </a:lnTo>
                <a:lnTo>
                  <a:pt x="296703" y="208835"/>
                </a:lnTo>
                <a:lnTo>
                  <a:pt x="301625" y="184150"/>
                </a:lnTo>
                <a:lnTo>
                  <a:pt x="301537" y="102870"/>
                </a:lnTo>
                <a:lnTo>
                  <a:pt x="277177" y="69215"/>
                </a:lnTo>
                <a:lnTo>
                  <a:pt x="236855" y="62230"/>
                </a:lnTo>
                <a:lnTo>
                  <a:pt x="367462" y="62230"/>
                </a:lnTo>
                <a:lnTo>
                  <a:pt x="368220" y="63817"/>
                </a:lnTo>
                <a:lnTo>
                  <a:pt x="371792" y="75565"/>
                </a:lnTo>
                <a:lnTo>
                  <a:pt x="373935" y="88582"/>
                </a:lnTo>
                <a:lnTo>
                  <a:pt x="374650" y="102870"/>
                </a:lnTo>
                <a:lnTo>
                  <a:pt x="374650" y="192405"/>
                </a:lnTo>
                <a:lnTo>
                  <a:pt x="373895" y="205918"/>
                </a:lnTo>
                <a:lnTo>
                  <a:pt x="371633" y="218519"/>
                </a:lnTo>
                <a:lnTo>
                  <a:pt x="367863" y="230207"/>
                </a:lnTo>
                <a:lnTo>
                  <a:pt x="363673" y="238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12724" y="3595296"/>
            <a:ext cx="294005" cy="367665"/>
          </a:xfrm>
          <a:custGeom>
            <a:avLst/>
            <a:gdLst/>
            <a:ahLst/>
            <a:cxnLst/>
            <a:rect l="l" t="t" r="r" b="b"/>
            <a:pathLst>
              <a:path w="294004" h="367664">
                <a:moveTo>
                  <a:pt x="26670" y="66039"/>
                </a:moveTo>
                <a:lnTo>
                  <a:pt x="26670" y="5079"/>
                </a:lnTo>
                <a:lnTo>
                  <a:pt x="69453" y="1944"/>
                </a:lnTo>
                <a:lnTo>
                  <a:pt x="114935" y="158"/>
                </a:lnTo>
                <a:lnTo>
                  <a:pt x="133985" y="0"/>
                </a:lnTo>
                <a:lnTo>
                  <a:pt x="147855" y="119"/>
                </a:lnTo>
                <a:lnTo>
                  <a:pt x="188277" y="1905"/>
                </a:lnTo>
                <a:lnTo>
                  <a:pt x="236220" y="10477"/>
                </a:lnTo>
                <a:lnTo>
                  <a:pt x="272097" y="30162"/>
                </a:lnTo>
                <a:lnTo>
                  <a:pt x="288992" y="60960"/>
                </a:lnTo>
                <a:lnTo>
                  <a:pt x="132715" y="60960"/>
                </a:lnTo>
                <a:lnTo>
                  <a:pt x="116681" y="61118"/>
                </a:lnTo>
                <a:lnTo>
                  <a:pt x="99060" y="61595"/>
                </a:lnTo>
                <a:lnTo>
                  <a:pt x="89971" y="61952"/>
                </a:lnTo>
                <a:lnTo>
                  <a:pt x="81121" y="62388"/>
                </a:lnTo>
                <a:lnTo>
                  <a:pt x="72509" y="62904"/>
                </a:lnTo>
                <a:lnTo>
                  <a:pt x="26670" y="66039"/>
                </a:lnTo>
                <a:close/>
              </a:path>
              <a:path w="294004" h="367664">
                <a:moveTo>
                  <a:pt x="294005" y="129540"/>
                </a:moveTo>
                <a:lnTo>
                  <a:pt x="220980" y="129540"/>
                </a:lnTo>
                <a:lnTo>
                  <a:pt x="220980" y="110490"/>
                </a:lnTo>
                <a:lnTo>
                  <a:pt x="220067" y="97948"/>
                </a:lnTo>
                <a:lnTo>
                  <a:pt x="197008" y="65881"/>
                </a:lnTo>
                <a:lnTo>
                  <a:pt x="166264" y="60960"/>
                </a:lnTo>
                <a:lnTo>
                  <a:pt x="288992" y="60960"/>
                </a:lnTo>
                <a:lnTo>
                  <a:pt x="293766" y="106521"/>
                </a:lnTo>
                <a:lnTo>
                  <a:pt x="294005" y="123190"/>
                </a:lnTo>
                <a:lnTo>
                  <a:pt x="294005" y="129540"/>
                </a:lnTo>
                <a:close/>
              </a:path>
              <a:path w="294004" h="367664">
                <a:moveTo>
                  <a:pt x="99695" y="367665"/>
                </a:moveTo>
                <a:lnTo>
                  <a:pt x="59055" y="363299"/>
                </a:lnTo>
                <a:lnTo>
                  <a:pt x="15359" y="337442"/>
                </a:lnTo>
                <a:lnTo>
                  <a:pt x="0" y="281305"/>
                </a:lnTo>
                <a:lnTo>
                  <a:pt x="0" y="207010"/>
                </a:lnTo>
                <a:lnTo>
                  <a:pt x="12243" y="166330"/>
                </a:lnTo>
                <a:lnTo>
                  <a:pt x="43576" y="139541"/>
                </a:lnTo>
                <a:lnTo>
                  <a:pt x="87094" y="127000"/>
                </a:lnTo>
                <a:lnTo>
                  <a:pt x="116284" y="126047"/>
                </a:lnTo>
                <a:lnTo>
                  <a:pt x="126702" y="126126"/>
                </a:lnTo>
                <a:lnTo>
                  <a:pt x="158511" y="127000"/>
                </a:lnTo>
                <a:lnTo>
                  <a:pt x="177800" y="127635"/>
                </a:lnTo>
                <a:lnTo>
                  <a:pt x="184996" y="128058"/>
                </a:lnTo>
                <a:lnTo>
                  <a:pt x="192193" y="128375"/>
                </a:lnTo>
                <a:lnTo>
                  <a:pt x="206586" y="128799"/>
                </a:lnTo>
                <a:lnTo>
                  <a:pt x="213783" y="129116"/>
                </a:lnTo>
                <a:lnTo>
                  <a:pt x="220980" y="129540"/>
                </a:lnTo>
                <a:lnTo>
                  <a:pt x="294005" y="129540"/>
                </a:lnTo>
                <a:lnTo>
                  <a:pt x="294005" y="187642"/>
                </a:lnTo>
                <a:lnTo>
                  <a:pt x="131445" y="187642"/>
                </a:lnTo>
                <a:lnTo>
                  <a:pt x="122713" y="187721"/>
                </a:lnTo>
                <a:lnTo>
                  <a:pt x="83502" y="197485"/>
                </a:lnTo>
                <a:lnTo>
                  <a:pt x="71120" y="225425"/>
                </a:lnTo>
                <a:lnTo>
                  <a:pt x="71120" y="267335"/>
                </a:lnTo>
                <a:lnTo>
                  <a:pt x="92154" y="300017"/>
                </a:lnTo>
                <a:lnTo>
                  <a:pt x="131048" y="305831"/>
                </a:lnTo>
                <a:lnTo>
                  <a:pt x="294005" y="305851"/>
                </a:lnTo>
                <a:lnTo>
                  <a:pt x="294005" y="346286"/>
                </a:lnTo>
                <a:lnTo>
                  <a:pt x="291782" y="352530"/>
                </a:lnTo>
                <a:lnTo>
                  <a:pt x="282892" y="363114"/>
                </a:lnTo>
                <a:lnTo>
                  <a:pt x="277071" y="365760"/>
                </a:lnTo>
                <a:lnTo>
                  <a:pt x="269875" y="365760"/>
                </a:lnTo>
                <a:lnTo>
                  <a:pt x="99695" y="367665"/>
                </a:lnTo>
                <a:close/>
              </a:path>
              <a:path w="294004" h="367664">
                <a:moveTo>
                  <a:pt x="294005" y="305851"/>
                </a:moveTo>
                <a:lnTo>
                  <a:pt x="139600" y="305851"/>
                </a:lnTo>
                <a:lnTo>
                  <a:pt x="156825" y="305573"/>
                </a:lnTo>
                <a:lnTo>
                  <a:pt x="180340" y="304800"/>
                </a:lnTo>
                <a:lnTo>
                  <a:pt x="186266" y="304376"/>
                </a:lnTo>
                <a:lnTo>
                  <a:pt x="191981" y="304165"/>
                </a:lnTo>
                <a:lnTo>
                  <a:pt x="202988" y="304165"/>
                </a:lnTo>
                <a:lnTo>
                  <a:pt x="208491" y="303953"/>
                </a:lnTo>
                <a:lnTo>
                  <a:pt x="213995" y="303530"/>
                </a:lnTo>
                <a:lnTo>
                  <a:pt x="219075" y="303530"/>
                </a:lnTo>
                <a:lnTo>
                  <a:pt x="221615" y="301201"/>
                </a:lnTo>
                <a:lnTo>
                  <a:pt x="221615" y="191135"/>
                </a:lnTo>
                <a:lnTo>
                  <a:pt x="215688" y="190711"/>
                </a:lnTo>
                <a:lnTo>
                  <a:pt x="209550" y="190394"/>
                </a:lnTo>
                <a:lnTo>
                  <a:pt x="196850" y="189970"/>
                </a:lnTo>
                <a:lnTo>
                  <a:pt x="190711" y="189653"/>
                </a:lnTo>
                <a:lnTo>
                  <a:pt x="184785" y="189230"/>
                </a:lnTo>
                <a:lnTo>
                  <a:pt x="140493" y="187721"/>
                </a:lnTo>
                <a:lnTo>
                  <a:pt x="131445" y="187642"/>
                </a:lnTo>
                <a:lnTo>
                  <a:pt x="294005" y="187642"/>
                </a:lnTo>
                <a:lnTo>
                  <a:pt x="294005" y="3058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392453" y="3448611"/>
            <a:ext cx="81280" cy="91440"/>
          </a:xfrm>
          <a:custGeom>
            <a:avLst/>
            <a:gdLst/>
            <a:ahLst/>
            <a:cxnLst/>
            <a:rect l="l" t="t" r="r" b="b"/>
            <a:pathLst>
              <a:path w="81279" h="91439">
                <a:moveTo>
                  <a:pt x="81279" y="91440"/>
                </a:moveTo>
                <a:lnTo>
                  <a:pt x="0" y="91440"/>
                </a:lnTo>
                <a:lnTo>
                  <a:pt x="0" y="0"/>
                </a:lnTo>
                <a:lnTo>
                  <a:pt x="81279" y="0"/>
                </a:lnTo>
                <a:lnTo>
                  <a:pt x="81279" y="91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396899" y="3596640"/>
            <a:ext cx="73660" cy="365760"/>
          </a:xfrm>
          <a:custGeom>
            <a:avLst/>
            <a:gdLst/>
            <a:ahLst/>
            <a:cxnLst/>
            <a:rect l="l" t="t" r="r" b="b"/>
            <a:pathLst>
              <a:path w="73660" h="365760">
                <a:moveTo>
                  <a:pt x="0" y="0"/>
                </a:moveTo>
                <a:lnTo>
                  <a:pt x="73659" y="0"/>
                </a:lnTo>
                <a:lnTo>
                  <a:pt x="73659" y="365759"/>
                </a:lnTo>
                <a:lnTo>
                  <a:pt x="0" y="3657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566443" y="3596566"/>
            <a:ext cx="308610" cy="366395"/>
          </a:xfrm>
          <a:custGeom>
            <a:avLst/>
            <a:gdLst/>
            <a:ahLst/>
            <a:cxnLst/>
            <a:rect l="l" t="t" r="r" b="b"/>
            <a:pathLst>
              <a:path w="308610" h="366395">
                <a:moveTo>
                  <a:pt x="305223" y="366395"/>
                </a:moveTo>
                <a:lnTo>
                  <a:pt x="234949" y="366395"/>
                </a:lnTo>
                <a:lnTo>
                  <a:pt x="234949" y="131444"/>
                </a:lnTo>
                <a:lnTo>
                  <a:pt x="233699" y="112772"/>
                </a:lnTo>
                <a:lnTo>
                  <a:pt x="214947" y="76517"/>
                </a:lnTo>
                <a:lnTo>
                  <a:pt x="175478" y="63122"/>
                </a:lnTo>
                <a:lnTo>
                  <a:pt x="158114" y="62230"/>
                </a:lnTo>
                <a:lnTo>
                  <a:pt x="75988" y="63500"/>
                </a:lnTo>
                <a:lnTo>
                  <a:pt x="74294" y="64981"/>
                </a:lnTo>
                <a:lnTo>
                  <a:pt x="74294" y="362796"/>
                </a:lnTo>
                <a:lnTo>
                  <a:pt x="71119" y="366395"/>
                </a:lnTo>
                <a:lnTo>
                  <a:pt x="0" y="366395"/>
                </a:lnTo>
                <a:lnTo>
                  <a:pt x="0" y="16298"/>
                </a:lnTo>
                <a:lnTo>
                  <a:pt x="1799" y="11429"/>
                </a:lnTo>
                <a:lnTo>
                  <a:pt x="8995" y="3810"/>
                </a:lnTo>
                <a:lnTo>
                  <a:pt x="13758" y="1904"/>
                </a:lnTo>
                <a:lnTo>
                  <a:pt x="169544" y="0"/>
                </a:lnTo>
                <a:lnTo>
                  <a:pt x="188436" y="416"/>
                </a:lnTo>
                <a:lnTo>
                  <a:pt x="235584" y="6667"/>
                </a:lnTo>
                <a:lnTo>
                  <a:pt x="278447" y="28575"/>
                </a:lnTo>
                <a:lnTo>
                  <a:pt x="301624" y="68897"/>
                </a:lnTo>
                <a:lnTo>
                  <a:pt x="308173" y="113129"/>
                </a:lnTo>
                <a:lnTo>
                  <a:pt x="308609" y="130810"/>
                </a:lnTo>
                <a:lnTo>
                  <a:pt x="308609" y="3625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138311" y="3447976"/>
            <a:ext cx="374650" cy="514350"/>
          </a:xfrm>
          <a:custGeom>
            <a:avLst/>
            <a:gdLst/>
            <a:ahLst/>
            <a:cxnLst/>
            <a:rect l="l" t="t" r="r" b="b"/>
            <a:pathLst>
              <a:path w="374650" h="514350">
                <a:moveTo>
                  <a:pt x="70273" y="514350"/>
                </a:moveTo>
                <a:lnTo>
                  <a:pt x="0" y="514350"/>
                </a:lnTo>
                <a:lnTo>
                  <a:pt x="0" y="0"/>
                </a:lnTo>
                <a:lnTo>
                  <a:pt x="239395" y="0"/>
                </a:lnTo>
                <a:lnTo>
                  <a:pt x="252035" y="297"/>
                </a:lnTo>
                <a:lnTo>
                  <a:pt x="301128" y="7600"/>
                </a:lnTo>
                <a:lnTo>
                  <a:pt x="341788" y="28098"/>
                </a:lnTo>
                <a:lnTo>
                  <a:pt x="367462" y="62230"/>
                </a:lnTo>
                <a:lnTo>
                  <a:pt x="74295" y="62230"/>
                </a:lnTo>
                <a:lnTo>
                  <a:pt x="74295" y="238760"/>
                </a:lnTo>
                <a:lnTo>
                  <a:pt x="363673" y="238760"/>
                </a:lnTo>
                <a:lnTo>
                  <a:pt x="362585" y="240982"/>
                </a:lnTo>
                <a:lnTo>
                  <a:pt x="331470" y="274955"/>
                </a:lnTo>
                <a:lnTo>
                  <a:pt x="288290" y="294957"/>
                </a:lnTo>
                <a:lnTo>
                  <a:pt x="239395" y="301625"/>
                </a:lnTo>
                <a:lnTo>
                  <a:pt x="74295" y="301625"/>
                </a:lnTo>
                <a:lnTo>
                  <a:pt x="74295" y="510540"/>
                </a:lnTo>
                <a:lnTo>
                  <a:pt x="70273" y="514350"/>
                </a:lnTo>
                <a:close/>
              </a:path>
              <a:path w="374650" h="514350">
                <a:moveTo>
                  <a:pt x="363673" y="238760"/>
                </a:moveTo>
                <a:lnTo>
                  <a:pt x="233680" y="238760"/>
                </a:lnTo>
                <a:lnTo>
                  <a:pt x="247411" y="237946"/>
                </a:lnTo>
                <a:lnTo>
                  <a:pt x="260032" y="235505"/>
                </a:lnTo>
                <a:lnTo>
                  <a:pt x="296703" y="208835"/>
                </a:lnTo>
                <a:lnTo>
                  <a:pt x="301625" y="184150"/>
                </a:lnTo>
                <a:lnTo>
                  <a:pt x="301537" y="102870"/>
                </a:lnTo>
                <a:lnTo>
                  <a:pt x="277177" y="69215"/>
                </a:lnTo>
                <a:lnTo>
                  <a:pt x="236855" y="62230"/>
                </a:lnTo>
                <a:lnTo>
                  <a:pt x="367462" y="62230"/>
                </a:lnTo>
                <a:lnTo>
                  <a:pt x="368220" y="63817"/>
                </a:lnTo>
                <a:lnTo>
                  <a:pt x="371792" y="75565"/>
                </a:lnTo>
                <a:lnTo>
                  <a:pt x="373935" y="88582"/>
                </a:lnTo>
                <a:lnTo>
                  <a:pt x="374650" y="102870"/>
                </a:lnTo>
                <a:lnTo>
                  <a:pt x="374650" y="192405"/>
                </a:lnTo>
                <a:lnTo>
                  <a:pt x="373895" y="205918"/>
                </a:lnTo>
                <a:lnTo>
                  <a:pt x="371633" y="218519"/>
                </a:lnTo>
                <a:lnTo>
                  <a:pt x="367863" y="230207"/>
                </a:lnTo>
                <a:lnTo>
                  <a:pt x="363673" y="238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573286" y="3596566"/>
            <a:ext cx="330200" cy="366395"/>
          </a:xfrm>
          <a:custGeom>
            <a:avLst/>
            <a:gdLst/>
            <a:ahLst/>
            <a:cxnLst/>
            <a:rect l="l" t="t" r="r" b="b"/>
            <a:pathLst>
              <a:path w="330200" h="366395">
                <a:moveTo>
                  <a:pt x="194310" y="366395"/>
                </a:moveTo>
                <a:lnTo>
                  <a:pt x="137160" y="366395"/>
                </a:lnTo>
                <a:lnTo>
                  <a:pt x="121979" y="365164"/>
                </a:lnTo>
                <a:lnTo>
                  <a:pt x="80962" y="354330"/>
                </a:lnTo>
                <a:lnTo>
                  <a:pt x="47267" y="333494"/>
                </a:lnTo>
                <a:lnTo>
                  <a:pt x="21748" y="303688"/>
                </a:lnTo>
                <a:lnTo>
                  <a:pt x="5536" y="266025"/>
                </a:lnTo>
                <a:lnTo>
                  <a:pt x="0" y="221615"/>
                </a:lnTo>
                <a:lnTo>
                  <a:pt x="45" y="146050"/>
                </a:lnTo>
                <a:lnTo>
                  <a:pt x="5179" y="101183"/>
                </a:lnTo>
                <a:lnTo>
                  <a:pt x="20478" y="62230"/>
                </a:lnTo>
                <a:lnTo>
                  <a:pt x="45124" y="31809"/>
                </a:lnTo>
                <a:lnTo>
                  <a:pt x="79057" y="10795"/>
                </a:lnTo>
                <a:lnTo>
                  <a:pt x="121384" y="674"/>
                </a:lnTo>
                <a:lnTo>
                  <a:pt x="137160" y="0"/>
                </a:lnTo>
                <a:lnTo>
                  <a:pt x="194310" y="0"/>
                </a:lnTo>
                <a:lnTo>
                  <a:pt x="241339" y="6250"/>
                </a:lnTo>
                <a:lnTo>
                  <a:pt x="277891" y="24447"/>
                </a:lnTo>
                <a:lnTo>
                  <a:pt x="304740" y="52665"/>
                </a:lnTo>
                <a:lnTo>
                  <a:pt x="308967" y="59690"/>
                </a:lnTo>
                <a:lnTo>
                  <a:pt x="147955" y="59690"/>
                </a:lnTo>
                <a:lnTo>
                  <a:pt x="129043" y="61198"/>
                </a:lnTo>
                <a:lnTo>
                  <a:pt x="89217" y="83820"/>
                </a:lnTo>
                <a:lnTo>
                  <a:pt x="72251" y="127873"/>
                </a:lnTo>
                <a:lnTo>
                  <a:pt x="71120" y="146050"/>
                </a:lnTo>
                <a:lnTo>
                  <a:pt x="71120" y="219710"/>
                </a:lnTo>
                <a:lnTo>
                  <a:pt x="82907" y="270609"/>
                </a:lnTo>
                <a:lnTo>
                  <a:pt x="116840" y="301386"/>
                </a:lnTo>
                <a:lnTo>
                  <a:pt x="149225" y="307340"/>
                </a:lnTo>
                <a:lnTo>
                  <a:pt x="307844" y="307340"/>
                </a:lnTo>
                <a:lnTo>
                  <a:pt x="307260" y="308371"/>
                </a:lnTo>
                <a:lnTo>
                  <a:pt x="281225" y="337581"/>
                </a:lnTo>
                <a:lnTo>
                  <a:pt x="247650" y="356870"/>
                </a:lnTo>
                <a:lnTo>
                  <a:pt x="208359" y="365799"/>
                </a:lnTo>
                <a:lnTo>
                  <a:pt x="194310" y="366395"/>
                </a:lnTo>
                <a:close/>
              </a:path>
              <a:path w="330200" h="366395">
                <a:moveTo>
                  <a:pt x="307844" y="307340"/>
                </a:moveTo>
                <a:lnTo>
                  <a:pt x="180975" y="307340"/>
                </a:lnTo>
                <a:lnTo>
                  <a:pt x="198874" y="304522"/>
                </a:lnTo>
                <a:lnTo>
                  <a:pt x="214471" y="299243"/>
                </a:lnTo>
                <a:lnTo>
                  <a:pt x="247372" y="268803"/>
                </a:lnTo>
                <a:lnTo>
                  <a:pt x="258362" y="219710"/>
                </a:lnTo>
                <a:lnTo>
                  <a:pt x="258387" y="146050"/>
                </a:lnTo>
                <a:lnTo>
                  <a:pt x="258206" y="140017"/>
                </a:lnTo>
                <a:lnTo>
                  <a:pt x="249465" y="101183"/>
                </a:lnTo>
                <a:lnTo>
                  <a:pt x="224591" y="71874"/>
                </a:lnTo>
                <a:lnTo>
                  <a:pt x="180975" y="59690"/>
                </a:lnTo>
                <a:lnTo>
                  <a:pt x="308967" y="59690"/>
                </a:lnTo>
                <a:lnTo>
                  <a:pt x="325556" y="102969"/>
                </a:lnTo>
                <a:lnTo>
                  <a:pt x="330157" y="146050"/>
                </a:lnTo>
                <a:lnTo>
                  <a:pt x="330200" y="221615"/>
                </a:lnTo>
                <a:lnTo>
                  <a:pt x="329530" y="238700"/>
                </a:lnTo>
                <a:lnTo>
                  <a:pt x="327580" y="254555"/>
                </a:lnTo>
                <a:lnTo>
                  <a:pt x="324306" y="269537"/>
                </a:lnTo>
                <a:lnTo>
                  <a:pt x="319722" y="283527"/>
                </a:lnTo>
                <a:lnTo>
                  <a:pt x="313987" y="296485"/>
                </a:lnTo>
                <a:lnTo>
                  <a:pt x="307844" y="307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982225" y="3448611"/>
            <a:ext cx="81280" cy="91440"/>
          </a:xfrm>
          <a:custGeom>
            <a:avLst/>
            <a:gdLst/>
            <a:ahLst/>
            <a:cxnLst/>
            <a:rect l="l" t="t" r="r" b="b"/>
            <a:pathLst>
              <a:path w="81279" h="91439">
                <a:moveTo>
                  <a:pt x="81280" y="91440"/>
                </a:moveTo>
                <a:lnTo>
                  <a:pt x="0" y="91440"/>
                </a:lnTo>
                <a:lnTo>
                  <a:pt x="0" y="0"/>
                </a:lnTo>
                <a:lnTo>
                  <a:pt x="81280" y="0"/>
                </a:lnTo>
                <a:lnTo>
                  <a:pt x="81280" y="91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986671" y="3596640"/>
            <a:ext cx="73660" cy="365760"/>
          </a:xfrm>
          <a:custGeom>
            <a:avLst/>
            <a:gdLst/>
            <a:ahLst/>
            <a:cxnLst/>
            <a:rect l="l" t="t" r="r" b="b"/>
            <a:pathLst>
              <a:path w="73660" h="365760">
                <a:moveTo>
                  <a:pt x="0" y="0"/>
                </a:moveTo>
                <a:lnTo>
                  <a:pt x="73659" y="0"/>
                </a:lnTo>
                <a:lnTo>
                  <a:pt x="73659" y="365759"/>
                </a:lnTo>
                <a:lnTo>
                  <a:pt x="0" y="3657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156215" y="3596566"/>
            <a:ext cx="308610" cy="366395"/>
          </a:xfrm>
          <a:custGeom>
            <a:avLst/>
            <a:gdLst/>
            <a:ahLst/>
            <a:cxnLst/>
            <a:rect l="l" t="t" r="r" b="b"/>
            <a:pathLst>
              <a:path w="308610" h="366395">
                <a:moveTo>
                  <a:pt x="305223" y="366395"/>
                </a:moveTo>
                <a:lnTo>
                  <a:pt x="234950" y="366395"/>
                </a:lnTo>
                <a:lnTo>
                  <a:pt x="234950" y="131444"/>
                </a:lnTo>
                <a:lnTo>
                  <a:pt x="233699" y="112772"/>
                </a:lnTo>
                <a:lnTo>
                  <a:pt x="214947" y="76517"/>
                </a:lnTo>
                <a:lnTo>
                  <a:pt x="175478" y="63122"/>
                </a:lnTo>
                <a:lnTo>
                  <a:pt x="158115" y="62230"/>
                </a:lnTo>
                <a:lnTo>
                  <a:pt x="75988" y="63500"/>
                </a:lnTo>
                <a:lnTo>
                  <a:pt x="74295" y="64981"/>
                </a:lnTo>
                <a:lnTo>
                  <a:pt x="74295" y="362796"/>
                </a:lnTo>
                <a:lnTo>
                  <a:pt x="71120" y="366395"/>
                </a:lnTo>
                <a:lnTo>
                  <a:pt x="0" y="366395"/>
                </a:lnTo>
                <a:lnTo>
                  <a:pt x="0" y="16298"/>
                </a:lnTo>
                <a:lnTo>
                  <a:pt x="1799" y="11429"/>
                </a:lnTo>
                <a:lnTo>
                  <a:pt x="8995" y="3810"/>
                </a:lnTo>
                <a:lnTo>
                  <a:pt x="13758" y="1904"/>
                </a:lnTo>
                <a:lnTo>
                  <a:pt x="169545" y="0"/>
                </a:lnTo>
                <a:lnTo>
                  <a:pt x="188436" y="416"/>
                </a:lnTo>
                <a:lnTo>
                  <a:pt x="235584" y="6667"/>
                </a:lnTo>
                <a:lnTo>
                  <a:pt x="278447" y="28575"/>
                </a:lnTo>
                <a:lnTo>
                  <a:pt x="301625" y="68897"/>
                </a:lnTo>
                <a:lnTo>
                  <a:pt x="308173" y="113129"/>
                </a:lnTo>
                <a:lnTo>
                  <a:pt x="308610" y="130810"/>
                </a:lnTo>
                <a:lnTo>
                  <a:pt x="308610" y="3625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516261" y="3487346"/>
            <a:ext cx="243840" cy="475615"/>
          </a:xfrm>
          <a:custGeom>
            <a:avLst/>
            <a:gdLst/>
            <a:ahLst/>
            <a:cxnLst/>
            <a:rect l="l" t="t" r="r" b="b"/>
            <a:pathLst>
              <a:path w="243840" h="475614">
                <a:moveTo>
                  <a:pt x="235373" y="475614"/>
                </a:moveTo>
                <a:lnTo>
                  <a:pt x="151130" y="475614"/>
                </a:lnTo>
                <a:lnTo>
                  <a:pt x="110013" y="469939"/>
                </a:lnTo>
                <a:lnTo>
                  <a:pt x="80645" y="452913"/>
                </a:lnTo>
                <a:lnTo>
                  <a:pt x="63023" y="424537"/>
                </a:lnTo>
                <a:lnTo>
                  <a:pt x="57150" y="384809"/>
                </a:lnTo>
                <a:lnTo>
                  <a:pt x="57150" y="171449"/>
                </a:lnTo>
                <a:lnTo>
                  <a:pt x="0" y="171449"/>
                </a:lnTo>
                <a:lnTo>
                  <a:pt x="0" y="109219"/>
                </a:lnTo>
                <a:lnTo>
                  <a:pt x="57150" y="109219"/>
                </a:lnTo>
                <a:lnTo>
                  <a:pt x="57150" y="0"/>
                </a:lnTo>
                <a:lnTo>
                  <a:pt x="131444" y="0"/>
                </a:lnTo>
                <a:lnTo>
                  <a:pt x="131444" y="109219"/>
                </a:lnTo>
                <a:lnTo>
                  <a:pt x="220344" y="109219"/>
                </a:lnTo>
                <a:lnTo>
                  <a:pt x="220344" y="168274"/>
                </a:lnTo>
                <a:lnTo>
                  <a:pt x="217381" y="171449"/>
                </a:lnTo>
                <a:lnTo>
                  <a:pt x="131444" y="171449"/>
                </a:lnTo>
                <a:lnTo>
                  <a:pt x="131444" y="379729"/>
                </a:lnTo>
                <a:lnTo>
                  <a:pt x="155495" y="411797"/>
                </a:lnTo>
                <a:lnTo>
                  <a:pt x="172085" y="413384"/>
                </a:lnTo>
                <a:lnTo>
                  <a:pt x="243839" y="413384"/>
                </a:lnTo>
                <a:lnTo>
                  <a:pt x="243839" y="466936"/>
                </a:lnTo>
                <a:lnTo>
                  <a:pt x="242675" y="469794"/>
                </a:lnTo>
                <a:lnTo>
                  <a:pt x="238019" y="474450"/>
                </a:lnTo>
                <a:lnTo>
                  <a:pt x="235373" y="475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623270" y="4900749"/>
            <a:ext cx="123189" cy="412750"/>
          </a:xfrm>
          <a:custGeom>
            <a:avLst/>
            <a:gdLst/>
            <a:ahLst/>
            <a:cxnLst/>
            <a:rect l="l" t="t" r="r" b="b"/>
            <a:pathLst>
              <a:path w="123189" h="412750">
                <a:moveTo>
                  <a:pt x="115485" y="412495"/>
                </a:moveTo>
                <a:lnTo>
                  <a:pt x="66039" y="412495"/>
                </a:lnTo>
                <a:lnTo>
                  <a:pt x="66039" y="51307"/>
                </a:lnTo>
                <a:lnTo>
                  <a:pt x="63499" y="49275"/>
                </a:lnTo>
                <a:lnTo>
                  <a:pt x="0" y="49275"/>
                </a:lnTo>
                <a:lnTo>
                  <a:pt x="0" y="0"/>
                </a:lnTo>
                <a:lnTo>
                  <a:pt x="102615" y="0"/>
                </a:lnTo>
                <a:lnTo>
                  <a:pt x="109812" y="2286"/>
                </a:lnTo>
                <a:lnTo>
                  <a:pt x="120311" y="11429"/>
                </a:lnTo>
                <a:lnTo>
                  <a:pt x="122935" y="18118"/>
                </a:lnTo>
                <a:lnTo>
                  <a:pt x="122935" y="403351"/>
                </a:lnTo>
                <a:lnTo>
                  <a:pt x="122089" y="406145"/>
                </a:lnTo>
                <a:lnTo>
                  <a:pt x="118702" y="411225"/>
                </a:lnTo>
                <a:lnTo>
                  <a:pt x="115485" y="4124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891494" y="5257873"/>
            <a:ext cx="58419" cy="56515"/>
          </a:xfrm>
          <a:custGeom>
            <a:avLst/>
            <a:gdLst/>
            <a:ahLst/>
            <a:cxnLst/>
            <a:rect l="l" t="t" r="r" b="b"/>
            <a:pathLst>
              <a:path w="58419" h="56514">
                <a:moveTo>
                  <a:pt x="57911" y="56387"/>
                </a:moveTo>
                <a:lnTo>
                  <a:pt x="0" y="56387"/>
                </a:lnTo>
                <a:lnTo>
                  <a:pt x="0" y="0"/>
                </a:lnTo>
                <a:lnTo>
                  <a:pt x="57911" y="0"/>
                </a:lnTo>
                <a:lnTo>
                  <a:pt x="57911" y="563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16030" y="4873190"/>
            <a:ext cx="391795" cy="484505"/>
          </a:xfrm>
          <a:custGeom>
            <a:avLst/>
            <a:gdLst/>
            <a:ahLst/>
            <a:cxnLst/>
            <a:rect l="l" t="t" r="r" b="b"/>
            <a:pathLst>
              <a:path w="391794" h="484504">
                <a:moveTo>
                  <a:pt x="391667" y="165607"/>
                </a:moveTo>
                <a:lnTo>
                  <a:pt x="333755" y="165607"/>
                </a:lnTo>
                <a:lnTo>
                  <a:pt x="333755" y="0"/>
                </a:lnTo>
                <a:lnTo>
                  <a:pt x="391667" y="0"/>
                </a:lnTo>
                <a:lnTo>
                  <a:pt x="391667" y="165607"/>
                </a:lnTo>
                <a:close/>
              </a:path>
              <a:path w="391794" h="484504">
                <a:moveTo>
                  <a:pt x="132587" y="381507"/>
                </a:moveTo>
                <a:lnTo>
                  <a:pt x="85724" y="373078"/>
                </a:lnTo>
                <a:lnTo>
                  <a:pt x="49910" y="348868"/>
                </a:lnTo>
                <a:lnTo>
                  <a:pt x="23907" y="312562"/>
                </a:lnTo>
                <a:lnTo>
                  <a:pt x="7619" y="266699"/>
                </a:lnTo>
                <a:lnTo>
                  <a:pt x="476" y="214407"/>
                </a:lnTo>
                <a:lnTo>
                  <a:pt x="0" y="196087"/>
                </a:lnTo>
                <a:lnTo>
                  <a:pt x="476" y="180054"/>
                </a:lnTo>
                <a:lnTo>
                  <a:pt x="7619" y="131571"/>
                </a:lnTo>
                <a:lnTo>
                  <a:pt x="23764" y="86232"/>
                </a:lnTo>
                <a:lnTo>
                  <a:pt x="49529" y="48704"/>
                </a:lnTo>
                <a:lnTo>
                  <a:pt x="85582" y="22494"/>
                </a:lnTo>
                <a:lnTo>
                  <a:pt x="132587" y="13207"/>
                </a:lnTo>
                <a:lnTo>
                  <a:pt x="146240" y="13922"/>
                </a:lnTo>
                <a:lnTo>
                  <a:pt x="183387" y="24637"/>
                </a:lnTo>
                <a:lnTo>
                  <a:pt x="223011" y="56387"/>
                </a:lnTo>
                <a:lnTo>
                  <a:pt x="228732" y="64007"/>
                </a:lnTo>
                <a:lnTo>
                  <a:pt x="132587" y="64007"/>
                </a:lnTo>
                <a:lnTo>
                  <a:pt x="123031" y="64833"/>
                </a:lnTo>
                <a:lnTo>
                  <a:pt x="85661" y="92074"/>
                </a:lnTo>
                <a:lnTo>
                  <a:pt x="67754" y="130809"/>
                </a:lnTo>
                <a:lnTo>
                  <a:pt x="59435" y="175005"/>
                </a:lnTo>
                <a:lnTo>
                  <a:pt x="58419" y="195579"/>
                </a:lnTo>
                <a:lnTo>
                  <a:pt x="58689" y="209105"/>
                </a:lnTo>
                <a:lnTo>
                  <a:pt x="62737" y="247395"/>
                </a:lnTo>
                <a:lnTo>
                  <a:pt x="76199" y="290321"/>
                </a:lnTo>
                <a:lnTo>
                  <a:pt x="106632" y="324564"/>
                </a:lnTo>
                <a:lnTo>
                  <a:pt x="132587" y="330707"/>
                </a:lnTo>
                <a:lnTo>
                  <a:pt x="230211" y="330707"/>
                </a:lnTo>
                <a:lnTo>
                  <a:pt x="227837" y="334263"/>
                </a:lnTo>
                <a:lnTo>
                  <a:pt x="198929" y="362219"/>
                </a:lnTo>
                <a:lnTo>
                  <a:pt x="161797" y="378396"/>
                </a:lnTo>
                <a:lnTo>
                  <a:pt x="147637" y="380729"/>
                </a:lnTo>
                <a:lnTo>
                  <a:pt x="132587" y="381507"/>
                </a:lnTo>
                <a:close/>
              </a:path>
              <a:path w="391794" h="484504">
                <a:moveTo>
                  <a:pt x="230211" y="330707"/>
                </a:moveTo>
                <a:lnTo>
                  <a:pt x="132587" y="330707"/>
                </a:lnTo>
                <a:lnTo>
                  <a:pt x="141700" y="330025"/>
                </a:lnTo>
                <a:lnTo>
                  <a:pt x="150240" y="327977"/>
                </a:lnTo>
                <a:lnTo>
                  <a:pt x="184086" y="299116"/>
                </a:lnTo>
                <a:lnTo>
                  <a:pt x="200120" y="259222"/>
                </a:lnTo>
                <a:lnTo>
                  <a:pt x="206978" y="209105"/>
                </a:lnTo>
                <a:lnTo>
                  <a:pt x="207263" y="195579"/>
                </a:lnTo>
                <a:lnTo>
                  <a:pt x="207009" y="185483"/>
                </a:lnTo>
                <a:lnTo>
                  <a:pt x="200850" y="141668"/>
                </a:lnTo>
                <a:lnTo>
                  <a:pt x="185102" y="100742"/>
                </a:lnTo>
                <a:lnTo>
                  <a:pt x="159162" y="71437"/>
                </a:lnTo>
                <a:lnTo>
                  <a:pt x="132587" y="64007"/>
                </a:lnTo>
                <a:lnTo>
                  <a:pt x="228732" y="64007"/>
                </a:lnTo>
                <a:lnTo>
                  <a:pt x="250189" y="104647"/>
                </a:lnTo>
                <a:lnTo>
                  <a:pt x="261953" y="149415"/>
                </a:lnTo>
                <a:lnTo>
                  <a:pt x="264159" y="165607"/>
                </a:lnTo>
                <a:lnTo>
                  <a:pt x="391667" y="165607"/>
                </a:lnTo>
                <a:lnTo>
                  <a:pt x="391667" y="213867"/>
                </a:lnTo>
                <a:lnTo>
                  <a:pt x="265175" y="213867"/>
                </a:lnTo>
                <a:lnTo>
                  <a:pt x="263699" y="231790"/>
                </a:lnTo>
                <a:lnTo>
                  <a:pt x="253745" y="281177"/>
                </a:lnTo>
                <a:lnTo>
                  <a:pt x="235648" y="322563"/>
                </a:lnTo>
                <a:lnTo>
                  <a:pt x="230211" y="330707"/>
                </a:lnTo>
                <a:close/>
              </a:path>
              <a:path w="391794" h="484504">
                <a:moveTo>
                  <a:pt x="384217" y="484123"/>
                </a:moveTo>
                <a:lnTo>
                  <a:pt x="333755" y="484123"/>
                </a:lnTo>
                <a:lnTo>
                  <a:pt x="333755" y="213867"/>
                </a:lnTo>
                <a:lnTo>
                  <a:pt x="391667" y="213867"/>
                </a:lnTo>
                <a:lnTo>
                  <a:pt x="391667" y="476673"/>
                </a:lnTo>
                <a:lnTo>
                  <a:pt x="390651" y="479043"/>
                </a:lnTo>
                <a:lnTo>
                  <a:pt x="386587" y="483107"/>
                </a:lnTo>
                <a:lnTo>
                  <a:pt x="384217" y="484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594566" y="4873699"/>
            <a:ext cx="374015" cy="483870"/>
          </a:xfrm>
          <a:custGeom>
            <a:avLst/>
            <a:gdLst/>
            <a:ahLst/>
            <a:cxnLst/>
            <a:rect l="l" t="t" r="r" b="b"/>
            <a:pathLst>
              <a:path w="374014" h="483870">
                <a:moveTo>
                  <a:pt x="366437" y="483615"/>
                </a:moveTo>
                <a:lnTo>
                  <a:pt x="315975" y="483615"/>
                </a:lnTo>
                <a:lnTo>
                  <a:pt x="315975" y="0"/>
                </a:lnTo>
                <a:lnTo>
                  <a:pt x="373887" y="0"/>
                </a:lnTo>
                <a:lnTo>
                  <a:pt x="373887" y="476165"/>
                </a:lnTo>
                <a:lnTo>
                  <a:pt x="372871" y="478535"/>
                </a:lnTo>
                <a:lnTo>
                  <a:pt x="368807" y="482599"/>
                </a:lnTo>
                <a:lnTo>
                  <a:pt x="366437" y="483615"/>
                </a:lnTo>
                <a:close/>
              </a:path>
              <a:path w="374014" h="483870">
                <a:moveTo>
                  <a:pt x="62483" y="366521"/>
                </a:moveTo>
                <a:lnTo>
                  <a:pt x="22859" y="365929"/>
                </a:lnTo>
                <a:lnTo>
                  <a:pt x="0" y="344593"/>
                </a:lnTo>
                <a:lnTo>
                  <a:pt x="0" y="46058"/>
                </a:lnTo>
                <a:lnTo>
                  <a:pt x="2963" y="38777"/>
                </a:lnTo>
                <a:lnTo>
                  <a:pt x="14816" y="27262"/>
                </a:lnTo>
                <a:lnTo>
                  <a:pt x="22182" y="24383"/>
                </a:lnTo>
                <a:lnTo>
                  <a:pt x="245363" y="24383"/>
                </a:lnTo>
                <a:lnTo>
                  <a:pt x="245363" y="72135"/>
                </a:lnTo>
                <a:lnTo>
                  <a:pt x="59097" y="72135"/>
                </a:lnTo>
                <a:lnTo>
                  <a:pt x="57403" y="73829"/>
                </a:lnTo>
                <a:lnTo>
                  <a:pt x="57403" y="317330"/>
                </a:lnTo>
                <a:lnTo>
                  <a:pt x="59097" y="319023"/>
                </a:lnTo>
                <a:lnTo>
                  <a:pt x="62483" y="319023"/>
                </a:lnTo>
                <a:lnTo>
                  <a:pt x="86677" y="319293"/>
                </a:lnTo>
                <a:lnTo>
                  <a:pt x="285495" y="319293"/>
                </a:lnTo>
                <a:lnTo>
                  <a:pt x="285495" y="354583"/>
                </a:lnTo>
                <a:lnTo>
                  <a:pt x="241109" y="359203"/>
                </a:lnTo>
                <a:lnTo>
                  <a:pt x="161035" y="364235"/>
                </a:lnTo>
                <a:lnTo>
                  <a:pt x="94995" y="366267"/>
                </a:lnTo>
                <a:lnTo>
                  <a:pt x="62483" y="366521"/>
                </a:lnTo>
                <a:close/>
              </a:path>
              <a:path w="374014" h="483870">
                <a:moveTo>
                  <a:pt x="285495" y="319293"/>
                </a:moveTo>
                <a:lnTo>
                  <a:pt x="86677" y="319293"/>
                </a:lnTo>
                <a:lnTo>
                  <a:pt x="112013" y="319087"/>
                </a:lnTo>
                <a:lnTo>
                  <a:pt x="138493" y="318404"/>
                </a:lnTo>
                <a:lnTo>
                  <a:pt x="194722" y="315578"/>
                </a:lnTo>
                <a:lnTo>
                  <a:pt x="254412" y="310625"/>
                </a:lnTo>
                <a:lnTo>
                  <a:pt x="285495" y="307339"/>
                </a:lnTo>
                <a:lnTo>
                  <a:pt x="285495" y="3192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039065" y="4873190"/>
            <a:ext cx="431800" cy="484505"/>
          </a:xfrm>
          <a:custGeom>
            <a:avLst/>
            <a:gdLst/>
            <a:ahLst/>
            <a:cxnLst/>
            <a:rect l="l" t="t" r="r" b="b"/>
            <a:pathLst>
              <a:path w="431800" h="484504">
                <a:moveTo>
                  <a:pt x="335279" y="164083"/>
                </a:moveTo>
                <a:lnTo>
                  <a:pt x="278383" y="164083"/>
                </a:lnTo>
                <a:lnTo>
                  <a:pt x="278383" y="0"/>
                </a:lnTo>
                <a:lnTo>
                  <a:pt x="335279" y="0"/>
                </a:lnTo>
                <a:lnTo>
                  <a:pt x="335279" y="164083"/>
                </a:lnTo>
                <a:close/>
              </a:path>
              <a:path w="431800" h="484504">
                <a:moveTo>
                  <a:pt x="120395" y="381507"/>
                </a:moveTo>
                <a:lnTo>
                  <a:pt x="75961" y="373078"/>
                </a:lnTo>
                <a:lnTo>
                  <a:pt x="42925" y="348868"/>
                </a:lnTo>
                <a:lnTo>
                  <a:pt x="20161" y="312562"/>
                </a:lnTo>
                <a:lnTo>
                  <a:pt x="6349" y="266699"/>
                </a:lnTo>
                <a:lnTo>
                  <a:pt x="396" y="214407"/>
                </a:lnTo>
                <a:lnTo>
                  <a:pt x="0" y="196087"/>
                </a:lnTo>
                <a:lnTo>
                  <a:pt x="365" y="180054"/>
                </a:lnTo>
                <a:lnTo>
                  <a:pt x="5841" y="131571"/>
                </a:lnTo>
                <a:lnTo>
                  <a:pt x="19176" y="86232"/>
                </a:lnTo>
                <a:lnTo>
                  <a:pt x="41909" y="48704"/>
                </a:lnTo>
                <a:lnTo>
                  <a:pt x="75009" y="22494"/>
                </a:lnTo>
                <a:lnTo>
                  <a:pt x="120395" y="13207"/>
                </a:lnTo>
                <a:lnTo>
                  <a:pt x="134826" y="14017"/>
                </a:lnTo>
                <a:lnTo>
                  <a:pt x="171449" y="26161"/>
                </a:lnTo>
                <a:lnTo>
                  <a:pt x="206247" y="60197"/>
                </a:lnTo>
                <a:lnTo>
                  <a:pt x="208496" y="64007"/>
                </a:lnTo>
                <a:lnTo>
                  <a:pt x="120395" y="64007"/>
                </a:lnTo>
                <a:lnTo>
                  <a:pt x="110966" y="64833"/>
                </a:lnTo>
                <a:lnTo>
                  <a:pt x="77469" y="92074"/>
                </a:lnTo>
                <a:lnTo>
                  <a:pt x="63118" y="130809"/>
                </a:lnTo>
                <a:lnTo>
                  <a:pt x="57530" y="175005"/>
                </a:lnTo>
                <a:lnTo>
                  <a:pt x="56895" y="195579"/>
                </a:lnTo>
                <a:lnTo>
                  <a:pt x="57102" y="209105"/>
                </a:lnTo>
                <a:lnTo>
                  <a:pt x="60197" y="247395"/>
                </a:lnTo>
                <a:lnTo>
                  <a:pt x="71119" y="290067"/>
                </a:lnTo>
                <a:lnTo>
                  <a:pt x="97012" y="324056"/>
                </a:lnTo>
                <a:lnTo>
                  <a:pt x="120395" y="330199"/>
                </a:lnTo>
                <a:lnTo>
                  <a:pt x="210623" y="330199"/>
                </a:lnTo>
                <a:lnTo>
                  <a:pt x="209803" y="331723"/>
                </a:lnTo>
                <a:lnTo>
                  <a:pt x="184657" y="360727"/>
                </a:lnTo>
                <a:lnTo>
                  <a:pt x="149859" y="378142"/>
                </a:lnTo>
                <a:lnTo>
                  <a:pt x="135762" y="380666"/>
                </a:lnTo>
                <a:lnTo>
                  <a:pt x="120395" y="381507"/>
                </a:lnTo>
                <a:close/>
              </a:path>
              <a:path w="431800" h="484504">
                <a:moveTo>
                  <a:pt x="210623" y="330199"/>
                </a:moveTo>
                <a:lnTo>
                  <a:pt x="120395" y="330199"/>
                </a:lnTo>
                <a:lnTo>
                  <a:pt x="128682" y="329517"/>
                </a:lnTo>
                <a:lnTo>
                  <a:pt x="136270" y="327469"/>
                </a:lnTo>
                <a:lnTo>
                  <a:pt x="164306" y="298751"/>
                </a:lnTo>
                <a:lnTo>
                  <a:pt x="176529" y="259206"/>
                </a:lnTo>
                <a:lnTo>
                  <a:pt x="181165" y="209105"/>
                </a:lnTo>
                <a:lnTo>
                  <a:pt x="181355" y="195579"/>
                </a:lnTo>
                <a:lnTo>
                  <a:pt x="181213" y="185483"/>
                </a:lnTo>
                <a:lnTo>
                  <a:pt x="177657" y="141668"/>
                </a:lnTo>
                <a:lnTo>
                  <a:pt x="166544" y="100742"/>
                </a:lnTo>
                <a:lnTo>
                  <a:pt x="137858" y="67309"/>
                </a:lnTo>
                <a:lnTo>
                  <a:pt x="120395" y="64007"/>
                </a:lnTo>
                <a:lnTo>
                  <a:pt x="208496" y="64007"/>
                </a:lnTo>
                <a:lnTo>
                  <a:pt x="227075" y="108457"/>
                </a:lnTo>
                <a:lnTo>
                  <a:pt x="235172" y="149939"/>
                </a:lnTo>
                <a:lnTo>
                  <a:pt x="236727" y="164083"/>
                </a:lnTo>
                <a:lnTo>
                  <a:pt x="335279" y="164083"/>
                </a:lnTo>
                <a:lnTo>
                  <a:pt x="335279" y="212851"/>
                </a:lnTo>
                <a:lnTo>
                  <a:pt x="237743" y="212851"/>
                </a:lnTo>
                <a:lnTo>
                  <a:pt x="236886" y="229885"/>
                </a:lnTo>
                <a:lnTo>
                  <a:pt x="230123" y="278129"/>
                </a:lnTo>
                <a:lnTo>
                  <a:pt x="216217" y="319801"/>
                </a:lnTo>
                <a:lnTo>
                  <a:pt x="210623" y="330199"/>
                </a:lnTo>
                <a:close/>
              </a:path>
              <a:path w="431800" h="484504">
                <a:moveTo>
                  <a:pt x="327829" y="472439"/>
                </a:moveTo>
                <a:lnTo>
                  <a:pt x="278383" y="472439"/>
                </a:lnTo>
                <a:lnTo>
                  <a:pt x="278383" y="212851"/>
                </a:lnTo>
                <a:lnTo>
                  <a:pt x="335279" y="212851"/>
                </a:lnTo>
                <a:lnTo>
                  <a:pt x="335279" y="464989"/>
                </a:lnTo>
                <a:lnTo>
                  <a:pt x="334263" y="467359"/>
                </a:lnTo>
                <a:lnTo>
                  <a:pt x="330199" y="471423"/>
                </a:lnTo>
                <a:lnTo>
                  <a:pt x="327829" y="472439"/>
                </a:lnTo>
                <a:close/>
              </a:path>
              <a:path w="431800" h="484504">
                <a:moveTo>
                  <a:pt x="423841" y="484123"/>
                </a:moveTo>
                <a:lnTo>
                  <a:pt x="374903" y="484123"/>
                </a:lnTo>
                <a:lnTo>
                  <a:pt x="374903" y="0"/>
                </a:lnTo>
                <a:lnTo>
                  <a:pt x="431291" y="0"/>
                </a:lnTo>
                <a:lnTo>
                  <a:pt x="431291" y="476673"/>
                </a:lnTo>
                <a:lnTo>
                  <a:pt x="430275" y="479043"/>
                </a:lnTo>
                <a:lnTo>
                  <a:pt x="426211" y="483107"/>
                </a:lnTo>
                <a:lnTo>
                  <a:pt x="423841" y="484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533857" y="5255714"/>
            <a:ext cx="57150" cy="128270"/>
          </a:xfrm>
          <a:custGeom>
            <a:avLst/>
            <a:gdLst/>
            <a:ahLst/>
            <a:cxnLst/>
            <a:rect l="l" t="t" r="r" b="b"/>
            <a:pathLst>
              <a:path w="57150" h="128270">
                <a:moveTo>
                  <a:pt x="18795" y="128015"/>
                </a:moveTo>
                <a:lnTo>
                  <a:pt x="2201" y="128015"/>
                </a:lnTo>
                <a:lnTo>
                  <a:pt x="0" y="125814"/>
                </a:lnTo>
                <a:lnTo>
                  <a:pt x="0" y="0"/>
                </a:lnTo>
                <a:lnTo>
                  <a:pt x="56895" y="0"/>
                </a:lnTo>
                <a:lnTo>
                  <a:pt x="56895" y="59943"/>
                </a:lnTo>
                <a:lnTo>
                  <a:pt x="56303" y="62991"/>
                </a:lnTo>
                <a:lnTo>
                  <a:pt x="23875" y="123613"/>
                </a:lnTo>
                <a:lnTo>
                  <a:pt x="20404" y="1274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761646" y="4885890"/>
            <a:ext cx="457200" cy="471805"/>
          </a:xfrm>
          <a:custGeom>
            <a:avLst/>
            <a:gdLst/>
            <a:ahLst/>
            <a:cxnLst/>
            <a:rect l="l" t="t" r="r" b="b"/>
            <a:pathLst>
              <a:path w="457200" h="471804">
                <a:moveTo>
                  <a:pt x="449749" y="306323"/>
                </a:moveTo>
                <a:lnTo>
                  <a:pt x="0" y="306323"/>
                </a:lnTo>
                <a:lnTo>
                  <a:pt x="0" y="258063"/>
                </a:lnTo>
                <a:lnTo>
                  <a:pt x="457199" y="258063"/>
                </a:lnTo>
                <a:lnTo>
                  <a:pt x="457199" y="298873"/>
                </a:lnTo>
                <a:lnTo>
                  <a:pt x="456183" y="301243"/>
                </a:lnTo>
                <a:lnTo>
                  <a:pt x="452119" y="305307"/>
                </a:lnTo>
                <a:lnTo>
                  <a:pt x="449749" y="306323"/>
                </a:lnTo>
                <a:close/>
              </a:path>
              <a:path w="457200" h="471804">
                <a:moveTo>
                  <a:pt x="250613" y="471423"/>
                </a:moveTo>
                <a:lnTo>
                  <a:pt x="200151" y="471423"/>
                </a:lnTo>
                <a:lnTo>
                  <a:pt x="200151" y="306323"/>
                </a:lnTo>
                <a:lnTo>
                  <a:pt x="258063" y="306323"/>
                </a:lnTo>
                <a:lnTo>
                  <a:pt x="258063" y="463973"/>
                </a:lnTo>
                <a:lnTo>
                  <a:pt x="257047" y="466343"/>
                </a:lnTo>
                <a:lnTo>
                  <a:pt x="252983" y="470407"/>
                </a:lnTo>
                <a:lnTo>
                  <a:pt x="250613" y="471423"/>
                </a:lnTo>
                <a:close/>
              </a:path>
              <a:path w="457200" h="471804">
                <a:moveTo>
                  <a:pt x="375242" y="205739"/>
                </a:moveTo>
                <a:lnTo>
                  <a:pt x="82295" y="205739"/>
                </a:lnTo>
                <a:lnTo>
                  <a:pt x="75099" y="202776"/>
                </a:lnTo>
                <a:lnTo>
                  <a:pt x="62568" y="190923"/>
                </a:lnTo>
                <a:lnTo>
                  <a:pt x="59435" y="183557"/>
                </a:lnTo>
                <a:lnTo>
                  <a:pt x="59435" y="0"/>
                </a:lnTo>
                <a:lnTo>
                  <a:pt x="398271" y="0"/>
                </a:lnTo>
                <a:lnTo>
                  <a:pt x="398271" y="46735"/>
                </a:lnTo>
                <a:lnTo>
                  <a:pt x="116331" y="46735"/>
                </a:lnTo>
                <a:lnTo>
                  <a:pt x="116331" y="157310"/>
                </a:lnTo>
                <a:lnTo>
                  <a:pt x="118025" y="159003"/>
                </a:lnTo>
                <a:lnTo>
                  <a:pt x="398271" y="159003"/>
                </a:lnTo>
                <a:lnTo>
                  <a:pt x="398271" y="183557"/>
                </a:lnTo>
                <a:lnTo>
                  <a:pt x="395139" y="190923"/>
                </a:lnTo>
                <a:lnTo>
                  <a:pt x="382608" y="202776"/>
                </a:lnTo>
                <a:lnTo>
                  <a:pt x="375242" y="205739"/>
                </a:lnTo>
                <a:close/>
              </a:path>
              <a:path w="457200" h="471804">
                <a:moveTo>
                  <a:pt x="398271" y="159003"/>
                </a:moveTo>
                <a:lnTo>
                  <a:pt x="339174" y="159003"/>
                </a:lnTo>
                <a:lnTo>
                  <a:pt x="340867" y="157310"/>
                </a:lnTo>
                <a:lnTo>
                  <a:pt x="340867" y="46735"/>
                </a:lnTo>
                <a:lnTo>
                  <a:pt x="398271" y="46735"/>
                </a:lnTo>
                <a:lnTo>
                  <a:pt x="398271" y="1590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250342" y="4873699"/>
            <a:ext cx="414020" cy="485775"/>
          </a:xfrm>
          <a:custGeom>
            <a:avLst/>
            <a:gdLst/>
            <a:ahLst/>
            <a:cxnLst/>
            <a:rect l="l" t="t" r="r" b="b"/>
            <a:pathLst>
              <a:path w="414020" h="485775">
                <a:moveTo>
                  <a:pt x="391159" y="100583"/>
                </a:moveTo>
                <a:lnTo>
                  <a:pt x="334263" y="100583"/>
                </a:lnTo>
                <a:lnTo>
                  <a:pt x="334263" y="0"/>
                </a:lnTo>
                <a:lnTo>
                  <a:pt x="391159" y="0"/>
                </a:lnTo>
                <a:lnTo>
                  <a:pt x="391159" y="100583"/>
                </a:lnTo>
                <a:close/>
              </a:path>
              <a:path w="414020" h="485775">
                <a:moveTo>
                  <a:pt x="133095" y="256539"/>
                </a:moveTo>
                <a:lnTo>
                  <a:pt x="83565" y="248919"/>
                </a:lnTo>
                <a:lnTo>
                  <a:pt x="40893" y="226059"/>
                </a:lnTo>
                <a:lnTo>
                  <a:pt x="11175" y="187451"/>
                </a:lnTo>
                <a:lnTo>
                  <a:pt x="698" y="147827"/>
                </a:lnTo>
                <a:lnTo>
                  <a:pt x="0" y="132587"/>
                </a:lnTo>
                <a:lnTo>
                  <a:pt x="682" y="117824"/>
                </a:lnTo>
                <a:lnTo>
                  <a:pt x="10921" y="79247"/>
                </a:lnTo>
                <a:lnTo>
                  <a:pt x="40131" y="41147"/>
                </a:lnTo>
                <a:lnTo>
                  <a:pt x="82549" y="18541"/>
                </a:lnTo>
                <a:lnTo>
                  <a:pt x="120030" y="11636"/>
                </a:lnTo>
                <a:lnTo>
                  <a:pt x="133095" y="11175"/>
                </a:lnTo>
                <a:lnTo>
                  <a:pt x="144414" y="11525"/>
                </a:lnTo>
                <a:lnTo>
                  <a:pt x="187340" y="19907"/>
                </a:lnTo>
                <a:lnTo>
                  <a:pt x="223710" y="39465"/>
                </a:lnTo>
                <a:lnTo>
                  <a:pt x="244450" y="60959"/>
                </a:lnTo>
                <a:lnTo>
                  <a:pt x="133095" y="60959"/>
                </a:lnTo>
                <a:lnTo>
                  <a:pt x="125809" y="61293"/>
                </a:lnTo>
                <a:lnTo>
                  <a:pt x="86566" y="76580"/>
                </a:lnTo>
                <a:lnTo>
                  <a:pt x="62722" y="110394"/>
                </a:lnTo>
                <a:lnTo>
                  <a:pt x="59435" y="132587"/>
                </a:lnTo>
                <a:lnTo>
                  <a:pt x="59864" y="141906"/>
                </a:lnTo>
                <a:lnTo>
                  <a:pt x="74104" y="178561"/>
                </a:lnTo>
                <a:lnTo>
                  <a:pt x="107441" y="201929"/>
                </a:lnTo>
                <a:lnTo>
                  <a:pt x="133095" y="206247"/>
                </a:lnTo>
                <a:lnTo>
                  <a:pt x="243613" y="206247"/>
                </a:lnTo>
                <a:lnTo>
                  <a:pt x="243474" y="206454"/>
                </a:lnTo>
                <a:lnTo>
                  <a:pt x="210407" y="236315"/>
                </a:lnTo>
                <a:lnTo>
                  <a:pt x="167719" y="252825"/>
                </a:lnTo>
                <a:lnTo>
                  <a:pt x="144732" y="256127"/>
                </a:lnTo>
                <a:lnTo>
                  <a:pt x="133095" y="256539"/>
                </a:lnTo>
                <a:close/>
              </a:path>
              <a:path w="414020" h="485775">
                <a:moveTo>
                  <a:pt x="243613" y="206247"/>
                </a:moveTo>
                <a:lnTo>
                  <a:pt x="133095" y="206247"/>
                </a:lnTo>
                <a:lnTo>
                  <a:pt x="139461" y="205978"/>
                </a:lnTo>
                <a:lnTo>
                  <a:pt x="145859" y="205168"/>
                </a:lnTo>
                <a:lnTo>
                  <a:pt x="182371" y="188721"/>
                </a:lnTo>
                <a:lnTo>
                  <a:pt x="205041" y="150558"/>
                </a:lnTo>
                <a:lnTo>
                  <a:pt x="206755" y="132587"/>
                </a:lnTo>
                <a:lnTo>
                  <a:pt x="206390" y="124872"/>
                </a:lnTo>
                <a:lnTo>
                  <a:pt x="189722" y="85963"/>
                </a:lnTo>
                <a:lnTo>
                  <a:pt x="154479" y="63960"/>
                </a:lnTo>
                <a:lnTo>
                  <a:pt x="133095" y="60959"/>
                </a:lnTo>
                <a:lnTo>
                  <a:pt x="244450" y="60959"/>
                </a:lnTo>
                <a:lnTo>
                  <a:pt x="262635" y="100583"/>
                </a:lnTo>
                <a:lnTo>
                  <a:pt x="391159" y="100583"/>
                </a:lnTo>
                <a:lnTo>
                  <a:pt x="391159" y="149351"/>
                </a:lnTo>
                <a:lnTo>
                  <a:pt x="265175" y="149351"/>
                </a:lnTo>
                <a:lnTo>
                  <a:pt x="263080" y="162607"/>
                </a:lnTo>
                <a:lnTo>
                  <a:pt x="259841" y="174942"/>
                </a:lnTo>
                <a:lnTo>
                  <a:pt x="255460" y="186356"/>
                </a:lnTo>
                <a:lnTo>
                  <a:pt x="249935" y="196849"/>
                </a:lnTo>
                <a:lnTo>
                  <a:pt x="243613" y="206247"/>
                </a:lnTo>
                <a:close/>
              </a:path>
              <a:path w="414020" h="485775">
                <a:moveTo>
                  <a:pt x="383709" y="318515"/>
                </a:moveTo>
                <a:lnTo>
                  <a:pt x="334263" y="318515"/>
                </a:lnTo>
                <a:lnTo>
                  <a:pt x="334263" y="149351"/>
                </a:lnTo>
                <a:lnTo>
                  <a:pt x="391159" y="149351"/>
                </a:lnTo>
                <a:lnTo>
                  <a:pt x="391159" y="311065"/>
                </a:lnTo>
                <a:lnTo>
                  <a:pt x="390143" y="313435"/>
                </a:lnTo>
                <a:lnTo>
                  <a:pt x="386079" y="317499"/>
                </a:lnTo>
                <a:lnTo>
                  <a:pt x="383709" y="318515"/>
                </a:lnTo>
                <a:close/>
              </a:path>
              <a:path w="414020" h="485775">
                <a:moveTo>
                  <a:pt x="55371" y="485647"/>
                </a:moveTo>
                <a:lnTo>
                  <a:pt x="23875" y="443991"/>
                </a:lnTo>
                <a:lnTo>
                  <a:pt x="40465" y="440689"/>
                </a:lnTo>
                <a:lnTo>
                  <a:pt x="56705" y="436879"/>
                </a:lnTo>
                <a:lnTo>
                  <a:pt x="103060" y="422417"/>
                </a:lnTo>
                <a:lnTo>
                  <a:pt x="142493" y="403605"/>
                </a:lnTo>
                <a:lnTo>
                  <a:pt x="180085" y="372109"/>
                </a:lnTo>
                <a:lnTo>
                  <a:pt x="194055" y="333755"/>
                </a:lnTo>
                <a:lnTo>
                  <a:pt x="194055" y="296163"/>
                </a:lnTo>
                <a:lnTo>
                  <a:pt x="251967" y="296163"/>
                </a:lnTo>
                <a:lnTo>
                  <a:pt x="251967" y="335787"/>
                </a:lnTo>
                <a:lnTo>
                  <a:pt x="252904" y="345979"/>
                </a:lnTo>
                <a:lnTo>
                  <a:pt x="274970" y="382301"/>
                </a:lnTo>
                <a:lnTo>
                  <a:pt x="298101" y="400303"/>
                </a:lnTo>
                <a:lnTo>
                  <a:pt x="222503" y="400303"/>
                </a:lnTo>
                <a:lnTo>
                  <a:pt x="190499" y="430783"/>
                </a:lnTo>
                <a:lnTo>
                  <a:pt x="147827" y="455167"/>
                </a:lnTo>
                <a:lnTo>
                  <a:pt x="100837" y="473455"/>
                </a:lnTo>
                <a:lnTo>
                  <a:pt x="66214" y="483171"/>
                </a:lnTo>
                <a:lnTo>
                  <a:pt x="55371" y="485647"/>
                </a:lnTo>
                <a:close/>
              </a:path>
              <a:path w="414020" h="485775">
                <a:moveTo>
                  <a:pt x="384047" y="485139"/>
                </a:moveTo>
                <a:lnTo>
                  <a:pt x="338327" y="471931"/>
                </a:lnTo>
                <a:lnTo>
                  <a:pt x="292353" y="452881"/>
                </a:lnTo>
                <a:lnTo>
                  <a:pt x="251713" y="428751"/>
                </a:lnTo>
                <a:lnTo>
                  <a:pt x="222503" y="400303"/>
                </a:lnTo>
                <a:lnTo>
                  <a:pt x="298101" y="400303"/>
                </a:lnTo>
                <a:lnTo>
                  <a:pt x="305307" y="404875"/>
                </a:lnTo>
                <a:lnTo>
                  <a:pt x="317325" y="411511"/>
                </a:lnTo>
                <a:lnTo>
                  <a:pt x="357377" y="428751"/>
                </a:lnTo>
                <a:lnTo>
                  <a:pt x="399716" y="441705"/>
                </a:lnTo>
                <a:lnTo>
                  <a:pt x="413511" y="445007"/>
                </a:lnTo>
                <a:lnTo>
                  <a:pt x="384047" y="4851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706018" y="4873190"/>
            <a:ext cx="457834" cy="488315"/>
          </a:xfrm>
          <a:custGeom>
            <a:avLst/>
            <a:gdLst/>
            <a:ahLst/>
            <a:cxnLst/>
            <a:rect l="l" t="t" r="r" b="b"/>
            <a:pathLst>
              <a:path w="457835" h="488314">
                <a:moveTo>
                  <a:pt x="228599" y="183387"/>
                </a:moveTo>
                <a:lnTo>
                  <a:pt x="215391" y="183149"/>
                </a:lnTo>
                <a:lnTo>
                  <a:pt x="201675" y="182435"/>
                </a:lnTo>
                <a:lnTo>
                  <a:pt x="158019" y="177276"/>
                </a:lnTo>
                <a:lnTo>
                  <a:pt x="117347" y="165607"/>
                </a:lnTo>
                <a:lnTo>
                  <a:pt x="84105" y="146081"/>
                </a:lnTo>
                <a:lnTo>
                  <a:pt x="59467" y="105282"/>
                </a:lnTo>
                <a:lnTo>
                  <a:pt x="58419" y="91947"/>
                </a:lnTo>
                <a:lnTo>
                  <a:pt x="59471" y="78597"/>
                </a:lnTo>
                <a:lnTo>
                  <a:pt x="84105" y="37798"/>
                </a:lnTo>
                <a:lnTo>
                  <a:pt x="117347" y="18033"/>
                </a:lnTo>
                <a:lnTo>
                  <a:pt x="158120" y="6111"/>
                </a:lnTo>
                <a:lnTo>
                  <a:pt x="201675" y="952"/>
                </a:lnTo>
                <a:lnTo>
                  <a:pt x="228599" y="0"/>
                </a:lnTo>
                <a:lnTo>
                  <a:pt x="241807" y="238"/>
                </a:lnTo>
                <a:lnTo>
                  <a:pt x="284479" y="3810"/>
                </a:lnTo>
                <a:lnTo>
                  <a:pt x="326866" y="13096"/>
                </a:lnTo>
                <a:lnTo>
                  <a:pt x="363092" y="29908"/>
                </a:lnTo>
                <a:lnTo>
                  <a:pt x="380154" y="44195"/>
                </a:lnTo>
                <a:lnTo>
                  <a:pt x="228599" y="44195"/>
                </a:lnTo>
                <a:lnTo>
                  <a:pt x="218471" y="44354"/>
                </a:lnTo>
                <a:lnTo>
                  <a:pt x="178800" y="48196"/>
                </a:lnTo>
                <a:lnTo>
                  <a:pt x="138175" y="61340"/>
                </a:lnTo>
                <a:lnTo>
                  <a:pt x="116839" y="83142"/>
                </a:lnTo>
                <a:lnTo>
                  <a:pt x="116839" y="100753"/>
                </a:lnTo>
                <a:lnTo>
                  <a:pt x="152653" y="129031"/>
                </a:lnTo>
                <a:lnTo>
                  <a:pt x="198405" y="137906"/>
                </a:lnTo>
                <a:lnTo>
                  <a:pt x="228599" y="139191"/>
                </a:lnTo>
                <a:lnTo>
                  <a:pt x="380936" y="139191"/>
                </a:lnTo>
                <a:lnTo>
                  <a:pt x="373094" y="146573"/>
                </a:lnTo>
                <a:lnTo>
                  <a:pt x="339851" y="165861"/>
                </a:lnTo>
                <a:lnTo>
                  <a:pt x="299180" y="177291"/>
                </a:lnTo>
                <a:lnTo>
                  <a:pt x="255523" y="182435"/>
                </a:lnTo>
                <a:lnTo>
                  <a:pt x="241807" y="183149"/>
                </a:lnTo>
                <a:lnTo>
                  <a:pt x="228599" y="183387"/>
                </a:lnTo>
                <a:close/>
              </a:path>
              <a:path w="457835" h="488314">
                <a:moveTo>
                  <a:pt x="380936" y="139191"/>
                </a:moveTo>
                <a:lnTo>
                  <a:pt x="228599" y="139191"/>
                </a:lnTo>
                <a:lnTo>
                  <a:pt x="238728" y="139049"/>
                </a:lnTo>
                <a:lnTo>
                  <a:pt x="248792" y="138620"/>
                </a:lnTo>
                <a:lnTo>
                  <a:pt x="287591" y="133794"/>
                </a:lnTo>
                <a:lnTo>
                  <a:pt x="325119" y="118649"/>
                </a:lnTo>
                <a:lnTo>
                  <a:pt x="340359" y="100753"/>
                </a:lnTo>
                <a:lnTo>
                  <a:pt x="340359" y="83142"/>
                </a:lnTo>
                <a:lnTo>
                  <a:pt x="304545" y="54863"/>
                </a:lnTo>
                <a:lnTo>
                  <a:pt x="258794" y="45624"/>
                </a:lnTo>
                <a:lnTo>
                  <a:pt x="228599" y="44195"/>
                </a:lnTo>
                <a:lnTo>
                  <a:pt x="380154" y="44195"/>
                </a:lnTo>
                <a:lnTo>
                  <a:pt x="397733" y="78612"/>
                </a:lnTo>
                <a:lnTo>
                  <a:pt x="398779" y="91947"/>
                </a:lnTo>
                <a:lnTo>
                  <a:pt x="397732" y="105505"/>
                </a:lnTo>
                <a:lnTo>
                  <a:pt x="394588" y="117728"/>
                </a:lnTo>
                <a:lnTo>
                  <a:pt x="389350" y="128619"/>
                </a:lnTo>
                <a:lnTo>
                  <a:pt x="382015" y="138175"/>
                </a:lnTo>
                <a:lnTo>
                  <a:pt x="380936" y="139191"/>
                </a:lnTo>
                <a:close/>
              </a:path>
              <a:path w="457835" h="488314">
                <a:moveTo>
                  <a:pt x="450257" y="257047"/>
                </a:moveTo>
                <a:lnTo>
                  <a:pt x="0" y="257047"/>
                </a:lnTo>
                <a:lnTo>
                  <a:pt x="0" y="209295"/>
                </a:lnTo>
                <a:lnTo>
                  <a:pt x="457707" y="209295"/>
                </a:lnTo>
                <a:lnTo>
                  <a:pt x="457707" y="249597"/>
                </a:lnTo>
                <a:lnTo>
                  <a:pt x="456691" y="251967"/>
                </a:lnTo>
                <a:lnTo>
                  <a:pt x="452627" y="256031"/>
                </a:lnTo>
                <a:lnTo>
                  <a:pt x="450257" y="257047"/>
                </a:lnTo>
                <a:close/>
              </a:path>
              <a:path w="457835" h="488314">
                <a:moveTo>
                  <a:pt x="396409" y="488187"/>
                </a:moveTo>
                <a:lnTo>
                  <a:pt x="97535" y="488187"/>
                </a:lnTo>
                <a:lnTo>
                  <a:pt x="83978" y="486282"/>
                </a:lnTo>
                <a:lnTo>
                  <a:pt x="74294" y="480567"/>
                </a:lnTo>
                <a:lnTo>
                  <a:pt x="68484" y="471042"/>
                </a:lnTo>
                <a:lnTo>
                  <a:pt x="66547" y="457707"/>
                </a:lnTo>
                <a:lnTo>
                  <a:pt x="66547" y="365759"/>
                </a:lnTo>
                <a:lnTo>
                  <a:pt x="334094" y="365759"/>
                </a:lnTo>
                <a:lnTo>
                  <a:pt x="335787" y="364066"/>
                </a:lnTo>
                <a:lnTo>
                  <a:pt x="335787" y="336803"/>
                </a:lnTo>
                <a:lnTo>
                  <a:pt x="66547" y="336803"/>
                </a:lnTo>
                <a:lnTo>
                  <a:pt x="66547" y="289559"/>
                </a:lnTo>
                <a:lnTo>
                  <a:pt x="393699" y="289559"/>
                </a:lnTo>
                <a:lnTo>
                  <a:pt x="393699" y="390482"/>
                </a:lnTo>
                <a:lnTo>
                  <a:pt x="390736" y="397933"/>
                </a:lnTo>
                <a:lnTo>
                  <a:pt x="378883" y="408770"/>
                </a:lnTo>
                <a:lnTo>
                  <a:pt x="371517" y="411479"/>
                </a:lnTo>
                <a:lnTo>
                  <a:pt x="123443" y="411479"/>
                </a:lnTo>
                <a:lnTo>
                  <a:pt x="123443" y="439758"/>
                </a:lnTo>
                <a:lnTo>
                  <a:pt x="125137" y="441451"/>
                </a:lnTo>
                <a:lnTo>
                  <a:pt x="403859" y="441451"/>
                </a:lnTo>
                <a:lnTo>
                  <a:pt x="403859" y="480737"/>
                </a:lnTo>
                <a:lnTo>
                  <a:pt x="402843" y="483107"/>
                </a:lnTo>
                <a:lnTo>
                  <a:pt x="398779" y="487171"/>
                </a:lnTo>
                <a:lnTo>
                  <a:pt x="396409" y="4881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299243" y="4873699"/>
            <a:ext cx="433070" cy="484505"/>
          </a:xfrm>
          <a:custGeom>
            <a:avLst/>
            <a:gdLst/>
            <a:ahLst/>
            <a:cxnLst/>
            <a:rect l="l" t="t" r="r" b="b"/>
            <a:pathLst>
              <a:path w="433070" h="484504">
                <a:moveTo>
                  <a:pt x="38607" y="295147"/>
                </a:moveTo>
                <a:lnTo>
                  <a:pt x="0" y="258571"/>
                </a:lnTo>
                <a:lnTo>
                  <a:pt x="11652" y="252745"/>
                </a:lnTo>
                <a:lnTo>
                  <a:pt x="23348" y="246379"/>
                </a:lnTo>
                <a:lnTo>
                  <a:pt x="57356" y="224742"/>
                </a:lnTo>
                <a:lnTo>
                  <a:pt x="87121" y="199643"/>
                </a:lnTo>
                <a:lnTo>
                  <a:pt x="116077" y="161797"/>
                </a:lnTo>
                <a:lnTo>
                  <a:pt x="126935" y="120903"/>
                </a:lnTo>
                <a:lnTo>
                  <a:pt x="126999" y="6603"/>
                </a:lnTo>
                <a:lnTo>
                  <a:pt x="185927" y="6603"/>
                </a:lnTo>
                <a:lnTo>
                  <a:pt x="185927" y="120903"/>
                </a:lnTo>
                <a:lnTo>
                  <a:pt x="186547" y="131349"/>
                </a:lnTo>
                <a:lnTo>
                  <a:pt x="201247" y="168751"/>
                </a:lnTo>
                <a:lnTo>
                  <a:pt x="229067" y="198119"/>
                </a:lnTo>
                <a:lnTo>
                  <a:pt x="157987" y="198119"/>
                </a:lnTo>
                <a:lnTo>
                  <a:pt x="123930" y="235457"/>
                </a:lnTo>
                <a:lnTo>
                  <a:pt x="94043" y="260714"/>
                </a:lnTo>
                <a:lnTo>
                  <a:pt x="58483" y="284209"/>
                </a:lnTo>
                <a:lnTo>
                  <a:pt x="38607" y="295147"/>
                </a:lnTo>
                <a:close/>
              </a:path>
              <a:path w="433070" h="484504">
                <a:moveTo>
                  <a:pt x="278383" y="284479"/>
                </a:moveTo>
                <a:lnTo>
                  <a:pt x="237664" y="262905"/>
                </a:lnTo>
                <a:lnTo>
                  <a:pt x="204835" y="240490"/>
                </a:lnTo>
                <a:lnTo>
                  <a:pt x="175180" y="216074"/>
                </a:lnTo>
                <a:lnTo>
                  <a:pt x="157987" y="198119"/>
                </a:lnTo>
                <a:lnTo>
                  <a:pt x="229067" y="198119"/>
                </a:lnTo>
                <a:lnTo>
                  <a:pt x="231981" y="200564"/>
                </a:lnTo>
                <a:lnTo>
                  <a:pt x="241617" y="207898"/>
                </a:lnTo>
                <a:lnTo>
                  <a:pt x="274367" y="228790"/>
                </a:lnTo>
                <a:lnTo>
                  <a:pt x="310895" y="248411"/>
                </a:lnTo>
                <a:lnTo>
                  <a:pt x="278383" y="284479"/>
                </a:lnTo>
                <a:close/>
              </a:path>
              <a:path w="433070" h="484504">
                <a:moveTo>
                  <a:pt x="412665" y="351027"/>
                </a:moveTo>
                <a:lnTo>
                  <a:pt x="361695" y="351027"/>
                </a:lnTo>
                <a:lnTo>
                  <a:pt x="361695" y="0"/>
                </a:lnTo>
                <a:lnTo>
                  <a:pt x="420115" y="0"/>
                </a:lnTo>
                <a:lnTo>
                  <a:pt x="420115" y="343577"/>
                </a:lnTo>
                <a:lnTo>
                  <a:pt x="419099" y="345947"/>
                </a:lnTo>
                <a:lnTo>
                  <a:pt x="415035" y="350011"/>
                </a:lnTo>
                <a:lnTo>
                  <a:pt x="412665" y="351027"/>
                </a:lnTo>
                <a:close/>
              </a:path>
              <a:path w="433070" h="484504">
                <a:moveTo>
                  <a:pt x="425365" y="484123"/>
                </a:moveTo>
                <a:lnTo>
                  <a:pt x="119887" y="484123"/>
                </a:lnTo>
                <a:lnTo>
                  <a:pt x="112691" y="481160"/>
                </a:lnTo>
                <a:lnTo>
                  <a:pt x="100160" y="469307"/>
                </a:lnTo>
                <a:lnTo>
                  <a:pt x="97027" y="461941"/>
                </a:lnTo>
                <a:lnTo>
                  <a:pt x="97027" y="325119"/>
                </a:lnTo>
                <a:lnTo>
                  <a:pt x="155447" y="325119"/>
                </a:lnTo>
                <a:lnTo>
                  <a:pt x="155447" y="431969"/>
                </a:lnTo>
                <a:lnTo>
                  <a:pt x="155955" y="433239"/>
                </a:lnTo>
                <a:lnTo>
                  <a:pt x="157987" y="434932"/>
                </a:lnTo>
                <a:lnTo>
                  <a:pt x="159003" y="435355"/>
                </a:lnTo>
                <a:lnTo>
                  <a:pt x="432815" y="435355"/>
                </a:lnTo>
                <a:lnTo>
                  <a:pt x="432815" y="476673"/>
                </a:lnTo>
                <a:lnTo>
                  <a:pt x="431799" y="479043"/>
                </a:lnTo>
                <a:lnTo>
                  <a:pt x="427735" y="483107"/>
                </a:lnTo>
                <a:lnTo>
                  <a:pt x="425365" y="484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782859" y="4862522"/>
            <a:ext cx="416559" cy="506095"/>
          </a:xfrm>
          <a:custGeom>
            <a:avLst/>
            <a:gdLst/>
            <a:ahLst/>
            <a:cxnLst/>
            <a:rect l="l" t="t" r="r" b="b"/>
            <a:pathLst>
              <a:path w="416560" h="506095">
                <a:moveTo>
                  <a:pt x="186435" y="53339"/>
                </a:moveTo>
                <a:lnTo>
                  <a:pt x="127507" y="53339"/>
                </a:lnTo>
                <a:lnTo>
                  <a:pt x="127507" y="0"/>
                </a:lnTo>
                <a:lnTo>
                  <a:pt x="186435" y="0"/>
                </a:lnTo>
                <a:lnTo>
                  <a:pt x="186435" y="53339"/>
                </a:lnTo>
                <a:close/>
              </a:path>
              <a:path w="416560" h="506095">
                <a:moveTo>
                  <a:pt x="406230" y="293115"/>
                </a:moveTo>
                <a:lnTo>
                  <a:pt x="358139" y="293115"/>
                </a:lnTo>
                <a:lnTo>
                  <a:pt x="358139" y="180339"/>
                </a:lnTo>
                <a:lnTo>
                  <a:pt x="261111" y="180339"/>
                </a:lnTo>
                <a:lnTo>
                  <a:pt x="261111" y="132079"/>
                </a:lnTo>
                <a:lnTo>
                  <a:pt x="358139" y="132079"/>
                </a:lnTo>
                <a:lnTo>
                  <a:pt x="358139" y="11175"/>
                </a:lnTo>
                <a:lnTo>
                  <a:pt x="415035" y="11175"/>
                </a:lnTo>
                <a:lnTo>
                  <a:pt x="415035" y="282955"/>
                </a:lnTo>
                <a:lnTo>
                  <a:pt x="414697" y="287358"/>
                </a:lnTo>
                <a:lnTo>
                  <a:pt x="413257" y="290152"/>
                </a:lnTo>
                <a:lnTo>
                  <a:pt x="408177" y="292523"/>
                </a:lnTo>
                <a:lnTo>
                  <a:pt x="406230" y="293115"/>
                </a:lnTo>
                <a:close/>
              </a:path>
              <a:path w="416560" h="506095">
                <a:moveTo>
                  <a:pt x="289051" y="100075"/>
                </a:moveTo>
                <a:lnTo>
                  <a:pt x="27431" y="100075"/>
                </a:lnTo>
                <a:lnTo>
                  <a:pt x="27431" y="53339"/>
                </a:lnTo>
                <a:lnTo>
                  <a:pt x="289051" y="53339"/>
                </a:lnTo>
                <a:lnTo>
                  <a:pt x="289051" y="100075"/>
                </a:lnTo>
                <a:close/>
              </a:path>
              <a:path w="416560" h="506095">
                <a:moveTo>
                  <a:pt x="36575" y="291591"/>
                </a:moveTo>
                <a:lnTo>
                  <a:pt x="0" y="254507"/>
                </a:lnTo>
                <a:lnTo>
                  <a:pt x="9620" y="249840"/>
                </a:lnTo>
                <a:lnTo>
                  <a:pt x="19684" y="244474"/>
                </a:lnTo>
                <a:lnTo>
                  <a:pt x="52117" y="224281"/>
                </a:lnTo>
                <a:lnTo>
                  <a:pt x="82549" y="199135"/>
                </a:lnTo>
                <a:lnTo>
                  <a:pt x="107553" y="169846"/>
                </a:lnTo>
                <a:lnTo>
                  <a:pt x="126206" y="125872"/>
                </a:lnTo>
                <a:lnTo>
                  <a:pt x="126999" y="114299"/>
                </a:lnTo>
                <a:lnTo>
                  <a:pt x="126999" y="100075"/>
                </a:lnTo>
                <a:lnTo>
                  <a:pt x="186943" y="100075"/>
                </a:lnTo>
                <a:lnTo>
                  <a:pt x="193087" y="145240"/>
                </a:lnTo>
                <a:lnTo>
                  <a:pt x="217963" y="182816"/>
                </a:lnTo>
                <a:lnTo>
                  <a:pt x="225560" y="190499"/>
                </a:lnTo>
                <a:lnTo>
                  <a:pt x="157479" y="190499"/>
                </a:lnTo>
                <a:lnTo>
                  <a:pt x="133857" y="220979"/>
                </a:lnTo>
                <a:lnTo>
                  <a:pt x="104393" y="248665"/>
                </a:lnTo>
                <a:lnTo>
                  <a:pt x="71119" y="272541"/>
                </a:lnTo>
                <a:lnTo>
                  <a:pt x="45201" y="287358"/>
                </a:lnTo>
                <a:lnTo>
                  <a:pt x="36575" y="291591"/>
                </a:lnTo>
                <a:close/>
              </a:path>
              <a:path w="416560" h="506095">
                <a:moveTo>
                  <a:pt x="274827" y="281939"/>
                </a:moveTo>
                <a:lnTo>
                  <a:pt x="240664" y="263334"/>
                </a:lnTo>
                <a:lnTo>
                  <a:pt x="208279" y="242061"/>
                </a:lnTo>
                <a:lnTo>
                  <a:pt x="167893" y="204581"/>
                </a:lnTo>
                <a:lnTo>
                  <a:pt x="157479" y="190499"/>
                </a:lnTo>
                <a:lnTo>
                  <a:pt x="225560" y="190499"/>
                </a:lnTo>
                <a:lnTo>
                  <a:pt x="226313" y="191261"/>
                </a:lnTo>
                <a:lnTo>
                  <a:pt x="235330" y="199326"/>
                </a:lnTo>
                <a:lnTo>
                  <a:pt x="276177" y="227726"/>
                </a:lnTo>
                <a:lnTo>
                  <a:pt x="307847" y="244347"/>
                </a:lnTo>
                <a:lnTo>
                  <a:pt x="274827" y="281939"/>
                </a:lnTo>
                <a:close/>
              </a:path>
              <a:path w="416560" h="506095">
                <a:moveTo>
                  <a:pt x="250951" y="505967"/>
                </a:moveTo>
                <a:lnTo>
                  <a:pt x="200612" y="502824"/>
                </a:lnTo>
                <a:lnTo>
                  <a:pt x="156971" y="493204"/>
                </a:lnTo>
                <a:lnTo>
                  <a:pt x="122380" y="476456"/>
                </a:lnTo>
                <a:lnTo>
                  <a:pt x="92487" y="442245"/>
                </a:lnTo>
                <a:lnTo>
                  <a:pt x="85343" y="406907"/>
                </a:lnTo>
                <a:lnTo>
                  <a:pt x="86137" y="394176"/>
                </a:lnTo>
                <a:lnTo>
                  <a:pt x="104981" y="352726"/>
                </a:lnTo>
                <a:lnTo>
                  <a:pt x="144398" y="325389"/>
                </a:lnTo>
                <a:lnTo>
                  <a:pt x="185165" y="313435"/>
                </a:lnTo>
                <a:lnTo>
                  <a:pt x="233505" y="308197"/>
                </a:lnTo>
                <a:lnTo>
                  <a:pt x="250951" y="307847"/>
                </a:lnTo>
                <a:lnTo>
                  <a:pt x="268398" y="308197"/>
                </a:lnTo>
                <a:lnTo>
                  <a:pt x="316737" y="313435"/>
                </a:lnTo>
                <a:lnTo>
                  <a:pt x="357504" y="325389"/>
                </a:lnTo>
                <a:lnTo>
                  <a:pt x="396922" y="352726"/>
                </a:lnTo>
                <a:lnTo>
                  <a:pt x="399537" y="356107"/>
                </a:lnTo>
                <a:lnTo>
                  <a:pt x="251459" y="356107"/>
                </a:lnTo>
                <a:lnTo>
                  <a:pt x="240458" y="356282"/>
                </a:lnTo>
                <a:lnTo>
                  <a:pt x="200104" y="360505"/>
                </a:lnTo>
                <a:lnTo>
                  <a:pt x="163067" y="374776"/>
                </a:lnTo>
                <a:lnTo>
                  <a:pt x="145287" y="397763"/>
                </a:lnTo>
                <a:lnTo>
                  <a:pt x="145287" y="416051"/>
                </a:lnTo>
                <a:lnTo>
                  <a:pt x="175767" y="446023"/>
                </a:lnTo>
                <a:lnTo>
                  <a:pt x="219503" y="456136"/>
                </a:lnTo>
                <a:lnTo>
                  <a:pt x="251459" y="457707"/>
                </a:lnTo>
                <a:lnTo>
                  <a:pt x="399537" y="457707"/>
                </a:lnTo>
                <a:lnTo>
                  <a:pt x="396922" y="461089"/>
                </a:lnTo>
                <a:lnTo>
                  <a:pt x="357504" y="488425"/>
                </a:lnTo>
                <a:lnTo>
                  <a:pt x="316737" y="500379"/>
                </a:lnTo>
                <a:lnTo>
                  <a:pt x="268398" y="505618"/>
                </a:lnTo>
                <a:lnTo>
                  <a:pt x="250951" y="505967"/>
                </a:lnTo>
                <a:close/>
              </a:path>
              <a:path w="416560" h="506095">
                <a:moveTo>
                  <a:pt x="399537" y="457707"/>
                </a:moveTo>
                <a:lnTo>
                  <a:pt x="251459" y="457707"/>
                </a:lnTo>
                <a:lnTo>
                  <a:pt x="262223" y="457533"/>
                </a:lnTo>
                <a:lnTo>
                  <a:pt x="272668" y="457009"/>
                </a:lnTo>
                <a:lnTo>
                  <a:pt x="310641" y="451294"/>
                </a:lnTo>
                <a:lnTo>
                  <a:pt x="348487" y="430275"/>
                </a:lnTo>
                <a:lnTo>
                  <a:pt x="356615" y="416051"/>
                </a:lnTo>
                <a:lnTo>
                  <a:pt x="356615" y="397763"/>
                </a:lnTo>
                <a:lnTo>
                  <a:pt x="326135" y="367791"/>
                </a:lnTo>
                <a:lnTo>
                  <a:pt x="282797" y="357679"/>
                </a:lnTo>
                <a:lnTo>
                  <a:pt x="251459" y="356107"/>
                </a:lnTo>
                <a:lnTo>
                  <a:pt x="399537" y="356107"/>
                </a:lnTo>
                <a:lnTo>
                  <a:pt x="415766" y="394176"/>
                </a:lnTo>
                <a:lnTo>
                  <a:pt x="416559" y="406907"/>
                </a:lnTo>
                <a:lnTo>
                  <a:pt x="415766" y="419639"/>
                </a:lnTo>
                <a:lnTo>
                  <a:pt x="413384" y="431418"/>
                </a:lnTo>
                <a:lnTo>
                  <a:pt x="409416" y="442245"/>
                </a:lnTo>
                <a:lnTo>
                  <a:pt x="403859" y="452119"/>
                </a:lnTo>
                <a:lnTo>
                  <a:pt x="399537" y="457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261903" y="4859475"/>
            <a:ext cx="448309" cy="502284"/>
          </a:xfrm>
          <a:custGeom>
            <a:avLst/>
            <a:gdLst/>
            <a:ahLst/>
            <a:cxnLst/>
            <a:rect l="l" t="t" r="r" b="b"/>
            <a:pathLst>
              <a:path w="448309" h="502285">
                <a:moveTo>
                  <a:pt x="133095" y="279907"/>
                </a:moveTo>
                <a:lnTo>
                  <a:pt x="86359" y="274573"/>
                </a:lnTo>
                <a:lnTo>
                  <a:pt x="48005" y="259079"/>
                </a:lnTo>
                <a:lnTo>
                  <a:pt x="17986" y="225408"/>
                </a:lnTo>
                <a:lnTo>
                  <a:pt x="12699" y="198119"/>
                </a:lnTo>
                <a:lnTo>
                  <a:pt x="13287" y="188944"/>
                </a:lnTo>
                <a:lnTo>
                  <a:pt x="33273" y="150050"/>
                </a:lnTo>
                <a:lnTo>
                  <a:pt x="65849" y="129222"/>
                </a:lnTo>
                <a:lnTo>
                  <a:pt x="108965" y="118236"/>
                </a:lnTo>
                <a:lnTo>
                  <a:pt x="133095" y="116839"/>
                </a:lnTo>
                <a:lnTo>
                  <a:pt x="145367" y="117189"/>
                </a:lnTo>
                <a:lnTo>
                  <a:pt x="190769" y="125523"/>
                </a:lnTo>
                <a:lnTo>
                  <a:pt x="226139" y="143938"/>
                </a:lnTo>
                <a:lnTo>
                  <a:pt x="241958" y="161035"/>
                </a:lnTo>
                <a:lnTo>
                  <a:pt x="133095" y="161035"/>
                </a:lnTo>
                <a:lnTo>
                  <a:pt x="119967" y="161639"/>
                </a:lnTo>
                <a:lnTo>
                  <a:pt x="79740" y="176021"/>
                </a:lnTo>
                <a:lnTo>
                  <a:pt x="69595" y="198119"/>
                </a:lnTo>
                <a:lnTo>
                  <a:pt x="70723" y="206327"/>
                </a:lnTo>
                <a:lnTo>
                  <a:pt x="108013" y="233616"/>
                </a:lnTo>
                <a:lnTo>
                  <a:pt x="133095" y="236219"/>
                </a:lnTo>
                <a:lnTo>
                  <a:pt x="240897" y="236219"/>
                </a:lnTo>
                <a:lnTo>
                  <a:pt x="238966" y="238982"/>
                </a:lnTo>
                <a:lnTo>
                  <a:pt x="200723" y="267017"/>
                </a:lnTo>
                <a:lnTo>
                  <a:pt x="157289" y="278447"/>
                </a:lnTo>
                <a:lnTo>
                  <a:pt x="145367" y="279542"/>
                </a:lnTo>
                <a:lnTo>
                  <a:pt x="133095" y="279907"/>
                </a:lnTo>
                <a:close/>
              </a:path>
              <a:path w="448309" h="502285">
                <a:moveTo>
                  <a:pt x="240897" y="236219"/>
                </a:moveTo>
                <a:lnTo>
                  <a:pt x="141901" y="236219"/>
                </a:lnTo>
                <a:lnTo>
                  <a:pt x="150198" y="235373"/>
                </a:lnTo>
                <a:lnTo>
                  <a:pt x="165777" y="231986"/>
                </a:lnTo>
                <a:lnTo>
                  <a:pt x="197611" y="203877"/>
                </a:lnTo>
                <a:lnTo>
                  <a:pt x="197611" y="192362"/>
                </a:lnTo>
                <a:lnTo>
                  <a:pt x="165777" y="165269"/>
                </a:lnTo>
                <a:lnTo>
                  <a:pt x="141901" y="161035"/>
                </a:lnTo>
                <a:lnTo>
                  <a:pt x="241958" y="161035"/>
                </a:lnTo>
                <a:lnTo>
                  <a:pt x="253491" y="198119"/>
                </a:lnTo>
                <a:lnTo>
                  <a:pt x="252904" y="207073"/>
                </a:lnTo>
                <a:lnTo>
                  <a:pt x="251142" y="215645"/>
                </a:lnTo>
                <a:lnTo>
                  <a:pt x="248205" y="223837"/>
                </a:lnTo>
                <a:lnTo>
                  <a:pt x="244093" y="231647"/>
                </a:lnTo>
                <a:lnTo>
                  <a:pt x="240897" y="236219"/>
                </a:lnTo>
                <a:close/>
              </a:path>
              <a:path w="448309" h="502285">
                <a:moveTo>
                  <a:pt x="161035" y="56387"/>
                </a:moveTo>
                <a:lnTo>
                  <a:pt x="102107" y="56387"/>
                </a:lnTo>
                <a:lnTo>
                  <a:pt x="102107" y="0"/>
                </a:lnTo>
                <a:lnTo>
                  <a:pt x="161035" y="0"/>
                </a:lnTo>
                <a:lnTo>
                  <a:pt x="161035" y="56387"/>
                </a:lnTo>
                <a:close/>
              </a:path>
              <a:path w="448309" h="502285">
                <a:moveTo>
                  <a:pt x="263651" y="101091"/>
                </a:moveTo>
                <a:lnTo>
                  <a:pt x="0" y="101091"/>
                </a:lnTo>
                <a:lnTo>
                  <a:pt x="0" y="56387"/>
                </a:lnTo>
                <a:lnTo>
                  <a:pt x="263651" y="56387"/>
                </a:lnTo>
                <a:lnTo>
                  <a:pt x="263651" y="101091"/>
                </a:lnTo>
                <a:close/>
              </a:path>
              <a:path w="448309" h="502285">
                <a:moveTo>
                  <a:pt x="368469" y="286511"/>
                </a:moveTo>
                <a:lnTo>
                  <a:pt x="318515" y="286511"/>
                </a:lnTo>
                <a:lnTo>
                  <a:pt x="318515" y="13715"/>
                </a:lnTo>
                <a:lnTo>
                  <a:pt x="375919" y="13715"/>
                </a:lnTo>
                <a:lnTo>
                  <a:pt x="375919" y="130555"/>
                </a:lnTo>
                <a:lnTo>
                  <a:pt x="448055" y="130555"/>
                </a:lnTo>
                <a:lnTo>
                  <a:pt x="448055" y="179323"/>
                </a:lnTo>
                <a:lnTo>
                  <a:pt x="375919" y="179323"/>
                </a:lnTo>
                <a:lnTo>
                  <a:pt x="375919" y="279061"/>
                </a:lnTo>
                <a:lnTo>
                  <a:pt x="374903" y="281431"/>
                </a:lnTo>
                <a:lnTo>
                  <a:pt x="370839" y="285495"/>
                </a:lnTo>
                <a:lnTo>
                  <a:pt x="368469" y="286511"/>
                </a:lnTo>
                <a:close/>
              </a:path>
              <a:path w="448309" h="502285">
                <a:moveTo>
                  <a:pt x="382693" y="501903"/>
                </a:moveTo>
                <a:lnTo>
                  <a:pt x="97535" y="501903"/>
                </a:lnTo>
                <a:lnTo>
                  <a:pt x="83978" y="499998"/>
                </a:lnTo>
                <a:lnTo>
                  <a:pt x="74294" y="494283"/>
                </a:lnTo>
                <a:lnTo>
                  <a:pt x="68484" y="484758"/>
                </a:lnTo>
                <a:lnTo>
                  <a:pt x="66547" y="471423"/>
                </a:lnTo>
                <a:lnTo>
                  <a:pt x="66547" y="382523"/>
                </a:lnTo>
                <a:lnTo>
                  <a:pt x="319362" y="382523"/>
                </a:lnTo>
                <a:lnTo>
                  <a:pt x="321055" y="380830"/>
                </a:lnTo>
                <a:lnTo>
                  <a:pt x="321055" y="356107"/>
                </a:lnTo>
                <a:lnTo>
                  <a:pt x="66547" y="356107"/>
                </a:lnTo>
                <a:lnTo>
                  <a:pt x="66547" y="309879"/>
                </a:lnTo>
                <a:lnTo>
                  <a:pt x="379475" y="309879"/>
                </a:lnTo>
                <a:lnTo>
                  <a:pt x="379475" y="407246"/>
                </a:lnTo>
                <a:lnTo>
                  <a:pt x="376512" y="414358"/>
                </a:lnTo>
                <a:lnTo>
                  <a:pt x="364659" y="423841"/>
                </a:lnTo>
                <a:lnTo>
                  <a:pt x="357293" y="426211"/>
                </a:lnTo>
                <a:lnTo>
                  <a:pt x="124459" y="426211"/>
                </a:lnTo>
                <a:lnTo>
                  <a:pt x="124459" y="453982"/>
                </a:lnTo>
                <a:lnTo>
                  <a:pt x="126153" y="455675"/>
                </a:lnTo>
                <a:lnTo>
                  <a:pt x="390143" y="455675"/>
                </a:lnTo>
                <a:lnTo>
                  <a:pt x="390143" y="494453"/>
                </a:lnTo>
                <a:lnTo>
                  <a:pt x="389127" y="496823"/>
                </a:lnTo>
                <a:lnTo>
                  <a:pt x="385063" y="500887"/>
                </a:lnTo>
                <a:lnTo>
                  <a:pt x="382693" y="501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869352" y="4873699"/>
            <a:ext cx="411480" cy="483870"/>
          </a:xfrm>
          <a:custGeom>
            <a:avLst/>
            <a:gdLst/>
            <a:ahLst/>
            <a:cxnLst/>
            <a:rect l="l" t="t" r="r" b="b"/>
            <a:pathLst>
              <a:path w="411479" h="483870">
                <a:moveTo>
                  <a:pt x="295147" y="72643"/>
                </a:moveTo>
                <a:lnTo>
                  <a:pt x="27431" y="72643"/>
                </a:lnTo>
                <a:lnTo>
                  <a:pt x="27431" y="24383"/>
                </a:lnTo>
                <a:lnTo>
                  <a:pt x="295147" y="24383"/>
                </a:lnTo>
                <a:lnTo>
                  <a:pt x="295147" y="72643"/>
                </a:lnTo>
                <a:close/>
              </a:path>
              <a:path w="411479" h="483870">
                <a:moveTo>
                  <a:pt x="40639" y="379983"/>
                </a:moveTo>
                <a:lnTo>
                  <a:pt x="0" y="342899"/>
                </a:lnTo>
                <a:lnTo>
                  <a:pt x="11906" y="335136"/>
                </a:lnTo>
                <a:lnTo>
                  <a:pt x="23748" y="326580"/>
                </a:lnTo>
                <a:lnTo>
                  <a:pt x="58610" y="296433"/>
                </a:lnTo>
                <a:lnTo>
                  <a:pt x="88899" y="263143"/>
                </a:lnTo>
                <a:lnTo>
                  <a:pt x="112474" y="228853"/>
                </a:lnTo>
                <a:lnTo>
                  <a:pt x="129333" y="185705"/>
                </a:lnTo>
                <a:lnTo>
                  <a:pt x="130047" y="176275"/>
                </a:lnTo>
                <a:lnTo>
                  <a:pt x="130047" y="72643"/>
                </a:lnTo>
                <a:lnTo>
                  <a:pt x="188975" y="72643"/>
                </a:lnTo>
                <a:lnTo>
                  <a:pt x="188975" y="178307"/>
                </a:lnTo>
                <a:lnTo>
                  <a:pt x="189706" y="188102"/>
                </a:lnTo>
                <a:lnTo>
                  <a:pt x="206914" y="229965"/>
                </a:lnTo>
                <a:lnTo>
                  <a:pt x="229163" y="260095"/>
                </a:lnTo>
                <a:lnTo>
                  <a:pt x="161035" y="260095"/>
                </a:lnTo>
                <a:lnTo>
                  <a:pt x="136143" y="292607"/>
                </a:lnTo>
                <a:lnTo>
                  <a:pt x="104901" y="326389"/>
                </a:lnTo>
                <a:lnTo>
                  <a:pt x="71627" y="357123"/>
                </a:lnTo>
                <a:lnTo>
                  <a:pt x="47910" y="375316"/>
                </a:lnTo>
                <a:lnTo>
                  <a:pt x="40639" y="379983"/>
                </a:lnTo>
                <a:close/>
              </a:path>
              <a:path w="411479" h="483870">
                <a:moveTo>
                  <a:pt x="276859" y="371347"/>
                </a:moveTo>
                <a:lnTo>
                  <a:pt x="238195" y="342328"/>
                </a:lnTo>
                <a:lnTo>
                  <a:pt x="206247" y="312530"/>
                </a:lnTo>
                <a:lnTo>
                  <a:pt x="177466" y="281336"/>
                </a:lnTo>
                <a:lnTo>
                  <a:pt x="161035" y="260095"/>
                </a:lnTo>
                <a:lnTo>
                  <a:pt x="229163" y="260095"/>
                </a:lnTo>
                <a:lnTo>
                  <a:pt x="230631" y="261873"/>
                </a:lnTo>
                <a:lnTo>
                  <a:pt x="240045" y="272271"/>
                </a:lnTo>
                <a:lnTo>
                  <a:pt x="271525" y="301751"/>
                </a:lnTo>
                <a:lnTo>
                  <a:pt x="304720" y="326802"/>
                </a:lnTo>
                <a:lnTo>
                  <a:pt x="315467" y="333755"/>
                </a:lnTo>
                <a:lnTo>
                  <a:pt x="276859" y="371347"/>
                </a:lnTo>
                <a:close/>
              </a:path>
              <a:path w="411479" h="483870">
                <a:moveTo>
                  <a:pt x="403521" y="483615"/>
                </a:moveTo>
                <a:lnTo>
                  <a:pt x="353567" y="483615"/>
                </a:lnTo>
                <a:lnTo>
                  <a:pt x="353567" y="0"/>
                </a:lnTo>
                <a:lnTo>
                  <a:pt x="410971" y="0"/>
                </a:lnTo>
                <a:lnTo>
                  <a:pt x="410971" y="476165"/>
                </a:lnTo>
                <a:lnTo>
                  <a:pt x="409955" y="478535"/>
                </a:lnTo>
                <a:lnTo>
                  <a:pt x="405891" y="482599"/>
                </a:lnTo>
                <a:lnTo>
                  <a:pt x="403521" y="483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479969" y="4898590"/>
            <a:ext cx="457200" cy="396240"/>
          </a:xfrm>
          <a:custGeom>
            <a:avLst/>
            <a:gdLst/>
            <a:ahLst/>
            <a:cxnLst/>
            <a:rect l="l" t="t" r="r" b="b"/>
            <a:pathLst>
              <a:path w="457200" h="396239">
                <a:moveTo>
                  <a:pt x="377274" y="246379"/>
                </a:moveTo>
                <a:lnTo>
                  <a:pt x="80263" y="246379"/>
                </a:lnTo>
                <a:lnTo>
                  <a:pt x="73067" y="243416"/>
                </a:lnTo>
                <a:lnTo>
                  <a:pt x="60536" y="231563"/>
                </a:lnTo>
                <a:lnTo>
                  <a:pt x="57403" y="224197"/>
                </a:lnTo>
                <a:lnTo>
                  <a:pt x="57403" y="0"/>
                </a:lnTo>
                <a:lnTo>
                  <a:pt x="400303" y="0"/>
                </a:lnTo>
                <a:lnTo>
                  <a:pt x="400303" y="48767"/>
                </a:lnTo>
                <a:lnTo>
                  <a:pt x="113791" y="48767"/>
                </a:lnTo>
                <a:lnTo>
                  <a:pt x="113791" y="196426"/>
                </a:lnTo>
                <a:lnTo>
                  <a:pt x="115485" y="198119"/>
                </a:lnTo>
                <a:lnTo>
                  <a:pt x="400303" y="198119"/>
                </a:lnTo>
                <a:lnTo>
                  <a:pt x="400303" y="224197"/>
                </a:lnTo>
                <a:lnTo>
                  <a:pt x="397171" y="231563"/>
                </a:lnTo>
                <a:lnTo>
                  <a:pt x="384640" y="243416"/>
                </a:lnTo>
                <a:lnTo>
                  <a:pt x="377274" y="246379"/>
                </a:lnTo>
                <a:close/>
              </a:path>
              <a:path w="457200" h="396239">
                <a:moveTo>
                  <a:pt x="400303" y="198119"/>
                </a:moveTo>
                <a:lnTo>
                  <a:pt x="342222" y="198119"/>
                </a:lnTo>
                <a:lnTo>
                  <a:pt x="343915" y="196426"/>
                </a:lnTo>
                <a:lnTo>
                  <a:pt x="343915" y="48767"/>
                </a:lnTo>
                <a:lnTo>
                  <a:pt x="400303" y="48767"/>
                </a:lnTo>
                <a:lnTo>
                  <a:pt x="400303" y="198119"/>
                </a:lnTo>
                <a:close/>
              </a:path>
              <a:path w="457200" h="396239">
                <a:moveTo>
                  <a:pt x="256539" y="346963"/>
                </a:moveTo>
                <a:lnTo>
                  <a:pt x="198119" y="346963"/>
                </a:lnTo>
                <a:lnTo>
                  <a:pt x="198119" y="246379"/>
                </a:lnTo>
                <a:lnTo>
                  <a:pt x="256539" y="246379"/>
                </a:lnTo>
                <a:lnTo>
                  <a:pt x="256539" y="346963"/>
                </a:lnTo>
                <a:close/>
              </a:path>
              <a:path w="457200" h="396239">
                <a:moveTo>
                  <a:pt x="449749" y="396239"/>
                </a:moveTo>
                <a:lnTo>
                  <a:pt x="0" y="396239"/>
                </a:lnTo>
                <a:lnTo>
                  <a:pt x="0" y="346963"/>
                </a:lnTo>
                <a:lnTo>
                  <a:pt x="457199" y="346963"/>
                </a:lnTo>
                <a:lnTo>
                  <a:pt x="457199" y="388789"/>
                </a:lnTo>
                <a:lnTo>
                  <a:pt x="456183" y="391159"/>
                </a:lnTo>
                <a:lnTo>
                  <a:pt x="452119" y="395223"/>
                </a:lnTo>
                <a:lnTo>
                  <a:pt x="449749" y="396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952408" y="4876746"/>
            <a:ext cx="457200" cy="480059"/>
          </a:xfrm>
          <a:custGeom>
            <a:avLst/>
            <a:gdLst/>
            <a:ahLst/>
            <a:cxnLst/>
            <a:rect l="l" t="t" r="r" b="b"/>
            <a:pathLst>
              <a:path w="457200" h="480060">
                <a:moveTo>
                  <a:pt x="449749" y="305307"/>
                </a:moveTo>
                <a:lnTo>
                  <a:pt x="0" y="305307"/>
                </a:lnTo>
                <a:lnTo>
                  <a:pt x="0" y="257555"/>
                </a:lnTo>
                <a:lnTo>
                  <a:pt x="457199" y="257555"/>
                </a:lnTo>
                <a:lnTo>
                  <a:pt x="457199" y="297857"/>
                </a:lnTo>
                <a:lnTo>
                  <a:pt x="456183" y="300227"/>
                </a:lnTo>
                <a:lnTo>
                  <a:pt x="452119" y="304291"/>
                </a:lnTo>
                <a:lnTo>
                  <a:pt x="449749" y="305307"/>
                </a:lnTo>
                <a:close/>
              </a:path>
              <a:path w="457200" h="480060">
                <a:moveTo>
                  <a:pt x="397255" y="217423"/>
                </a:moveTo>
                <a:lnTo>
                  <a:pt x="88730" y="217423"/>
                </a:lnTo>
                <a:lnTo>
                  <a:pt x="81364" y="214460"/>
                </a:lnTo>
                <a:lnTo>
                  <a:pt x="69511" y="202607"/>
                </a:lnTo>
                <a:lnTo>
                  <a:pt x="66547" y="195410"/>
                </a:lnTo>
                <a:lnTo>
                  <a:pt x="66547" y="85851"/>
                </a:lnTo>
                <a:lnTo>
                  <a:pt x="330538" y="85851"/>
                </a:lnTo>
                <a:lnTo>
                  <a:pt x="332231" y="84158"/>
                </a:lnTo>
                <a:lnTo>
                  <a:pt x="332231" y="46735"/>
                </a:lnTo>
                <a:lnTo>
                  <a:pt x="67055" y="46735"/>
                </a:lnTo>
                <a:lnTo>
                  <a:pt x="67055" y="0"/>
                </a:lnTo>
                <a:lnTo>
                  <a:pt x="391159" y="0"/>
                </a:lnTo>
                <a:lnTo>
                  <a:pt x="391159" y="110574"/>
                </a:lnTo>
                <a:lnTo>
                  <a:pt x="388196" y="118025"/>
                </a:lnTo>
                <a:lnTo>
                  <a:pt x="376343" y="128862"/>
                </a:lnTo>
                <a:lnTo>
                  <a:pt x="368977" y="131571"/>
                </a:lnTo>
                <a:lnTo>
                  <a:pt x="125983" y="131571"/>
                </a:lnTo>
                <a:lnTo>
                  <a:pt x="125983" y="168486"/>
                </a:lnTo>
                <a:lnTo>
                  <a:pt x="127677" y="170179"/>
                </a:lnTo>
                <a:lnTo>
                  <a:pt x="397255" y="170179"/>
                </a:lnTo>
                <a:lnTo>
                  <a:pt x="397255" y="217423"/>
                </a:lnTo>
                <a:close/>
              </a:path>
              <a:path w="457200" h="480060">
                <a:moveTo>
                  <a:pt x="395393" y="480059"/>
                </a:moveTo>
                <a:lnTo>
                  <a:pt x="84835" y="480059"/>
                </a:lnTo>
                <a:lnTo>
                  <a:pt x="77639" y="477096"/>
                </a:lnTo>
                <a:lnTo>
                  <a:pt x="65108" y="465243"/>
                </a:lnTo>
                <a:lnTo>
                  <a:pt x="61975" y="457877"/>
                </a:lnTo>
                <a:lnTo>
                  <a:pt x="61975" y="343915"/>
                </a:lnTo>
                <a:lnTo>
                  <a:pt x="120395" y="343915"/>
                </a:lnTo>
                <a:lnTo>
                  <a:pt x="120395" y="428921"/>
                </a:lnTo>
                <a:lnTo>
                  <a:pt x="120903" y="430191"/>
                </a:lnTo>
                <a:lnTo>
                  <a:pt x="122935" y="431884"/>
                </a:lnTo>
                <a:lnTo>
                  <a:pt x="123951" y="432307"/>
                </a:lnTo>
                <a:lnTo>
                  <a:pt x="402843" y="432307"/>
                </a:lnTo>
                <a:lnTo>
                  <a:pt x="402843" y="472609"/>
                </a:lnTo>
                <a:lnTo>
                  <a:pt x="401827" y="474979"/>
                </a:lnTo>
                <a:lnTo>
                  <a:pt x="397763" y="479043"/>
                </a:lnTo>
                <a:lnTo>
                  <a:pt x="395393" y="4800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436532" y="4873190"/>
            <a:ext cx="438784" cy="484505"/>
          </a:xfrm>
          <a:custGeom>
            <a:avLst/>
            <a:gdLst/>
            <a:ahLst/>
            <a:cxnLst/>
            <a:rect l="l" t="t" r="r" b="b"/>
            <a:pathLst>
              <a:path w="438784" h="484504">
                <a:moveTo>
                  <a:pt x="59896" y="365537"/>
                </a:moveTo>
                <a:lnTo>
                  <a:pt x="30987" y="365251"/>
                </a:lnTo>
                <a:lnTo>
                  <a:pt x="22859" y="365251"/>
                </a:lnTo>
                <a:lnTo>
                  <a:pt x="15663" y="362373"/>
                </a:lnTo>
                <a:lnTo>
                  <a:pt x="3132" y="350858"/>
                </a:lnTo>
                <a:lnTo>
                  <a:pt x="0" y="343577"/>
                </a:lnTo>
                <a:lnTo>
                  <a:pt x="0" y="46566"/>
                </a:lnTo>
                <a:lnTo>
                  <a:pt x="2963" y="39285"/>
                </a:lnTo>
                <a:lnTo>
                  <a:pt x="14816" y="27770"/>
                </a:lnTo>
                <a:lnTo>
                  <a:pt x="22182" y="24891"/>
                </a:lnTo>
                <a:lnTo>
                  <a:pt x="233679" y="24891"/>
                </a:lnTo>
                <a:lnTo>
                  <a:pt x="233679" y="72643"/>
                </a:lnTo>
                <a:lnTo>
                  <a:pt x="58589" y="72643"/>
                </a:lnTo>
                <a:lnTo>
                  <a:pt x="56895" y="74337"/>
                </a:lnTo>
                <a:lnTo>
                  <a:pt x="56895" y="316822"/>
                </a:lnTo>
                <a:lnTo>
                  <a:pt x="58589" y="318515"/>
                </a:lnTo>
                <a:lnTo>
                  <a:pt x="61975" y="318515"/>
                </a:lnTo>
                <a:lnTo>
                  <a:pt x="86153" y="318785"/>
                </a:lnTo>
                <a:lnTo>
                  <a:pt x="284479" y="318785"/>
                </a:lnTo>
                <a:lnTo>
                  <a:pt x="284479" y="355091"/>
                </a:lnTo>
                <a:lnTo>
                  <a:pt x="217360" y="360298"/>
                </a:lnTo>
                <a:lnTo>
                  <a:pt x="152145" y="363727"/>
                </a:lnTo>
                <a:lnTo>
                  <a:pt x="89725" y="365378"/>
                </a:lnTo>
                <a:lnTo>
                  <a:pt x="59896" y="365537"/>
                </a:lnTo>
                <a:close/>
              </a:path>
              <a:path w="438784" h="484504">
                <a:moveTo>
                  <a:pt x="284479" y="318785"/>
                </a:moveTo>
                <a:lnTo>
                  <a:pt x="86153" y="318785"/>
                </a:lnTo>
                <a:lnTo>
                  <a:pt x="111442" y="318579"/>
                </a:lnTo>
                <a:lnTo>
                  <a:pt x="137842" y="317896"/>
                </a:lnTo>
                <a:lnTo>
                  <a:pt x="193849" y="315070"/>
                </a:lnTo>
                <a:lnTo>
                  <a:pt x="253412" y="310117"/>
                </a:lnTo>
                <a:lnTo>
                  <a:pt x="284479" y="306831"/>
                </a:lnTo>
                <a:lnTo>
                  <a:pt x="284479" y="318785"/>
                </a:lnTo>
                <a:close/>
              </a:path>
              <a:path w="438784" h="484504">
                <a:moveTo>
                  <a:pt x="357801" y="484123"/>
                </a:moveTo>
                <a:lnTo>
                  <a:pt x="307847" y="484123"/>
                </a:lnTo>
                <a:lnTo>
                  <a:pt x="307847" y="0"/>
                </a:lnTo>
                <a:lnTo>
                  <a:pt x="365251" y="0"/>
                </a:lnTo>
                <a:lnTo>
                  <a:pt x="365251" y="159511"/>
                </a:lnTo>
                <a:lnTo>
                  <a:pt x="438403" y="159511"/>
                </a:lnTo>
                <a:lnTo>
                  <a:pt x="438403" y="207771"/>
                </a:lnTo>
                <a:lnTo>
                  <a:pt x="365251" y="207771"/>
                </a:lnTo>
                <a:lnTo>
                  <a:pt x="365251" y="476673"/>
                </a:lnTo>
                <a:lnTo>
                  <a:pt x="364235" y="479043"/>
                </a:lnTo>
                <a:lnTo>
                  <a:pt x="360171" y="483107"/>
                </a:lnTo>
                <a:lnTo>
                  <a:pt x="357801" y="484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636341" y="6036330"/>
            <a:ext cx="192405" cy="276860"/>
          </a:xfrm>
          <a:custGeom>
            <a:avLst/>
            <a:gdLst/>
            <a:ahLst/>
            <a:cxnLst/>
            <a:rect l="l" t="t" r="r" b="b"/>
            <a:pathLst>
              <a:path w="192405" h="276860">
                <a:moveTo>
                  <a:pt x="98144" y="276803"/>
                </a:moveTo>
                <a:lnTo>
                  <a:pt x="63161" y="270620"/>
                </a:lnTo>
                <a:lnTo>
                  <a:pt x="31607" y="250031"/>
                </a:lnTo>
                <a:lnTo>
                  <a:pt x="8785" y="210793"/>
                </a:lnTo>
                <a:lnTo>
                  <a:pt x="0" y="148663"/>
                </a:lnTo>
                <a:lnTo>
                  <a:pt x="7112" y="85251"/>
                </a:lnTo>
                <a:lnTo>
                  <a:pt x="27496" y="38613"/>
                </a:lnTo>
                <a:lnTo>
                  <a:pt x="59720" y="9834"/>
                </a:lnTo>
                <a:lnTo>
                  <a:pt x="102354" y="0"/>
                </a:lnTo>
                <a:lnTo>
                  <a:pt x="135022" y="5221"/>
                </a:lnTo>
                <a:lnTo>
                  <a:pt x="161227" y="19865"/>
                </a:lnTo>
                <a:lnTo>
                  <a:pt x="169374" y="29732"/>
                </a:lnTo>
                <a:lnTo>
                  <a:pt x="102354" y="29732"/>
                </a:lnTo>
                <a:lnTo>
                  <a:pt x="72646" y="36668"/>
                </a:lnTo>
                <a:lnTo>
                  <a:pt x="50387" y="56801"/>
                </a:lnTo>
                <a:lnTo>
                  <a:pt x="36417" y="89120"/>
                </a:lnTo>
                <a:lnTo>
                  <a:pt x="31574" y="132613"/>
                </a:lnTo>
                <a:lnTo>
                  <a:pt x="72430" y="132613"/>
                </a:lnTo>
                <a:lnTo>
                  <a:pt x="54531" y="144618"/>
                </a:lnTo>
                <a:lnTo>
                  <a:pt x="41252" y="163928"/>
                </a:lnTo>
                <a:lnTo>
                  <a:pt x="36310" y="186816"/>
                </a:lnTo>
                <a:lnTo>
                  <a:pt x="40903" y="209592"/>
                </a:lnTo>
                <a:lnTo>
                  <a:pt x="53709" y="228915"/>
                </a:lnTo>
                <a:lnTo>
                  <a:pt x="73275" y="242318"/>
                </a:lnTo>
                <a:lnTo>
                  <a:pt x="98144" y="247334"/>
                </a:lnTo>
                <a:lnTo>
                  <a:pt x="168601" y="247334"/>
                </a:lnTo>
                <a:lnTo>
                  <a:pt x="166424" y="250656"/>
                </a:lnTo>
                <a:lnTo>
                  <a:pt x="136798" y="269983"/>
                </a:lnTo>
                <a:lnTo>
                  <a:pt x="98144" y="276803"/>
                </a:lnTo>
                <a:close/>
              </a:path>
              <a:path w="192405" h="276860">
                <a:moveTo>
                  <a:pt x="189710" y="71305"/>
                </a:moveTo>
                <a:lnTo>
                  <a:pt x="156557" y="71305"/>
                </a:lnTo>
                <a:lnTo>
                  <a:pt x="149753" y="54819"/>
                </a:lnTo>
                <a:lnTo>
                  <a:pt x="138434" y="41638"/>
                </a:lnTo>
                <a:lnTo>
                  <a:pt x="122626" y="32898"/>
                </a:lnTo>
                <a:lnTo>
                  <a:pt x="102354" y="29732"/>
                </a:lnTo>
                <a:lnTo>
                  <a:pt x="169374" y="29732"/>
                </a:lnTo>
                <a:lnTo>
                  <a:pt x="179835" y="42403"/>
                </a:lnTo>
                <a:lnTo>
                  <a:pt x="189710" y="71305"/>
                </a:lnTo>
                <a:close/>
              </a:path>
              <a:path w="192405" h="276860">
                <a:moveTo>
                  <a:pt x="72430" y="132613"/>
                </a:moveTo>
                <a:lnTo>
                  <a:pt x="34995" y="132613"/>
                </a:lnTo>
                <a:lnTo>
                  <a:pt x="48286" y="117475"/>
                </a:lnTo>
                <a:lnTo>
                  <a:pt x="64563" y="106235"/>
                </a:lnTo>
                <a:lnTo>
                  <a:pt x="83356" y="99237"/>
                </a:lnTo>
                <a:lnTo>
                  <a:pt x="104196" y="96828"/>
                </a:lnTo>
                <a:lnTo>
                  <a:pt x="138130" y="103439"/>
                </a:lnTo>
                <a:lnTo>
                  <a:pt x="166095" y="121891"/>
                </a:lnTo>
                <a:lnTo>
                  <a:pt x="169060" y="126298"/>
                </a:lnTo>
                <a:lnTo>
                  <a:pt x="99196" y="126298"/>
                </a:lnTo>
                <a:lnTo>
                  <a:pt x="74422" y="131277"/>
                </a:lnTo>
                <a:lnTo>
                  <a:pt x="72430" y="132613"/>
                </a:lnTo>
                <a:close/>
              </a:path>
              <a:path w="192405" h="276860">
                <a:moveTo>
                  <a:pt x="168601" y="247334"/>
                </a:moveTo>
                <a:lnTo>
                  <a:pt x="98144" y="247334"/>
                </a:lnTo>
                <a:lnTo>
                  <a:pt x="122491" y="242532"/>
                </a:lnTo>
                <a:lnTo>
                  <a:pt x="141954" y="229441"/>
                </a:lnTo>
                <a:lnTo>
                  <a:pt x="154904" y="210036"/>
                </a:lnTo>
                <a:lnTo>
                  <a:pt x="159608" y="186816"/>
                </a:lnTo>
                <a:lnTo>
                  <a:pt x="159662" y="186026"/>
                </a:lnTo>
                <a:lnTo>
                  <a:pt x="155069" y="163040"/>
                </a:lnTo>
                <a:lnTo>
                  <a:pt x="142480" y="143960"/>
                </a:lnTo>
                <a:lnTo>
                  <a:pt x="123379" y="131046"/>
                </a:lnTo>
                <a:lnTo>
                  <a:pt x="99196" y="126298"/>
                </a:lnTo>
                <a:lnTo>
                  <a:pt x="169060" y="126298"/>
                </a:lnTo>
                <a:lnTo>
                  <a:pt x="185081" y="150110"/>
                </a:lnTo>
                <a:lnTo>
                  <a:pt x="192078" y="186026"/>
                </a:lnTo>
                <a:lnTo>
                  <a:pt x="185393" y="221708"/>
                </a:lnTo>
                <a:lnTo>
                  <a:pt x="168601" y="2473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862889" y="6008965"/>
            <a:ext cx="282575" cy="330835"/>
          </a:xfrm>
          <a:custGeom>
            <a:avLst/>
            <a:gdLst/>
            <a:ahLst/>
            <a:cxnLst/>
            <a:rect l="l" t="t" r="r" b="b"/>
            <a:pathLst>
              <a:path w="282575" h="330835">
                <a:moveTo>
                  <a:pt x="282066" y="133402"/>
                </a:moveTo>
                <a:lnTo>
                  <a:pt x="253649" y="133402"/>
                </a:lnTo>
                <a:lnTo>
                  <a:pt x="253649" y="0"/>
                </a:lnTo>
                <a:lnTo>
                  <a:pt x="282066" y="0"/>
                </a:lnTo>
                <a:lnTo>
                  <a:pt x="282066" y="133402"/>
                </a:lnTo>
                <a:close/>
              </a:path>
              <a:path w="282575" h="330835">
                <a:moveTo>
                  <a:pt x="207602" y="314167"/>
                </a:moveTo>
                <a:lnTo>
                  <a:pt x="179975" y="314167"/>
                </a:lnTo>
                <a:lnTo>
                  <a:pt x="179975" y="8946"/>
                </a:lnTo>
                <a:lnTo>
                  <a:pt x="207602" y="8946"/>
                </a:lnTo>
                <a:lnTo>
                  <a:pt x="207602" y="133402"/>
                </a:lnTo>
                <a:lnTo>
                  <a:pt x="282066" y="133402"/>
                </a:lnTo>
                <a:lnTo>
                  <a:pt x="282066" y="157609"/>
                </a:lnTo>
                <a:lnTo>
                  <a:pt x="207602" y="157609"/>
                </a:lnTo>
                <a:lnTo>
                  <a:pt x="207602" y="314167"/>
                </a:lnTo>
                <a:close/>
              </a:path>
              <a:path w="282575" h="330835">
                <a:moveTo>
                  <a:pt x="282066" y="330743"/>
                </a:moveTo>
                <a:lnTo>
                  <a:pt x="253649" y="330743"/>
                </a:lnTo>
                <a:lnTo>
                  <a:pt x="253649" y="157609"/>
                </a:lnTo>
                <a:lnTo>
                  <a:pt x="282066" y="157609"/>
                </a:lnTo>
                <a:lnTo>
                  <a:pt x="282066" y="330743"/>
                </a:lnTo>
                <a:close/>
              </a:path>
              <a:path w="282575" h="330835">
                <a:moveTo>
                  <a:pt x="17102" y="259700"/>
                </a:moveTo>
                <a:lnTo>
                  <a:pt x="0" y="238914"/>
                </a:lnTo>
                <a:lnTo>
                  <a:pt x="49579" y="203594"/>
                </a:lnTo>
                <a:lnTo>
                  <a:pt x="83853" y="162576"/>
                </a:lnTo>
                <a:lnTo>
                  <a:pt x="104584" y="116772"/>
                </a:lnTo>
                <a:lnTo>
                  <a:pt x="113536" y="67095"/>
                </a:lnTo>
                <a:lnTo>
                  <a:pt x="12629" y="67095"/>
                </a:lnTo>
                <a:lnTo>
                  <a:pt x="12629" y="42888"/>
                </a:lnTo>
                <a:lnTo>
                  <a:pt x="142085" y="42888"/>
                </a:lnTo>
                <a:lnTo>
                  <a:pt x="138130" y="92667"/>
                </a:lnTo>
                <a:lnTo>
                  <a:pt x="125410" y="140273"/>
                </a:lnTo>
                <a:lnTo>
                  <a:pt x="102169" y="184671"/>
                </a:lnTo>
                <a:lnTo>
                  <a:pt x="66651" y="224825"/>
                </a:lnTo>
                <a:lnTo>
                  <a:pt x="17102" y="259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229154" y="6033770"/>
            <a:ext cx="227965" cy="24130"/>
          </a:xfrm>
          <a:custGeom>
            <a:avLst/>
            <a:gdLst/>
            <a:ahLst/>
            <a:cxnLst/>
            <a:rect l="l" t="t" r="r" b="b"/>
            <a:pathLst>
              <a:path w="227964" h="24129">
                <a:moveTo>
                  <a:pt x="0" y="0"/>
                </a:moveTo>
                <a:lnTo>
                  <a:pt x="227600" y="0"/>
                </a:lnTo>
                <a:lnTo>
                  <a:pt x="227600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427811" y="6057900"/>
            <a:ext cx="29209" cy="52069"/>
          </a:xfrm>
          <a:custGeom>
            <a:avLst/>
            <a:gdLst/>
            <a:ahLst/>
            <a:cxnLst/>
            <a:rect l="l" t="t" r="r" b="b"/>
            <a:pathLst>
              <a:path w="29210" h="52070">
                <a:moveTo>
                  <a:pt x="0" y="0"/>
                </a:moveTo>
                <a:lnTo>
                  <a:pt x="28943" y="0"/>
                </a:lnTo>
                <a:lnTo>
                  <a:pt x="28943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229943" y="6109970"/>
            <a:ext cx="227329" cy="22860"/>
          </a:xfrm>
          <a:custGeom>
            <a:avLst/>
            <a:gdLst/>
            <a:ahLst/>
            <a:cxnLst/>
            <a:rect l="l" t="t" r="r" b="b"/>
            <a:pathLst>
              <a:path w="227330" h="22860">
                <a:moveTo>
                  <a:pt x="0" y="0"/>
                </a:moveTo>
                <a:lnTo>
                  <a:pt x="226810" y="0"/>
                </a:lnTo>
                <a:lnTo>
                  <a:pt x="226810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229943" y="6132829"/>
            <a:ext cx="29209" cy="54610"/>
          </a:xfrm>
          <a:custGeom>
            <a:avLst/>
            <a:gdLst/>
            <a:ahLst/>
            <a:cxnLst/>
            <a:rect l="l" t="t" r="r" b="b"/>
            <a:pathLst>
              <a:path w="29210" h="54610">
                <a:moveTo>
                  <a:pt x="0" y="0"/>
                </a:moveTo>
                <a:lnTo>
                  <a:pt x="28943" y="0"/>
                </a:lnTo>
                <a:lnTo>
                  <a:pt x="28943" y="54610"/>
                </a:lnTo>
                <a:lnTo>
                  <a:pt x="0" y="546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229943" y="6187440"/>
            <a:ext cx="234950" cy="24130"/>
          </a:xfrm>
          <a:custGeom>
            <a:avLst/>
            <a:gdLst/>
            <a:ahLst/>
            <a:cxnLst/>
            <a:rect l="l" t="t" r="r" b="b"/>
            <a:pathLst>
              <a:path w="234950" h="24129">
                <a:moveTo>
                  <a:pt x="0" y="0"/>
                </a:moveTo>
                <a:lnTo>
                  <a:pt x="234441" y="0"/>
                </a:lnTo>
                <a:lnTo>
                  <a:pt x="23444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328088" y="6211570"/>
            <a:ext cx="29209" cy="62230"/>
          </a:xfrm>
          <a:custGeom>
            <a:avLst/>
            <a:gdLst/>
            <a:ahLst/>
            <a:cxnLst/>
            <a:rect l="l" t="t" r="r" b="b"/>
            <a:pathLst>
              <a:path w="29210" h="62229">
                <a:moveTo>
                  <a:pt x="0" y="0"/>
                </a:moveTo>
                <a:lnTo>
                  <a:pt x="28943" y="0"/>
                </a:lnTo>
                <a:lnTo>
                  <a:pt x="28943" y="62229"/>
                </a:lnTo>
                <a:lnTo>
                  <a:pt x="0" y="62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192054" y="6273800"/>
            <a:ext cx="302895" cy="25400"/>
          </a:xfrm>
          <a:custGeom>
            <a:avLst/>
            <a:gdLst/>
            <a:ahLst/>
            <a:cxnLst/>
            <a:rect l="l" t="t" r="r" b="b"/>
            <a:pathLst>
              <a:path w="302894" h="25400">
                <a:moveTo>
                  <a:pt x="0" y="0"/>
                </a:moveTo>
                <a:lnTo>
                  <a:pt x="302852" y="0"/>
                </a:lnTo>
                <a:lnTo>
                  <a:pt x="302852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616895" y="6003440"/>
            <a:ext cx="301625" cy="332740"/>
          </a:xfrm>
          <a:custGeom>
            <a:avLst/>
            <a:gdLst/>
            <a:ahLst/>
            <a:cxnLst/>
            <a:rect l="l" t="t" r="r" b="b"/>
            <a:pathLst>
              <a:path w="301625" h="332739">
                <a:moveTo>
                  <a:pt x="165240" y="30522"/>
                </a:moveTo>
                <a:lnTo>
                  <a:pt x="136296" y="30522"/>
                </a:lnTo>
                <a:lnTo>
                  <a:pt x="136296" y="0"/>
                </a:lnTo>
                <a:lnTo>
                  <a:pt x="165240" y="0"/>
                </a:lnTo>
                <a:lnTo>
                  <a:pt x="165240" y="30522"/>
                </a:lnTo>
                <a:close/>
              </a:path>
              <a:path w="301625" h="332739">
                <a:moveTo>
                  <a:pt x="283908" y="52098"/>
                </a:moveTo>
                <a:lnTo>
                  <a:pt x="15787" y="52098"/>
                </a:lnTo>
                <a:lnTo>
                  <a:pt x="15787" y="30522"/>
                </a:lnTo>
                <a:lnTo>
                  <a:pt x="283908" y="30522"/>
                </a:lnTo>
                <a:lnTo>
                  <a:pt x="283908" y="52098"/>
                </a:lnTo>
                <a:close/>
              </a:path>
              <a:path w="301625" h="332739">
                <a:moveTo>
                  <a:pt x="150505" y="155504"/>
                </a:moveTo>
                <a:lnTo>
                  <a:pt x="104426" y="152581"/>
                </a:lnTo>
                <a:lnTo>
                  <a:pt x="70779" y="144157"/>
                </a:lnTo>
                <a:lnTo>
                  <a:pt x="50157" y="130158"/>
                </a:lnTo>
                <a:lnTo>
                  <a:pt x="43151" y="110511"/>
                </a:lnTo>
                <a:lnTo>
                  <a:pt x="50157" y="91019"/>
                </a:lnTo>
                <a:lnTo>
                  <a:pt x="70779" y="77127"/>
                </a:lnTo>
                <a:lnTo>
                  <a:pt x="104426" y="68810"/>
                </a:lnTo>
                <a:lnTo>
                  <a:pt x="150505" y="66043"/>
                </a:lnTo>
                <a:lnTo>
                  <a:pt x="196695" y="68810"/>
                </a:lnTo>
                <a:lnTo>
                  <a:pt x="230330" y="77127"/>
                </a:lnTo>
                <a:lnTo>
                  <a:pt x="243911" y="86303"/>
                </a:lnTo>
                <a:lnTo>
                  <a:pt x="150505" y="86303"/>
                </a:lnTo>
                <a:lnTo>
                  <a:pt x="117496" y="87866"/>
                </a:lnTo>
                <a:lnTo>
                  <a:pt x="93638" y="92487"/>
                </a:lnTo>
                <a:lnTo>
                  <a:pt x="79203" y="100068"/>
                </a:lnTo>
                <a:lnTo>
                  <a:pt x="74463" y="110511"/>
                </a:lnTo>
                <a:lnTo>
                  <a:pt x="79203" y="121105"/>
                </a:lnTo>
                <a:lnTo>
                  <a:pt x="93638" y="128765"/>
                </a:lnTo>
                <a:lnTo>
                  <a:pt x="117496" y="133414"/>
                </a:lnTo>
                <a:lnTo>
                  <a:pt x="150505" y="134981"/>
                </a:lnTo>
                <a:lnTo>
                  <a:pt x="243807" y="134981"/>
                </a:lnTo>
                <a:lnTo>
                  <a:pt x="230330" y="144157"/>
                </a:lnTo>
                <a:lnTo>
                  <a:pt x="196695" y="152581"/>
                </a:lnTo>
                <a:lnTo>
                  <a:pt x="150505" y="155504"/>
                </a:lnTo>
                <a:close/>
              </a:path>
              <a:path w="301625" h="332739">
                <a:moveTo>
                  <a:pt x="243807" y="134981"/>
                </a:moveTo>
                <a:lnTo>
                  <a:pt x="150505" y="134981"/>
                </a:lnTo>
                <a:lnTo>
                  <a:pt x="183564" y="133414"/>
                </a:lnTo>
                <a:lnTo>
                  <a:pt x="207570" y="128765"/>
                </a:lnTo>
                <a:lnTo>
                  <a:pt x="222251" y="121105"/>
                </a:lnTo>
                <a:lnTo>
                  <a:pt x="227337" y="110511"/>
                </a:lnTo>
                <a:lnTo>
                  <a:pt x="222251" y="100068"/>
                </a:lnTo>
                <a:lnTo>
                  <a:pt x="207570" y="92487"/>
                </a:lnTo>
                <a:lnTo>
                  <a:pt x="183564" y="87866"/>
                </a:lnTo>
                <a:lnTo>
                  <a:pt x="150505" y="86303"/>
                </a:lnTo>
                <a:lnTo>
                  <a:pt x="243911" y="86303"/>
                </a:lnTo>
                <a:lnTo>
                  <a:pt x="250890" y="91019"/>
                </a:lnTo>
                <a:lnTo>
                  <a:pt x="257859" y="110511"/>
                </a:lnTo>
                <a:lnTo>
                  <a:pt x="250890" y="130158"/>
                </a:lnTo>
                <a:lnTo>
                  <a:pt x="243807" y="134981"/>
                </a:lnTo>
                <a:close/>
              </a:path>
              <a:path w="301625" h="332739">
                <a:moveTo>
                  <a:pt x="301537" y="196288"/>
                </a:moveTo>
                <a:lnTo>
                  <a:pt x="0" y="196288"/>
                </a:lnTo>
                <a:lnTo>
                  <a:pt x="0" y="173923"/>
                </a:lnTo>
                <a:lnTo>
                  <a:pt x="301537" y="173923"/>
                </a:lnTo>
                <a:lnTo>
                  <a:pt x="301537" y="196288"/>
                </a:lnTo>
                <a:close/>
              </a:path>
              <a:path w="301625" h="332739">
                <a:moveTo>
                  <a:pt x="269436" y="332585"/>
                </a:moveTo>
                <a:lnTo>
                  <a:pt x="37626" y="332585"/>
                </a:lnTo>
                <a:lnTo>
                  <a:pt x="37626" y="217601"/>
                </a:lnTo>
                <a:lnTo>
                  <a:pt x="265752" y="217601"/>
                </a:lnTo>
                <a:lnTo>
                  <a:pt x="265752" y="238651"/>
                </a:lnTo>
                <a:lnTo>
                  <a:pt x="66832" y="238651"/>
                </a:lnTo>
                <a:lnTo>
                  <a:pt x="66832" y="264437"/>
                </a:lnTo>
                <a:lnTo>
                  <a:pt x="257859" y="264437"/>
                </a:lnTo>
                <a:lnTo>
                  <a:pt x="257859" y="284434"/>
                </a:lnTo>
                <a:lnTo>
                  <a:pt x="66832" y="284434"/>
                </a:lnTo>
                <a:lnTo>
                  <a:pt x="66832" y="311535"/>
                </a:lnTo>
                <a:lnTo>
                  <a:pt x="269436" y="311535"/>
                </a:lnTo>
                <a:lnTo>
                  <a:pt x="269436" y="3325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952375" y="6008965"/>
            <a:ext cx="268605" cy="331470"/>
          </a:xfrm>
          <a:custGeom>
            <a:avLst/>
            <a:gdLst/>
            <a:ahLst/>
            <a:cxnLst/>
            <a:rect l="l" t="t" r="r" b="b"/>
            <a:pathLst>
              <a:path w="268605" h="331470">
                <a:moveTo>
                  <a:pt x="268120" y="126298"/>
                </a:moveTo>
                <a:lnTo>
                  <a:pt x="239177" y="126298"/>
                </a:lnTo>
                <a:lnTo>
                  <a:pt x="239177" y="0"/>
                </a:lnTo>
                <a:lnTo>
                  <a:pt x="268120" y="0"/>
                </a:lnTo>
                <a:lnTo>
                  <a:pt x="268120" y="126298"/>
                </a:lnTo>
                <a:close/>
              </a:path>
              <a:path w="268605" h="331470">
                <a:moveTo>
                  <a:pt x="82883" y="256017"/>
                </a:moveTo>
                <a:lnTo>
                  <a:pt x="49248" y="247926"/>
                </a:lnTo>
                <a:lnTo>
                  <a:pt x="22990" y="224837"/>
                </a:lnTo>
                <a:lnTo>
                  <a:pt x="5957" y="188526"/>
                </a:lnTo>
                <a:lnTo>
                  <a:pt x="0" y="140770"/>
                </a:lnTo>
                <a:lnTo>
                  <a:pt x="5957" y="93161"/>
                </a:lnTo>
                <a:lnTo>
                  <a:pt x="22990" y="56900"/>
                </a:lnTo>
                <a:lnTo>
                  <a:pt x="49248" y="33761"/>
                </a:lnTo>
                <a:lnTo>
                  <a:pt x="82883" y="25522"/>
                </a:lnTo>
                <a:lnTo>
                  <a:pt x="114044" y="32684"/>
                </a:lnTo>
                <a:lnTo>
                  <a:pt x="137522" y="51571"/>
                </a:lnTo>
                <a:lnTo>
                  <a:pt x="82883" y="51571"/>
                </a:lnTo>
                <a:lnTo>
                  <a:pt x="60526" y="58071"/>
                </a:lnTo>
                <a:lnTo>
                  <a:pt x="43151" y="76140"/>
                </a:lnTo>
                <a:lnTo>
                  <a:pt x="31895" y="104224"/>
                </a:lnTo>
                <a:lnTo>
                  <a:pt x="27890" y="140770"/>
                </a:lnTo>
                <a:lnTo>
                  <a:pt x="31895" y="177463"/>
                </a:lnTo>
                <a:lnTo>
                  <a:pt x="43151" y="205596"/>
                </a:lnTo>
                <a:lnTo>
                  <a:pt x="60526" y="223616"/>
                </a:lnTo>
                <a:lnTo>
                  <a:pt x="82883" y="229968"/>
                </a:lnTo>
                <a:lnTo>
                  <a:pt x="137319" y="229968"/>
                </a:lnTo>
                <a:lnTo>
                  <a:pt x="114788" y="248651"/>
                </a:lnTo>
                <a:lnTo>
                  <a:pt x="82883" y="256017"/>
                </a:lnTo>
                <a:close/>
              </a:path>
              <a:path w="268605" h="331470">
                <a:moveTo>
                  <a:pt x="137319" y="229968"/>
                </a:moveTo>
                <a:lnTo>
                  <a:pt x="82883" y="229968"/>
                </a:lnTo>
                <a:lnTo>
                  <a:pt x="105129" y="223616"/>
                </a:lnTo>
                <a:lnTo>
                  <a:pt x="122515" y="205596"/>
                </a:lnTo>
                <a:lnTo>
                  <a:pt x="133834" y="177463"/>
                </a:lnTo>
                <a:lnTo>
                  <a:pt x="137875" y="140770"/>
                </a:lnTo>
                <a:lnTo>
                  <a:pt x="133834" y="104224"/>
                </a:lnTo>
                <a:lnTo>
                  <a:pt x="122515" y="76140"/>
                </a:lnTo>
                <a:lnTo>
                  <a:pt x="105129" y="58071"/>
                </a:lnTo>
                <a:lnTo>
                  <a:pt x="82883" y="51571"/>
                </a:lnTo>
                <a:lnTo>
                  <a:pt x="137522" y="51571"/>
                </a:lnTo>
                <a:lnTo>
                  <a:pt x="139076" y="52821"/>
                </a:lnTo>
                <a:lnTo>
                  <a:pt x="156534" y="84503"/>
                </a:lnTo>
                <a:lnTo>
                  <a:pt x="164977" y="126298"/>
                </a:lnTo>
                <a:lnTo>
                  <a:pt x="268120" y="126298"/>
                </a:lnTo>
                <a:lnTo>
                  <a:pt x="268120" y="150505"/>
                </a:lnTo>
                <a:lnTo>
                  <a:pt x="165240" y="150505"/>
                </a:lnTo>
                <a:lnTo>
                  <a:pt x="157533" y="194354"/>
                </a:lnTo>
                <a:lnTo>
                  <a:pt x="140194" y="227583"/>
                </a:lnTo>
                <a:lnTo>
                  <a:pt x="137319" y="229968"/>
                </a:lnTo>
                <a:close/>
              </a:path>
              <a:path w="268605" h="331470">
                <a:moveTo>
                  <a:pt x="268120" y="331270"/>
                </a:moveTo>
                <a:lnTo>
                  <a:pt x="239177" y="331270"/>
                </a:lnTo>
                <a:lnTo>
                  <a:pt x="239177" y="150505"/>
                </a:lnTo>
                <a:lnTo>
                  <a:pt x="268120" y="150505"/>
                </a:lnTo>
                <a:lnTo>
                  <a:pt x="268120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280488" y="6009228"/>
            <a:ext cx="278765" cy="323215"/>
          </a:xfrm>
          <a:custGeom>
            <a:avLst/>
            <a:gdLst/>
            <a:ahLst/>
            <a:cxnLst/>
            <a:rect l="l" t="t" r="r" b="b"/>
            <a:pathLst>
              <a:path w="278764" h="323214">
                <a:moveTo>
                  <a:pt x="268383" y="242598"/>
                </a:moveTo>
                <a:lnTo>
                  <a:pt x="239177" y="242598"/>
                </a:lnTo>
                <a:lnTo>
                  <a:pt x="239177" y="0"/>
                </a:lnTo>
                <a:lnTo>
                  <a:pt x="268383" y="0"/>
                </a:lnTo>
                <a:lnTo>
                  <a:pt x="268383" y="242598"/>
                </a:lnTo>
                <a:close/>
              </a:path>
              <a:path w="278764" h="323214">
                <a:moveTo>
                  <a:pt x="190500" y="51308"/>
                </a:moveTo>
                <a:lnTo>
                  <a:pt x="7630" y="51308"/>
                </a:lnTo>
                <a:lnTo>
                  <a:pt x="7630" y="27364"/>
                </a:lnTo>
                <a:lnTo>
                  <a:pt x="190500" y="27364"/>
                </a:lnTo>
                <a:lnTo>
                  <a:pt x="190500" y="51308"/>
                </a:lnTo>
                <a:close/>
              </a:path>
              <a:path w="278764" h="323214">
                <a:moveTo>
                  <a:pt x="15261" y="201287"/>
                </a:moveTo>
                <a:lnTo>
                  <a:pt x="0" y="177870"/>
                </a:lnTo>
                <a:lnTo>
                  <a:pt x="34222" y="160393"/>
                </a:lnTo>
                <a:lnTo>
                  <a:pt x="61044" y="135343"/>
                </a:lnTo>
                <a:lnTo>
                  <a:pt x="78591" y="104718"/>
                </a:lnTo>
                <a:lnTo>
                  <a:pt x="84988" y="70516"/>
                </a:lnTo>
                <a:lnTo>
                  <a:pt x="84988" y="51308"/>
                </a:lnTo>
                <a:lnTo>
                  <a:pt x="114457" y="51308"/>
                </a:lnTo>
                <a:lnTo>
                  <a:pt x="114457" y="70516"/>
                </a:lnTo>
                <a:lnTo>
                  <a:pt x="120739" y="102913"/>
                </a:lnTo>
                <a:lnTo>
                  <a:pt x="130714" y="119325"/>
                </a:lnTo>
                <a:lnTo>
                  <a:pt x="100249" y="119325"/>
                </a:lnTo>
                <a:lnTo>
                  <a:pt x="86359" y="146026"/>
                </a:lnTo>
                <a:lnTo>
                  <a:pt x="67079" y="169039"/>
                </a:lnTo>
                <a:lnTo>
                  <a:pt x="43137" y="187685"/>
                </a:lnTo>
                <a:lnTo>
                  <a:pt x="15261" y="201287"/>
                </a:lnTo>
                <a:close/>
              </a:path>
              <a:path w="278764" h="323214">
                <a:moveTo>
                  <a:pt x="184185" y="194446"/>
                </a:moveTo>
                <a:lnTo>
                  <a:pt x="156954" y="182117"/>
                </a:lnTo>
                <a:lnTo>
                  <a:pt x="133386" y="165075"/>
                </a:lnTo>
                <a:lnTo>
                  <a:pt x="114233" y="143939"/>
                </a:lnTo>
                <a:lnTo>
                  <a:pt x="100249" y="119325"/>
                </a:lnTo>
                <a:lnTo>
                  <a:pt x="130714" y="119325"/>
                </a:lnTo>
                <a:lnTo>
                  <a:pt x="138270" y="131758"/>
                </a:lnTo>
                <a:lnTo>
                  <a:pt x="165075" y="155175"/>
                </a:lnTo>
                <a:lnTo>
                  <a:pt x="199183" y="171292"/>
                </a:lnTo>
                <a:lnTo>
                  <a:pt x="184185" y="194446"/>
                </a:lnTo>
                <a:close/>
              </a:path>
              <a:path w="278764" h="323214">
                <a:moveTo>
                  <a:pt x="278645" y="323113"/>
                </a:moveTo>
                <a:lnTo>
                  <a:pt x="54729" y="323113"/>
                </a:lnTo>
                <a:lnTo>
                  <a:pt x="54729" y="219443"/>
                </a:lnTo>
                <a:lnTo>
                  <a:pt x="83935" y="219443"/>
                </a:lnTo>
                <a:lnTo>
                  <a:pt x="83935" y="298906"/>
                </a:lnTo>
                <a:lnTo>
                  <a:pt x="278645" y="298906"/>
                </a:lnTo>
                <a:lnTo>
                  <a:pt x="278645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700662" y="6008965"/>
            <a:ext cx="273050" cy="330835"/>
          </a:xfrm>
          <a:custGeom>
            <a:avLst/>
            <a:gdLst/>
            <a:ahLst/>
            <a:cxnLst/>
            <a:rect l="l" t="t" r="r" b="b"/>
            <a:pathLst>
              <a:path w="273050" h="330835">
                <a:moveTo>
                  <a:pt x="272593" y="330743"/>
                </a:moveTo>
                <a:lnTo>
                  <a:pt x="243387" y="330743"/>
                </a:lnTo>
                <a:lnTo>
                  <a:pt x="243387" y="0"/>
                </a:lnTo>
                <a:lnTo>
                  <a:pt x="272593" y="0"/>
                </a:lnTo>
                <a:lnTo>
                  <a:pt x="272593" y="330743"/>
                </a:lnTo>
                <a:close/>
              </a:path>
              <a:path w="273050" h="330835">
                <a:moveTo>
                  <a:pt x="197078" y="58412"/>
                </a:moveTo>
                <a:lnTo>
                  <a:pt x="10787" y="58412"/>
                </a:lnTo>
                <a:lnTo>
                  <a:pt x="10787" y="33942"/>
                </a:lnTo>
                <a:lnTo>
                  <a:pt x="197078" y="33942"/>
                </a:lnTo>
                <a:lnTo>
                  <a:pt x="197078" y="58412"/>
                </a:lnTo>
                <a:close/>
              </a:path>
              <a:path w="273050" h="330835">
                <a:moveTo>
                  <a:pt x="17366" y="267068"/>
                </a:moveTo>
                <a:lnTo>
                  <a:pt x="0" y="243913"/>
                </a:lnTo>
                <a:lnTo>
                  <a:pt x="33839" y="220154"/>
                </a:lnTo>
                <a:lnTo>
                  <a:pt x="62129" y="185665"/>
                </a:lnTo>
                <a:lnTo>
                  <a:pt x="81588" y="144712"/>
                </a:lnTo>
                <a:lnTo>
                  <a:pt x="88935" y="101564"/>
                </a:lnTo>
                <a:lnTo>
                  <a:pt x="88935" y="58412"/>
                </a:lnTo>
                <a:lnTo>
                  <a:pt x="118404" y="58412"/>
                </a:lnTo>
                <a:lnTo>
                  <a:pt x="118404" y="101564"/>
                </a:lnTo>
                <a:lnTo>
                  <a:pt x="125537" y="143216"/>
                </a:lnTo>
                <a:lnTo>
                  <a:pt x="132756" y="157609"/>
                </a:lnTo>
                <a:lnTo>
                  <a:pt x="104064" y="157609"/>
                </a:lnTo>
                <a:lnTo>
                  <a:pt x="89278" y="192473"/>
                </a:lnTo>
                <a:lnTo>
                  <a:pt x="69052" y="223390"/>
                </a:lnTo>
                <a:lnTo>
                  <a:pt x="44658" y="248781"/>
                </a:lnTo>
                <a:lnTo>
                  <a:pt x="17366" y="267068"/>
                </a:lnTo>
                <a:close/>
              </a:path>
              <a:path w="273050" h="330835">
                <a:moveTo>
                  <a:pt x="191552" y="258911"/>
                </a:moveTo>
                <a:lnTo>
                  <a:pt x="163747" y="242065"/>
                </a:lnTo>
                <a:lnTo>
                  <a:pt x="139125" y="218769"/>
                </a:lnTo>
                <a:lnTo>
                  <a:pt x="118844" y="190218"/>
                </a:lnTo>
                <a:lnTo>
                  <a:pt x="104064" y="157609"/>
                </a:lnTo>
                <a:lnTo>
                  <a:pt x="132756" y="157609"/>
                </a:lnTo>
                <a:lnTo>
                  <a:pt x="144881" y="181784"/>
                </a:lnTo>
                <a:lnTo>
                  <a:pt x="173351" y="213790"/>
                </a:lnTo>
                <a:lnTo>
                  <a:pt x="207866" y="235756"/>
                </a:lnTo>
                <a:lnTo>
                  <a:pt x="191552" y="2589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028248" y="6009228"/>
            <a:ext cx="283210" cy="323215"/>
          </a:xfrm>
          <a:custGeom>
            <a:avLst/>
            <a:gdLst/>
            <a:ahLst/>
            <a:cxnLst/>
            <a:rect l="l" t="t" r="r" b="b"/>
            <a:pathLst>
              <a:path w="283210" h="323214">
                <a:moveTo>
                  <a:pt x="274435" y="251281"/>
                </a:moveTo>
                <a:lnTo>
                  <a:pt x="244966" y="251281"/>
                </a:lnTo>
                <a:lnTo>
                  <a:pt x="244966" y="216812"/>
                </a:lnTo>
                <a:lnTo>
                  <a:pt x="176817" y="216812"/>
                </a:lnTo>
                <a:lnTo>
                  <a:pt x="176817" y="195499"/>
                </a:lnTo>
                <a:lnTo>
                  <a:pt x="244966" y="195499"/>
                </a:lnTo>
                <a:lnTo>
                  <a:pt x="244966" y="0"/>
                </a:lnTo>
                <a:lnTo>
                  <a:pt x="274435" y="0"/>
                </a:lnTo>
                <a:lnTo>
                  <a:pt x="274435" y="251281"/>
                </a:lnTo>
                <a:close/>
              </a:path>
              <a:path w="283210" h="323214">
                <a:moveTo>
                  <a:pt x="108669" y="128403"/>
                </a:moveTo>
                <a:lnTo>
                  <a:pt x="75195" y="124398"/>
                </a:lnTo>
                <a:lnTo>
                  <a:pt x="49269" y="112944"/>
                </a:lnTo>
                <a:lnTo>
                  <a:pt x="32520" y="94879"/>
                </a:lnTo>
                <a:lnTo>
                  <a:pt x="26575" y="71042"/>
                </a:lnTo>
                <a:lnTo>
                  <a:pt x="32520" y="47386"/>
                </a:lnTo>
                <a:lnTo>
                  <a:pt x="49269" y="29206"/>
                </a:lnTo>
                <a:lnTo>
                  <a:pt x="75195" y="17538"/>
                </a:lnTo>
                <a:lnTo>
                  <a:pt x="108669" y="13419"/>
                </a:lnTo>
                <a:lnTo>
                  <a:pt x="141843" y="17538"/>
                </a:lnTo>
                <a:lnTo>
                  <a:pt x="167641" y="29206"/>
                </a:lnTo>
                <a:lnTo>
                  <a:pt x="173466" y="35521"/>
                </a:lnTo>
                <a:lnTo>
                  <a:pt x="108669" y="35521"/>
                </a:lnTo>
                <a:lnTo>
                  <a:pt x="86509" y="37963"/>
                </a:lnTo>
                <a:lnTo>
                  <a:pt x="69332" y="45191"/>
                </a:lnTo>
                <a:lnTo>
                  <a:pt x="58273" y="56464"/>
                </a:lnTo>
                <a:lnTo>
                  <a:pt x="54466" y="71042"/>
                </a:lnTo>
                <a:lnTo>
                  <a:pt x="58273" y="85695"/>
                </a:lnTo>
                <a:lnTo>
                  <a:pt x="69332" y="96894"/>
                </a:lnTo>
                <a:lnTo>
                  <a:pt x="86509" y="104048"/>
                </a:lnTo>
                <a:lnTo>
                  <a:pt x="108669" y="106564"/>
                </a:lnTo>
                <a:lnTo>
                  <a:pt x="173564" y="106564"/>
                </a:lnTo>
                <a:lnTo>
                  <a:pt x="167641" y="112944"/>
                </a:lnTo>
                <a:lnTo>
                  <a:pt x="141843" y="124398"/>
                </a:lnTo>
                <a:lnTo>
                  <a:pt x="108669" y="128403"/>
                </a:lnTo>
                <a:close/>
              </a:path>
              <a:path w="283210" h="323214">
                <a:moveTo>
                  <a:pt x="173564" y="106564"/>
                </a:moveTo>
                <a:lnTo>
                  <a:pt x="108669" y="106564"/>
                </a:lnTo>
                <a:lnTo>
                  <a:pt x="130269" y="104048"/>
                </a:lnTo>
                <a:lnTo>
                  <a:pt x="147282" y="96894"/>
                </a:lnTo>
                <a:lnTo>
                  <a:pt x="158473" y="85695"/>
                </a:lnTo>
                <a:lnTo>
                  <a:pt x="162609" y="71042"/>
                </a:lnTo>
                <a:lnTo>
                  <a:pt x="158473" y="56464"/>
                </a:lnTo>
                <a:lnTo>
                  <a:pt x="147282" y="45191"/>
                </a:lnTo>
                <a:lnTo>
                  <a:pt x="130269" y="37963"/>
                </a:lnTo>
                <a:lnTo>
                  <a:pt x="108669" y="35521"/>
                </a:lnTo>
                <a:lnTo>
                  <a:pt x="173466" y="35521"/>
                </a:lnTo>
                <a:lnTo>
                  <a:pt x="184411" y="47386"/>
                </a:lnTo>
                <a:lnTo>
                  <a:pt x="190500" y="71042"/>
                </a:lnTo>
                <a:lnTo>
                  <a:pt x="184411" y="94879"/>
                </a:lnTo>
                <a:lnTo>
                  <a:pt x="173564" y="106564"/>
                </a:lnTo>
                <a:close/>
              </a:path>
              <a:path w="283210" h="323214">
                <a:moveTo>
                  <a:pt x="25512" y="177115"/>
                </a:moveTo>
                <a:lnTo>
                  <a:pt x="3946" y="177080"/>
                </a:lnTo>
                <a:lnTo>
                  <a:pt x="0" y="153136"/>
                </a:lnTo>
                <a:lnTo>
                  <a:pt x="49651" y="152762"/>
                </a:lnTo>
                <a:lnTo>
                  <a:pt x="104163" y="151525"/>
                </a:lnTo>
                <a:lnTo>
                  <a:pt x="160401" y="148659"/>
                </a:lnTo>
                <a:lnTo>
                  <a:pt x="215233" y="143401"/>
                </a:lnTo>
                <a:lnTo>
                  <a:pt x="217338" y="164714"/>
                </a:lnTo>
                <a:lnTo>
                  <a:pt x="194917" y="167953"/>
                </a:lnTo>
                <a:lnTo>
                  <a:pt x="172163" y="170601"/>
                </a:lnTo>
                <a:lnTo>
                  <a:pt x="149237" y="172706"/>
                </a:lnTo>
                <a:lnTo>
                  <a:pt x="126298" y="174318"/>
                </a:lnTo>
                <a:lnTo>
                  <a:pt x="126298" y="175765"/>
                </a:lnTo>
                <a:lnTo>
                  <a:pt x="97091" y="175765"/>
                </a:lnTo>
                <a:lnTo>
                  <a:pt x="72344" y="176544"/>
                </a:lnTo>
                <a:lnTo>
                  <a:pt x="48397" y="176965"/>
                </a:lnTo>
                <a:lnTo>
                  <a:pt x="25512" y="177115"/>
                </a:lnTo>
                <a:close/>
              </a:path>
              <a:path w="283210" h="323214">
                <a:moveTo>
                  <a:pt x="126298" y="239703"/>
                </a:moveTo>
                <a:lnTo>
                  <a:pt x="97091" y="239703"/>
                </a:lnTo>
                <a:lnTo>
                  <a:pt x="97091" y="175765"/>
                </a:lnTo>
                <a:lnTo>
                  <a:pt x="126298" y="175765"/>
                </a:lnTo>
                <a:lnTo>
                  <a:pt x="126298" y="239703"/>
                </a:lnTo>
                <a:close/>
              </a:path>
              <a:path w="283210" h="323214">
                <a:moveTo>
                  <a:pt x="282592" y="323113"/>
                </a:moveTo>
                <a:lnTo>
                  <a:pt x="47625" y="323113"/>
                </a:lnTo>
                <a:lnTo>
                  <a:pt x="47625" y="226547"/>
                </a:lnTo>
                <a:lnTo>
                  <a:pt x="76831" y="226547"/>
                </a:lnTo>
                <a:lnTo>
                  <a:pt x="76831" y="298906"/>
                </a:lnTo>
                <a:lnTo>
                  <a:pt x="282592" y="298906"/>
                </a:lnTo>
                <a:lnTo>
                  <a:pt x="282592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455598" y="6007386"/>
            <a:ext cx="307975" cy="331470"/>
          </a:xfrm>
          <a:custGeom>
            <a:avLst/>
            <a:gdLst/>
            <a:ahLst/>
            <a:cxnLst/>
            <a:rect l="l" t="t" r="r" b="b"/>
            <a:pathLst>
              <a:path w="307975" h="331470">
                <a:moveTo>
                  <a:pt x="112879" y="42099"/>
                </a:moveTo>
                <a:lnTo>
                  <a:pt x="83409" y="42099"/>
                </a:lnTo>
                <a:lnTo>
                  <a:pt x="83409" y="0"/>
                </a:lnTo>
                <a:lnTo>
                  <a:pt x="112879" y="0"/>
                </a:lnTo>
                <a:lnTo>
                  <a:pt x="112879" y="42099"/>
                </a:lnTo>
                <a:close/>
              </a:path>
              <a:path w="307975" h="331470">
                <a:moveTo>
                  <a:pt x="186816" y="66043"/>
                </a:moveTo>
                <a:lnTo>
                  <a:pt x="8683" y="66043"/>
                </a:lnTo>
                <a:lnTo>
                  <a:pt x="8683" y="42099"/>
                </a:lnTo>
                <a:lnTo>
                  <a:pt x="186816" y="42099"/>
                </a:lnTo>
                <a:lnTo>
                  <a:pt x="186816" y="66043"/>
                </a:lnTo>
                <a:close/>
              </a:path>
              <a:path w="307975" h="331470">
                <a:moveTo>
                  <a:pt x="14734" y="196025"/>
                </a:moveTo>
                <a:lnTo>
                  <a:pt x="0" y="172870"/>
                </a:lnTo>
                <a:lnTo>
                  <a:pt x="33790" y="157174"/>
                </a:lnTo>
                <a:lnTo>
                  <a:pt x="60156" y="134126"/>
                </a:lnTo>
                <a:lnTo>
                  <a:pt x="77296" y="105454"/>
                </a:lnTo>
                <a:lnTo>
                  <a:pt x="83409" y="72884"/>
                </a:lnTo>
                <a:lnTo>
                  <a:pt x="83409" y="66043"/>
                </a:lnTo>
                <a:lnTo>
                  <a:pt x="112352" y="66043"/>
                </a:lnTo>
                <a:lnTo>
                  <a:pt x="112352" y="72884"/>
                </a:lnTo>
                <a:lnTo>
                  <a:pt x="118297" y="102210"/>
                </a:lnTo>
                <a:lnTo>
                  <a:pt x="129199" y="119194"/>
                </a:lnTo>
                <a:lnTo>
                  <a:pt x="98539" y="119194"/>
                </a:lnTo>
                <a:lnTo>
                  <a:pt x="84871" y="144408"/>
                </a:lnTo>
                <a:lnTo>
                  <a:pt x="65862" y="165996"/>
                </a:lnTo>
                <a:lnTo>
                  <a:pt x="42241" y="183391"/>
                </a:lnTo>
                <a:lnTo>
                  <a:pt x="14734" y="196025"/>
                </a:lnTo>
                <a:close/>
              </a:path>
              <a:path w="307975" h="331470">
                <a:moveTo>
                  <a:pt x="180501" y="187342"/>
                </a:moveTo>
                <a:lnTo>
                  <a:pt x="153689" y="176268"/>
                </a:lnTo>
                <a:lnTo>
                  <a:pt x="130689" y="160816"/>
                </a:lnTo>
                <a:lnTo>
                  <a:pt x="112104" y="141590"/>
                </a:lnTo>
                <a:lnTo>
                  <a:pt x="98539" y="119194"/>
                </a:lnTo>
                <a:lnTo>
                  <a:pt x="129199" y="119194"/>
                </a:lnTo>
                <a:lnTo>
                  <a:pt x="135047" y="128304"/>
                </a:lnTo>
                <a:lnTo>
                  <a:pt x="160972" y="149514"/>
                </a:lnTo>
                <a:lnTo>
                  <a:pt x="194446" y="164187"/>
                </a:lnTo>
                <a:lnTo>
                  <a:pt x="180501" y="187342"/>
                </a:lnTo>
                <a:close/>
              </a:path>
              <a:path w="307975" h="331470">
                <a:moveTo>
                  <a:pt x="258122" y="204445"/>
                </a:moveTo>
                <a:lnTo>
                  <a:pt x="228915" y="204445"/>
                </a:lnTo>
                <a:lnTo>
                  <a:pt x="228915" y="1578"/>
                </a:lnTo>
                <a:lnTo>
                  <a:pt x="258122" y="1578"/>
                </a:lnTo>
                <a:lnTo>
                  <a:pt x="258122" y="87619"/>
                </a:lnTo>
                <a:lnTo>
                  <a:pt x="307852" y="87619"/>
                </a:lnTo>
                <a:lnTo>
                  <a:pt x="307852" y="111826"/>
                </a:lnTo>
                <a:lnTo>
                  <a:pt x="258122" y="111826"/>
                </a:lnTo>
                <a:lnTo>
                  <a:pt x="258122" y="204445"/>
                </a:lnTo>
                <a:close/>
              </a:path>
              <a:path w="307975" h="331470">
                <a:moveTo>
                  <a:pt x="152084" y="331270"/>
                </a:moveTo>
                <a:lnTo>
                  <a:pt x="106079" y="327310"/>
                </a:lnTo>
                <a:lnTo>
                  <a:pt x="71569" y="315778"/>
                </a:lnTo>
                <a:lnTo>
                  <a:pt x="49886" y="297191"/>
                </a:lnTo>
                <a:lnTo>
                  <a:pt x="42362" y="272067"/>
                </a:lnTo>
                <a:lnTo>
                  <a:pt x="49886" y="246791"/>
                </a:lnTo>
                <a:lnTo>
                  <a:pt x="71569" y="228126"/>
                </a:lnTo>
                <a:lnTo>
                  <a:pt x="106079" y="216565"/>
                </a:lnTo>
                <a:lnTo>
                  <a:pt x="152084" y="212602"/>
                </a:lnTo>
                <a:lnTo>
                  <a:pt x="197855" y="216565"/>
                </a:lnTo>
                <a:lnTo>
                  <a:pt x="232106" y="228126"/>
                </a:lnTo>
                <a:lnTo>
                  <a:pt x="240884" y="235756"/>
                </a:lnTo>
                <a:lnTo>
                  <a:pt x="152084" y="235756"/>
                </a:lnTo>
                <a:lnTo>
                  <a:pt x="118264" y="238174"/>
                </a:lnTo>
                <a:lnTo>
                  <a:pt x="92881" y="245229"/>
                </a:lnTo>
                <a:lnTo>
                  <a:pt x="76971" y="256625"/>
                </a:lnTo>
                <a:lnTo>
                  <a:pt x="71569" y="272067"/>
                </a:lnTo>
                <a:lnTo>
                  <a:pt x="76971" y="287398"/>
                </a:lnTo>
                <a:lnTo>
                  <a:pt x="92881" y="298807"/>
                </a:lnTo>
                <a:lnTo>
                  <a:pt x="118264" y="305924"/>
                </a:lnTo>
                <a:lnTo>
                  <a:pt x="152084" y="308378"/>
                </a:lnTo>
                <a:lnTo>
                  <a:pt x="240655" y="308378"/>
                </a:lnTo>
                <a:lnTo>
                  <a:pt x="232106" y="315778"/>
                </a:lnTo>
                <a:lnTo>
                  <a:pt x="197855" y="327310"/>
                </a:lnTo>
                <a:lnTo>
                  <a:pt x="152084" y="331270"/>
                </a:lnTo>
                <a:close/>
              </a:path>
              <a:path w="307975" h="331470">
                <a:moveTo>
                  <a:pt x="240655" y="308378"/>
                </a:moveTo>
                <a:lnTo>
                  <a:pt x="152084" y="308378"/>
                </a:lnTo>
                <a:lnTo>
                  <a:pt x="185755" y="305924"/>
                </a:lnTo>
                <a:lnTo>
                  <a:pt x="211089" y="298807"/>
                </a:lnTo>
                <a:lnTo>
                  <a:pt x="227049" y="287398"/>
                </a:lnTo>
                <a:lnTo>
                  <a:pt x="232599" y="272067"/>
                </a:lnTo>
                <a:lnTo>
                  <a:pt x="227049" y="256625"/>
                </a:lnTo>
                <a:lnTo>
                  <a:pt x="211089" y="245229"/>
                </a:lnTo>
                <a:lnTo>
                  <a:pt x="185755" y="238174"/>
                </a:lnTo>
                <a:lnTo>
                  <a:pt x="152084" y="235756"/>
                </a:lnTo>
                <a:lnTo>
                  <a:pt x="240884" y="235756"/>
                </a:lnTo>
                <a:lnTo>
                  <a:pt x="253579" y="246791"/>
                </a:lnTo>
                <a:lnTo>
                  <a:pt x="261016" y="272067"/>
                </a:lnTo>
                <a:lnTo>
                  <a:pt x="253579" y="297191"/>
                </a:lnTo>
                <a:lnTo>
                  <a:pt x="240655" y="3083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784499" y="6030541"/>
            <a:ext cx="301625" cy="309880"/>
          </a:xfrm>
          <a:custGeom>
            <a:avLst/>
            <a:gdLst/>
            <a:ahLst/>
            <a:cxnLst/>
            <a:rect l="l" t="t" r="r" b="b"/>
            <a:pathLst>
              <a:path w="301625" h="309879">
                <a:moveTo>
                  <a:pt x="164714" y="309694"/>
                </a:moveTo>
                <a:lnTo>
                  <a:pt x="135507" y="309694"/>
                </a:lnTo>
                <a:lnTo>
                  <a:pt x="135507" y="166292"/>
                </a:lnTo>
                <a:lnTo>
                  <a:pt x="0" y="166292"/>
                </a:lnTo>
                <a:lnTo>
                  <a:pt x="0" y="142085"/>
                </a:lnTo>
                <a:lnTo>
                  <a:pt x="222337" y="142085"/>
                </a:lnTo>
                <a:lnTo>
                  <a:pt x="228270" y="108700"/>
                </a:lnTo>
                <a:lnTo>
                  <a:pt x="231316" y="79248"/>
                </a:lnTo>
                <a:lnTo>
                  <a:pt x="232439" y="52930"/>
                </a:lnTo>
                <a:lnTo>
                  <a:pt x="232599" y="24207"/>
                </a:lnTo>
                <a:lnTo>
                  <a:pt x="37889" y="24207"/>
                </a:lnTo>
                <a:lnTo>
                  <a:pt x="37889" y="0"/>
                </a:lnTo>
                <a:lnTo>
                  <a:pt x="261542" y="0"/>
                </a:lnTo>
                <a:lnTo>
                  <a:pt x="261394" y="53134"/>
                </a:lnTo>
                <a:lnTo>
                  <a:pt x="260358" y="79396"/>
                </a:lnTo>
                <a:lnTo>
                  <a:pt x="257546" y="108718"/>
                </a:lnTo>
                <a:lnTo>
                  <a:pt x="252070" y="142085"/>
                </a:lnTo>
                <a:lnTo>
                  <a:pt x="301537" y="142085"/>
                </a:lnTo>
                <a:lnTo>
                  <a:pt x="301537" y="166292"/>
                </a:lnTo>
                <a:lnTo>
                  <a:pt x="164714" y="166292"/>
                </a:lnTo>
                <a:lnTo>
                  <a:pt x="164714" y="3096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629500" y="6542628"/>
            <a:ext cx="281305" cy="323215"/>
          </a:xfrm>
          <a:custGeom>
            <a:avLst/>
            <a:gdLst/>
            <a:ahLst/>
            <a:cxnLst/>
            <a:rect l="l" t="t" r="r" b="b"/>
            <a:pathLst>
              <a:path w="281305" h="323215">
                <a:moveTo>
                  <a:pt x="273646" y="247860"/>
                </a:moveTo>
                <a:lnTo>
                  <a:pt x="244439" y="247860"/>
                </a:lnTo>
                <a:lnTo>
                  <a:pt x="244439" y="102354"/>
                </a:lnTo>
                <a:lnTo>
                  <a:pt x="170765" y="102354"/>
                </a:lnTo>
                <a:lnTo>
                  <a:pt x="170765" y="77883"/>
                </a:lnTo>
                <a:lnTo>
                  <a:pt x="244439" y="77883"/>
                </a:lnTo>
                <a:lnTo>
                  <a:pt x="244439" y="0"/>
                </a:lnTo>
                <a:lnTo>
                  <a:pt x="273646" y="0"/>
                </a:lnTo>
                <a:lnTo>
                  <a:pt x="273646" y="247860"/>
                </a:lnTo>
                <a:close/>
              </a:path>
              <a:path w="281305" h="323215">
                <a:moveTo>
                  <a:pt x="15524" y="199972"/>
                </a:moveTo>
                <a:lnTo>
                  <a:pt x="0" y="176291"/>
                </a:lnTo>
                <a:lnTo>
                  <a:pt x="33946" y="157766"/>
                </a:lnTo>
                <a:lnTo>
                  <a:pt x="60419" y="130902"/>
                </a:lnTo>
                <a:lnTo>
                  <a:pt x="77666" y="97922"/>
                </a:lnTo>
                <a:lnTo>
                  <a:pt x="83935" y="61044"/>
                </a:lnTo>
                <a:lnTo>
                  <a:pt x="83935" y="19997"/>
                </a:lnTo>
                <a:lnTo>
                  <a:pt x="112616" y="19997"/>
                </a:lnTo>
                <a:lnTo>
                  <a:pt x="112616" y="62096"/>
                </a:lnTo>
                <a:lnTo>
                  <a:pt x="118593" y="95813"/>
                </a:lnTo>
                <a:lnTo>
                  <a:pt x="128030" y="113010"/>
                </a:lnTo>
                <a:lnTo>
                  <a:pt x="98539" y="113010"/>
                </a:lnTo>
                <a:lnTo>
                  <a:pt x="85160" y="141232"/>
                </a:lnTo>
                <a:lnTo>
                  <a:pt x="66405" y="165618"/>
                </a:lnTo>
                <a:lnTo>
                  <a:pt x="42962" y="185441"/>
                </a:lnTo>
                <a:lnTo>
                  <a:pt x="15524" y="199972"/>
                </a:lnTo>
                <a:close/>
              </a:path>
              <a:path w="281305" h="323215">
                <a:moveTo>
                  <a:pt x="178133" y="192078"/>
                </a:moveTo>
                <a:lnTo>
                  <a:pt x="152339" y="178669"/>
                </a:lnTo>
                <a:lnTo>
                  <a:pt x="130047" y="160586"/>
                </a:lnTo>
                <a:lnTo>
                  <a:pt x="111900" y="138482"/>
                </a:lnTo>
                <a:lnTo>
                  <a:pt x="98539" y="113010"/>
                </a:lnTo>
                <a:lnTo>
                  <a:pt x="128030" y="113010"/>
                </a:lnTo>
                <a:lnTo>
                  <a:pt x="135376" y="126397"/>
                </a:lnTo>
                <a:lnTo>
                  <a:pt x="161235" y="151603"/>
                </a:lnTo>
                <a:lnTo>
                  <a:pt x="194446" y="169187"/>
                </a:lnTo>
                <a:lnTo>
                  <a:pt x="178133" y="192078"/>
                </a:lnTo>
                <a:close/>
              </a:path>
              <a:path w="281305" h="323215">
                <a:moveTo>
                  <a:pt x="281276" y="323113"/>
                </a:moveTo>
                <a:lnTo>
                  <a:pt x="59728" y="323113"/>
                </a:lnTo>
                <a:lnTo>
                  <a:pt x="59728" y="219443"/>
                </a:lnTo>
                <a:lnTo>
                  <a:pt x="89198" y="219443"/>
                </a:lnTo>
                <a:lnTo>
                  <a:pt x="89198" y="298906"/>
                </a:lnTo>
                <a:lnTo>
                  <a:pt x="281276" y="298906"/>
                </a:lnTo>
                <a:lnTo>
                  <a:pt x="281276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187844" y="6541769"/>
            <a:ext cx="29209" cy="72390"/>
          </a:xfrm>
          <a:custGeom>
            <a:avLst/>
            <a:gdLst/>
            <a:ahLst/>
            <a:cxnLst/>
            <a:rect l="l" t="t" r="r" b="b"/>
            <a:pathLst>
              <a:path w="29210" h="72390">
                <a:moveTo>
                  <a:pt x="0" y="0"/>
                </a:moveTo>
                <a:lnTo>
                  <a:pt x="29206" y="0"/>
                </a:lnTo>
                <a:lnTo>
                  <a:pt x="29206" y="72390"/>
                </a:lnTo>
                <a:lnTo>
                  <a:pt x="0" y="723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187844" y="6614159"/>
            <a:ext cx="79375" cy="24130"/>
          </a:xfrm>
          <a:custGeom>
            <a:avLst/>
            <a:gdLst/>
            <a:ahLst/>
            <a:cxnLst/>
            <a:rect l="l" t="t" r="r" b="b"/>
            <a:pathLst>
              <a:path w="79375" h="24129">
                <a:moveTo>
                  <a:pt x="0" y="0"/>
                </a:moveTo>
                <a:lnTo>
                  <a:pt x="78936" y="0"/>
                </a:lnTo>
                <a:lnTo>
                  <a:pt x="78936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187844" y="6638290"/>
            <a:ext cx="29209" cy="74930"/>
          </a:xfrm>
          <a:custGeom>
            <a:avLst/>
            <a:gdLst/>
            <a:ahLst/>
            <a:cxnLst/>
            <a:rect l="l" t="t" r="r" b="b"/>
            <a:pathLst>
              <a:path w="29210" h="74929">
                <a:moveTo>
                  <a:pt x="0" y="0"/>
                </a:moveTo>
                <a:lnTo>
                  <a:pt x="29206" y="0"/>
                </a:lnTo>
                <a:lnTo>
                  <a:pt x="29206" y="74929"/>
                </a:lnTo>
                <a:lnTo>
                  <a:pt x="0" y="749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972611" y="6555740"/>
            <a:ext cx="29209" cy="48260"/>
          </a:xfrm>
          <a:custGeom>
            <a:avLst/>
            <a:gdLst/>
            <a:ahLst/>
            <a:cxnLst/>
            <a:rect l="l" t="t" r="r" b="b"/>
            <a:pathLst>
              <a:path w="29210" h="48259">
                <a:moveTo>
                  <a:pt x="0" y="0"/>
                </a:moveTo>
                <a:lnTo>
                  <a:pt x="28680" y="0"/>
                </a:lnTo>
                <a:lnTo>
                  <a:pt x="28680" y="48259"/>
                </a:lnTo>
                <a:lnTo>
                  <a:pt x="0" y="482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972611" y="6604000"/>
            <a:ext cx="154305" cy="22860"/>
          </a:xfrm>
          <a:custGeom>
            <a:avLst/>
            <a:gdLst/>
            <a:ahLst/>
            <a:cxnLst/>
            <a:rect l="l" t="t" r="r" b="b"/>
            <a:pathLst>
              <a:path w="154305" h="22859">
                <a:moveTo>
                  <a:pt x="0" y="0"/>
                </a:moveTo>
                <a:lnTo>
                  <a:pt x="153926" y="0"/>
                </a:lnTo>
                <a:lnTo>
                  <a:pt x="153926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972611" y="6626859"/>
            <a:ext cx="29209" cy="49530"/>
          </a:xfrm>
          <a:custGeom>
            <a:avLst/>
            <a:gdLst/>
            <a:ahLst/>
            <a:cxnLst/>
            <a:rect l="l" t="t" r="r" b="b"/>
            <a:pathLst>
              <a:path w="29210" h="49529">
                <a:moveTo>
                  <a:pt x="0" y="0"/>
                </a:moveTo>
                <a:lnTo>
                  <a:pt x="28680" y="0"/>
                </a:lnTo>
                <a:lnTo>
                  <a:pt x="28680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972611" y="6676390"/>
            <a:ext cx="154305" cy="24130"/>
          </a:xfrm>
          <a:custGeom>
            <a:avLst/>
            <a:gdLst/>
            <a:ahLst/>
            <a:cxnLst/>
            <a:rect l="l" t="t" r="r" b="b"/>
            <a:pathLst>
              <a:path w="154305" h="24129">
                <a:moveTo>
                  <a:pt x="0" y="0"/>
                </a:moveTo>
                <a:lnTo>
                  <a:pt x="153926" y="0"/>
                </a:lnTo>
                <a:lnTo>
                  <a:pt x="153926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097593" y="6556311"/>
            <a:ext cx="29209" cy="47625"/>
          </a:xfrm>
          <a:custGeom>
            <a:avLst/>
            <a:gdLst/>
            <a:ahLst/>
            <a:cxnLst/>
            <a:rect l="l" t="t" r="r" b="b"/>
            <a:pathLst>
              <a:path w="29210" h="47625">
                <a:moveTo>
                  <a:pt x="28943" y="47625"/>
                </a:moveTo>
                <a:lnTo>
                  <a:pt x="0" y="47625"/>
                </a:lnTo>
                <a:lnTo>
                  <a:pt x="0" y="0"/>
                </a:lnTo>
                <a:lnTo>
                  <a:pt x="28943" y="0"/>
                </a:lnTo>
                <a:lnTo>
                  <a:pt x="28943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097593" y="6626828"/>
            <a:ext cx="29209" cy="50165"/>
          </a:xfrm>
          <a:custGeom>
            <a:avLst/>
            <a:gdLst/>
            <a:ahLst/>
            <a:cxnLst/>
            <a:rect l="l" t="t" r="r" b="b"/>
            <a:pathLst>
              <a:path w="29210" h="50165">
                <a:moveTo>
                  <a:pt x="28943" y="49729"/>
                </a:moveTo>
                <a:lnTo>
                  <a:pt x="0" y="49729"/>
                </a:lnTo>
                <a:lnTo>
                  <a:pt x="0" y="0"/>
                </a:lnTo>
                <a:lnTo>
                  <a:pt x="28943" y="0"/>
                </a:lnTo>
                <a:lnTo>
                  <a:pt x="28943" y="497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006027" y="6728459"/>
            <a:ext cx="211454" cy="24130"/>
          </a:xfrm>
          <a:custGeom>
            <a:avLst/>
            <a:gdLst/>
            <a:ahLst/>
            <a:cxnLst/>
            <a:rect l="l" t="t" r="r" b="b"/>
            <a:pathLst>
              <a:path w="211455" h="24129">
                <a:moveTo>
                  <a:pt x="0" y="0"/>
                </a:moveTo>
                <a:lnTo>
                  <a:pt x="211023" y="0"/>
                </a:lnTo>
                <a:lnTo>
                  <a:pt x="211023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188107" y="6752590"/>
            <a:ext cx="29209" cy="34290"/>
          </a:xfrm>
          <a:custGeom>
            <a:avLst/>
            <a:gdLst/>
            <a:ahLst/>
            <a:cxnLst/>
            <a:rect l="l" t="t" r="r" b="b"/>
            <a:pathLst>
              <a:path w="29210" h="34290">
                <a:moveTo>
                  <a:pt x="0" y="0"/>
                </a:moveTo>
                <a:lnTo>
                  <a:pt x="28943" y="0"/>
                </a:lnTo>
                <a:lnTo>
                  <a:pt x="28943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006817" y="6786880"/>
            <a:ext cx="210820" cy="21590"/>
          </a:xfrm>
          <a:custGeom>
            <a:avLst/>
            <a:gdLst/>
            <a:ahLst/>
            <a:cxnLst/>
            <a:rect l="l" t="t" r="r" b="b"/>
            <a:pathLst>
              <a:path w="210819" h="21590">
                <a:moveTo>
                  <a:pt x="0" y="0"/>
                </a:moveTo>
                <a:lnTo>
                  <a:pt x="210234" y="0"/>
                </a:lnTo>
                <a:lnTo>
                  <a:pt x="210234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006817" y="6808469"/>
            <a:ext cx="29209" cy="36830"/>
          </a:xfrm>
          <a:custGeom>
            <a:avLst/>
            <a:gdLst/>
            <a:ahLst/>
            <a:cxnLst/>
            <a:rect l="l" t="t" r="r" b="b"/>
            <a:pathLst>
              <a:path w="29210" h="36829">
                <a:moveTo>
                  <a:pt x="0" y="0"/>
                </a:moveTo>
                <a:lnTo>
                  <a:pt x="28680" y="0"/>
                </a:lnTo>
                <a:lnTo>
                  <a:pt x="28680" y="36830"/>
                </a:lnTo>
                <a:lnTo>
                  <a:pt x="0" y="368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006817" y="6845300"/>
            <a:ext cx="222885" cy="24130"/>
          </a:xfrm>
          <a:custGeom>
            <a:avLst/>
            <a:gdLst/>
            <a:ahLst/>
            <a:cxnLst/>
            <a:rect l="l" t="t" r="r" b="b"/>
            <a:pathLst>
              <a:path w="222885" h="24129">
                <a:moveTo>
                  <a:pt x="0" y="0"/>
                </a:moveTo>
                <a:lnTo>
                  <a:pt x="222337" y="0"/>
                </a:lnTo>
                <a:lnTo>
                  <a:pt x="222337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287830" y="6557626"/>
            <a:ext cx="302895" cy="311150"/>
          </a:xfrm>
          <a:custGeom>
            <a:avLst/>
            <a:gdLst/>
            <a:ahLst/>
            <a:cxnLst/>
            <a:rect l="l" t="t" r="r" b="b"/>
            <a:pathLst>
              <a:path w="302894" h="311150">
                <a:moveTo>
                  <a:pt x="253912" y="119983"/>
                </a:moveTo>
                <a:lnTo>
                  <a:pt x="225363" y="119983"/>
                </a:lnTo>
                <a:lnTo>
                  <a:pt x="230459" y="91179"/>
                </a:lnTo>
                <a:lnTo>
                  <a:pt x="233076" y="66076"/>
                </a:lnTo>
                <a:lnTo>
                  <a:pt x="234040" y="43982"/>
                </a:lnTo>
                <a:lnTo>
                  <a:pt x="234178" y="24207"/>
                </a:lnTo>
                <a:lnTo>
                  <a:pt x="38415" y="24207"/>
                </a:lnTo>
                <a:lnTo>
                  <a:pt x="38415" y="0"/>
                </a:lnTo>
                <a:lnTo>
                  <a:pt x="263121" y="0"/>
                </a:lnTo>
                <a:lnTo>
                  <a:pt x="263121" y="24207"/>
                </a:lnTo>
                <a:lnTo>
                  <a:pt x="262977" y="43982"/>
                </a:lnTo>
                <a:lnTo>
                  <a:pt x="261970" y="66076"/>
                </a:lnTo>
                <a:lnTo>
                  <a:pt x="259236" y="91179"/>
                </a:lnTo>
                <a:lnTo>
                  <a:pt x="253912" y="119983"/>
                </a:lnTo>
                <a:close/>
              </a:path>
              <a:path w="302894" h="311150">
                <a:moveTo>
                  <a:pt x="302852" y="144190"/>
                </a:moveTo>
                <a:lnTo>
                  <a:pt x="0" y="144190"/>
                </a:lnTo>
                <a:lnTo>
                  <a:pt x="0" y="119983"/>
                </a:lnTo>
                <a:lnTo>
                  <a:pt x="302852" y="119983"/>
                </a:lnTo>
                <a:lnTo>
                  <a:pt x="302852" y="144190"/>
                </a:lnTo>
                <a:close/>
              </a:path>
              <a:path w="302894" h="311150">
                <a:moveTo>
                  <a:pt x="262858" y="311009"/>
                </a:moveTo>
                <a:lnTo>
                  <a:pt x="39468" y="311009"/>
                </a:lnTo>
                <a:lnTo>
                  <a:pt x="39468" y="173923"/>
                </a:lnTo>
                <a:lnTo>
                  <a:pt x="68411" y="173923"/>
                </a:lnTo>
                <a:lnTo>
                  <a:pt x="68411" y="217864"/>
                </a:lnTo>
                <a:lnTo>
                  <a:pt x="262858" y="217864"/>
                </a:lnTo>
                <a:lnTo>
                  <a:pt x="262858" y="241019"/>
                </a:lnTo>
                <a:lnTo>
                  <a:pt x="68411" y="241019"/>
                </a:lnTo>
                <a:lnTo>
                  <a:pt x="68411" y="287065"/>
                </a:lnTo>
                <a:lnTo>
                  <a:pt x="262858" y="287065"/>
                </a:lnTo>
                <a:lnTo>
                  <a:pt x="262858" y="311009"/>
                </a:lnTo>
                <a:close/>
              </a:path>
              <a:path w="302894" h="311150">
                <a:moveTo>
                  <a:pt x="262858" y="217864"/>
                </a:moveTo>
                <a:lnTo>
                  <a:pt x="233915" y="217864"/>
                </a:lnTo>
                <a:lnTo>
                  <a:pt x="233915" y="173923"/>
                </a:lnTo>
                <a:lnTo>
                  <a:pt x="262858" y="173923"/>
                </a:lnTo>
                <a:lnTo>
                  <a:pt x="262858" y="217864"/>
                </a:lnTo>
                <a:close/>
              </a:path>
              <a:path w="302894" h="311150">
                <a:moveTo>
                  <a:pt x="262858" y="287065"/>
                </a:moveTo>
                <a:lnTo>
                  <a:pt x="233915" y="287065"/>
                </a:lnTo>
                <a:lnTo>
                  <a:pt x="233915" y="241019"/>
                </a:lnTo>
                <a:lnTo>
                  <a:pt x="262858" y="241019"/>
                </a:lnTo>
                <a:lnTo>
                  <a:pt x="262858" y="2870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712477" y="6542365"/>
            <a:ext cx="274955" cy="331470"/>
          </a:xfrm>
          <a:custGeom>
            <a:avLst/>
            <a:gdLst/>
            <a:ahLst/>
            <a:cxnLst/>
            <a:rect l="l" t="t" r="r" b="b"/>
            <a:pathLst>
              <a:path w="274955" h="331470">
                <a:moveTo>
                  <a:pt x="274435" y="331270"/>
                </a:moveTo>
                <a:lnTo>
                  <a:pt x="245492" y="331270"/>
                </a:lnTo>
                <a:lnTo>
                  <a:pt x="245492" y="136823"/>
                </a:lnTo>
                <a:lnTo>
                  <a:pt x="167082" y="136823"/>
                </a:lnTo>
                <a:lnTo>
                  <a:pt x="167082" y="112879"/>
                </a:lnTo>
                <a:lnTo>
                  <a:pt x="245492" y="112879"/>
                </a:lnTo>
                <a:lnTo>
                  <a:pt x="245492" y="0"/>
                </a:lnTo>
                <a:lnTo>
                  <a:pt x="274435" y="0"/>
                </a:lnTo>
                <a:lnTo>
                  <a:pt x="274435" y="331270"/>
                </a:lnTo>
                <a:close/>
              </a:path>
              <a:path w="274955" h="331470">
                <a:moveTo>
                  <a:pt x="18681" y="260753"/>
                </a:moveTo>
                <a:lnTo>
                  <a:pt x="0" y="237335"/>
                </a:lnTo>
                <a:lnTo>
                  <a:pt x="33996" y="212593"/>
                </a:lnTo>
                <a:lnTo>
                  <a:pt x="61603" y="176949"/>
                </a:lnTo>
                <a:lnTo>
                  <a:pt x="80182" y="134397"/>
                </a:lnTo>
                <a:lnTo>
                  <a:pt x="87093" y="88935"/>
                </a:lnTo>
                <a:lnTo>
                  <a:pt x="87093" y="28680"/>
                </a:lnTo>
                <a:lnTo>
                  <a:pt x="116562" y="28680"/>
                </a:lnTo>
                <a:lnTo>
                  <a:pt x="116562" y="88935"/>
                </a:lnTo>
                <a:lnTo>
                  <a:pt x="123317" y="133225"/>
                </a:lnTo>
                <a:lnTo>
                  <a:pt x="130355" y="148795"/>
                </a:lnTo>
                <a:lnTo>
                  <a:pt x="102091" y="148795"/>
                </a:lnTo>
                <a:lnTo>
                  <a:pt x="88207" y="184326"/>
                </a:lnTo>
                <a:lnTo>
                  <a:pt x="69069" y="215776"/>
                </a:lnTo>
                <a:lnTo>
                  <a:pt x="45589" y="241724"/>
                </a:lnTo>
                <a:lnTo>
                  <a:pt x="18681" y="260753"/>
                </a:lnTo>
                <a:close/>
              </a:path>
              <a:path w="274955" h="331470">
                <a:moveTo>
                  <a:pt x="185500" y="254701"/>
                </a:moveTo>
                <a:lnTo>
                  <a:pt x="158666" y="236599"/>
                </a:lnTo>
                <a:lnTo>
                  <a:pt x="135211" y="212108"/>
                </a:lnTo>
                <a:lnTo>
                  <a:pt x="116048" y="182437"/>
                </a:lnTo>
                <a:lnTo>
                  <a:pt x="102091" y="148795"/>
                </a:lnTo>
                <a:lnTo>
                  <a:pt x="130355" y="148795"/>
                </a:lnTo>
                <a:lnTo>
                  <a:pt x="141789" y="174087"/>
                </a:lnTo>
                <a:lnTo>
                  <a:pt x="169289" y="207894"/>
                </a:lnTo>
                <a:lnTo>
                  <a:pt x="203129" y="231020"/>
                </a:lnTo>
                <a:lnTo>
                  <a:pt x="185500" y="2547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078216" y="6555740"/>
            <a:ext cx="229870" cy="24130"/>
          </a:xfrm>
          <a:custGeom>
            <a:avLst/>
            <a:gdLst/>
            <a:ahLst/>
            <a:cxnLst/>
            <a:rect l="l" t="t" r="r" b="b"/>
            <a:pathLst>
              <a:path w="229870" h="24129">
                <a:moveTo>
                  <a:pt x="0" y="0"/>
                </a:moveTo>
                <a:lnTo>
                  <a:pt x="229705" y="0"/>
                </a:lnTo>
                <a:lnTo>
                  <a:pt x="229705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278189" y="6579869"/>
            <a:ext cx="29845" cy="38100"/>
          </a:xfrm>
          <a:custGeom>
            <a:avLst/>
            <a:gdLst/>
            <a:ahLst/>
            <a:cxnLst/>
            <a:rect l="l" t="t" r="r" b="b"/>
            <a:pathLst>
              <a:path w="29845" h="38100">
                <a:moveTo>
                  <a:pt x="0" y="0"/>
                </a:moveTo>
                <a:lnTo>
                  <a:pt x="29732" y="0"/>
                </a:lnTo>
                <a:lnTo>
                  <a:pt x="2973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079006" y="6617969"/>
            <a:ext cx="229235" cy="21590"/>
          </a:xfrm>
          <a:custGeom>
            <a:avLst/>
            <a:gdLst/>
            <a:ahLst/>
            <a:cxnLst/>
            <a:rect l="l" t="t" r="r" b="b"/>
            <a:pathLst>
              <a:path w="229235" h="21590">
                <a:moveTo>
                  <a:pt x="0" y="0"/>
                </a:moveTo>
                <a:lnTo>
                  <a:pt x="228915" y="0"/>
                </a:lnTo>
                <a:lnTo>
                  <a:pt x="228915" y="21590"/>
                </a:lnTo>
                <a:lnTo>
                  <a:pt x="0" y="215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079006" y="6639559"/>
            <a:ext cx="29845" cy="41910"/>
          </a:xfrm>
          <a:custGeom>
            <a:avLst/>
            <a:gdLst/>
            <a:ahLst/>
            <a:cxnLst/>
            <a:rect l="l" t="t" r="r" b="b"/>
            <a:pathLst>
              <a:path w="29844" h="41909">
                <a:moveTo>
                  <a:pt x="0" y="0"/>
                </a:moveTo>
                <a:lnTo>
                  <a:pt x="29469" y="0"/>
                </a:lnTo>
                <a:lnTo>
                  <a:pt x="29469" y="41910"/>
                </a:lnTo>
                <a:lnTo>
                  <a:pt x="0" y="419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079006" y="6681469"/>
            <a:ext cx="236220" cy="24130"/>
          </a:xfrm>
          <a:custGeom>
            <a:avLst/>
            <a:gdLst/>
            <a:ahLst/>
            <a:cxnLst/>
            <a:rect l="l" t="t" r="r" b="b"/>
            <a:pathLst>
              <a:path w="236220" h="24129">
                <a:moveTo>
                  <a:pt x="0" y="0"/>
                </a:moveTo>
                <a:lnTo>
                  <a:pt x="236020" y="0"/>
                </a:lnTo>
                <a:lnTo>
                  <a:pt x="236020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041642" y="6739707"/>
            <a:ext cx="302895" cy="23495"/>
          </a:xfrm>
          <a:custGeom>
            <a:avLst/>
            <a:gdLst/>
            <a:ahLst/>
            <a:cxnLst/>
            <a:rect l="l" t="t" r="r" b="b"/>
            <a:pathLst>
              <a:path w="302895" h="23495">
                <a:moveTo>
                  <a:pt x="302852" y="23417"/>
                </a:moveTo>
                <a:lnTo>
                  <a:pt x="0" y="23417"/>
                </a:lnTo>
                <a:lnTo>
                  <a:pt x="0" y="0"/>
                </a:lnTo>
                <a:lnTo>
                  <a:pt x="302852" y="0"/>
                </a:lnTo>
                <a:lnTo>
                  <a:pt x="302852" y="23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121105" y="6763124"/>
            <a:ext cx="29209" cy="110489"/>
          </a:xfrm>
          <a:custGeom>
            <a:avLst/>
            <a:gdLst/>
            <a:ahLst/>
            <a:cxnLst/>
            <a:rect l="l" t="t" r="r" b="b"/>
            <a:pathLst>
              <a:path w="29210" h="110490">
                <a:moveTo>
                  <a:pt x="29206" y="109984"/>
                </a:moveTo>
                <a:lnTo>
                  <a:pt x="0" y="109984"/>
                </a:lnTo>
                <a:lnTo>
                  <a:pt x="0" y="0"/>
                </a:lnTo>
                <a:lnTo>
                  <a:pt x="29206" y="0"/>
                </a:lnTo>
                <a:lnTo>
                  <a:pt x="29206" y="1099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235826" y="6763124"/>
            <a:ext cx="29209" cy="110489"/>
          </a:xfrm>
          <a:custGeom>
            <a:avLst/>
            <a:gdLst/>
            <a:ahLst/>
            <a:cxnLst/>
            <a:rect l="l" t="t" r="r" b="b"/>
            <a:pathLst>
              <a:path w="29210" h="110490">
                <a:moveTo>
                  <a:pt x="29206" y="109984"/>
                </a:moveTo>
                <a:lnTo>
                  <a:pt x="0" y="109984"/>
                </a:lnTo>
                <a:lnTo>
                  <a:pt x="0" y="0"/>
                </a:lnTo>
                <a:lnTo>
                  <a:pt x="29206" y="0"/>
                </a:lnTo>
                <a:lnTo>
                  <a:pt x="29206" y="1099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373702" y="6542365"/>
            <a:ext cx="307975" cy="330835"/>
          </a:xfrm>
          <a:custGeom>
            <a:avLst/>
            <a:gdLst/>
            <a:ahLst/>
            <a:cxnLst/>
            <a:rect l="l" t="t" r="r" b="b"/>
            <a:pathLst>
              <a:path w="307975" h="330834">
                <a:moveTo>
                  <a:pt x="253912" y="330480"/>
                </a:moveTo>
                <a:lnTo>
                  <a:pt x="224705" y="330480"/>
                </a:lnTo>
                <a:lnTo>
                  <a:pt x="224705" y="0"/>
                </a:lnTo>
                <a:lnTo>
                  <a:pt x="253912" y="0"/>
                </a:lnTo>
                <a:lnTo>
                  <a:pt x="253912" y="134455"/>
                </a:lnTo>
                <a:lnTo>
                  <a:pt x="307589" y="134455"/>
                </a:lnTo>
                <a:lnTo>
                  <a:pt x="307589" y="159188"/>
                </a:lnTo>
                <a:lnTo>
                  <a:pt x="253912" y="159188"/>
                </a:lnTo>
                <a:lnTo>
                  <a:pt x="253912" y="330480"/>
                </a:lnTo>
                <a:close/>
              </a:path>
              <a:path w="307975" h="330834">
                <a:moveTo>
                  <a:pt x="16313" y="267594"/>
                </a:moveTo>
                <a:lnTo>
                  <a:pt x="0" y="244703"/>
                </a:lnTo>
                <a:lnTo>
                  <a:pt x="46627" y="216715"/>
                </a:lnTo>
                <a:lnTo>
                  <a:pt x="83857" y="183947"/>
                </a:lnTo>
                <a:lnTo>
                  <a:pt x="111641" y="146701"/>
                </a:lnTo>
                <a:lnTo>
                  <a:pt x="129927" y="105282"/>
                </a:lnTo>
                <a:lnTo>
                  <a:pt x="138665" y="59991"/>
                </a:lnTo>
                <a:lnTo>
                  <a:pt x="15524" y="59991"/>
                </a:lnTo>
                <a:lnTo>
                  <a:pt x="15524" y="35521"/>
                </a:lnTo>
                <a:lnTo>
                  <a:pt x="168397" y="35521"/>
                </a:lnTo>
                <a:lnTo>
                  <a:pt x="164532" y="81545"/>
                </a:lnTo>
                <a:lnTo>
                  <a:pt x="152824" y="125508"/>
                </a:lnTo>
                <a:lnTo>
                  <a:pt x="132711" y="166753"/>
                </a:lnTo>
                <a:lnTo>
                  <a:pt x="103630" y="204620"/>
                </a:lnTo>
                <a:lnTo>
                  <a:pt x="65019" y="238453"/>
                </a:lnTo>
                <a:lnTo>
                  <a:pt x="16313" y="2675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804137" y="6542628"/>
            <a:ext cx="295910" cy="328930"/>
          </a:xfrm>
          <a:custGeom>
            <a:avLst/>
            <a:gdLst/>
            <a:ahLst/>
            <a:cxnLst/>
            <a:rect l="l" t="t" r="r" b="b"/>
            <a:pathLst>
              <a:path w="295910" h="328929">
                <a:moveTo>
                  <a:pt x="265489" y="188921"/>
                </a:moveTo>
                <a:lnTo>
                  <a:pt x="236283" y="188921"/>
                </a:lnTo>
                <a:lnTo>
                  <a:pt x="236283" y="0"/>
                </a:lnTo>
                <a:lnTo>
                  <a:pt x="265489" y="0"/>
                </a:lnTo>
                <a:lnTo>
                  <a:pt x="265489" y="188921"/>
                </a:lnTo>
                <a:close/>
              </a:path>
              <a:path w="295910" h="328929">
                <a:moveTo>
                  <a:pt x="86830" y="173397"/>
                </a:moveTo>
                <a:lnTo>
                  <a:pt x="52061" y="167793"/>
                </a:lnTo>
                <a:lnTo>
                  <a:pt x="24568" y="152051"/>
                </a:lnTo>
                <a:lnTo>
                  <a:pt x="6499" y="127774"/>
                </a:lnTo>
                <a:lnTo>
                  <a:pt x="0" y="96565"/>
                </a:lnTo>
                <a:lnTo>
                  <a:pt x="6499" y="65052"/>
                </a:lnTo>
                <a:lnTo>
                  <a:pt x="24568" y="40619"/>
                </a:lnTo>
                <a:lnTo>
                  <a:pt x="52061" y="24819"/>
                </a:lnTo>
                <a:lnTo>
                  <a:pt x="86830" y="19207"/>
                </a:lnTo>
                <a:lnTo>
                  <a:pt x="121558" y="24819"/>
                </a:lnTo>
                <a:lnTo>
                  <a:pt x="148959" y="40619"/>
                </a:lnTo>
                <a:lnTo>
                  <a:pt x="151597" y="44204"/>
                </a:lnTo>
                <a:lnTo>
                  <a:pt x="86830" y="44204"/>
                </a:lnTo>
                <a:lnTo>
                  <a:pt x="63387" y="47945"/>
                </a:lnTo>
                <a:lnTo>
                  <a:pt x="44928" y="58741"/>
                </a:lnTo>
                <a:lnTo>
                  <a:pt x="32881" y="75359"/>
                </a:lnTo>
                <a:lnTo>
                  <a:pt x="28680" y="96565"/>
                </a:lnTo>
                <a:lnTo>
                  <a:pt x="32881" y="117738"/>
                </a:lnTo>
                <a:lnTo>
                  <a:pt x="44928" y="134323"/>
                </a:lnTo>
                <a:lnTo>
                  <a:pt x="63387" y="145185"/>
                </a:lnTo>
                <a:lnTo>
                  <a:pt x="86830" y="149189"/>
                </a:lnTo>
                <a:lnTo>
                  <a:pt x="151078" y="149189"/>
                </a:lnTo>
                <a:lnTo>
                  <a:pt x="148959" y="152051"/>
                </a:lnTo>
                <a:lnTo>
                  <a:pt x="121558" y="167793"/>
                </a:lnTo>
                <a:lnTo>
                  <a:pt x="86830" y="173397"/>
                </a:lnTo>
                <a:close/>
              </a:path>
              <a:path w="295910" h="328929">
                <a:moveTo>
                  <a:pt x="151078" y="149189"/>
                </a:moveTo>
                <a:lnTo>
                  <a:pt x="86830" y="149189"/>
                </a:lnTo>
                <a:lnTo>
                  <a:pt x="110124" y="145185"/>
                </a:lnTo>
                <a:lnTo>
                  <a:pt x="128534" y="134323"/>
                </a:lnTo>
                <a:lnTo>
                  <a:pt x="140630" y="117738"/>
                </a:lnTo>
                <a:lnTo>
                  <a:pt x="144979" y="96565"/>
                </a:lnTo>
                <a:lnTo>
                  <a:pt x="140630" y="75359"/>
                </a:lnTo>
                <a:lnTo>
                  <a:pt x="128534" y="58741"/>
                </a:lnTo>
                <a:lnTo>
                  <a:pt x="110124" y="47945"/>
                </a:lnTo>
                <a:lnTo>
                  <a:pt x="86830" y="44204"/>
                </a:lnTo>
                <a:lnTo>
                  <a:pt x="151597" y="44204"/>
                </a:lnTo>
                <a:lnTo>
                  <a:pt x="166938" y="65052"/>
                </a:lnTo>
                <a:lnTo>
                  <a:pt x="173397" y="96565"/>
                </a:lnTo>
                <a:lnTo>
                  <a:pt x="166938" y="127774"/>
                </a:lnTo>
                <a:lnTo>
                  <a:pt x="151078" y="149189"/>
                </a:lnTo>
                <a:close/>
              </a:path>
              <a:path w="295910" h="328929">
                <a:moveTo>
                  <a:pt x="23417" y="325744"/>
                </a:moveTo>
                <a:lnTo>
                  <a:pt x="8683" y="304168"/>
                </a:lnTo>
                <a:lnTo>
                  <a:pt x="36820" y="289187"/>
                </a:lnTo>
                <a:lnTo>
                  <a:pt x="57952" y="268976"/>
                </a:lnTo>
                <a:lnTo>
                  <a:pt x="71289" y="245706"/>
                </a:lnTo>
                <a:lnTo>
                  <a:pt x="76042" y="221548"/>
                </a:lnTo>
                <a:lnTo>
                  <a:pt x="76042" y="203392"/>
                </a:lnTo>
                <a:lnTo>
                  <a:pt x="104196" y="203392"/>
                </a:lnTo>
                <a:lnTo>
                  <a:pt x="104196" y="221548"/>
                </a:lnTo>
                <a:lnTo>
                  <a:pt x="107172" y="243660"/>
                </a:lnTo>
                <a:lnTo>
                  <a:pt x="115761" y="264305"/>
                </a:lnTo>
                <a:lnTo>
                  <a:pt x="89856" y="264305"/>
                </a:lnTo>
                <a:lnTo>
                  <a:pt x="78883" y="283507"/>
                </a:lnTo>
                <a:lnTo>
                  <a:pt x="64037" y="300599"/>
                </a:lnTo>
                <a:lnTo>
                  <a:pt x="45491" y="314905"/>
                </a:lnTo>
                <a:lnTo>
                  <a:pt x="23417" y="325744"/>
                </a:lnTo>
                <a:close/>
              </a:path>
              <a:path w="295910" h="328929">
                <a:moveTo>
                  <a:pt x="191408" y="299958"/>
                </a:moveTo>
                <a:lnTo>
                  <a:pt x="151426" y="299958"/>
                </a:lnTo>
                <a:lnTo>
                  <a:pt x="172291" y="283100"/>
                </a:lnTo>
                <a:lnTo>
                  <a:pt x="187408" y="263072"/>
                </a:lnTo>
                <a:lnTo>
                  <a:pt x="196605" y="241884"/>
                </a:lnTo>
                <a:lnTo>
                  <a:pt x="199709" y="221548"/>
                </a:lnTo>
                <a:lnTo>
                  <a:pt x="199709" y="203392"/>
                </a:lnTo>
                <a:lnTo>
                  <a:pt x="228389" y="203392"/>
                </a:lnTo>
                <a:lnTo>
                  <a:pt x="228389" y="221548"/>
                </a:lnTo>
                <a:lnTo>
                  <a:pt x="232809" y="246853"/>
                </a:lnTo>
                <a:lnTo>
                  <a:pt x="242041" y="263253"/>
                </a:lnTo>
                <a:lnTo>
                  <a:pt x="213391" y="263253"/>
                </a:lnTo>
                <a:lnTo>
                  <a:pt x="203834" y="283016"/>
                </a:lnTo>
                <a:lnTo>
                  <a:pt x="191408" y="299958"/>
                </a:lnTo>
                <a:close/>
              </a:path>
              <a:path w="295910" h="328929">
                <a:moveTo>
                  <a:pt x="281013" y="325744"/>
                </a:moveTo>
                <a:lnTo>
                  <a:pt x="258126" y="314999"/>
                </a:lnTo>
                <a:lnTo>
                  <a:pt x="239111" y="300567"/>
                </a:lnTo>
                <a:lnTo>
                  <a:pt x="224142" y="283100"/>
                </a:lnTo>
                <a:lnTo>
                  <a:pt x="213391" y="263253"/>
                </a:lnTo>
                <a:lnTo>
                  <a:pt x="242041" y="263253"/>
                </a:lnTo>
                <a:lnTo>
                  <a:pt x="245985" y="270258"/>
                </a:lnTo>
                <a:lnTo>
                  <a:pt x="267204" y="289964"/>
                </a:lnTo>
                <a:lnTo>
                  <a:pt x="295748" y="304168"/>
                </a:lnTo>
                <a:lnTo>
                  <a:pt x="281013" y="325744"/>
                </a:lnTo>
                <a:close/>
              </a:path>
              <a:path w="295910" h="328929">
                <a:moveTo>
                  <a:pt x="152347" y="328638"/>
                </a:moveTo>
                <a:lnTo>
                  <a:pt x="130372" y="317273"/>
                </a:lnTo>
                <a:lnTo>
                  <a:pt x="112714" y="302244"/>
                </a:lnTo>
                <a:lnTo>
                  <a:pt x="99229" y="284284"/>
                </a:lnTo>
                <a:lnTo>
                  <a:pt x="89856" y="264305"/>
                </a:lnTo>
                <a:lnTo>
                  <a:pt x="115761" y="264305"/>
                </a:lnTo>
                <a:lnTo>
                  <a:pt x="116069" y="265045"/>
                </a:lnTo>
                <a:lnTo>
                  <a:pt x="130837" y="284284"/>
                </a:lnTo>
                <a:lnTo>
                  <a:pt x="151426" y="299958"/>
                </a:lnTo>
                <a:lnTo>
                  <a:pt x="191408" y="299958"/>
                </a:lnTo>
                <a:lnTo>
                  <a:pt x="190516" y="301175"/>
                </a:lnTo>
                <a:lnTo>
                  <a:pt x="173374" y="316720"/>
                </a:lnTo>
                <a:lnTo>
                  <a:pt x="152347" y="3286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166982" y="6554469"/>
            <a:ext cx="29209" cy="87630"/>
          </a:xfrm>
          <a:custGeom>
            <a:avLst/>
            <a:gdLst/>
            <a:ahLst/>
            <a:cxnLst/>
            <a:rect l="l" t="t" r="r" b="b"/>
            <a:pathLst>
              <a:path w="29210" h="87629">
                <a:moveTo>
                  <a:pt x="0" y="0"/>
                </a:moveTo>
                <a:lnTo>
                  <a:pt x="28943" y="0"/>
                </a:lnTo>
                <a:lnTo>
                  <a:pt x="28943" y="87629"/>
                </a:lnTo>
                <a:lnTo>
                  <a:pt x="0" y="87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166982" y="6642100"/>
            <a:ext cx="226695" cy="24130"/>
          </a:xfrm>
          <a:custGeom>
            <a:avLst/>
            <a:gdLst/>
            <a:ahLst/>
            <a:cxnLst/>
            <a:rect l="l" t="t" r="r" b="b"/>
            <a:pathLst>
              <a:path w="226695" h="24129">
                <a:moveTo>
                  <a:pt x="0" y="0"/>
                </a:moveTo>
                <a:lnTo>
                  <a:pt x="226284" y="0"/>
                </a:lnTo>
                <a:lnTo>
                  <a:pt x="22628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125409" y="6711289"/>
            <a:ext cx="302895" cy="24130"/>
          </a:xfrm>
          <a:custGeom>
            <a:avLst/>
            <a:gdLst/>
            <a:ahLst/>
            <a:cxnLst/>
            <a:rect l="l" t="t" r="r" b="b"/>
            <a:pathLst>
              <a:path w="302895" h="24129">
                <a:moveTo>
                  <a:pt x="302852" y="23680"/>
                </a:moveTo>
                <a:lnTo>
                  <a:pt x="0" y="23680"/>
                </a:lnTo>
                <a:lnTo>
                  <a:pt x="0" y="0"/>
                </a:lnTo>
                <a:lnTo>
                  <a:pt x="302852" y="0"/>
                </a:lnTo>
                <a:lnTo>
                  <a:pt x="302852" y="236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164877" y="6769100"/>
            <a:ext cx="29209" cy="71120"/>
          </a:xfrm>
          <a:custGeom>
            <a:avLst/>
            <a:gdLst/>
            <a:ahLst/>
            <a:cxnLst/>
            <a:rect l="l" t="t" r="r" b="b"/>
            <a:pathLst>
              <a:path w="29210" h="71120">
                <a:moveTo>
                  <a:pt x="0" y="0"/>
                </a:moveTo>
                <a:lnTo>
                  <a:pt x="28943" y="0"/>
                </a:lnTo>
                <a:lnTo>
                  <a:pt x="28943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164877" y="6840219"/>
            <a:ext cx="230504" cy="24130"/>
          </a:xfrm>
          <a:custGeom>
            <a:avLst/>
            <a:gdLst/>
            <a:ahLst/>
            <a:cxnLst/>
            <a:rect l="l" t="t" r="r" b="b"/>
            <a:pathLst>
              <a:path w="230504" h="24129">
                <a:moveTo>
                  <a:pt x="0" y="0"/>
                </a:moveTo>
                <a:lnTo>
                  <a:pt x="230494" y="0"/>
                </a:lnTo>
                <a:lnTo>
                  <a:pt x="23049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555390" y="6542628"/>
            <a:ext cx="271780" cy="328930"/>
          </a:xfrm>
          <a:custGeom>
            <a:avLst/>
            <a:gdLst/>
            <a:ahLst/>
            <a:cxnLst/>
            <a:rect l="l" t="t" r="r" b="b"/>
            <a:pathLst>
              <a:path w="271779" h="328929">
                <a:moveTo>
                  <a:pt x="269699" y="61570"/>
                </a:moveTo>
                <a:lnTo>
                  <a:pt x="240493" y="61570"/>
                </a:lnTo>
                <a:lnTo>
                  <a:pt x="240493" y="0"/>
                </a:lnTo>
                <a:lnTo>
                  <a:pt x="269699" y="0"/>
                </a:lnTo>
                <a:lnTo>
                  <a:pt x="269699" y="61570"/>
                </a:lnTo>
                <a:close/>
              </a:path>
              <a:path w="271779" h="328929">
                <a:moveTo>
                  <a:pt x="12103" y="197867"/>
                </a:moveTo>
                <a:lnTo>
                  <a:pt x="0" y="174712"/>
                </a:lnTo>
                <a:lnTo>
                  <a:pt x="53997" y="153247"/>
                </a:lnTo>
                <a:lnTo>
                  <a:pt x="95513" y="124555"/>
                </a:lnTo>
                <a:lnTo>
                  <a:pt x="123214" y="89498"/>
                </a:lnTo>
                <a:lnTo>
                  <a:pt x="135770" y="48940"/>
                </a:lnTo>
                <a:lnTo>
                  <a:pt x="16839" y="48940"/>
                </a:lnTo>
                <a:lnTo>
                  <a:pt x="16839" y="24470"/>
                </a:lnTo>
                <a:lnTo>
                  <a:pt x="167345" y="24470"/>
                </a:lnTo>
                <a:lnTo>
                  <a:pt x="167078" y="34059"/>
                </a:lnTo>
                <a:lnTo>
                  <a:pt x="166292" y="43464"/>
                </a:lnTo>
                <a:lnTo>
                  <a:pt x="165014" y="52646"/>
                </a:lnTo>
                <a:lnTo>
                  <a:pt x="163266" y="61570"/>
                </a:lnTo>
                <a:lnTo>
                  <a:pt x="269699" y="61570"/>
                </a:lnTo>
                <a:lnTo>
                  <a:pt x="269699" y="84988"/>
                </a:lnTo>
                <a:lnTo>
                  <a:pt x="155899" y="84988"/>
                </a:lnTo>
                <a:lnTo>
                  <a:pt x="134263" y="122217"/>
                </a:lnTo>
                <a:lnTo>
                  <a:pt x="102502" y="153613"/>
                </a:lnTo>
                <a:lnTo>
                  <a:pt x="61490" y="178916"/>
                </a:lnTo>
                <a:lnTo>
                  <a:pt x="12103" y="197867"/>
                </a:lnTo>
                <a:close/>
              </a:path>
              <a:path w="271779" h="328929">
                <a:moveTo>
                  <a:pt x="269699" y="198656"/>
                </a:moveTo>
                <a:lnTo>
                  <a:pt x="240493" y="198656"/>
                </a:lnTo>
                <a:lnTo>
                  <a:pt x="240493" y="153926"/>
                </a:lnTo>
                <a:lnTo>
                  <a:pt x="152347" y="153926"/>
                </a:lnTo>
                <a:lnTo>
                  <a:pt x="152347" y="129718"/>
                </a:lnTo>
                <a:lnTo>
                  <a:pt x="240493" y="129718"/>
                </a:lnTo>
                <a:lnTo>
                  <a:pt x="240493" y="84988"/>
                </a:lnTo>
                <a:lnTo>
                  <a:pt x="269699" y="84988"/>
                </a:lnTo>
                <a:lnTo>
                  <a:pt x="269699" y="198656"/>
                </a:lnTo>
                <a:close/>
              </a:path>
              <a:path w="271779" h="328929">
                <a:moveTo>
                  <a:pt x="161556" y="328901"/>
                </a:moveTo>
                <a:lnTo>
                  <a:pt x="115609" y="324539"/>
                </a:lnTo>
                <a:lnTo>
                  <a:pt x="80712" y="311963"/>
                </a:lnTo>
                <a:lnTo>
                  <a:pt x="58544" y="291937"/>
                </a:lnTo>
                <a:lnTo>
                  <a:pt x="50782" y="265226"/>
                </a:lnTo>
                <a:lnTo>
                  <a:pt x="58544" y="238708"/>
                </a:lnTo>
                <a:lnTo>
                  <a:pt x="80712" y="218851"/>
                </a:lnTo>
                <a:lnTo>
                  <a:pt x="115609" y="206394"/>
                </a:lnTo>
                <a:lnTo>
                  <a:pt x="161556" y="202077"/>
                </a:lnTo>
                <a:lnTo>
                  <a:pt x="206936" y="206394"/>
                </a:lnTo>
                <a:lnTo>
                  <a:pt x="241611" y="218851"/>
                </a:lnTo>
                <a:lnTo>
                  <a:pt x="249019" y="225495"/>
                </a:lnTo>
                <a:lnTo>
                  <a:pt x="161556" y="225495"/>
                </a:lnTo>
                <a:lnTo>
                  <a:pt x="127679" y="228077"/>
                </a:lnTo>
                <a:lnTo>
                  <a:pt x="101893" y="235888"/>
                </a:lnTo>
                <a:lnTo>
                  <a:pt x="85481" y="248436"/>
                </a:lnTo>
                <a:lnTo>
                  <a:pt x="79725" y="265226"/>
                </a:lnTo>
                <a:lnTo>
                  <a:pt x="85481" y="282021"/>
                </a:lnTo>
                <a:lnTo>
                  <a:pt x="101893" y="294597"/>
                </a:lnTo>
                <a:lnTo>
                  <a:pt x="127679" y="302487"/>
                </a:lnTo>
                <a:lnTo>
                  <a:pt x="161556" y="305221"/>
                </a:lnTo>
                <a:lnTo>
                  <a:pt x="249066" y="305221"/>
                </a:lnTo>
                <a:lnTo>
                  <a:pt x="241611" y="311963"/>
                </a:lnTo>
                <a:lnTo>
                  <a:pt x="206936" y="324539"/>
                </a:lnTo>
                <a:lnTo>
                  <a:pt x="161556" y="328901"/>
                </a:lnTo>
                <a:close/>
              </a:path>
              <a:path w="271779" h="328929">
                <a:moveTo>
                  <a:pt x="249066" y="305221"/>
                </a:moveTo>
                <a:lnTo>
                  <a:pt x="161556" y="305221"/>
                </a:lnTo>
                <a:lnTo>
                  <a:pt x="194829" y="302487"/>
                </a:lnTo>
                <a:lnTo>
                  <a:pt x="220331" y="294597"/>
                </a:lnTo>
                <a:lnTo>
                  <a:pt x="236706" y="282021"/>
                </a:lnTo>
                <a:lnTo>
                  <a:pt x="242598" y="265226"/>
                </a:lnTo>
                <a:lnTo>
                  <a:pt x="236706" y="248436"/>
                </a:lnTo>
                <a:lnTo>
                  <a:pt x="220331" y="235888"/>
                </a:lnTo>
                <a:lnTo>
                  <a:pt x="194829" y="228077"/>
                </a:lnTo>
                <a:lnTo>
                  <a:pt x="161556" y="225495"/>
                </a:lnTo>
                <a:lnTo>
                  <a:pt x="249019" y="225495"/>
                </a:lnTo>
                <a:lnTo>
                  <a:pt x="263754" y="238708"/>
                </a:lnTo>
                <a:lnTo>
                  <a:pt x="271541" y="265226"/>
                </a:lnTo>
                <a:lnTo>
                  <a:pt x="263754" y="291937"/>
                </a:lnTo>
                <a:lnTo>
                  <a:pt x="249066" y="305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879819" y="6555521"/>
            <a:ext cx="302895" cy="318135"/>
          </a:xfrm>
          <a:custGeom>
            <a:avLst/>
            <a:gdLst/>
            <a:ahLst/>
            <a:cxnLst/>
            <a:rect l="l" t="t" r="r" b="b"/>
            <a:pathLst>
              <a:path w="302895" h="318134">
                <a:moveTo>
                  <a:pt x="150768" y="144979"/>
                </a:moveTo>
                <a:lnTo>
                  <a:pt x="103291" y="139931"/>
                </a:lnTo>
                <a:lnTo>
                  <a:pt x="66569" y="125508"/>
                </a:lnTo>
                <a:lnTo>
                  <a:pt x="42872" y="102798"/>
                </a:lnTo>
                <a:lnTo>
                  <a:pt x="34468" y="72884"/>
                </a:lnTo>
                <a:lnTo>
                  <a:pt x="42872" y="42662"/>
                </a:lnTo>
                <a:lnTo>
                  <a:pt x="66569" y="19767"/>
                </a:lnTo>
                <a:lnTo>
                  <a:pt x="103291" y="5208"/>
                </a:lnTo>
                <a:lnTo>
                  <a:pt x="150768" y="0"/>
                </a:lnTo>
                <a:lnTo>
                  <a:pt x="198286" y="5208"/>
                </a:lnTo>
                <a:lnTo>
                  <a:pt x="235099" y="19767"/>
                </a:lnTo>
                <a:lnTo>
                  <a:pt x="239438" y="23944"/>
                </a:lnTo>
                <a:lnTo>
                  <a:pt x="150768" y="23944"/>
                </a:lnTo>
                <a:lnTo>
                  <a:pt x="115489" y="27409"/>
                </a:lnTo>
                <a:lnTo>
                  <a:pt x="88178" y="37264"/>
                </a:lnTo>
                <a:lnTo>
                  <a:pt x="70586" y="52694"/>
                </a:lnTo>
                <a:lnTo>
                  <a:pt x="64464" y="72884"/>
                </a:lnTo>
                <a:lnTo>
                  <a:pt x="70586" y="92881"/>
                </a:lnTo>
                <a:lnTo>
                  <a:pt x="88178" y="108142"/>
                </a:lnTo>
                <a:lnTo>
                  <a:pt x="115489" y="117878"/>
                </a:lnTo>
                <a:lnTo>
                  <a:pt x="150768" y="121299"/>
                </a:lnTo>
                <a:lnTo>
                  <a:pt x="239508" y="121299"/>
                </a:lnTo>
                <a:lnTo>
                  <a:pt x="235099" y="125508"/>
                </a:lnTo>
                <a:lnTo>
                  <a:pt x="198286" y="139931"/>
                </a:lnTo>
                <a:lnTo>
                  <a:pt x="150768" y="144979"/>
                </a:lnTo>
                <a:close/>
              </a:path>
              <a:path w="302895" h="318134">
                <a:moveTo>
                  <a:pt x="239508" y="121299"/>
                </a:moveTo>
                <a:lnTo>
                  <a:pt x="150768" y="121299"/>
                </a:lnTo>
                <a:lnTo>
                  <a:pt x="186051" y="117878"/>
                </a:lnTo>
                <a:lnTo>
                  <a:pt x="213391" y="108142"/>
                </a:lnTo>
                <a:lnTo>
                  <a:pt x="231061" y="92881"/>
                </a:lnTo>
                <a:lnTo>
                  <a:pt x="237335" y="72884"/>
                </a:lnTo>
                <a:lnTo>
                  <a:pt x="231061" y="52694"/>
                </a:lnTo>
                <a:lnTo>
                  <a:pt x="213391" y="37264"/>
                </a:lnTo>
                <a:lnTo>
                  <a:pt x="186051" y="27409"/>
                </a:lnTo>
                <a:lnTo>
                  <a:pt x="150768" y="23944"/>
                </a:lnTo>
                <a:lnTo>
                  <a:pt x="239438" y="23944"/>
                </a:lnTo>
                <a:lnTo>
                  <a:pt x="258886" y="42662"/>
                </a:lnTo>
                <a:lnTo>
                  <a:pt x="267331" y="72884"/>
                </a:lnTo>
                <a:lnTo>
                  <a:pt x="258886" y="102798"/>
                </a:lnTo>
                <a:lnTo>
                  <a:pt x="239508" y="121299"/>
                </a:lnTo>
                <a:close/>
              </a:path>
              <a:path w="302895" h="318134">
                <a:moveTo>
                  <a:pt x="302852" y="201024"/>
                </a:moveTo>
                <a:lnTo>
                  <a:pt x="0" y="201024"/>
                </a:lnTo>
                <a:lnTo>
                  <a:pt x="0" y="176291"/>
                </a:lnTo>
                <a:lnTo>
                  <a:pt x="302852" y="176291"/>
                </a:lnTo>
                <a:lnTo>
                  <a:pt x="302852" y="201024"/>
                </a:lnTo>
                <a:close/>
              </a:path>
              <a:path w="302895" h="318134">
                <a:moveTo>
                  <a:pt x="164977" y="317587"/>
                </a:moveTo>
                <a:lnTo>
                  <a:pt x="136296" y="317587"/>
                </a:lnTo>
                <a:lnTo>
                  <a:pt x="136296" y="201024"/>
                </a:lnTo>
                <a:lnTo>
                  <a:pt x="164977" y="201024"/>
                </a:lnTo>
                <a:lnTo>
                  <a:pt x="164977" y="3175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028700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2067" y="486427"/>
            <a:ext cx="9682286" cy="9513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6250" y="560610"/>
            <a:ext cx="9334487" cy="91657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5074" y="2418943"/>
            <a:ext cx="8534399" cy="6961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63325" y="684435"/>
            <a:ext cx="2212097" cy="7252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0026" y="898444"/>
            <a:ext cx="174214" cy="1742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60683" y="898444"/>
            <a:ext cx="174214" cy="1742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41341" y="898444"/>
            <a:ext cx="174214" cy="17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1975" y="1304692"/>
            <a:ext cx="9163052" cy="8358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89484" y="1496576"/>
            <a:ext cx="7135034" cy="4520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15916" y="834905"/>
            <a:ext cx="238125" cy="20320"/>
          </a:xfrm>
          <a:custGeom>
            <a:avLst/>
            <a:gdLst/>
            <a:ahLst/>
            <a:cxnLst/>
            <a:rect l="l" t="t" r="r" b="b"/>
            <a:pathLst>
              <a:path w="238125" h="20319">
                <a:moveTo>
                  <a:pt x="0" y="0"/>
                </a:moveTo>
                <a:lnTo>
                  <a:pt x="238124" y="0"/>
                </a:lnTo>
                <a:lnTo>
                  <a:pt x="23812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15916" y="85522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0" y="0"/>
                </a:moveTo>
                <a:lnTo>
                  <a:pt x="20180" y="0"/>
                </a:lnTo>
                <a:lnTo>
                  <a:pt x="20180" y="198119"/>
                </a:lnTo>
                <a:lnTo>
                  <a:pt x="0" y="19811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15916" y="1053345"/>
            <a:ext cx="238125" cy="19050"/>
          </a:xfrm>
          <a:custGeom>
            <a:avLst/>
            <a:gdLst/>
            <a:ahLst/>
            <a:cxnLst/>
            <a:rect l="l" t="t" r="r" b="b"/>
            <a:pathLst>
              <a:path w="238125" h="19050">
                <a:moveTo>
                  <a:pt x="0" y="0"/>
                </a:moveTo>
                <a:lnTo>
                  <a:pt x="238124" y="0"/>
                </a:lnTo>
                <a:lnTo>
                  <a:pt x="23812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033861" y="85508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20180" y="197764"/>
                </a:moveTo>
                <a:lnTo>
                  <a:pt x="0" y="197764"/>
                </a:lnTo>
                <a:lnTo>
                  <a:pt x="0" y="0"/>
                </a:lnTo>
                <a:lnTo>
                  <a:pt x="20180" y="0"/>
                </a:lnTo>
                <a:lnTo>
                  <a:pt x="20180" y="197764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409288" y="1052849"/>
            <a:ext cx="218440" cy="20320"/>
          </a:xfrm>
          <a:custGeom>
            <a:avLst/>
            <a:gdLst/>
            <a:ahLst/>
            <a:cxnLst/>
            <a:rect l="l" t="t" r="r" b="b"/>
            <a:pathLst>
              <a:path w="218440" h="20319">
                <a:moveTo>
                  <a:pt x="217944" y="20180"/>
                </a:moveTo>
                <a:lnTo>
                  <a:pt x="0" y="20180"/>
                </a:lnTo>
                <a:lnTo>
                  <a:pt x="0" y="0"/>
                </a:lnTo>
                <a:lnTo>
                  <a:pt x="217944" y="0"/>
                </a:lnTo>
                <a:lnTo>
                  <a:pt x="217944" y="2018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235292" y="837797"/>
            <a:ext cx="232590" cy="23259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3229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6301" y="286990"/>
                </a:moveTo>
                <a:lnTo>
                  <a:pt x="10195" y="286990"/>
                </a:lnTo>
                <a:lnTo>
                  <a:pt x="7214" y="285881"/>
                </a:lnTo>
                <a:lnTo>
                  <a:pt x="166" y="279107"/>
                </a:lnTo>
                <a:lnTo>
                  <a:pt x="11" y="271547"/>
                </a:lnTo>
                <a:lnTo>
                  <a:pt x="122471" y="144115"/>
                </a:lnTo>
                <a:lnTo>
                  <a:pt x="0" y="16683"/>
                </a:lnTo>
                <a:lnTo>
                  <a:pt x="155" y="9134"/>
                </a:lnTo>
                <a:lnTo>
                  <a:pt x="9647" y="0"/>
                </a:lnTo>
                <a:lnTo>
                  <a:pt x="17184" y="155"/>
                </a:lnTo>
                <a:lnTo>
                  <a:pt x="152021" y="140454"/>
                </a:lnTo>
                <a:lnTo>
                  <a:pt x="152021" y="147740"/>
                </a:lnTo>
                <a:lnTo>
                  <a:pt x="19414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01482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35719" y="286990"/>
                </a:moveTo>
                <a:lnTo>
                  <a:pt x="141825" y="286990"/>
                </a:lnTo>
                <a:lnTo>
                  <a:pt x="144806" y="285881"/>
                </a:lnTo>
                <a:lnTo>
                  <a:pt x="151854" y="279107"/>
                </a:lnTo>
                <a:lnTo>
                  <a:pt x="152009" y="271547"/>
                </a:lnTo>
                <a:lnTo>
                  <a:pt x="29550" y="144115"/>
                </a:lnTo>
                <a:lnTo>
                  <a:pt x="152021" y="16683"/>
                </a:lnTo>
                <a:lnTo>
                  <a:pt x="151866" y="9134"/>
                </a:lnTo>
                <a:lnTo>
                  <a:pt x="142374" y="0"/>
                </a:lnTo>
                <a:lnTo>
                  <a:pt x="134837" y="155"/>
                </a:lnTo>
                <a:lnTo>
                  <a:pt x="0" y="140454"/>
                </a:lnTo>
                <a:lnTo>
                  <a:pt x="0" y="147740"/>
                </a:lnTo>
                <a:lnTo>
                  <a:pt x="132607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26355" y="1565410"/>
            <a:ext cx="314960" cy="314960"/>
          </a:xfrm>
          <a:custGeom>
            <a:avLst/>
            <a:gdLst/>
            <a:ahLst/>
            <a:cxnLst/>
            <a:rect l="l" t="t" r="r" b="b"/>
            <a:pathLst>
              <a:path w="314960" h="314960">
                <a:moveTo>
                  <a:pt x="72486" y="288184"/>
                </a:moveTo>
                <a:lnTo>
                  <a:pt x="157182" y="288184"/>
                </a:lnTo>
                <a:lnTo>
                  <a:pt x="106246" y="277874"/>
                </a:lnTo>
                <a:lnTo>
                  <a:pt x="64604" y="249775"/>
                </a:lnTo>
                <a:lnTo>
                  <a:pt x="36502" y="208133"/>
                </a:lnTo>
                <a:lnTo>
                  <a:pt x="26193" y="157182"/>
                </a:lnTo>
                <a:lnTo>
                  <a:pt x="36502" y="106257"/>
                </a:lnTo>
                <a:lnTo>
                  <a:pt x="64604" y="64615"/>
                </a:lnTo>
                <a:lnTo>
                  <a:pt x="106246" y="36513"/>
                </a:lnTo>
                <a:lnTo>
                  <a:pt x="157186" y="26201"/>
                </a:lnTo>
                <a:lnTo>
                  <a:pt x="242130" y="26201"/>
                </a:lnTo>
                <a:lnTo>
                  <a:pt x="231889" y="18917"/>
                </a:lnTo>
                <a:lnTo>
                  <a:pt x="196107" y="4892"/>
                </a:lnTo>
                <a:lnTo>
                  <a:pt x="157183" y="0"/>
                </a:lnTo>
                <a:lnTo>
                  <a:pt x="107556" y="8027"/>
                </a:lnTo>
                <a:lnTo>
                  <a:pt x="72463" y="26201"/>
                </a:lnTo>
                <a:lnTo>
                  <a:pt x="157186" y="26201"/>
                </a:lnTo>
                <a:lnTo>
                  <a:pt x="72462" y="26202"/>
                </a:lnTo>
                <a:lnTo>
                  <a:pt x="64414" y="30370"/>
                </a:lnTo>
                <a:lnTo>
                  <a:pt x="30369" y="64416"/>
                </a:lnTo>
                <a:lnTo>
                  <a:pt x="8027" y="107556"/>
                </a:lnTo>
                <a:lnTo>
                  <a:pt x="0" y="157199"/>
                </a:lnTo>
                <a:lnTo>
                  <a:pt x="8023" y="206813"/>
                </a:lnTo>
                <a:lnTo>
                  <a:pt x="30364" y="249957"/>
                </a:lnTo>
                <a:lnTo>
                  <a:pt x="64411" y="284002"/>
                </a:lnTo>
                <a:lnTo>
                  <a:pt x="72486" y="288184"/>
                </a:lnTo>
                <a:close/>
              </a:path>
              <a:path w="314960" h="314960">
                <a:moveTo>
                  <a:pt x="209590" y="117891"/>
                </a:moveTo>
                <a:lnTo>
                  <a:pt x="314375" y="117891"/>
                </a:lnTo>
                <a:lnTo>
                  <a:pt x="314364" y="13095"/>
                </a:lnTo>
                <a:lnTo>
                  <a:pt x="288173" y="13095"/>
                </a:lnTo>
                <a:lnTo>
                  <a:pt x="288173" y="70435"/>
                </a:lnTo>
                <a:lnTo>
                  <a:pt x="254056" y="70438"/>
                </a:lnTo>
                <a:lnTo>
                  <a:pt x="270372" y="91692"/>
                </a:lnTo>
                <a:lnTo>
                  <a:pt x="209590" y="91692"/>
                </a:lnTo>
                <a:lnTo>
                  <a:pt x="209590" y="117891"/>
                </a:lnTo>
                <a:close/>
              </a:path>
              <a:path w="314960" h="314960">
                <a:moveTo>
                  <a:pt x="254056" y="70438"/>
                </a:moveTo>
                <a:lnTo>
                  <a:pt x="288173" y="70438"/>
                </a:lnTo>
                <a:lnTo>
                  <a:pt x="263065" y="41092"/>
                </a:lnTo>
                <a:lnTo>
                  <a:pt x="242131" y="26202"/>
                </a:lnTo>
                <a:lnTo>
                  <a:pt x="157193" y="26202"/>
                </a:lnTo>
                <a:lnTo>
                  <a:pt x="191493" y="30789"/>
                </a:lnTo>
                <a:lnTo>
                  <a:pt x="222746" y="43893"/>
                </a:lnTo>
                <a:lnTo>
                  <a:pt x="249515" y="64523"/>
                </a:lnTo>
                <a:lnTo>
                  <a:pt x="254056" y="70438"/>
                </a:lnTo>
                <a:close/>
              </a:path>
              <a:path w="314960" h="314960">
                <a:moveTo>
                  <a:pt x="157186" y="314367"/>
                </a:moveTo>
                <a:lnTo>
                  <a:pt x="201094" y="308146"/>
                </a:lnTo>
                <a:lnTo>
                  <a:pt x="240450" y="290559"/>
                </a:lnTo>
                <a:lnTo>
                  <a:pt x="273310" y="263220"/>
                </a:lnTo>
                <a:lnTo>
                  <a:pt x="297733" y="227745"/>
                </a:lnTo>
                <a:lnTo>
                  <a:pt x="311774" y="185748"/>
                </a:lnTo>
                <a:lnTo>
                  <a:pt x="313079" y="178634"/>
                </a:lnTo>
                <a:lnTo>
                  <a:pt x="308375" y="171816"/>
                </a:lnTo>
                <a:lnTo>
                  <a:pt x="293995" y="169215"/>
                </a:lnTo>
                <a:lnTo>
                  <a:pt x="287309" y="173931"/>
                </a:lnTo>
                <a:lnTo>
                  <a:pt x="286014" y="181026"/>
                </a:lnTo>
                <a:lnTo>
                  <a:pt x="269969" y="223969"/>
                </a:lnTo>
                <a:lnTo>
                  <a:pt x="241042" y="257893"/>
                </a:lnTo>
                <a:lnTo>
                  <a:pt x="202394" y="280173"/>
                </a:lnTo>
                <a:lnTo>
                  <a:pt x="157182" y="288184"/>
                </a:lnTo>
                <a:lnTo>
                  <a:pt x="72486" y="288184"/>
                </a:lnTo>
                <a:lnTo>
                  <a:pt x="107554" y="306341"/>
                </a:lnTo>
                <a:lnTo>
                  <a:pt x="157186" y="314367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922903" y="1591280"/>
            <a:ext cx="274320" cy="263525"/>
          </a:xfrm>
          <a:custGeom>
            <a:avLst/>
            <a:gdLst/>
            <a:ahLst/>
            <a:cxnLst/>
            <a:rect l="l" t="t" r="r" b="b"/>
            <a:pathLst>
              <a:path w="274320" h="263525">
                <a:moveTo>
                  <a:pt x="71829" y="262977"/>
                </a:moveTo>
                <a:lnTo>
                  <a:pt x="42377" y="237922"/>
                </a:lnTo>
                <a:lnTo>
                  <a:pt x="42302" y="236333"/>
                </a:lnTo>
                <a:lnTo>
                  <a:pt x="56658" y="168590"/>
                </a:lnTo>
                <a:lnTo>
                  <a:pt x="5049" y="122060"/>
                </a:lnTo>
                <a:lnTo>
                  <a:pt x="2340" y="117554"/>
                </a:lnTo>
                <a:lnTo>
                  <a:pt x="0" y="107905"/>
                </a:lnTo>
                <a:lnTo>
                  <a:pt x="192" y="103008"/>
                </a:lnTo>
                <a:lnTo>
                  <a:pt x="87391" y="73955"/>
                </a:lnTo>
                <a:lnTo>
                  <a:pt x="115676" y="10509"/>
                </a:lnTo>
                <a:lnTo>
                  <a:pt x="119114" y="6537"/>
                </a:lnTo>
                <a:lnTo>
                  <a:pt x="127605" y="1315"/>
                </a:lnTo>
                <a:lnTo>
                  <a:pt x="132306" y="0"/>
                </a:lnTo>
                <a:lnTo>
                  <a:pt x="141955" y="0"/>
                </a:lnTo>
                <a:lnTo>
                  <a:pt x="146670" y="1315"/>
                </a:lnTo>
                <a:lnTo>
                  <a:pt x="155121" y="6537"/>
                </a:lnTo>
                <a:lnTo>
                  <a:pt x="158572" y="10509"/>
                </a:lnTo>
                <a:lnTo>
                  <a:pt x="164490" y="23779"/>
                </a:lnTo>
                <a:lnTo>
                  <a:pt x="136278" y="23779"/>
                </a:lnTo>
                <a:lnTo>
                  <a:pt x="135640" y="24195"/>
                </a:lnTo>
                <a:lnTo>
                  <a:pt x="104607" y="93775"/>
                </a:lnTo>
                <a:lnTo>
                  <a:pt x="100921" y="96445"/>
                </a:lnTo>
                <a:lnTo>
                  <a:pt x="25156" y="104441"/>
                </a:lnTo>
                <a:lnTo>
                  <a:pt x="24570" y="104922"/>
                </a:lnTo>
                <a:lnTo>
                  <a:pt x="24023" y="106602"/>
                </a:lnTo>
                <a:lnTo>
                  <a:pt x="24218" y="107345"/>
                </a:lnTo>
                <a:lnTo>
                  <a:pt x="80806" y="158341"/>
                </a:lnTo>
                <a:lnTo>
                  <a:pt x="82208" y="162665"/>
                </a:lnTo>
                <a:lnTo>
                  <a:pt x="66404" y="237219"/>
                </a:lnTo>
                <a:lnTo>
                  <a:pt x="66690" y="237922"/>
                </a:lnTo>
                <a:lnTo>
                  <a:pt x="68117" y="238938"/>
                </a:lnTo>
                <a:lnTo>
                  <a:pt x="68873" y="238977"/>
                </a:lnTo>
                <a:lnTo>
                  <a:pt x="116538" y="238977"/>
                </a:lnTo>
                <a:lnTo>
                  <a:pt x="76960" y="261792"/>
                </a:lnTo>
                <a:lnTo>
                  <a:pt x="71829" y="262977"/>
                </a:lnTo>
                <a:close/>
              </a:path>
              <a:path w="274320" h="263525">
                <a:moveTo>
                  <a:pt x="231830" y="239211"/>
                </a:moveTo>
                <a:lnTo>
                  <a:pt x="205831" y="239211"/>
                </a:lnTo>
                <a:lnTo>
                  <a:pt x="207633" y="237909"/>
                </a:lnTo>
                <a:lnTo>
                  <a:pt x="207886" y="237206"/>
                </a:lnTo>
                <a:lnTo>
                  <a:pt x="192079" y="162665"/>
                </a:lnTo>
                <a:lnTo>
                  <a:pt x="193513" y="158328"/>
                </a:lnTo>
                <a:lnTo>
                  <a:pt x="250082" y="107332"/>
                </a:lnTo>
                <a:lnTo>
                  <a:pt x="250277" y="106602"/>
                </a:lnTo>
                <a:lnTo>
                  <a:pt x="249730" y="104922"/>
                </a:lnTo>
                <a:lnTo>
                  <a:pt x="249144" y="104441"/>
                </a:lnTo>
                <a:lnTo>
                  <a:pt x="173374" y="96445"/>
                </a:lnTo>
                <a:lnTo>
                  <a:pt x="169701" y="93775"/>
                </a:lnTo>
                <a:lnTo>
                  <a:pt x="138674" y="24195"/>
                </a:lnTo>
                <a:lnTo>
                  <a:pt x="138049" y="23779"/>
                </a:lnTo>
                <a:lnTo>
                  <a:pt x="164490" y="23779"/>
                </a:lnTo>
                <a:lnTo>
                  <a:pt x="186870" y="73968"/>
                </a:lnTo>
                <a:lnTo>
                  <a:pt x="255981" y="81273"/>
                </a:lnTo>
                <a:lnTo>
                  <a:pt x="260813" y="83331"/>
                </a:lnTo>
                <a:lnTo>
                  <a:pt x="268379" y="89751"/>
                </a:lnTo>
                <a:lnTo>
                  <a:pt x="271087" y="93827"/>
                </a:lnTo>
                <a:lnTo>
                  <a:pt x="274078" y="103008"/>
                </a:lnTo>
                <a:lnTo>
                  <a:pt x="274278" y="107905"/>
                </a:lnTo>
                <a:lnTo>
                  <a:pt x="273171" y="112593"/>
                </a:lnTo>
                <a:lnTo>
                  <a:pt x="271947" y="117606"/>
                </a:lnTo>
                <a:lnTo>
                  <a:pt x="269238" y="122112"/>
                </a:lnTo>
                <a:lnTo>
                  <a:pt x="217656" y="168616"/>
                </a:lnTo>
                <a:lnTo>
                  <a:pt x="232006" y="236333"/>
                </a:lnTo>
                <a:lnTo>
                  <a:pt x="231942" y="237922"/>
                </a:lnTo>
                <a:lnTo>
                  <a:pt x="231830" y="239211"/>
                </a:lnTo>
                <a:close/>
              </a:path>
              <a:path w="274320" h="263525">
                <a:moveTo>
                  <a:pt x="116538" y="238977"/>
                </a:moveTo>
                <a:lnTo>
                  <a:pt x="68873" y="238977"/>
                </a:lnTo>
                <a:lnTo>
                  <a:pt x="131212" y="203035"/>
                </a:lnTo>
                <a:lnTo>
                  <a:pt x="133035" y="202006"/>
                </a:lnTo>
                <a:lnTo>
                  <a:pt x="135080" y="201459"/>
                </a:lnTo>
                <a:lnTo>
                  <a:pt x="139234" y="201459"/>
                </a:lnTo>
                <a:lnTo>
                  <a:pt x="141278" y="202006"/>
                </a:lnTo>
                <a:lnTo>
                  <a:pt x="184796" y="227087"/>
                </a:lnTo>
                <a:lnTo>
                  <a:pt x="137163" y="227087"/>
                </a:lnTo>
                <a:lnTo>
                  <a:pt x="116538" y="238977"/>
                </a:lnTo>
                <a:close/>
              </a:path>
              <a:path w="274320" h="263525">
                <a:moveTo>
                  <a:pt x="206391" y="262652"/>
                </a:moveTo>
                <a:lnTo>
                  <a:pt x="201221" y="262652"/>
                </a:lnTo>
                <a:lnTo>
                  <a:pt x="196755" y="261441"/>
                </a:lnTo>
                <a:lnTo>
                  <a:pt x="137163" y="227087"/>
                </a:lnTo>
                <a:lnTo>
                  <a:pt x="184796" y="227087"/>
                </a:lnTo>
                <a:lnTo>
                  <a:pt x="205831" y="239211"/>
                </a:lnTo>
                <a:lnTo>
                  <a:pt x="231830" y="239211"/>
                </a:lnTo>
                <a:lnTo>
                  <a:pt x="207029" y="262626"/>
                </a:lnTo>
                <a:lnTo>
                  <a:pt x="206391" y="262652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29684" y="814138"/>
            <a:ext cx="379901" cy="37990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49098" y="4264705"/>
            <a:ext cx="8106269" cy="476498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574573" y="3447976"/>
            <a:ext cx="374650" cy="514350"/>
          </a:xfrm>
          <a:custGeom>
            <a:avLst/>
            <a:gdLst/>
            <a:ahLst/>
            <a:cxnLst/>
            <a:rect l="l" t="t" r="r" b="b"/>
            <a:pathLst>
              <a:path w="374650" h="514350">
                <a:moveTo>
                  <a:pt x="70273" y="514350"/>
                </a:moveTo>
                <a:lnTo>
                  <a:pt x="0" y="514350"/>
                </a:lnTo>
                <a:lnTo>
                  <a:pt x="0" y="0"/>
                </a:lnTo>
                <a:lnTo>
                  <a:pt x="239395" y="0"/>
                </a:lnTo>
                <a:lnTo>
                  <a:pt x="252035" y="297"/>
                </a:lnTo>
                <a:lnTo>
                  <a:pt x="301128" y="7600"/>
                </a:lnTo>
                <a:lnTo>
                  <a:pt x="341788" y="28098"/>
                </a:lnTo>
                <a:lnTo>
                  <a:pt x="367462" y="62230"/>
                </a:lnTo>
                <a:lnTo>
                  <a:pt x="74295" y="62230"/>
                </a:lnTo>
                <a:lnTo>
                  <a:pt x="74295" y="238760"/>
                </a:lnTo>
                <a:lnTo>
                  <a:pt x="363673" y="238760"/>
                </a:lnTo>
                <a:lnTo>
                  <a:pt x="362585" y="240982"/>
                </a:lnTo>
                <a:lnTo>
                  <a:pt x="331470" y="274955"/>
                </a:lnTo>
                <a:lnTo>
                  <a:pt x="288290" y="294957"/>
                </a:lnTo>
                <a:lnTo>
                  <a:pt x="239395" y="301625"/>
                </a:lnTo>
                <a:lnTo>
                  <a:pt x="74295" y="301625"/>
                </a:lnTo>
                <a:lnTo>
                  <a:pt x="74295" y="510540"/>
                </a:lnTo>
                <a:lnTo>
                  <a:pt x="70273" y="514350"/>
                </a:lnTo>
                <a:close/>
              </a:path>
              <a:path w="374650" h="514350">
                <a:moveTo>
                  <a:pt x="363673" y="238760"/>
                </a:moveTo>
                <a:lnTo>
                  <a:pt x="233680" y="238760"/>
                </a:lnTo>
                <a:lnTo>
                  <a:pt x="247411" y="237946"/>
                </a:lnTo>
                <a:lnTo>
                  <a:pt x="260032" y="235505"/>
                </a:lnTo>
                <a:lnTo>
                  <a:pt x="296703" y="208835"/>
                </a:lnTo>
                <a:lnTo>
                  <a:pt x="301625" y="184150"/>
                </a:lnTo>
                <a:lnTo>
                  <a:pt x="301537" y="102870"/>
                </a:lnTo>
                <a:lnTo>
                  <a:pt x="277177" y="69215"/>
                </a:lnTo>
                <a:lnTo>
                  <a:pt x="236855" y="62230"/>
                </a:lnTo>
                <a:lnTo>
                  <a:pt x="367462" y="62230"/>
                </a:lnTo>
                <a:lnTo>
                  <a:pt x="368220" y="63817"/>
                </a:lnTo>
                <a:lnTo>
                  <a:pt x="371792" y="75565"/>
                </a:lnTo>
                <a:lnTo>
                  <a:pt x="373935" y="88582"/>
                </a:lnTo>
                <a:lnTo>
                  <a:pt x="374650" y="102870"/>
                </a:lnTo>
                <a:lnTo>
                  <a:pt x="374650" y="192405"/>
                </a:lnTo>
                <a:lnTo>
                  <a:pt x="373895" y="205918"/>
                </a:lnTo>
                <a:lnTo>
                  <a:pt x="371633" y="218519"/>
                </a:lnTo>
                <a:lnTo>
                  <a:pt x="367863" y="230207"/>
                </a:lnTo>
                <a:lnTo>
                  <a:pt x="363673" y="238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12724" y="3595296"/>
            <a:ext cx="294005" cy="367665"/>
          </a:xfrm>
          <a:custGeom>
            <a:avLst/>
            <a:gdLst/>
            <a:ahLst/>
            <a:cxnLst/>
            <a:rect l="l" t="t" r="r" b="b"/>
            <a:pathLst>
              <a:path w="294004" h="367664">
                <a:moveTo>
                  <a:pt x="26670" y="66039"/>
                </a:moveTo>
                <a:lnTo>
                  <a:pt x="26670" y="5079"/>
                </a:lnTo>
                <a:lnTo>
                  <a:pt x="69453" y="1944"/>
                </a:lnTo>
                <a:lnTo>
                  <a:pt x="114935" y="158"/>
                </a:lnTo>
                <a:lnTo>
                  <a:pt x="133985" y="0"/>
                </a:lnTo>
                <a:lnTo>
                  <a:pt x="147855" y="119"/>
                </a:lnTo>
                <a:lnTo>
                  <a:pt x="188277" y="1905"/>
                </a:lnTo>
                <a:lnTo>
                  <a:pt x="236220" y="10477"/>
                </a:lnTo>
                <a:lnTo>
                  <a:pt x="272097" y="30162"/>
                </a:lnTo>
                <a:lnTo>
                  <a:pt x="288992" y="60960"/>
                </a:lnTo>
                <a:lnTo>
                  <a:pt x="132715" y="60960"/>
                </a:lnTo>
                <a:lnTo>
                  <a:pt x="116681" y="61118"/>
                </a:lnTo>
                <a:lnTo>
                  <a:pt x="99060" y="61595"/>
                </a:lnTo>
                <a:lnTo>
                  <a:pt x="89971" y="61952"/>
                </a:lnTo>
                <a:lnTo>
                  <a:pt x="81121" y="62388"/>
                </a:lnTo>
                <a:lnTo>
                  <a:pt x="72509" y="62904"/>
                </a:lnTo>
                <a:lnTo>
                  <a:pt x="26670" y="66039"/>
                </a:lnTo>
                <a:close/>
              </a:path>
              <a:path w="294004" h="367664">
                <a:moveTo>
                  <a:pt x="294005" y="129540"/>
                </a:moveTo>
                <a:lnTo>
                  <a:pt x="220980" y="129540"/>
                </a:lnTo>
                <a:lnTo>
                  <a:pt x="220980" y="110490"/>
                </a:lnTo>
                <a:lnTo>
                  <a:pt x="220067" y="97948"/>
                </a:lnTo>
                <a:lnTo>
                  <a:pt x="197008" y="65881"/>
                </a:lnTo>
                <a:lnTo>
                  <a:pt x="166264" y="60960"/>
                </a:lnTo>
                <a:lnTo>
                  <a:pt x="288992" y="60960"/>
                </a:lnTo>
                <a:lnTo>
                  <a:pt x="293766" y="106521"/>
                </a:lnTo>
                <a:lnTo>
                  <a:pt x="294005" y="123190"/>
                </a:lnTo>
                <a:lnTo>
                  <a:pt x="294005" y="129540"/>
                </a:lnTo>
                <a:close/>
              </a:path>
              <a:path w="294004" h="367664">
                <a:moveTo>
                  <a:pt x="99695" y="367665"/>
                </a:moveTo>
                <a:lnTo>
                  <a:pt x="59055" y="363299"/>
                </a:lnTo>
                <a:lnTo>
                  <a:pt x="15359" y="337442"/>
                </a:lnTo>
                <a:lnTo>
                  <a:pt x="0" y="281305"/>
                </a:lnTo>
                <a:lnTo>
                  <a:pt x="0" y="207010"/>
                </a:lnTo>
                <a:lnTo>
                  <a:pt x="12243" y="166330"/>
                </a:lnTo>
                <a:lnTo>
                  <a:pt x="43576" y="139541"/>
                </a:lnTo>
                <a:lnTo>
                  <a:pt x="87094" y="127000"/>
                </a:lnTo>
                <a:lnTo>
                  <a:pt x="116284" y="126047"/>
                </a:lnTo>
                <a:lnTo>
                  <a:pt x="126702" y="126126"/>
                </a:lnTo>
                <a:lnTo>
                  <a:pt x="158511" y="127000"/>
                </a:lnTo>
                <a:lnTo>
                  <a:pt x="177800" y="127635"/>
                </a:lnTo>
                <a:lnTo>
                  <a:pt x="184996" y="128058"/>
                </a:lnTo>
                <a:lnTo>
                  <a:pt x="192193" y="128375"/>
                </a:lnTo>
                <a:lnTo>
                  <a:pt x="206586" y="128799"/>
                </a:lnTo>
                <a:lnTo>
                  <a:pt x="213783" y="129116"/>
                </a:lnTo>
                <a:lnTo>
                  <a:pt x="220980" y="129540"/>
                </a:lnTo>
                <a:lnTo>
                  <a:pt x="294005" y="129540"/>
                </a:lnTo>
                <a:lnTo>
                  <a:pt x="294005" y="187642"/>
                </a:lnTo>
                <a:lnTo>
                  <a:pt x="131445" y="187642"/>
                </a:lnTo>
                <a:lnTo>
                  <a:pt x="122713" y="187721"/>
                </a:lnTo>
                <a:lnTo>
                  <a:pt x="83502" y="197485"/>
                </a:lnTo>
                <a:lnTo>
                  <a:pt x="71120" y="225425"/>
                </a:lnTo>
                <a:lnTo>
                  <a:pt x="71120" y="267335"/>
                </a:lnTo>
                <a:lnTo>
                  <a:pt x="92154" y="300017"/>
                </a:lnTo>
                <a:lnTo>
                  <a:pt x="131048" y="305831"/>
                </a:lnTo>
                <a:lnTo>
                  <a:pt x="294005" y="305851"/>
                </a:lnTo>
                <a:lnTo>
                  <a:pt x="294005" y="346286"/>
                </a:lnTo>
                <a:lnTo>
                  <a:pt x="291782" y="352530"/>
                </a:lnTo>
                <a:lnTo>
                  <a:pt x="282892" y="363114"/>
                </a:lnTo>
                <a:lnTo>
                  <a:pt x="277071" y="365760"/>
                </a:lnTo>
                <a:lnTo>
                  <a:pt x="269875" y="365760"/>
                </a:lnTo>
                <a:lnTo>
                  <a:pt x="99695" y="367665"/>
                </a:lnTo>
                <a:close/>
              </a:path>
              <a:path w="294004" h="367664">
                <a:moveTo>
                  <a:pt x="294005" y="305851"/>
                </a:moveTo>
                <a:lnTo>
                  <a:pt x="139600" y="305851"/>
                </a:lnTo>
                <a:lnTo>
                  <a:pt x="156825" y="305573"/>
                </a:lnTo>
                <a:lnTo>
                  <a:pt x="180340" y="304800"/>
                </a:lnTo>
                <a:lnTo>
                  <a:pt x="186266" y="304376"/>
                </a:lnTo>
                <a:lnTo>
                  <a:pt x="191981" y="304165"/>
                </a:lnTo>
                <a:lnTo>
                  <a:pt x="202988" y="304165"/>
                </a:lnTo>
                <a:lnTo>
                  <a:pt x="208491" y="303953"/>
                </a:lnTo>
                <a:lnTo>
                  <a:pt x="213995" y="303530"/>
                </a:lnTo>
                <a:lnTo>
                  <a:pt x="219075" y="303530"/>
                </a:lnTo>
                <a:lnTo>
                  <a:pt x="221615" y="301201"/>
                </a:lnTo>
                <a:lnTo>
                  <a:pt x="221615" y="191135"/>
                </a:lnTo>
                <a:lnTo>
                  <a:pt x="215688" y="190711"/>
                </a:lnTo>
                <a:lnTo>
                  <a:pt x="209550" y="190394"/>
                </a:lnTo>
                <a:lnTo>
                  <a:pt x="196850" y="189970"/>
                </a:lnTo>
                <a:lnTo>
                  <a:pt x="190711" y="189653"/>
                </a:lnTo>
                <a:lnTo>
                  <a:pt x="184785" y="189230"/>
                </a:lnTo>
                <a:lnTo>
                  <a:pt x="140493" y="187721"/>
                </a:lnTo>
                <a:lnTo>
                  <a:pt x="131445" y="187642"/>
                </a:lnTo>
                <a:lnTo>
                  <a:pt x="294005" y="187642"/>
                </a:lnTo>
                <a:lnTo>
                  <a:pt x="294005" y="3058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392453" y="3448611"/>
            <a:ext cx="81280" cy="91440"/>
          </a:xfrm>
          <a:custGeom>
            <a:avLst/>
            <a:gdLst/>
            <a:ahLst/>
            <a:cxnLst/>
            <a:rect l="l" t="t" r="r" b="b"/>
            <a:pathLst>
              <a:path w="81279" h="91439">
                <a:moveTo>
                  <a:pt x="81279" y="91440"/>
                </a:moveTo>
                <a:lnTo>
                  <a:pt x="0" y="91440"/>
                </a:lnTo>
                <a:lnTo>
                  <a:pt x="0" y="0"/>
                </a:lnTo>
                <a:lnTo>
                  <a:pt x="81279" y="0"/>
                </a:lnTo>
                <a:lnTo>
                  <a:pt x="81279" y="91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396899" y="3596640"/>
            <a:ext cx="73660" cy="365760"/>
          </a:xfrm>
          <a:custGeom>
            <a:avLst/>
            <a:gdLst/>
            <a:ahLst/>
            <a:cxnLst/>
            <a:rect l="l" t="t" r="r" b="b"/>
            <a:pathLst>
              <a:path w="73660" h="365760">
                <a:moveTo>
                  <a:pt x="0" y="0"/>
                </a:moveTo>
                <a:lnTo>
                  <a:pt x="73659" y="0"/>
                </a:lnTo>
                <a:lnTo>
                  <a:pt x="73659" y="365759"/>
                </a:lnTo>
                <a:lnTo>
                  <a:pt x="0" y="3657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566443" y="3596566"/>
            <a:ext cx="308610" cy="366395"/>
          </a:xfrm>
          <a:custGeom>
            <a:avLst/>
            <a:gdLst/>
            <a:ahLst/>
            <a:cxnLst/>
            <a:rect l="l" t="t" r="r" b="b"/>
            <a:pathLst>
              <a:path w="308610" h="366395">
                <a:moveTo>
                  <a:pt x="305223" y="366395"/>
                </a:moveTo>
                <a:lnTo>
                  <a:pt x="234949" y="366395"/>
                </a:lnTo>
                <a:lnTo>
                  <a:pt x="234949" y="131444"/>
                </a:lnTo>
                <a:lnTo>
                  <a:pt x="233699" y="112772"/>
                </a:lnTo>
                <a:lnTo>
                  <a:pt x="214947" y="76517"/>
                </a:lnTo>
                <a:lnTo>
                  <a:pt x="175478" y="63122"/>
                </a:lnTo>
                <a:lnTo>
                  <a:pt x="158114" y="62230"/>
                </a:lnTo>
                <a:lnTo>
                  <a:pt x="75988" y="63500"/>
                </a:lnTo>
                <a:lnTo>
                  <a:pt x="74294" y="64981"/>
                </a:lnTo>
                <a:lnTo>
                  <a:pt x="74294" y="362796"/>
                </a:lnTo>
                <a:lnTo>
                  <a:pt x="71119" y="366395"/>
                </a:lnTo>
                <a:lnTo>
                  <a:pt x="0" y="366395"/>
                </a:lnTo>
                <a:lnTo>
                  <a:pt x="0" y="16298"/>
                </a:lnTo>
                <a:lnTo>
                  <a:pt x="1799" y="11429"/>
                </a:lnTo>
                <a:lnTo>
                  <a:pt x="8995" y="3810"/>
                </a:lnTo>
                <a:lnTo>
                  <a:pt x="13758" y="1904"/>
                </a:lnTo>
                <a:lnTo>
                  <a:pt x="169544" y="0"/>
                </a:lnTo>
                <a:lnTo>
                  <a:pt x="188436" y="416"/>
                </a:lnTo>
                <a:lnTo>
                  <a:pt x="235584" y="6667"/>
                </a:lnTo>
                <a:lnTo>
                  <a:pt x="278447" y="28575"/>
                </a:lnTo>
                <a:lnTo>
                  <a:pt x="301624" y="68897"/>
                </a:lnTo>
                <a:lnTo>
                  <a:pt x="308173" y="113129"/>
                </a:lnTo>
                <a:lnTo>
                  <a:pt x="308609" y="130810"/>
                </a:lnTo>
                <a:lnTo>
                  <a:pt x="308609" y="3625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138311" y="3447976"/>
            <a:ext cx="374650" cy="514350"/>
          </a:xfrm>
          <a:custGeom>
            <a:avLst/>
            <a:gdLst/>
            <a:ahLst/>
            <a:cxnLst/>
            <a:rect l="l" t="t" r="r" b="b"/>
            <a:pathLst>
              <a:path w="374650" h="514350">
                <a:moveTo>
                  <a:pt x="70273" y="514350"/>
                </a:moveTo>
                <a:lnTo>
                  <a:pt x="0" y="514350"/>
                </a:lnTo>
                <a:lnTo>
                  <a:pt x="0" y="0"/>
                </a:lnTo>
                <a:lnTo>
                  <a:pt x="239395" y="0"/>
                </a:lnTo>
                <a:lnTo>
                  <a:pt x="252035" y="297"/>
                </a:lnTo>
                <a:lnTo>
                  <a:pt x="301128" y="7600"/>
                </a:lnTo>
                <a:lnTo>
                  <a:pt x="341788" y="28098"/>
                </a:lnTo>
                <a:lnTo>
                  <a:pt x="367462" y="62230"/>
                </a:lnTo>
                <a:lnTo>
                  <a:pt x="74295" y="62230"/>
                </a:lnTo>
                <a:lnTo>
                  <a:pt x="74295" y="238760"/>
                </a:lnTo>
                <a:lnTo>
                  <a:pt x="363673" y="238760"/>
                </a:lnTo>
                <a:lnTo>
                  <a:pt x="362585" y="240982"/>
                </a:lnTo>
                <a:lnTo>
                  <a:pt x="331470" y="274955"/>
                </a:lnTo>
                <a:lnTo>
                  <a:pt x="288290" y="294957"/>
                </a:lnTo>
                <a:lnTo>
                  <a:pt x="239395" y="301625"/>
                </a:lnTo>
                <a:lnTo>
                  <a:pt x="74295" y="301625"/>
                </a:lnTo>
                <a:lnTo>
                  <a:pt x="74295" y="510540"/>
                </a:lnTo>
                <a:lnTo>
                  <a:pt x="70273" y="514350"/>
                </a:lnTo>
                <a:close/>
              </a:path>
              <a:path w="374650" h="514350">
                <a:moveTo>
                  <a:pt x="363673" y="238760"/>
                </a:moveTo>
                <a:lnTo>
                  <a:pt x="233680" y="238760"/>
                </a:lnTo>
                <a:lnTo>
                  <a:pt x="247411" y="237946"/>
                </a:lnTo>
                <a:lnTo>
                  <a:pt x="260032" y="235505"/>
                </a:lnTo>
                <a:lnTo>
                  <a:pt x="296703" y="208835"/>
                </a:lnTo>
                <a:lnTo>
                  <a:pt x="301625" y="184150"/>
                </a:lnTo>
                <a:lnTo>
                  <a:pt x="301537" y="102870"/>
                </a:lnTo>
                <a:lnTo>
                  <a:pt x="277177" y="69215"/>
                </a:lnTo>
                <a:lnTo>
                  <a:pt x="236855" y="62230"/>
                </a:lnTo>
                <a:lnTo>
                  <a:pt x="367462" y="62230"/>
                </a:lnTo>
                <a:lnTo>
                  <a:pt x="368220" y="63817"/>
                </a:lnTo>
                <a:lnTo>
                  <a:pt x="371792" y="75565"/>
                </a:lnTo>
                <a:lnTo>
                  <a:pt x="373935" y="88582"/>
                </a:lnTo>
                <a:lnTo>
                  <a:pt x="374650" y="102870"/>
                </a:lnTo>
                <a:lnTo>
                  <a:pt x="374650" y="192405"/>
                </a:lnTo>
                <a:lnTo>
                  <a:pt x="373895" y="205918"/>
                </a:lnTo>
                <a:lnTo>
                  <a:pt x="371633" y="218519"/>
                </a:lnTo>
                <a:lnTo>
                  <a:pt x="367863" y="230207"/>
                </a:lnTo>
                <a:lnTo>
                  <a:pt x="363673" y="238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573286" y="3596566"/>
            <a:ext cx="330200" cy="366395"/>
          </a:xfrm>
          <a:custGeom>
            <a:avLst/>
            <a:gdLst/>
            <a:ahLst/>
            <a:cxnLst/>
            <a:rect l="l" t="t" r="r" b="b"/>
            <a:pathLst>
              <a:path w="330200" h="366395">
                <a:moveTo>
                  <a:pt x="194310" y="366395"/>
                </a:moveTo>
                <a:lnTo>
                  <a:pt x="137160" y="366395"/>
                </a:lnTo>
                <a:lnTo>
                  <a:pt x="121979" y="365164"/>
                </a:lnTo>
                <a:lnTo>
                  <a:pt x="80962" y="354330"/>
                </a:lnTo>
                <a:lnTo>
                  <a:pt x="47267" y="333494"/>
                </a:lnTo>
                <a:lnTo>
                  <a:pt x="21748" y="303688"/>
                </a:lnTo>
                <a:lnTo>
                  <a:pt x="5536" y="266025"/>
                </a:lnTo>
                <a:lnTo>
                  <a:pt x="0" y="221615"/>
                </a:lnTo>
                <a:lnTo>
                  <a:pt x="45" y="146050"/>
                </a:lnTo>
                <a:lnTo>
                  <a:pt x="5179" y="101183"/>
                </a:lnTo>
                <a:lnTo>
                  <a:pt x="20478" y="62230"/>
                </a:lnTo>
                <a:lnTo>
                  <a:pt x="45124" y="31809"/>
                </a:lnTo>
                <a:lnTo>
                  <a:pt x="79057" y="10795"/>
                </a:lnTo>
                <a:lnTo>
                  <a:pt x="121384" y="674"/>
                </a:lnTo>
                <a:lnTo>
                  <a:pt x="137160" y="0"/>
                </a:lnTo>
                <a:lnTo>
                  <a:pt x="194310" y="0"/>
                </a:lnTo>
                <a:lnTo>
                  <a:pt x="241339" y="6250"/>
                </a:lnTo>
                <a:lnTo>
                  <a:pt x="277891" y="24447"/>
                </a:lnTo>
                <a:lnTo>
                  <a:pt x="304740" y="52665"/>
                </a:lnTo>
                <a:lnTo>
                  <a:pt x="308967" y="59690"/>
                </a:lnTo>
                <a:lnTo>
                  <a:pt x="147955" y="59690"/>
                </a:lnTo>
                <a:lnTo>
                  <a:pt x="129043" y="61198"/>
                </a:lnTo>
                <a:lnTo>
                  <a:pt x="89217" y="83820"/>
                </a:lnTo>
                <a:lnTo>
                  <a:pt x="72251" y="127873"/>
                </a:lnTo>
                <a:lnTo>
                  <a:pt x="71120" y="146050"/>
                </a:lnTo>
                <a:lnTo>
                  <a:pt x="71120" y="219710"/>
                </a:lnTo>
                <a:lnTo>
                  <a:pt x="82907" y="270609"/>
                </a:lnTo>
                <a:lnTo>
                  <a:pt x="116840" y="301386"/>
                </a:lnTo>
                <a:lnTo>
                  <a:pt x="149225" y="307340"/>
                </a:lnTo>
                <a:lnTo>
                  <a:pt x="307844" y="307340"/>
                </a:lnTo>
                <a:lnTo>
                  <a:pt x="307260" y="308371"/>
                </a:lnTo>
                <a:lnTo>
                  <a:pt x="281225" y="337581"/>
                </a:lnTo>
                <a:lnTo>
                  <a:pt x="247650" y="356870"/>
                </a:lnTo>
                <a:lnTo>
                  <a:pt x="208359" y="365799"/>
                </a:lnTo>
                <a:lnTo>
                  <a:pt x="194310" y="366395"/>
                </a:lnTo>
                <a:close/>
              </a:path>
              <a:path w="330200" h="366395">
                <a:moveTo>
                  <a:pt x="307844" y="307340"/>
                </a:moveTo>
                <a:lnTo>
                  <a:pt x="180975" y="307340"/>
                </a:lnTo>
                <a:lnTo>
                  <a:pt x="198874" y="304522"/>
                </a:lnTo>
                <a:lnTo>
                  <a:pt x="214471" y="299243"/>
                </a:lnTo>
                <a:lnTo>
                  <a:pt x="247372" y="268803"/>
                </a:lnTo>
                <a:lnTo>
                  <a:pt x="258362" y="219710"/>
                </a:lnTo>
                <a:lnTo>
                  <a:pt x="258387" y="146050"/>
                </a:lnTo>
                <a:lnTo>
                  <a:pt x="258206" y="140017"/>
                </a:lnTo>
                <a:lnTo>
                  <a:pt x="249465" y="101183"/>
                </a:lnTo>
                <a:lnTo>
                  <a:pt x="224591" y="71874"/>
                </a:lnTo>
                <a:lnTo>
                  <a:pt x="180975" y="59690"/>
                </a:lnTo>
                <a:lnTo>
                  <a:pt x="308967" y="59690"/>
                </a:lnTo>
                <a:lnTo>
                  <a:pt x="325556" y="102969"/>
                </a:lnTo>
                <a:lnTo>
                  <a:pt x="330157" y="146050"/>
                </a:lnTo>
                <a:lnTo>
                  <a:pt x="330200" y="221615"/>
                </a:lnTo>
                <a:lnTo>
                  <a:pt x="329530" y="238700"/>
                </a:lnTo>
                <a:lnTo>
                  <a:pt x="327580" y="254555"/>
                </a:lnTo>
                <a:lnTo>
                  <a:pt x="324306" y="269537"/>
                </a:lnTo>
                <a:lnTo>
                  <a:pt x="319722" y="283527"/>
                </a:lnTo>
                <a:lnTo>
                  <a:pt x="313987" y="296485"/>
                </a:lnTo>
                <a:lnTo>
                  <a:pt x="307844" y="307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982225" y="3448611"/>
            <a:ext cx="81280" cy="91440"/>
          </a:xfrm>
          <a:custGeom>
            <a:avLst/>
            <a:gdLst/>
            <a:ahLst/>
            <a:cxnLst/>
            <a:rect l="l" t="t" r="r" b="b"/>
            <a:pathLst>
              <a:path w="81279" h="91439">
                <a:moveTo>
                  <a:pt x="81280" y="91440"/>
                </a:moveTo>
                <a:lnTo>
                  <a:pt x="0" y="91440"/>
                </a:lnTo>
                <a:lnTo>
                  <a:pt x="0" y="0"/>
                </a:lnTo>
                <a:lnTo>
                  <a:pt x="81280" y="0"/>
                </a:lnTo>
                <a:lnTo>
                  <a:pt x="81280" y="91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986671" y="3596640"/>
            <a:ext cx="73660" cy="365760"/>
          </a:xfrm>
          <a:custGeom>
            <a:avLst/>
            <a:gdLst/>
            <a:ahLst/>
            <a:cxnLst/>
            <a:rect l="l" t="t" r="r" b="b"/>
            <a:pathLst>
              <a:path w="73660" h="365760">
                <a:moveTo>
                  <a:pt x="0" y="0"/>
                </a:moveTo>
                <a:lnTo>
                  <a:pt x="73659" y="0"/>
                </a:lnTo>
                <a:lnTo>
                  <a:pt x="73659" y="365759"/>
                </a:lnTo>
                <a:lnTo>
                  <a:pt x="0" y="3657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156215" y="3596566"/>
            <a:ext cx="308610" cy="366395"/>
          </a:xfrm>
          <a:custGeom>
            <a:avLst/>
            <a:gdLst/>
            <a:ahLst/>
            <a:cxnLst/>
            <a:rect l="l" t="t" r="r" b="b"/>
            <a:pathLst>
              <a:path w="308610" h="366395">
                <a:moveTo>
                  <a:pt x="305223" y="366395"/>
                </a:moveTo>
                <a:lnTo>
                  <a:pt x="234950" y="366395"/>
                </a:lnTo>
                <a:lnTo>
                  <a:pt x="234950" y="131444"/>
                </a:lnTo>
                <a:lnTo>
                  <a:pt x="233699" y="112772"/>
                </a:lnTo>
                <a:lnTo>
                  <a:pt x="214947" y="76517"/>
                </a:lnTo>
                <a:lnTo>
                  <a:pt x="175478" y="63122"/>
                </a:lnTo>
                <a:lnTo>
                  <a:pt x="158115" y="62230"/>
                </a:lnTo>
                <a:lnTo>
                  <a:pt x="75988" y="63500"/>
                </a:lnTo>
                <a:lnTo>
                  <a:pt x="74295" y="64981"/>
                </a:lnTo>
                <a:lnTo>
                  <a:pt x="74295" y="362796"/>
                </a:lnTo>
                <a:lnTo>
                  <a:pt x="71120" y="366395"/>
                </a:lnTo>
                <a:lnTo>
                  <a:pt x="0" y="366395"/>
                </a:lnTo>
                <a:lnTo>
                  <a:pt x="0" y="16298"/>
                </a:lnTo>
                <a:lnTo>
                  <a:pt x="1799" y="11429"/>
                </a:lnTo>
                <a:lnTo>
                  <a:pt x="8995" y="3810"/>
                </a:lnTo>
                <a:lnTo>
                  <a:pt x="13758" y="1904"/>
                </a:lnTo>
                <a:lnTo>
                  <a:pt x="169545" y="0"/>
                </a:lnTo>
                <a:lnTo>
                  <a:pt x="188436" y="416"/>
                </a:lnTo>
                <a:lnTo>
                  <a:pt x="235584" y="6667"/>
                </a:lnTo>
                <a:lnTo>
                  <a:pt x="278447" y="28575"/>
                </a:lnTo>
                <a:lnTo>
                  <a:pt x="301625" y="68897"/>
                </a:lnTo>
                <a:lnTo>
                  <a:pt x="308173" y="113129"/>
                </a:lnTo>
                <a:lnTo>
                  <a:pt x="308610" y="130810"/>
                </a:lnTo>
                <a:lnTo>
                  <a:pt x="308610" y="3625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516261" y="3487346"/>
            <a:ext cx="243840" cy="475615"/>
          </a:xfrm>
          <a:custGeom>
            <a:avLst/>
            <a:gdLst/>
            <a:ahLst/>
            <a:cxnLst/>
            <a:rect l="l" t="t" r="r" b="b"/>
            <a:pathLst>
              <a:path w="243840" h="475614">
                <a:moveTo>
                  <a:pt x="235373" y="475614"/>
                </a:moveTo>
                <a:lnTo>
                  <a:pt x="151130" y="475614"/>
                </a:lnTo>
                <a:lnTo>
                  <a:pt x="110013" y="469939"/>
                </a:lnTo>
                <a:lnTo>
                  <a:pt x="80645" y="452913"/>
                </a:lnTo>
                <a:lnTo>
                  <a:pt x="63023" y="424537"/>
                </a:lnTo>
                <a:lnTo>
                  <a:pt x="57150" y="384809"/>
                </a:lnTo>
                <a:lnTo>
                  <a:pt x="57150" y="171449"/>
                </a:lnTo>
                <a:lnTo>
                  <a:pt x="0" y="171449"/>
                </a:lnTo>
                <a:lnTo>
                  <a:pt x="0" y="109219"/>
                </a:lnTo>
                <a:lnTo>
                  <a:pt x="57150" y="109219"/>
                </a:lnTo>
                <a:lnTo>
                  <a:pt x="57150" y="0"/>
                </a:lnTo>
                <a:lnTo>
                  <a:pt x="131444" y="0"/>
                </a:lnTo>
                <a:lnTo>
                  <a:pt x="131444" y="109219"/>
                </a:lnTo>
                <a:lnTo>
                  <a:pt x="220344" y="109219"/>
                </a:lnTo>
                <a:lnTo>
                  <a:pt x="220344" y="168274"/>
                </a:lnTo>
                <a:lnTo>
                  <a:pt x="217381" y="171449"/>
                </a:lnTo>
                <a:lnTo>
                  <a:pt x="131444" y="171449"/>
                </a:lnTo>
                <a:lnTo>
                  <a:pt x="131444" y="379729"/>
                </a:lnTo>
                <a:lnTo>
                  <a:pt x="155495" y="411797"/>
                </a:lnTo>
                <a:lnTo>
                  <a:pt x="172085" y="413384"/>
                </a:lnTo>
                <a:lnTo>
                  <a:pt x="243839" y="413384"/>
                </a:lnTo>
                <a:lnTo>
                  <a:pt x="243839" y="466936"/>
                </a:lnTo>
                <a:lnTo>
                  <a:pt x="242675" y="469794"/>
                </a:lnTo>
                <a:lnTo>
                  <a:pt x="238019" y="474450"/>
                </a:lnTo>
                <a:lnTo>
                  <a:pt x="235373" y="475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599951" y="4893510"/>
            <a:ext cx="278765" cy="417195"/>
          </a:xfrm>
          <a:custGeom>
            <a:avLst/>
            <a:gdLst/>
            <a:ahLst/>
            <a:cxnLst/>
            <a:rect l="l" t="t" r="r" b="b"/>
            <a:pathLst>
              <a:path w="278764" h="417195">
                <a:moveTo>
                  <a:pt x="271610" y="417067"/>
                </a:moveTo>
                <a:lnTo>
                  <a:pt x="15070" y="417067"/>
                </a:lnTo>
                <a:lnTo>
                  <a:pt x="10583" y="415035"/>
                </a:lnTo>
                <a:lnTo>
                  <a:pt x="2116" y="406907"/>
                </a:lnTo>
                <a:lnTo>
                  <a:pt x="0" y="401997"/>
                </a:lnTo>
                <a:lnTo>
                  <a:pt x="0" y="343915"/>
                </a:lnTo>
                <a:lnTo>
                  <a:pt x="20150" y="305646"/>
                </a:lnTo>
                <a:lnTo>
                  <a:pt x="167354" y="180260"/>
                </a:lnTo>
                <a:lnTo>
                  <a:pt x="176752" y="171497"/>
                </a:lnTo>
                <a:lnTo>
                  <a:pt x="202353" y="140123"/>
                </a:lnTo>
                <a:lnTo>
                  <a:pt x="213359" y="109897"/>
                </a:lnTo>
                <a:lnTo>
                  <a:pt x="213359" y="93979"/>
                </a:lnTo>
                <a:lnTo>
                  <a:pt x="184488" y="56472"/>
                </a:lnTo>
                <a:lnTo>
                  <a:pt x="148335" y="50291"/>
                </a:lnTo>
                <a:lnTo>
                  <a:pt x="136567" y="50461"/>
                </a:lnTo>
                <a:lnTo>
                  <a:pt x="86058" y="54467"/>
                </a:lnTo>
                <a:lnTo>
                  <a:pt x="45973" y="61261"/>
                </a:lnTo>
                <a:lnTo>
                  <a:pt x="14731" y="69595"/>
                </a:lnTo>
                <a:lnTo>
                  <a:pt x="14731" y="18795"/>
                </a:lnTo>
                <a:lnTo>
                  <a:pt x="57403" y="7873"/>
                </a:lnTo>
                <a:lnTo>
                  <a:pt x="105505" y="1492"/>
                </a:lnTo>
                <a:lnTo>
                  <a:pt x="147827" y="0"/>
                </a:lnTo>
                <a:lnTo>
                  <a:pt x="160099" y="523"/>
                </a:lnTo>
                <a:lnTo>
                  <a:pt x="205533" y="8096"/>
                </a:lnTo>
                <a:lnTo>
                  <a:pt x="241649" y="26177"/>
                </a:lnTo>
                <a:lnTo>
                  <a:pt x="265112" y="56578"/>
                </a:lnTo>
                <a:lnTo>
                  <a:pt x="271779" y="88391"/>
                </a:lnTo>
                <a:lnTo>
                  <a:pt x="271779" y="101091"/>
                </a:lnTo>
                <a:lnTo>
                  <a:pt x="263175" y="141636"/>
                </a:lnTo>
                <a:lnTo>
                  <a:pt x="241744" y="178879"/>
                </a:lnTo>
                <a:lnTo>
                  <a:pt x="213883" y="209851"/>
                </a:lnTo>
                <a:lnTo>
                  <a:pt x="74506" y="327321"/>
                </a:lnTo>
                <a:lnTo>
                  <a:pt x="70442" y="331554"/>
                </a:lnTo>
                <a:lnTo>
                  <a:pt x="66717" y="335957"/>
                </a:lnTo>
                <a:lnTo>
                  <a:pt x="64685" y="338920"/>
                </a:lnTo>
                <a:lnTo>
                  <a:pt x="61298" y="345355"/>
                </a:lnTo>
                <a:lnTo>
                  <a:pt x="60451" y="348826"/>
                </a:lnTo>
                <a:lnTo>
                  <a:pt x="60451" y="367791"/>
                </a:lnTo>
                <a:lnTo>
                  <a:pt x="61806" y="368807"/>
                </a:lnTo>
                <a:lnTo>
                  <a:pt x="278383" y="368807"/>
                </a:lnTo>
                <a:lnTo>
                  <a:pt x="278383" y="409109"/>
                </a:lnTo>
                <a:lnTo>
                  <a:pt x="277452" y="411564"/>
                </a:lnTo>
                <a:lnTo>
                  <a:pt x="273727" y="415967"/>
                </a:lnTo>
                <a:lnTo>
                  <a:pt x="271610" y="4170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931167" y="5256222"/>
            <a:ext cx="58419" cy="56515"/>
          </a:xfrm>
          <a:custGeom>
            <a:avLst/>
            <a:gdLst/>
            <a:ahLst/>
            <a:cxnLst/>
            <a:rect l="l" t="t" r="r" b="b"/>
            <a:pathLst>
              <a:path w="58419" h="56514">
                <a:moveTo>
                  <a:pt x="57911" y="56387"/>
                </a:moveTo>
                <a:lnTo>
                  <a:pt x="0" y="56387"/>
                </a:lnTo>
                <a:lnTo>
                  <a:pt x="0" y="0"/>
                </a:lnTo>
                <a:lnTo>
                  <a:pt x="57911" y="0"/>
                </a:lnTo>
                <a:lnTo>
                  <a:pt x="57911" y="563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66296" y="4877763"/>
            <a:ext cx="457834" cy="490220"/>
          </a:xfrm>
          <a:custGeom>
            <a:avLst/>
            <a:gdLst/>
            <a:ahLst/>
            <a:cxnLst/>
            <a:rect l="l" t="t" r="r" b="b"/>
            <a:pathLst>
              <a:path w="457835" h="490220">
                <a:moveTo>
                  <a:pt x="230631" y="489711"/>
                </a:moveTo>
                <a:lnTo>
                  <a:pt x="178434" y="486854"/>
                </a:lnTo>
                <a:lnTo>
                  <a:pt x="133667" y="478091"/>
                </a:lnTo>
                <a:lnTo>
                  <a:pt x="98282" y="462755"/>
                </a:lnTo>
                <a:lnTo>
                  <a:pt x="68103" y="430926"/>
                </a:lnTo>
                <a:lnTo>
                  <a:pt x="60959" y="397255"/>
                </a:lnTo>
                <a:lnTo>
                  <a:pt x="61753" y="385222"/>
                </a:lnTo>
                <a:lnTo>
                  <a:pt x="80629" y="345328"/>
                </a:lnTo>
                <a:lnTo>
                  <a:pt x="120792" y="318261"/>
                </a:lnTo>
                <a:lnTo>
                  <a:pt x="162559" y="306069"/>
                </a:lnTo>
                <a:lnTo>
                  <a:pt x="212470" y="300592"/>
                </a:lnTo>
                <a:lnTo>
                  <a:pt x="230631" y="300227"/>
                </a:lnTo>
                <a:lnTo>
                  <a:pt x="248332" y="300592"/>
                </a:lnTo>
                <a:lnTo>
                  <a:pt x="297433" y="306069"/>
                </a:lnTo>
                <a:lnTo>
                  <a:pt x="338677" y="318261"/>
                </a:lnTo>
                <a:lnTo>
                  <a:pt x="377983" y="345328"/>
                </a:lnTo>
                <a:lnTo>
                  <a:pt x="380448" y="348487"/>
                </a:lnTo>
                <a:lnTo>
                  <a:pt x="231139" y="348487"/>
                </a:lnTo>
                <a:lnTo>
                  <a:pt x="206406" y="349249"/>
                </a:lnTo>
                <a:lnTo>
                  <a:pt x="165512" y="355345"/>
                </a:lnTo>
                <a:lnTo>
                  <a:pt x="127253" y="375919"/>
                </a:lnTo>
                <a:lnTo>
                  <a:pt x="119887" y="397255"/>
                </a:lnTo>
                <a:lnTo>
                  <a:pt x="121713" y="407939"/>
                </a:lnTo>
                <a:lnTo>
                  <a:pt x="165147" y="435816"/>
                </a:lnTo>
                <a:lnTo>
                  <a:pt x="205914" y="441277"/>
                </a:lnTo>
                <a:lnTo>
                  <a:pt x="230631" y="441959"/>
                </a:lnTo>
                <a:lnTo>
                  <a:pt x="382007" y="441959"/>
                </a:lnTo>
                <a:lnTo>
                  <a:pt x="379110" y="445674"/>
                </a:lnTo>
                <a:lnTo>
                  <a:pt x="340931" y="471820"/>
                </a:lnTo>
                <a:lnTo>
                  <a:pt x="299973" y="483869"/>
                </a:lnTo>
                <a:lnTo>
                  <a:pt x="249443" y="489346"/>
                </a:lnTo>
                <a:lnTo>
                  <a:pt x="230631" y="489711"/>
                </a:lnTo>
                <a:close/>
              </a:path>
              <a:path w="457835" h="490220">
                <a:moveTo>
                  <a:pt x="382007" y="441959"/>
                </a:moveTo>
                <a:lnTo>
                  <a:pt x="230631" y="441959"/>
                </a:lnTo>
                <a:lnTo>
                  <a:pt x="254428" y="441277"/>
                </a:lnTo>
                <a:lnTo>
                  <a:pt x="275526" y="439229"/>
                </a:lnTo>
                <a:lnTo>
                  <a:pt x="322182" y="424830"/>
                </a:lnTo>
                <a:lnTo>
                  <a:pt x="338327" y="397255"/>
                </a:lnTo>
                <a:lnTo>
                  <a:pt x="336549" y="385825"/>
                </a:lnTo>
                <a:lnTo>
                  <a:pt x="294290" y="355345"/>
                </a:lnTo>
                <a:lnTo>
                  <a:pt x="254920" y="349249"/>
                </a:lnTo>
                <a:lnTo>
                  <a:pt x="231139" y="348487"/>
                </a:lnTo>
                <a:lnTo>
                  <a:pt x="380448" y="348487"/>
                </a:lnTo>
                <a:lnTo>
                  <a:pt x="396477" y="385222"/>
                </a:lnTo>
                <a:lnTo>
                  <a:pt x="397255" y="397255"/>
                </a:lnTo>
                <a:lnTo>
                  <a:pt x="396525" y="408336"/>
                </a:lnTo>
                <a:lnTo>
                  <a:pt x="394334" y="418718"/>
                </a:lnTo>
                <a:lnTo>
                  <a:pt x="390683" y="428402"/>
                </a:lnTo>
                <a:lnTo>
                  <a:pt x="385571" y="437387"/>
                </a:lnTo>
                <a:lnTo>
                  <a:pt x="382007" y="441959"/>
                </a:lnTo>
                <a:close/>
              </a:path>
              <a:path w="457835" h="490220">
                <a:moveTo>
                  <a:pt x="396239" y="45719"/>
                </a:moveTo>
                <a:lnTo>
                  <a:pt x="65531" y="45719"/>
                </a:lnTo>
                <a:lnTo>
                  <a:pt x="65531" y="0"/>
                </a:lnTo>
                <a:lnTo>
                  <a:pt x="396239" y="0"/>
                </a:lnTo>
                <a:lnTo>
                  <a:pt x="396239" y="45719"/>
                </a:lnTo>
                <a:close/>
              </a:path>
              <a:path w="457835" h="490220">
                <a:moveTo>
                  <a:pt x="67563" y="188975"/>
                </a:moveTo>
                <a:lnTo>
                  <a:pt x="35559" y="149351"/>
                </a:lnTo>
                <a:lnTo>
                  <a:pt x="66801" y="139969"/>
                </a:lnTo>
                <a:lnTo>
                  <a:pt x="94487" y="129603"/>
                </a:lnTo>
                <a:lnTo>
                  <a:pt x="139191" y="105917"/>
                </a:lnTo>
                <a:lnTo>
                  <a:pt x="171703" y="79311"/>
                </a:lnTo>
                <a:lnTo>
                  <a:pt x="197103" y="45719"/>
                </a:lnTo>
                <a:lnTo>
                  <a:pt x="265683" y="45719"/>
                </a:lnTo>
                <a:lnTo>
                  <a:pt x="267715" y="49783"/>
                </a:lnTo>
                <a:lnTo>
                  <a:pt x="276367" y="63499"/>
                </a:lnTo>
                <a:lnTo>
                  <a:pt x="288099" y="77215"/>
                </a:lnTo>
                <a:lnTo>
                  <a:pt x="302910" y="90931"/>
                </a:lnTo>
                <a:lnTo>
                  <a:pt x="230631" y="90931"/>
                </a:lnTo>
                <a:lnTo>
                  <a:pt x="197865" y="122935"/>
                </a:lnTo>
                <a:lnTo>
                  <a:pt x="156209" y="151129"/>
                </a:lnTo>
                <a:lnTo>
                  <a:pt x="110997" y="173735"/>
                </a:lnTo>
                <a:lnTo>
                  <a:pt x="77898" y="185927"/>
                </a:lnTo>
                <a:lnTo>
                  <a:pt x="67563" y="188975"/>
                </a:lnTo>
                <a:close/>
              </a:path>
              <a:path w="457835" h="490220">
                <a:moveTo>
                  <a:pt x="394207" y="188975"/>
                </a:moveTo>
                <a:lnTo>
                  <a:pt x="350265" y="173227"/>
                </a:lnTo>
                <a:lnTo>
                  <a:pt x="305053" y="150113"/>
                </a:lnTo>
                <a:lnTo>
                  <a:pt x="263651" y="121919"/>
                </a:lnTo>
                <a:lnTo>
                  <a:pt x="230631" y="90931"/>
                </a:lnTo>
                <a:lnTo>
                  <a:pt x="302910" y="90931"/>
                </a:lnTo>
                <a:lnTo>
                  <a:pt x="320801" y="104647"/>
                </a:lnTo>
                <a:lnTo>
                  <a:pt x="341931" y="117728"/>
                </a:lnTo>
                <a:lnTo>
                  <a:pt x="366458" y="129539"/>
                </a:lnTo>
                <a:lnTo>
                  <a:pt x="394382" y="140080"/>
                </a:lnTo>
                <a:lnTo>
                  <a:pt x="425703" y="149351"/>
                </a:lnTo>
                <a:lnTo>
                  <a:pt x="394207" y="188975"/>
                </a:lnTo>
                <a:close/>
              </a:path>
              <a:path w="457835" h="490220">
                <a:moveTo>
                  <a:pt x="448902" y="264667"/>
                </a:moveTo>
                <a:lnTo>
                  <a:pt x="0" y="264667"/>
                </a:lnTo>
                <a:lnTo>
                  <a:pt x="0" y="216915"/>
                </a:lnTo>
                <a:lnTo>
                  <a:pt x="457707" y="216915"/>
                </a:lnTo>
                <a:lnTo>
                  <a:pt x="457707" y="254507"/>
                </a:lnTo>
                <a:lnTo>
                  <a:pt x="457369" y="258910"/>
                </a:lnTo>
                <a:lnTo>
                  <a:pt x="455929" y="261704"/>
                </a:lnTo>
                <a:lnTo>
                  <a:pt x="450849" y="264075"/>
                </a:lnTo>
                <a:lnTo>
                  <a:pt x="448902" y="2646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647880" y="4873698"/>
            <a:ext cx="410209" cy="483870"/>
          </a:xfrm>
          <a:custGeom>
            <a:avLst/>
            <a:gdLst/>
            <a:ahLst/>
            <a:cxnLst/>
            <a:rect l="l" t="t" r="r" b="b"/>
            <a:pathLst>
              <a:path w="410210" h="483870">
                <a:moveTo>
                  <a:pt x="402505" y="483615"/>
                </a:moveTo>
                <a:lnTo>
                  <a:pt x="352551" y="483615"/>
                </a:lnTo>
                <a:lnTo>
                  <a:pt x="352551" y="202691"/>
                </a:lnTo>
                <a:lnTo>
                  <a:pt x="250951" y="202691"/>
                </a:lnTo>
                <a:lnTo>
                  <a:pt x="245665" y="245220"/>
                </a:lnTo>
                <a:lnTo>
                  <a:pt x="230441" y="282828"/>
                </a:lnTo>
                <a:lnTo>
                  <a:pt x="207422" y="315324"/>
                </a:lnTo>
                <a:lnTo>
                  <a:pt x="177799" y="342899"/>
                </a:lnTo>
                <a:lnTo>
                  <a:pt x="143605" y="365902"/>
                </a:lnTo>
                <a:lnTo>
                  <a:pt x="106743" y="384682"/>
                </a:lnTo>
                <a:lnTo>
                  <a:pt x="68024" y="399430"/>
                </a:lnTo>
                <a:lnTo>
                  <a:pt x="29971" y="409955"/>
                </a:lnTo>
                <a:lnTo>
                  <a:pt x="0" y="368807"/>
                </a:lnTo>
                <a:lnTo>
                  <a:pt x="14541" y="365093"/>
                </a:lnTo>
                <a:lnTo>
                  <a:pt x="29717" y="360552"/>
                </a:lnTo>
                <a:lnTo>
                  <a:pt x="78454" y="341994"/>
                </a:lnTo>
                <a:lnTo>
                  <a:pt x="124459" y="316229"/>
                </a:lnTo>
                <a:lnTo>
                  <a:pt x="162464" y="283035"/>
                </a:lnTo>
                <a:lnTo>
                  <a:pt x="187197" y="242061"/>
                </a:lnTo>
                <a:lnTo>
                  <a:pt x="192531" y="75353"/>
                </a:lnTo>
                <a:lnTo>
                  <a:pt x="190669" y="73659"/>
                </a:lnTo>
                <a:lnTo>
                  <a:pt x="12699" y="73659"/>
                </a:lnTo>
                <a:lnTo>
                  <a:pt x="12699" y="24891"/>
                </a:lnTo>
                <a:lnTo>
                  <a:pt x="229785" y="24891"/>
                </a:lnTo>
                <a:lnTo>
                  <a:pt x="236981" y="28024"/>
                </a:lnTo>
                <a:lnTo>
                  <a:pt x="248157" y="40555"/>
                </a:lnTo>
                <a:lnTo>
                  <a:pt x="250951" y="47751"/>
                </a:lnTo>
                <a:lnTo>
                  <a:pt x="250951" y="153923"/>
                </a:lnTo>
                <a:lnTo>
                  <a:pt x="352551" y="153923"/>
                </a:lnTo>
                <a:lnTo>
                  <a:pt x="352551" y="0"/>
                </a:lnTo>
                <a:lnTo>
                  <a:pt x="409955" y="0"/>
                </a:lnTo>
                <a:lnTo>
                  <a:pt x="409955" y="476165"/>
                </a:lnTo>
                <a:lnTo>
                  <a:pt x="408939" y="478535"/>
                </a:lnTo>
                <a:lnTo>
                  <a:pt x="404875" y="482599"/>
                </a:lnTo>
                <a:lnTo>
                  <a:pt x="402505" y="483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111684" y="4868619"/>
            <a:ext cx="457200" cy="489584"/>
          </a:xfrm>
          <a:custGeom>
            <a:avLst/>
            <a:gdLst/>
            <a:ahLst/>
            <a:cxnLst/>
            <a:rect l="l" t="t" r="r" b="b"/>
            <a:pathLst>
              <a:path w="457200" h="489585">
                <a:moveTo>
                  <a:pt x="401827" y="193547"/>
                </a:moveTo>
                <a:lnTo>
                  <a:pt x="86190" y="193547"/>
                </a:lnTo>
                <a:lnTo>
                  <a:pt x="78824" y="190584"/>
                </a:lnTo>
                <a:lnTo>
                  <a:pt x="66971" y="178731"/>
                </a:lnTo>
                <a:lnTo>
                  <a:pt x="64007" y="171534"/>
                </a:lnTo>
                <a:lnTo>
                  <a:pt x="64007" y="0"/>
                </a:lnTo>
                <a:lnTo>
                  <a:pt x="121919" y="0"/>
                </a:lnTo>
                <a:lnTo>
                  <a:pt x="121919" y="144610"/>
                </a:lnTo>
                <a:lnTo>
                  <a:pt x="123613" y="146303"/>
                </a:lnTo>
                <a:lnTo>
                  <a:pt x="401827" y="146303"/>
                </a:lnTo>
                <a:lnTo>
                  <a:pt x="401827" y="193547"/>
                </a:lnTo>
                <a:close/>
              </a:path>
              <a:path w="457200" h="489585">
                <a:moveTo>
                  <a:pt x="449749" y="293115"/>
                </a:moveTo>
                <a:lnTo>
                  <a:pt x="0" y="293115"/>
                </a:lnTo>
                <a:lnTo>
                  <a:pt x="0" y="243839"/>
                </a:lnTo>
                <a:lnTo>
                  <a:pt x="457199" y="243839"/>
                </a:lnTo>
                <a:lnTo>
                  <a:pt x="457199" y="285665"/>
                </a:lnTo>
                <a:lnTo>
                  <a:pt x="456183" y="288035"/>
                </a:lnTo>
                <a:lnTo>
                  <a:pt x="452119" y="292099"/>
                </a:lnTo>
                <a:lnTo>
                  <a:pt x="449749" y="293115"/>
                </a:lnTo>
                <a:close/>
              </a:path>
              <a:path w="457200" h="489585">
                <a:moveTo>
                  <a:pt x="394885" y="489203"/>
                </a:moveTo>
                <a:lnTo>
                  <a:pt x="81787" y="489203"/>
                </a:lnTo>
                <a:lnTo>
                  <a:pt x="74591" y="486240"/>
                </a:lnTo>
                <a:lnTo>
                  <a:pt x="62060" y="474387"/>
                </a:lnTo>
                <a:lnTo>
                  <a:pt x="58927" y="467021"/>
                </a:lnTo>
                <a:lnTo>
                  <a:pt x="58927" y="339851"/>
                </a:lnTo>
                <a:lnTo>
                  <a:pt x="116839" y="339851"/>
                </a:lnTo>
                <a:lnTo>
                  <a:pt x="116839" y="437049"/>
                </a:lnTo>
                <a:lnTo>
                  <a:pt x="117347" y="438319"/>
                </a:lnTo>
                <a:lnTo>
                  <a:pt x="119379" y="440012"/>
                </a:lnTo>
                <a:lnTo>
                  <a:pt x="120395" y="440435"/>
                </a:lnTo>
                <a:lnTo>
                  <a:pt x="402335" y="440435"/>
                </a:lnTo>
                <a:lnTo>
                  <a:pt x="402335" y="481753"/>
                </a:lnTo>
                <a:lnTo>
                  <a:pt x="401319" y="484123"/>
                </a:lnTo>
                <a:lnTo>
                  <a:pt x="397255" y="488187"/>
                </a:lnTo>
                <a:lnTo>
                  <a:pt x="394885" y="4892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746924" y="4873190"/>
            <a:ext cx="386715" cy="484505"/>
          </a:xfrm>
          <a:custGeom>
            <a:avLst/>
            <a:gdLst/>
            <a:ahLst/>
            <a:cxnLst/>
            <a:rect l="l" t="t" r="r" b="b"/>
            <a:pathLst>
              <a:path w="386714" h="484504">
                <a:moveTo>
                  <a:pt x="132587" y="381507"/>
                </a:moveTo>
                <a:lnTo>
                  <a:pt x="85724" y="373078"/>
                </a:lnTo>
                <a:lnTo>
                  <a:pt x="49910" y="348868"/>
                </a:lnTo>
                <a:lnTo>
                  <a:pt x="23907" y="312562"/>
                </a:lnTo>
                <a:lnTo>
                  <a:pt x="7619" y="266699"/>
                </a:lnTo>
                <a:lnTo>
                  <a:pt x="476" y="214407"/>
                </a:lnTo>
                <a:lnTo>
                  <a:pt x="0" y="196087"/>
                </a:lnTo>
                <a:lnTo>
                  <a:pt x="476" y="180054"/>
                </a:lnTo>
                <a:lnTo>
                  <a:pt x="7619" y="131571"/>
                </a:lnTo>
                <a:lnTo>
                  <a:pt x="23764" y="86232"/>
                </a:lnTo>
                <a:lnTo>
                  <a:pt x="49529" y="48704"/>
                </a:lnTo>
                <a:lnTo>
                  <a:pt x="85582" y="22494"/>
                </a:lnTo>
                <a:lnTo>
                  <a:pt x="132587" y="13207"/>
                </a:lnTo>
                <a:lnTo>
                  <a:pt x="149717" y="14239"/>
                </a:lnTo>
                <a:lnTo>
                  <a:pt x="193293" y="29717"/>
                </a:lnTo>
                <a:lnTo>
                  <a:pt x="225869" y="60055"/>
                </a:lnTo>
                <a:lnTo>
                  <a:pt x="228561" y="64007"/>
                </a:lnTo>
                <a:lnTo>
                  <a:pt x="132587" y="64007"/>
                </a:lnTo>
                <a:lnTo>
                  <a:pt x="123031" y="64833"/>
                </a:lnTo>
                <a:lnTo>
                  <a:pt x="85661" y="92074"/>
                </a:lnTo>
                <a:lnTo>
                  <a:pt x="67754" y="130809"/>
                </a:lnTo>
                <a:lnTo>
                  <a:pt x="59435" y="175005"/>
                </a:lnTo>
                <a:lnTo>
                  <a:pt x="58419" y="195579"/>
                </a:lnTo>
                <a:lnTo>
                  <a:pt x="58689" y="209105"/>
                </a:lnTo>
                <a:lnTo>
                  <a:pt x="62737" y="247395"/>
                </a:lnTo>
                <a:lnTo>
                  <a:pt x="76199" y="290321"/>
                </a:lnTo>
                <a:lnTo>
                  <a:pt x="106632" y="324564"/>
                </a:lnTo>
                <a:lnTo>
                  <a:pt x="132587" y="330707"/>
                </a:lnTo>
                <a:lnTo>
                  <a:pt x="230741" y="330707"/>
                </a:lnTo>
                <a:lnTo>
                  <a:pt x="225504" y="338042"/>
                </a:lnTo>
                <a:lnTo>
                  <a:pt x="192785" y="366521"/>
                </a:lnTo>
                <a:lnTo>
                  <a:pt x="149494" y="380571"/>
                </a:lnTo>
                <a:lnTo>
                  <a:pt x="132587" y="381507"/>
                </a:lnTo>
                <a:close/>
              </a:path>
              <a:path w="386714" h="484504">
                <a:moveTo>
                  <a:pt x="230741" y="330707"/>
                </a:moveTo>
                <a:lnTo>
                  <a:pt x="132587" y="330707"/>
                </a:lnTo>
                <a:lnTo>
                  <a:pt x="141700" y="330025"/>
                </a:lnTo>
                <a:lnTo>
                  <a:pt x="150240" y="327977"/>
                </a:lnTo>
                <a:lnTo>
                  <a:pt x="184086" y="299116"/>
                </a:lnTo>
                <a:lnTo>
                  <a:pt x="200120" y="259222"/>
                </a:lnTo>
                <a:lnTo>
                  <a:pt x="206978" y="209105"/>
                </a:lnTo>
                <a:lnTo>
                  <a:pt x="207263" y="195579"/>
                </a:lnTo>
                <a:lnTo>
                  <a:pt x="207009" y="185483"/>
                </a:lnTo>
                <a:lnTo>
                  <a:pt x="200850" y="141668"/>
                </a:lnTo>
                <a:lnTo>
                  <a:pt x="185102" y="100742"/>
                </a:lnTo>
                <a:lnTo>
                  <a:pt x="159162" y="71437"/>
                </a:lnTo>
                <a:lnTo>
                  <a:pt x="132587" y="64007"/>
                </a:lnTo>
                <a:lnTo>
                  <a:pt x="228561" y="64007"/>
                </a:lnTo>
                <a:lnTo>
                  <a:pt x="248348" y="100583"/>
                </a:lnTo>
                <a:lnTo>
                  <a:pt x="261397" y="147796"/>
                </a:lnTo>
                <a:lnTo>
                  <a:pt x="265683" y="196087"/>
                </a:lnTo>
                <a:lnTo>
                  <a:pt x="265207" y="214407"/>
                </a:lnTo>
                <a:lnTo>
                  <a:pt x="258063" y="266699"/>
                </a:lnTo>
                <a:lnTo>
                  <a:pt x="241776" y="312562"/>
                </a:lnTo>
                <a:lnTo>
                  <a:pt x="234187" y="325881"/>
                </a:lnTo>
                <a:lnTo>
                  <a:pt x="230741" y="330707"/>
                </a:lnTo>
                <a:close/>
              </a:path>
              <a:path w="386714" h="484504">
                <a:moveTo>
                  <a:pt x="379137" y="484123"/>
                </a:moveTo>
                <a:lnTo>
                  <a:pt x="328675" y="484123"/>
                </a:lnTo>
                <a:lnTo>
                  <a:pt x="328675" y="0"/>
                </a:lnTo>
                <a:lnTo>
                  <a:pt x="386587" y="0"/>
                </a:lnTo>
                <a:lnTo>
                  <a:pt x="386587" y="476673"/>
                </a:lnTo>
                <a:lnTo>
                  <a:pt x="385571" y="479043"/>
                </a:lnTo>
                <a:lnTo>
                  <a:pt x="381507" y="483107"/>
                </a:lnTo>
                <a:lnTo>
                  <a:pt x="379137" y="484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230032" y="4873190"/>
            <a:ext cx="372745" cy="484505"/>
          </a:xfrm>
          <a:custGeom>
            <a:avLst/>
            <a:gdLst/>
            <a:ahLst/>
            <a:cxnLst/>
            <a:rect l="l" t="t" r="r" b="b"/>
            <a:pathLst>
              <a:path w="372745" h="484504">
                <a:moveTo>
                  <a:pt x="364913" y="484123"/>
                </a:moveTo>
                <a:lnTo>
                  <a:pt x="313435" y="484123"/>
                </a:lnTo>
                <a:lnTo>
                  <a:pt x="313435" y="0"/>
                </a:lnTo>
                <a:lnTo>
                  <a:pt x="372363" y="0"/>
                </a:lnTo>
                <a:lnTo>
                  <a:pt x="372363" y="476673"/>
                </a:lnTo>
                <a:lnTo>
                  <a:pt x="371347" y="479043"/>
                </a:lnTo>
                <a:lnTo>
                  <a:pt x="367283" y="483107"/>
                </a:lnTo>
                <a:lnTo>
                  <a:pt x="364913" y="484123"/>
                </a:lnTo>
                <a:close/>
              </a:path>
              <a:path w="372745" h="484504">
                <a:moveTo>
                  <a:pt x="222842" y="385063"/>
                </a:moveTo>
                <a:lnTo>
                  <a:pt x="22859" y="385063"/>
                </a:lnTo>
                <a:lnTo>
                  <a:pt x="15663" y="382100"/>
                </a:lnTo>
                <a:lnTo>
                  <a:pt x="3132" y="370247"/>
                </a:lnTo>
                <a:lnTo>
                  <a:pt x="0" y="362881"/>
                </a:lnTo>
                <a:lnTo>
                  <a:pt x="0" y="25907"/>
                </a:lnTo>
                <a:lnTo>
                  <a:pt x="245871" y="25907"/>
                </a:lnTo>
                <a:lnTo>
                  <a:pt x="245871" y="75691"/>
                </a:lnTo>
                <a:lnTo>
                  <a:pt x="57911" y="75691"/>
                </a:lnTo>
                <a:lnTo>
                  <a:pt x="57911" y="334094"/>
                </a:lnTo>
                <a:lnTo>
                  <a:pt x="59605" y="335787"/>
                </a:lnTo>
                <a:lnTo>
                  <a:pt x="245871" y="335787"/>
                </a:lnTo>
                <a:lnTo>
                  <a:pt x="245871" y="362881"/>
                </a:lnTo>
                <a:lnTo>
                  <a:pt x="242739" y="370247"/>
                </a:lnTo>
                <a:lnTo>
                  <a:pt x="230208" y="382100"/>
                </a:lnTo>
                <a:lnTo>
                  <a:pt x="222842" y="385063"/>
                </a:lnTo>
                <a:close/>
              </a:path>
              <a:path w="372745" h="484504">
                <a:moveTo>
                  <a:pt x="245871" y="335787"/>
                </a:moveTo>
                <a:lnTo>
                  <a:pt x="186774" y="335787"/>
                </a:lnTo>
                <a:lnTo>
                  <a:pt x="188467" y="334094"/>
                </a:lnTo>
                <a:lnTo>
                  <a:pt x="188467" y="75691"/>
                </a:lnTo>
                <a:lnTo>
                  <a:pt x="245871" y="75691"/>
                </a:lnTo>
                <a:lnTo>
                  <a:pt x="245871" y="3357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772009" y="4873699"/>
            <a:ext cx="486409" cy="483870"/>
          </a:xfrm>
          <a:custGeom>
            <a:avLst/>
            <a:gdLst/>
            <a:ahLst/>
            <a:cxnLst/>
            <a:rect l="l" t="t" r="r" b="b"/>
            <a:pathLst>
              <a:path w="486410" h="483870">
                <a:moveTo>
                  <a:pt x="38099" y="375919"/>
                </a:moveTo>
                <a:lnTo>
                  <a:pt x="0" y="338835"/>
                </a:lnTo>
                <a:lnTo>
                  <a:pt x="13033" y="330866"/>
                </a:lnTo>
                <a:lnTo>
                  <a:pt x="25717" y="322198"/>
                </a:lnTo>
                <a:lnTo>
                  <a:pt x="61499" y="292210"/>
                </a:lnTo>
                <a:lnTo>
                  <a:pt x="91693" y="258825"/>
                </a:lnTo>
                <a:lnTo>
                  <a:pt x="114458" y="223869"/>
                </a:lnTo>
                <a:lnTo>
                  <a:pt x="129905" y="177942"/>
                </a:lnTo>
                <a:lnTo>
                  <a:pt x="130555" y="167131"/>
                </a:lnTo>
                <a:lnTo>
                  <a:pt x="130555" y="22351"/>
                </a:lnTo>
                <a:lnTo>
                  <a:pt x="188975" y="22351"/>
                </a:lnTo>
                <a:lnTo>
                  <a:pt x="188975" y="167131"/>
                </a:lnTo>
                <a:lnTo>
                  <a:pt x="189769" y="178244"/>
                </a:lnTo>
                <a:lnTo>
                  <a:pt x="208470" y="226186"/>
                </a:lnTo>
                <a:lnTo>
                  <a:pt x="230028" y="256539"/>
                </a:lnTo>
                <a:lnTo>
                  <a:pt x="161035" y="256539"/>
                </a:lnTo>
                <a:lnTo>
                  <a:pt x="135889" y="287527"/>
                </a:lnTo>
                <a:lnTo>
                  <a:pt x="103885" y="322833"/>
                </a:lnTo>
                <a:lnTo>
                  <a:pt x="69595" y="354837"/>
                </a:lnTo>
                <a:lnTo>
                  <a:pt x="45402" y="372125"/>
                </a:lnTo>
                <a:lnTo>
                  <a:pt x="38099" y="375919"/>
                </a:lnTo>
                <a:close/>
              </a:path>
              <a:path w="486410" h="483870">
                <a:moveTo>
                  <a:pt x="287527" y="369823"/>
                </a:moveTo>
                <a:lnTo>
                  <a:pt x="253745" y="349757"/>
                </a:lnTo>
                <a:lnTo>
                  <a:pt x="218185" y="319785"/>
                </a:lnTo>
                <a:lnTo>
                  <a:pt x="185673" y="286511"/>
                </a:lnTo>
                <a:lnTo>
                  <a:pt x="161035" y="256539"/>
                </a:lnTo>
                <a:lnTo>
                  <a:pt x="230028" y="256539"/>
                </a:lnTo>
                <a:lnTo>
                  <a:pt x="234187" y="261619"/>
                </a:lnTo>
                <a:lnTo>
                  <a:pt x="244347" y="272764"/>
                </a:lnTo>
                <a:lnTo>
                  <a:pt x="277875" y="302767"/>
                </a:lnTo>
                <a:lnTo>
                  <a:pt x="312832" y="324770"/>
                </a:lnTo>
                <a:lnTo>
                  <a:pt x="324103" y="329691"/>
                </a:lnTo>
                <a:lnTo>
                  <a:pt x="287527" y="369823"/>
                </a:lnTo>
                <a:close/>
              </a:path>
              <a:path w="486410" h="483870">
                <a:moveTo>
                  <a:pt x="407585" y="483615"/>
                </a:moveTo>
                <a:lnTo>
                  <a:pt x="357631" y="483615"/>
                </a:lnTo>
                <a:lnTo>
                  <a:pt x="357631" y="0"/>
                </a:lnTo>
                <a:lnTo>
                  <a:pt x="415035" y="0"/>
                </a:lnTo>
                <a:lnTo>
                  <a:pt x="415035" y="170179"/>
                </a:lnTo>
                <a:lnTo>
                  <a:pt x="486155" y="170179"/>
                </a:lnTo>
                <a:lnTo>
                  <a:pt x="486155" y="218439"/>
                </a:lnTo>
                <a:lnTo>
                  <a:pt x="415035" y="218439"/>
                </a:lnTo>
                <a:lnTo>
                  <a:pt x="415035" y="476165"/>
                </a:lnTo>
                <a:lnTo>
                  <a:pt x="414019" y="478535"/>
                </a:lnTo>
                <a:lnTo>
                  <a:pt x="409955" y="482599"/>
                </a:lnTo>
                <a:lnTo>
                  <a:pt x="407585" y="483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287121" y="4873190"/>
            <a:ext cx="438150" cy="484505"/>
          </a:xfrm>
          <a:custGeom>
            <a:avLst/>
            <a:gdLst/>
            <a:ahLst/>
            <a:cxnLst/>
            <a:rect l="l" t="t" r="r" b="b"/>
            <a:pathLst>
              <a:path w="438150" h="484504">
                <a:moveTo>
                  <a:pt x="360849" y="484123"/>
                </a:moveTo>
                <a:lnTo>
                  <a:pt x="310387" y="484123"/>
                </a:lnTo>
                <a:lnTo>
                  <a:pt x="310387" y="0"/>
                </a:lnTo>
                <a:lnTo>
                  <a:pt x="368299" y="0"/>
                </a:lnTo>
                <a:lnTo>
                  <a:pt x="368299" y="164591"/>
                </a:lnTo>
                <a:lnTo>
                  <a:pt x="437895" y="164591"/>
                </a:lnTo>
                <a:lnTo>
                  <a:pt x="437895" y="212851"/>
                </a:lnTo>
                <a:lnTo>
                  <a:pt x="368299" y="212851"/>
                </a:lnTo>
                <a:lnTo>
                  <a:pt x="368299" y="476673"/>
                </a:lnTo>
                <a:lnTo>
                  <a:pt x="367283" y="479043"/>
                </a:lnTo>
                <a:lnTo>
                  <a:pt x="363219" y="483107"/>
                </a:lnTo>
                <a:lnTo>
                  <a:pt x="360849" y="484123"/>
                </a:lnTo>
                <a:close/>
              </a:path>
              <a:path w="438150" h="484504">
                <a:moveTo>
                  <a:pt x="30987" y="371347"/>
                </a:moveTo>
                <a:lnTo>
                  <a:pt x="21843" y="371347"/>
                </a:lnTo>
                <a:lnTo>
                  <a:pt x="14393" y="368384"/>
                </a:lnTo>
                <a:lnTo>
                  <a:pt x="2878" y="356531"/>
                </a:lnTo>
                <a:lnTo>
                  <a:pt x="0" y="349334"/>
                </a:lnTo>
                <a:lnTo>
                  <a:pt x="0" y="169671"/>
                </a:lnTo>
                <a:lnTo>
                  <a:pt x="170010" y="169671"/>
                </a:lnTo>
                <a:lnTo>
                  <a:pt x="171703" y="167809"/>
                </a:lnTo>
                <a:lnTo>
                  <a:pt x="171703" y="72643"/>
                </a:lnTo>
                <a:lnTo>
                  <a:pt x="0" y="72643"/>
                </a:lnTo>
                <a:lnTo>
                  <a:pt x="0" y="24891"/>
                </a:lnTo>
                <a:lnTo>
                  <a:pt x="228599" y="24891"/>
                </a:lnTo>
                <a:lnTo>
                  <a:pt x="228599" y="195749"/>
                </a:lnTo>
                <a:lnTo>
                  <a:pt x="225636" y="203030"/>
                </a:lnTo>
                <a:lnTo>
                  <a:pt x="213783" y="214545"/>
                </a:lnTo>
                <a:lnTo>
                  <a:pt x="206417" y="217423"/>
                </a:lnTo>
                <a:lnTo>
                  <a:pt x="56895" y="217423"/>
                </a:lnTo>
                <a:lnTo>
                  <a:pt x="56895" y="322410"/>
                </a:lnTo>
                <a:lnTo>
                  <a:pt x="58589" y="324103"/>
                </a:lnTo>
                <a:lnTo>
                  <a:pt x="284479" y="324103"/>
                </a:lnTo>
                <a:lnTo>
                  <a:pt x="284479" y="356107"/>
                </a:lnTo>
                <a:lnTo>
                  <a:pt x="218296" y="363299"/>
                </a:lnTo>
                <a:lnTo>
                  <a:pt x="135191" y="368617"/>
                </a:lnTo>
                <a:lnTo>
                  <a:pt x="82089" y="370633"/>
                </a:lnTo>
                <a:lnTo>
                  <a:pt x="47672" y="371268"/>
                </a:lnTo>
                <a:lnTo>
                  <a:pt x="30987" y="371347"/>
                </a:lnTo>
                <a:close/>
              </a:path>
              <a:path w="438150" h="484504">
                <a:moveTo>
                  <a:pt x="284479" y="324103"/>
                </a:moveTo>
                <a:lnTo>
                  <a:pt x="58589" y="324103"/>
                </a:lnTo>
                <a:lnTo>
                  <a:pt x="75120" y="324056"/>
                </a:lnTo>
                <a:lnTo>
                  <a:pt x="102552" y="323675"/>
                </a:lnTo>
                <a:lnTo>
                  <a:pt x="145795" y="322262"/>
                </a:lnTo>
                <a:lnTo>
                  <a:pt x="203453" y="318325"/>
                </a:lnTo>
                <a:lnTo>
                  <a:pt x="245427" y="314245"/>
                </a:lnTo>
                <a:lnTo>
                  <a:pt x="284479" y="308863"/>
                </a:lnTo>
                <a:lnTo>
                  <a:pt x="284479" y="324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742288" y="4873699"/>
            <a:ext cx="466090" cy="487680"/>
          </a:xfrm>
          <a:custGeom>
            <a:avLst/>
            <a:gdLst/>
            <a:ahLst/>
            <a:cxnLst/>
            <a:rect l="l" t="t" r="r" b="b"/>
            <a:pathLst>
              <a:path w="466089" h="487679">
                <a:moveTo>
                  <a:pt x="88391" y="485647"/>
                </a:moveTo>
                <a:lnTo>
                  <a:pt x="46735" y="451103"/>
                </a:lnTo>
                <a:lnTo>
                  <a:pt x="55594" y="446150"/>
                </a:lnTo>
                <a:lnTo>
                  <a:pt x="64388" y="440943"/>
                </a:lnTo>
                <a:lnTo>
                  <a:pt x="98181" y="417575"/>
                </a:lnTo>
                <a:lnTo>
                  <a:pt x="129857" y="383714"/>
                </a:lnTo>
                <a:lnTo>
                  <a:pt x="142747" y="345947"/>
                </a:lnTo>
                <a:lnTo>
                  <a:pt x="142747" y="296163"/>
                </a:lnTo>
                <a:lnTo>
                  <a:pt x="200151" y="296163"/>
                </a:lnTo>
                <a:lnTo>
                  <a:pt x="200175" y="345947"/>
                </a:lnTo>
                <a:lnTo>
                  <a:pt x="213931" y="387635"/>
                </a:lnTo>
                <a:lnTo>
                  <a:pt x="241201" y="416559"/>
                </a:lnTo>
                <a:lnTo>
                  <a:pt x="170687" y="416559"/>
                </a:lnTo>
                <a:lnTo>
                  <a:pt x="142049" y="446277"/>
                </a:lnTo>
                <a:lnTo>
                  <a:pt x="108711" y="472693"/>
                </a:lnTo>
                <a:lnTo>
                  <a:pt x="94487" y="482261"/>
                </a:lnTo>
                <a:lnTo>
                  <a:pt x="88391" y="485647"/>
                </a:lnTo>
                <a:close/>
              </a:path>
              <a:path w="466089" h="487679">
                <a:moveTo>
                  <a:pt x="333487" y="428243"/>
                </a:moveTo>
                <a:lnTo>
                  <a:pt x="257555" y="428243"/>
                </a:lnTo>
                <a:lnTo>
                  <a:pt x="262858" y="424814"/>
                </a:lnTo>
                <a:lnTo>
                  <a:pt x="268096" y="421131"/>
                </a:lnTo>
                <a:lnTo>
                  <a:pt x="296417" y="393699"/>
                </a:lnTo>
                <a:lnTo>
                  <a:pt x="313181" y="358266"/>
                </a:lnTo>
                <a:lnTo>
                  <a:pt x="314451" y="296163"/>
                </a:lnTo>
                <a:lnTo>
                  <a:pt x="372363" y="296163"/>
                </a:lnTo>
                <a:lnTo>
                  <a:pt x="372363" y="345947"/>
                </a:lnTo>
                <a:lnTo>
                  <a:pt x="372871" y="353996"/>
                </a:lnTo>
                <a:lnTo>
                  <a:pt x="389953" y="391667"/>
                </a:lnTo>
                <a:lnTo>
                  <a:pt x="416369" y="417575"/>
                </a:lnTo>
                <a:lnTo>
                  <a:pt x="341883" y="417575"/>
                </a:lnTo>
                <a:lnTo>
                  <a:pt x="333739" y="427957"/>
                </a:lnTo>
                <a:lnTo>
                  <a:pt x="333487" y="428243"/>
                </a:lnTo>
                <a:close/>
              </a:path>
              <a:path w="466089" h="487679">
                <a:moveTo>
                  <a:pt x="257047" y="487171"/>
                </a:moveTo>
                <a:lnTo>
                  <a:pt x="230314" y="472090"/>
                </a:lnTo>
                <a:lnTo>
                  <a:pt x="207009" y="455294"/>
                </a:lnTo>
                <a:lnTo>
                  <a:pt x="187134" y="436784"/>
                </a:lnTo>
                <a:lnTo>
                  <a:pt x="170687" y="416559"/>
                </a:lnTo>
                <a:lnTo>
                  <a:pt x="241201" y="416559"/>
                </a:lnTo>
                <a:lnTo>
                  <a:pt x="246570" y="420687"/>
                </a:lnTo>
                <a:lnTo>
                  <a:pt x="252015" y="424576"/>
                </a:lnTo>
                <a:lnTo>
                  <a:pt x="257555" y="428243"/>
                </a:lnTo>
                <a:lnTo>
                  <a:pt x="333487" y="428243"/>
                </a:lnTo>
                <a:lnTo>
                  <a:pt x="325056" y="437768"/>
                </a:lnTo>
                <a:lnTo>
                  <a:pt x="295388" y="463994"/>
                </a:lnTo>
                <a:lnTo>
                  <a:pt x="270852" y="479742"/>
                </a:lnTo>
                <a:lnTo>
                  <a:pt x="257047" y="487171"/>
                </a:lnTo>
                <a:close/>
              </a:path>
              <a:path w="466089" h="487679">
                <a:moveTo>
                  <a:pt x="427227" y="486663"/>
                </a:moveTo>
                <a:lnTo>
                  <a:pt x="392235" y="463930"/>
                </a:lnTo>
                <a:lnTo>
                  <a:pt x="359473" y="436625"/>
                </a:lnTo>
                <a:lnTo>
                  <a:pt x="341883" y="417575"/>
                </a:lnTo>
                <a:lnTo>
                  <a:pt x="416369" y="417575"/>
                </a:lnTo>
                <a:lnTo>
                  <a:pt x="424132" y="423417"/>
                </a:lnTo>
                <a:lnTo>
                  <a:pt x="432307" y="429005"/>
                </a:lnTo>
                <a:lnTo>
                  <a:pt x="440689" y="434292"/>
                </a:lnTo>
                <a:lnTo>
                  <a:pt x="449071" y="439229"/>
                </a:lnTo>
                <a:lnTo>
                  <a:pt x="457453" y="443817"/>
                </a:lnTo>
                <a:lnTo>
                  <a:pt x="465835" y="448055"/>
                </a:lnTo>
                <a:lnTo>
                  <a:pt x="427227" y="486663"/>
                </a:lnTo>
                <a:close/>
              </a:path>
              <a:path w="466089" h="487679">
                <a:moveTo>
                  <a:pt x="414866" y="267207"/>
                </a:moveTo>
                <a:lnTo>
                  <a:pt x="366775" y="267207"/>
                </a:lnTo>
                <a:lnTo>
                  <a:pt x="366775" y="196595"/>
                </a:lnTo>
                <a:lnTo>
                  <a:pt x="271271" y="196595"/>
                </a:lnTo>
                <a:lnTo>
                  <a:pt x="271271" y="148843"/>
                </a:lnTo>
                <a:lnTo>
                  <a:pt x="366775" y="148843"/>
                </a:lnTo>
                <a:lnTo>
                  <a:pt x="366775" y="108711"/>
                </a:lnTo>
                <a:lnTo>
                  <a:pt x="271271" y="108711"/>
                </a:lnTo>
                <a:lnTo>
                  <a:pt x="271271" y="61467"/>
                </a:lnTo>
                <a:lnTo>
                  <a:pt x="366775" y="61467"/>
                </a:lnTo>
                <a:lnTo>
                  <a:pt x="366775" y="0"/>
                </a:lnTo>
                <a:lnTo>
                  <a:pt x="423671" y="0"/>
                </a:lnTo>
                <a:lnTo>
                  <a:pt x="423608" y="257873"/>
                </a:lnTo>
                <a:lnTo>
                  <a:pt x="423333" y="261450"/>
                </a:lnTo>
                <a:lnTo>
                  <a:pt x="421893" y="264244"/>
                </a:lnTo>
                <a:lnTo>
                  <a:pt x="416813" y="266615"/>
                </a:lnTo>
                <a:lnTo>
                  <a:pt x="414866" y="267207"/>
                </a:lnTo>
                <a:close/>
              </a:path>
              <a:path w="466089" h="487679">
                <a:moveTo>
                  <a:pt x="281431" y="60451"/>
                </a:moveTo>
                <a:lnTo>
                  <a:pt x="30479" y="60451"/>
                </a:lnTo>
                <a:lnTo>
                  <a:pt x="30479" y="13715"/>
                </a:lnTo>
                <a:lnTo>
                  <a:pt x="281431" y="13715"/>
                </a:lnTo>
                <a:lnTo>
                  <a:pt x="281431" y="60451"/>
                </a:lnTo>
                <a:close/>
              </a:path>
              <a:path w="466089" h="487679">
                <a:moveTo>
                  <a:pt x="35559" y="276859"/>
                </a:moveTo>
                <a:lnTo>
                  <a:pt x="0" y="240283"/>
                </a:lnTo>
                <a:lnTo>
                  <a:pt x="13446" y="234235"/>
                </a:lnTo>
                <a:lnTo>
                  <a:pt x="26352" y="227774"/>
                </a:lnTo>
                <a:lnTo>
                  <a:pt x="61690" y="206025"/>
                </a:lnTo>
                <a:lnTo>
                  <a:pt x="97980" y="173815"/>
                </a:lnTo>
                <a:lnTo>
                  <a:pt x="120189" y="139731"/>
                </a:lnTo>
                <a:lnTo>
                  <a:pt x="125475" y="60451"/>
                </a:lnTo>
                <a:lnTo>
                  <a:pt x="184403" y="60451"/>
                </a:lnTo>
                <a:lnTo>
                  <a:pt x="184403" y="114807"/>
                </a:lnTo>
                <a:lnTo>
                  <a:pt x="185150" y="124332"/>
                </a:lnTo>
                <a:lnTo>
                  <a:pt x="202691" y="159829"/>
                </a:lnTo>
                <a:lnTo>
                  <a:pt x="227663" y="183895"/>
                </a:lnTo>
                <a:lnTo>
                  <a:pt x="156463" y="183895"/>
                </a:lnTo>
                <a:lnTo>
                  <a:pt x="123967" y="217979"/>
                </a:lnTo>
                <a:lnTo>
                  <a:pt x="92424" y="243935"/>
                </a:lnTo>
                <a:lnTo>
                  <a:pt x="59277" y="265429"/>
                </a:lnTo>
                <a:lnTo>
                  <a:pt x="43275" y="273557"/>
                </a:lnTo>
                <a:lnTo>
                  <a:pt x="35559" y="276859"/>
                </a:lnTo>
                <a:close/>
              </a:path>
              <a:path w="466089" h="487679">
                <a:moveTo>
                  <a:pt x="268731" y="264667"/>
                </a:moveTo>
                <a:lnTo>
                  <a:pt x="230425" y="245125"/>
                </a:lnTo>
                <a:lnTo>
                  <a:pt x="192976" y="219201"/>
                </a:lnTo>
                <a:lnTo>
                  <a:pt x="161512" y="189960"/>
                </a:lnTo>
                <a:lnTo>
                  <a:pt x="156463" y="183895"/>
                </a:lnTo>
                <a:lnTo>
                  <a:pt x="227663" y="183895"/>
                </a:lnTo>
                <a:lnTo>
                  <a:pt x="235505" y="189801"/>
                </a:lnTo>
                <a:lnTo>
                  <a:pt x="245046" y="196341"/>
                </a:lnTo>
                <a:lnTo>
                  <a:pt x="285241" y="218566"/>
                </a:lnTo>
                <a:lnTo>
                  <a:pt x="303783" y="227075"/>
                </a:lnTo>
                <a:lnTo>
                  <a:pt x="268731" y="2646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232000" y="4873190"/>
            <a:ext cx="438784" cy="484505"/>
          </a:xfrm>
          <a:custGeom>
            <a:avLst/>
            <a:gdLst/>
            <a:ahLst/>
            <a:cxnLst/>
            <a:rect l="l" t="t" r="r" b="b"/>
            <a:pathLst>
              <a:path w="438784" h="484504">
                <a:moveTo>
                  <a:pt x="59896" y="365537"/>
                </a:moveTo>
                <a:lnTo>
                  <a:pt x="30987" y="365251"/>
                </a:lnTo>
                <a:lnTo>
                  <a:pt x="22859" y="365251"/>
                </a:lnTo>
                <a:lnTo>
                  <a:pt x="15663" y="362373"/>
                </a:lnTo>
                <a:lnTo>
                  <a:pt x="3132" y="350858"/>
                </a:lnTo>
                <a:lnTo>
                  <a:pt x="0" y="343577"/>
                </a:lnTo>
                <a:lnTo>
                  <a:pt x="0" y="46566"/>
                </a:lnTo>
                <a:lnTo>
                  <a:pt x="2963" y="39285"/>
                </a:lnTo>
                <a:lnTo>
                  <a:pt x="14816" y="27770"/>
                </a:lnTo>
                <a:lnTo>
                  <a:pt x="22182" y="24891"/>
                </a:lnTo>
                <a:lnTo>
                  <a:pt x="233679" y="24891"/>
                </a:lnTo>
                <a:lnTo>
                  <a:pt x="233679" y="72643"/>
                </a:lnTo>
                <a:lnTo>
                  <a:pt x="58589" y="72643"/>
                </a:lnTo>
                <a:lnTo>
                  <a:pt x="56895" y="74337"/>
                </a:lnTo>
                <a:lnTo>
                  <a:pt x="56895" y="316822"/>
                </a:lnTo>
                <a:lnTo>
                  <a:pt x="58589" y="318515"/>
                </a:lnTo>
                <a:lnTo>
                  <a:pt x="61975" y="318515"/>
                </a:lnTo>
                <a:lnTo>
                  <a:pt x="86153" y="318785"/>
                </a:lnTo>
                <a:lnTo>
                  <a:pt x="284479" y="318785"/>
                </a:lnTo>
                <a:lnTo>
                  <a:pt x="284479" y="355091"/>
                </a:lnTo>
                <a:lnTo>
                  <a:pt x="217360" y="360298"/>
                </a:lnTo>
                <a:lnTo>
                  <a:pt x="152145" y="363727"/>
                </a:lnTo>
                <a:lnTo>
                  <a:pt x="89725" y="365378"/>
                </a:lnTo>
                <a:lnTo>
                  <a:pt x="59896" y="365537"/>
                </a:lnTo>
                <a:close/>
              </a:path>
              <a:path w="438784" h="484504">
                <a:moveTo>
                  <a:pt x="284479" y="318785"/>
                </a:moveTo>
                <a:lnTo>
                  <a:pt x="86153" y="318785"/>
                </a:lnTo>
                <a:lnTo>
                  <a:pt x="111442" y="318579"/>
                </a:lnTo>
                <a:lnTo>
                  <a:pt x="137842" y="317896"/>
                </a:lnTo>
                <a:lnTo>
                  <a:pt x="193849" y="315070"/>
                </a:lnTo>
                <a:lnTo>
                  <a:pt x="253412" y="310117"/>
                </a:lnTo>
                <a:lnTo>
                  <a:pt x="284479" y="306831"/>
                </a:lnTo>
                <a:lnTo>
                  <a:pt x="284479" y="318785"/>
                </a:lnTo>
                <a:close/>
              </a:path>
              <a:path w="438784" h="484504">
                <a:moveTo>
                  <a:pt x="357801" y="484123"/>
                </a:moveTo>
                <a:lnTo>
                  <a:pt x="307847" y="484123"/>
                </a:lnTo>
                <a:lnTo>
                  <a:pt x="307847" y="0"/>
                </a:lnTo>
                <a:lnTo>
                  <a:pt x="365251" y="0"/>
                </a:lnTo>
                <a:lnTo>
                  <a:pt x="365251" y="159511"/>
                </a:lnTo>
                <a:lnTo>
                  <a:pt x="438403" y="159511"/>
                </a:lnTo>
                <a:lnTo>
                  <a:pt x="438403" y="207771"/>
                </a:lnTo>
                <a:lnTo>
                  <a:pt x="365251" y="207771"/>
                </a:lnTo>
                <a:lnTo>
                  <a:pt x="365251" y="476673"/>
                </a:lnTo>
                <a:lnTo>
                  <a:pt x="364235" y="479043"/>
                </a:lnTo>
                <a:lnTo>
                  <a:pt x="360171" y="483107"/>
                </a:lnTo>
                <a:lnTo>
                  <a:pt x="357801" y="484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534603" y="2927504"/>
            <a:ext cx="95885" cy="120650"/>
          </a:xfrm>
          <a:custGeom>
            <a:avLst/>
            <a:gdLst/>
            <a:ahLst/>
            <a:cxnLst/>
            <a:rect l="l" t="t" r="r" b="b"/>
            <a:pathLst>
              <a:path w="95885" h="120650">
                <a:moveTo>
                  <a:pt x="48448" y="120598"/>
                </a:moveTo>
                <a:lnTo>
                  <a:pt x="12938" y="105402"/>
                </a:lnTo>
                <a:lnTo>
                  <a:pt x="0" y="63684"/>
                </a:lnTo>
                <a:lnTo>
                  <a:pt x="0" y="56510"/>
                </a:lnTo>
                <a:lnTo>
                  <a:pt x="13210" y="15286"/>
                </a:lnTo>
                <a:lnTo>
                  <a:pt x="48771" y="0"/>
                </a:lnTo>
                <a:lnTo>
                  <a:pt x="58434" y="680"/>
                </a:lnTo>
                <a:lnTo>
                  <a:pt x="91294" y="23962"/>
                </a:lnTo>
                <a:lnTo>
                  <a:pt x="95849" y="41435"/>
                </a:lnTo>
                <a:lnTo>
                  <a:pt x="71665" y="41435"/>
                </a:lnTo>
                <a:lnTo>
                  <a:pt x="71074" y="33857"/>
                </a:lnTo>
                <a:lnTo>
                  <a:pt x="68965" y="28362"/>
                </a:lnTo>
                <a:lnTo>
                  <a:pt x="61709" y="21537"/>
                </a:lnTo>
                <a:lnTo>
                  <a:pt x="56187" y="19830"/>
                </a:lnTo>
                <a:lnTo>
                  <a:pt x="40709" y="19830"/>
                </a:lnTo>
                <a:lnTo>
                  <a:pt x="24506" y="55381"/>
                </a:lnTo>
                <a:lnTo>
                  <a:pt x="24506" y="64249"/>
                </a:lnTo>
                <a:lnTo>
                  <a:pt x="40172" y="100847"/>
                </a:lnTo>
                <a:lnTo>
                  <a:pt x="55919" y="100847"/>
                </a:lnTo>
                <a:lnTo>
                  <a:pt x="61494" y="99141"/>
                </a:lnTo>
                <a:lnTo>
                  <a:pt x="68857" y="92316"/>
                </a:lnTo>
                <a:lnTo>
                  <a:pt x="70966" y="87035"/>
                </a:lnTo>
                <a:lnTo>
                  <a:pt x="71504" y="79888"/>
                </a:lnTo>
                <a:lnTo>
                  <a:pt x="95688" y="79888"/>
                </a:lnTo>
                <a:lnTo>
                  <a:pt x="74892" y="114476"/>
                </a:lnTo>
                <a:lnTo>
                  <a:pt x="58266" y="119917"/>
                </a:lnTo>
                <a:lnTo>
                  <a:pt x="48448" y="120598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644076" y="2922667"/>
            <a:ext cx="75565" cy="123825"/>
          </a:xfrm>
          <a:custGeom>
            <a:avLst/>
            <a:gdLst/>
            <a:ahLst/>
            <a:cxnLst/>
            <a:rect l="l" t="t" r="r" b="b"/>
            <a:pathLst>
              <a:path w="75564" h="123825">
                <a:moveTo>
                  <a:pt x="75373" y="123822"/>
                </a:moveTo>
                <a:lnTo>
                  <a:pt x="52076" y="123822"/>
                </a:lnTo>
                <a:lnTo>
                  <a:pt x="52076" y="63604"/>
                </a:lnTo>
                <a:lnTo>
                  <a:pt x="51001" y="59909"/>
                </a:lnTo>
                <a:lnTo>
                  <a:pt x="46702" y="55126"/>
                </a:lnTo>
                <a:lnTo>
                  <a:pt x="43128" y="53930"/>
                </a:lnTo>
                <a:lnTo>
                  <a:pt x="31304" y="53930"/>
                </a:lnTo>
                <a:lnTo>
                  <a:pt x="26360" y="56563"/>
                </a:lnTo>
                <a:lnTo>
                  <a:pt x="23297" y="61830"/>
                </a:lnTo>
                <a:lnTo>
                  <a:pt x="23297" y="123822"/>
                </a:lnTo>
                <a:lnTo>
                  <a:pt x="0" y="123822"/>
                </a:lnTo>
                <a:lnTo>
                  <a:pt x="0" y="0"/>
                </a:lnTo>
                <a:lnTo>
                  <a:pt x="23297" y="0"/>
                </a:lnTo>
                <a:lnTo>
                  <a:pt x="23297" y="46111"/>
                </a:lnTo>
                <a:lnTo>
                  <a:pt x="28229" y="41243"/>
                </a:lnTo>
                <a:lnTo>
                  <a:pt x="33756" y="37767"/>
                </a:lnTo>
                <a:lnTo>
                  <a:pt x="39878" y="35681"/>
                </a:lnTo>
                <a:lnTo>
                  <a:pt x="46594" y="34986"/>
                </a:lnTo>
                <a:lnTo>
                  <a:pt x="59034" y="37047"/>
                </a:lnTo>
                <a:lnTo>
                  <a:pt x="67977" y="43229"/>
                </a:lnTo>
                <a:lnTo>
                  <a:pt x="73423" y="53532"/>
                </a:lnTo>
                <a:lnTo>
                  <a:pt x="75373" y="67957"/>
                </a:lnTo>
                <a:lnTo>
                  <a:pt x="75373" y="123822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733557" y="2957653"/>
            <a:ext cx="78105" cy="90805"/>
          </a:xfrm>
          <a:custGeom>
            <a:avLst/>
            <a:gdLst/>
            <a:ahLst/>
            <a:cxnLst/>
            <a:rect l="l" t="t" r="r" b="b"/>
            <a:pathLst>
              <a:path w="78104" h="90805">
                <a:moveTo>
                  <a:pt x="25232" y="27811"/>
                </a:moveTo>
                <a:lnTo>
                  <a:pt x="1934" y="27811"/>
                </a:lnTo>
                <a:lnTo>
                  <a:pt x="1934" y="22759"/>
                </a:lnTo>
                <a:lnTo>
                  <a:pt x="31923" y="0"/>
                </a:lnTo>
                <a:lnTo>
                  <a:pt x="39017" y="0"/>
                </a:lnTo>
                <a:lnTo>
                  <a:pt x="72485" y="17251"/>
                </a:lnTo>
                <a:lnTo>
                  <a:pt x="33884" y="17251"/>
                </a:lnTo>
                <a:lnTo>
                  <a:pt x="30807" y="18191"/>
                </a:lnTo>
                <a:lnTo>
                  <a:pt x="26347" y="21953"/>
                </a:lnTo>
                <a:lnTo>
                  <a:pt x="25232" y="24533"/>
                </a:lnTo>
                <a:lnTo>
                  <a:pt x="25232" y="27811"/>
                </a:lnTo>
                <a:close/>
              </a:path>
              <a:path w="78104" h="90805">
                <a:moveTo>
                  <a:pt x="38694" y="90448"/>
                </a:moveTo>
                <a:lnTo>
                  <a:pt x="21120" y="90448"/>
                </a:lnTo>
                <a:lnTo>
                  <a:pt x="14040" y="87976"/>
                </a:lnTo>
                <a:lnTo>
                  <a:pt x="2808" y="78087"/>
                </a:lnTo>
                <a:lnTo>
                  <a:pt x="6" y="71867"/>
                </a:lnTo>
                <a:lnTo>
                  <a:pt x="0" y="55086"/>
                </a:lnTo>
                <a:lnTo>
                  <a:pt x="3426" y="47992"/>
                </a:lnTo>
                <a:lnTo>
                  <a:pt x="39984" y="35550"/>
                </a:lnTo>
                <a:lnTo>
                  <a:pt x="50706" y="35550"/>
                </a:lnTo>
                <a:lnTo>
                  <a:pt x="50706" y="26521"/>
                </a:lnTo>
                <a:lnTo>
                  <a:pt x="49671" y="23297"/>
                </a:lnTo>
                <a:lnTo>
                  <a:pt x="45533" y="18460"/>
                </a:lnTo>
                <a:lnTo>
                  <a:pt x="42268" y="17251"/>
                </a:lnTo>
                <a:lnTo>
                  <a:pt x="72485" y="17251"/>
                </a:lnTo>
                <a:lnTo>
                  <a:pt x="74083" y="21093"/>
                </a:lnTo>
                <a:lnTo>
                  <a:pt x="74083" y="49174"/>
                </a:lnTo>
                <a:lnTo>
                  <a:pt x="30337" y="49174"/>
                </a:lnTo>
                <a:lnTo>
                  <a:pt x="24130" y="53205"/>
                </a:lnTo>
                <a:lnTo>
                  <a:pt x="23377" y="61266"/>
                </a:lnTo>
                <a:lnTo>
                  <a:pt x="23297" y="65538"/>
                </a:lnTo>
                <a:lnTo>
                  <a:pt x="24318" y="67930"/>
                </a:lnTo>
                <a:lnTo>
                  <a:pt x="28402" y="71692"/>
                </a:lnTo>
                <a:lnTo>
                  <a:pt x="31197" y="72632"/>
                </a:lnTo>
                <a:lnTo>
                  <a:pt x="74109" y="72632"/>
                </a:lnTo>
                <a:lnTo>
                  <a:pt x="74137" y="76959"/>
                </a:lnTo>
                <a:lnTo>
                  <a:pt x="74886" y="81016"/>
                </a:lnTo>
                <a:lnTo>
                  <a:pt x="51673" y="81016"/>
                </a:lnTo>
                <a:lnTo>
                  <a:pt x="46030" y="87304"/>
                </a:lnTo>
                <a:lnTo>
                  <a:pt x="38694" y="90448"/>
                </a:lnTo>
                <a:close/>
              </a:path>
              <a:path w="78104" h="90805">
                <a:moveTo>
                  <a:pt x="74109" y="72632"/>
                </a:moveTo>
                <a:lnTo>
                  <a:pt x="38184" y="72632"/>
                </a:lnTo>
                <a:lnTo>
                  <a:pt x="41380" y="71853"/>
                </a:lnTo>
                <a:lnTo>
                  <a:pt x="47159" y="68803"/>
                </a:lnTo>
                <a:lnTo>
                  <a:pt x="49308" y="66748"/>
                </a:lnTo>
                <a:lnTo>
                  <a:pt x="50706" y="64168"/>
                </a:lnTo>
                <a:lnTo>
                  <a:pt x="50706" y="49174"/>
                </a:lnTo>
                <a:lnTo>
                  <a:pt x="74083" y="49174"/>
                </a:lnTo>
                <a:lnTo>
                  <a:pt x="74109" y="72632"/>
                </a:lnTo>
                <a:close/>
              </a:path>
              <a:path w="78104" h="90805">
                <a:moveTo>
                  <a:pt x="77550" y="88836"/>
                </a:moveTo>
                <a:lnTo>
                  <a:pt x="54011" y="88836"/>
                </a:lnTo>
                <a:lnTo>
                  <a:pt x="52936" y="86740"/>
                </a:lnTo>
                <a:lnTo>
                  <a:pt x="52157" y="84133"/>
                </a:lnTo>
                <a:lnTo>
                  <a:pt x="51673" y="81016"/>
                </a:lnTo>
                <a:lnTo>
                  <a:pt x="74886" y="81016"/>
                </a:lnTo>
                <a:lnTo>
                  <a:pt x="75293" y="83220"/>
                </a:lnTo>
                <a:lnTo>
                  <a:pt x="77464" y="87304"/>
                </a:lnTo>
                <a:lnTo>
                  <a:pt x="77550" y="88836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825538" y="2957653"/>
            <a:ext cx="78740" cy="122555"/>
          </a:xfrm>
          <a:custGeom>
            <a:avLst/>
            <a:gdLst/>
            <a:ahLst/>
            <a:cxnLst/>
            <a:rect l="l" t="t" r="r" b="b"/>
            <a:pathLst>
              <a:path w="78739" h="122555">
                <a:moveTo>
                  <a:pt x="67897" y="10157"/>
                </a:moveTo>
                <a:lnTo>
                  <a:pt x="22410" y="10157"/>
                </a:lnTo>
                <a:lnTo>
                  <a:pt x="28053" y="3385"/>
                </a:lnTo>
                <a:lnTo>
                  <a:pt x="35416" y="0"/>
                </a:lnTo>
                <a:lnTo>
                  <a:pt x="44498" y="0"/>
                </a:lnTo>
                <a:lnTo>
                  <a:pt x="52111" y="745"/>
                </a:lnTo>
                <a:lnTo>
                  <a:pt x="58827" y="2982"/>
                </a:lnTo>
                <a:lnTo>
                  <a:pt x="64647" y="6711"/>
                </a:lnTo>
                <a:lnTo>
                  <a:pt x="67897" y="10157"/>
                </a:lnTo>
                <a:close/>
              </a:path>
              <a:path w="78739" h="122555">
                <a:moveTo>
                  <a:pt x="23297" y="122371"/>
                </a:moveTo>
                <a:lnTo>
                  <a:pt x="0" y="122371"/>
                </a:lnTo>
                <a:lnTo>
                  <a:pt x="0" y="1612"/>
                </a:lnTo>
                <a:lnTo>
                  <a:pt x="21604" y="1612"/>
                </a:lnTo>
                <a:lnTo>
                  <a:pt x="22410" y="10157"/>
                </a:lnTo>
                <a:lnTo>
                  <a:pt x="67897" y="10157"/>
                </a:lnTo>
                <a:lnTo>
                  <a:pt x="69569" y="11930"/>
                </a:lnTo>
                <a:lnTo>
                  <a:pt x="73484" y="18460"/>
                </a:lnTo>
                <a:lnTo>
                  <a:pt x="73661" y="18944"/>
                </a:lnTo>
                <a:lnTo>
                  <a:pt x="31063" y="18944"/>
                </a:lnTo>
                <a:lnTo>
                  <a:pt x="26038" y="21738"/>
                </a:lnTo>
                <a:lnTo>
                  <a:pt x="23297" y="27328"/>
                </a:lnTo>
                <a:lnTo>
                  <a:pt x="23297" y="63039"/>
                </a:lnTo>
                <a:lnTo>
                  <a:pt x="26145" y="68790"/>
                </a:lnTo>
                <a:lnTo>
                  <a:pt x="31224" y="71665"/>
                </a:lnTo>
                <a:lnTo>
                  <a:pt x="73402" y="71665"/>
                </a:lnTo>
                <a:lnTo>
                  <a:pt x="69368" y="78316"/>
                </a:lnTo>
                <a:lnTo>
                  <a:pt x="66610" y="81258"/>
                </a:lnTo>
                <a:lnTo>
                  <a:pt x="23297" y="81258"/>
                </a:lnTo>
                <a:lnTo>
                  <a:pt x="23297" y="122371"/>
                </a:lnTo>
                <a:close/>
              </a:path>
              <a:path w="78739" h="122555">
                <a:moveTo>
                  <a:pt x="73402" y="71665"/>
                </a:moveTo>
                <a:lnTo>
                  <a:pt x="38533" y="71665"/>
                </a:lnTo>
                <a:lnTo>
                  <a:pt x="45833" y="69957"/>
                </a:lnTo>
                <a:lnTo>
                  <a:pt x="51048" y="64833"/>
                </a:lnTo>
                <a:lnTo>
                  <a:pt x="54177" y="56293"/>
                </a:lnTo>
                <a:lnTo>
                  <a:pt x="55178" y="44821"/>
                </a:lnTo>
                <a:lnTo>
                  <a:pt x="55220" y="36222"/>
                </a:lnTo>
                <a:lnTo>
                  <a:pt x="53782" y="29961"/>
                </a:lnTo>
                <a:lnTo>
                  <a:pt x="48032" y="21147"/>
                </a:lnTo>
                <a:lnTo>
                  <a:pt x="43853" y="18944"/>
                </a:lnTo>
                <a:lnTo>
                  <a:pt x="73661" y="18944"/>
                </a:lnTo>
                <a:lnTo>
                  <a:pt x="76280" y="26118"/>
                </a:lnTo>
                <a:lnTo>
                  <a:pt x="77958" y="34905"/>
                </a:lnTo>
                <a:lnTo>
                  <a:pt x="78490" y="44337"/>
                </a:lnTo>
                <a:lnTo>
                  <a:pt x="78517" y="46030"/>
                </a:lnTo>
                <a:lnTo>
                  <a:pt x="77945" y="55605"/>
                </a:lnTo>
                <a:lnTo>
                  <a:pt x="76230" y="64178"/>
                </a:lnTo>
                <a:lnTo>
                  <a:pt x="73402" y="71665"/>
                </a:lnTo>
                <a:close/>
              </a:path>
              <a:path w="78739" h="122555">
                <a:moveTo>
                  <a:pt x="44659" y="90448"/>
                </a:moveTo>
                <a:lnTo>
                  <a:pt x="35846" y="90448"/>
                </a:lnTo>
                <a:lnTo>
                  <a:pt x="28725" y="87385"/>
                </a:lnTo>
                <a:lnTo>
                  <a:pt x="23297" y="81258"/>
                </a:lnTo>
                <a:lnTo>
                  <a:pt x="66610" y="81258"/>
                </a:lnTo>
                <a:lnTo>
                  <a:pt x="64392" y="83624"/>
                </a:lnTo>
                <a:lnTo>
                  <a:pt x="58616" y="87415"/>
                </a:lnTo>
                <a:lnTo>
                  <a:pt x="52038" y="89690"/>
                </a:lnTo>
                <a:lnTo>
                  <a:pt x="44659" y="90448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910343" y="2937822"/>
            <a:ext cx="52069" cy="110489"/>
          </a:xfrm>
          <a:custGeom>
            <a:avLst/>
            <a:gdLst/>
            <a:ahLst/>
            <a:cxnLst/>
            <a:rect l="l" t="t" r="r" b="b"/>
            <a:pathLst>
              <a:path w="52070" h="110489">
                <a:moveTo>
                  <a:pt x="42564" y="110279"/>
                </a:moveTo>
                <a:lnTo>
                  <a:pt x="37727" y="110279"/>
                </a:lnTo>
                <a:lnTo>
                  <a:pt x="26975" y="108732"/>
                </a:lnTo>
                <a:lnTo>
                  <a:pt x="19226" y="104092"/>
                </a:lnTo>
                <a:lnTo>
                  <a:pt x="14480" y="96358"/>
                </a:lnTo>
                <a:lnTo>
                  <a:pt x="12736" y="85531"/>
                </a:lnTo>
                <a:lnTo>
                  <a:pt x="12736" y="38533"/>
                </a:lnTo>
                <a:lnTo>
                  <a:pt x="0" y="38533"/>
                </a:lnTo>
                <a:lnTo>
                  <a:pt x="0" y="21443"/>
                </a:lnTo>
                <a:lnTo>
                  <a:pt x="12736" y="21443"/>
                </a:lnTo>
                <a:lnTo>
                  <a:pt x="12736" y="0"/>
                </a:lnTo>
                <a:lnTo>
                  <a:pt x="36034" y="0"/>
                </a:lnTo>
                <a:lnTo>
                  <a:pt x="36034" y="21443"/>
                </a:lnTo>
                <a:lnTo>
                  <a:pt x="50947" y="21443"/>
                </a:lnTo>
                <a:lnTo>
                  <a:pt x="50947" y="38533"/>
                </a:lnTo>
                <a:lnTo>
                  <a:pt x="36034" y="38533"/>
                </a:lnTo>
                <a:lnTo>
                  <a:pt x="36034" y="85289"/>
                </a:lnTo>
                <a:lnTo>
                  <a:pt x="36652" y="87600"/>
                </a:lnTo>
                <a:lnTo>
                  <a:pt x="39124" y="90394"/>
                </a:lnTo>
                <a:lnTo>
                  <a:pt x="41489" y="91093"/>
                </a:lnTo>
                <a:lnTo>
                  <a:pt x="47562" y="91093"/>
                </a:lnTo>
                <a:lnTo>
                  <a:pt x="49846" y="90905"/>
                </a:lnTo>
                <a:lnTo>
                  <a:pt x="51834" y="90529"/>
                </a:lnTo>
                <a:lnTo>
                  <a:pt x="51834" y="108183"/>
                </a:lnTo>
                <a:lnTo>
                  <a:pt x="47266" y="109580"/>
                </a:lnTo>
                <a:lnTo>
                  <a:pt x="42564" y="110279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971126" y="2957653"/>
            <a:ext cx="79375" cy="90805"/>
          </a:xfrm>
          <a:custGeom>
            <a:avLst/>
            <a:gdLst/>
            <a:ahLst/>
            <a:cxnLst/>
            <a:rect l="l" t="t" r="r" b="b"/>
            <a:pathLst>
              <a:path w="79375" h="90805">
                <a:moveTo>
                  <a:pt x="50544" y="90448"/>
                </a:moveTo>
                <a:lnTo>
                  <a:pt x="43289" y="90448"/>
                </a:lnTo>
                <a:lnTo>
                  <a:pt x="34142" y="89712"/>
                </a:lnTo>
                <a:lnTo>
                  <a:pt x="3012" y="64954"/>
                </a:lnTo>
                <a:lnTo>
                  <a:pt x="0" y="47320"/>
                </a:lnTo>
                <a:lnTo>
                  <a:pt x="0" y="36303"/>
                </a:lnTo>
                <a:lnTo>
                  <a:pt x="25675" y="1867"/>
                </a:lnTo>
                <a:lnTo>
                  <a:pt x="32756" y="0"/>
                </a:lnTo>
                <a:lnTo>
                  <a:pt x="40709" y="0"/>
                </a:lnTo>
                <a:lnTo>
                  <a:pt x="73964" y="18863"/>
                </a:lnTo>
                <a:lnTo>
                  <a:pt x="36007" y="18863"/>
                </a:lnTo>
                <a:lnTo>
                  <a:pt x="32258" y="20422"/>
                </a:lnTo>
                <a:lnTo>
                  <a:pt x="26508" y="26656"/>
                </a:lnTo>
                <a:lnTo>
                  <a:pt x="24667" y="31116"/>
                </a:lnTo>
                <a:lnTo>
                  <a:pt x="23861" y="36921"/>
                </a:lnTo>
                <a:lnTo>
                  <a:pt x="78743" y="36921"/>
                </a:lnTo>
                <a:lnTo>
                  <a:pt x="79162" y="43289"/>
                </a:lnTo>
                <a:lnTo>
                  <a:pt x="79162" y="52801"/>
                </a:lnTo>
                <a:lnTo>
                  <a:pt x="23619" y="52801"/>
                </a:lnTo>
                <a:lnTo>
                  <a:pt x="24372" y="58498"/>
                </a:lnTo>
                <a:lnTo>
                  <a:pt x="26642" y="63066"/>
                </a:lnTo>
                <a:lnTo>
                  <a:pt x="34220" y="69945"/>
                </a:lnTo>
                <a:lnTo>
                  <a:pt x="39017" y="71665"/>
                </a:lnTo>
                <a:lnTo>
                  <a:pt x="74572" y="71665"/>
                </a:lnTo>
                <a:lnTo>
                  <a:pt x="77308" y="74728"/>
                </a:lnTo>
                <a:lnTo>
                  <a:pt x="73815" y="79673"/>
                </a:lnTo>
                <a:lnTo>
                  <a:pt x="69085" y="83529"/>
                </a:lnTo>
                <a:lnTo>
                  <a:pt x="57155" y="89064"/>
                </a:lnTo>
                <a:lnTo>
                  <a:pt x="50544" y="90448"/>
                </a:lnTo>
                <a:close/>
              </a:path>
              <a:path w="79375" h="90805">
                <a:moveTo>
                  <a:pt x="78743" y="36921"/>
                </a:moveTo>
                <a:lnTo>
                  <a:pt x="56268" y="36921"/>
                </a:lnTo>
                <a:lnTo>
                  <a:pt x="56160" y="29907"/>
                </a:lnTo>
                <a:lnTo>
                  <a:pt x="54763" y="25917"/>
                </a:lnTo>
                <a:lnTo>
                  <a:pt x="49389" y="20274"/>
                </a:lnTo>
                <a:lnTo>
                  <a:pt x="45573" y="18863"/>
                </a:lnTo>
                <a:lnTo>
                  <a:pt x="73964" y="18863"/>
                </a:lnTo>
                <a:lnTo>
                  <a:pt x="76593" y="24929"/>
                </a:lnTo>
                <a:lnTo>
                  <a:pt x="78520" y="33520"/>
                </a:lnTo>
                <a:lnTo>
                  <a:pt x="78743" y="36921"/>
                </a:lnTo>
                <a:close/>
              </a:path>
              <a:path w="79375" h="90805">
                <a:moveTo>
                  <a:pt x="74572" y="71665"/>
                </a:moveTo>
                <a:lnTo>
                  <a:pt x="53796" y="71665"/>
                </a:lnTo>
                <a:lnTo>
                  <a:pt x="60809" y="68414"/>
                </a:lnTo>
                <a:lnTo>
                  <a:pt x="65861" y="61911"/>
                </a:lnTo>
                <a:lnTo>
                  <a:pt x="74572" y="71665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063509" y="2957653"/>
            <a:ext cx="49530" cy="88900"/>
          </a:xfrm>
          <a:custGeom>
            <a:avLst/>
            <a:gdLst/>
            <a:ahLst/>
            <a:cxnLst/>
            <a:rect l="l" t="t" r="r" b="b"/>
            <a:pathLst>
              <a:path w="49529" h="88900">
                <a:moveTo>
                  <a:pt x="23297" y="88836"/>
                </a:moveTo>
                <a:lnTo>
                  <a:pt x="0" y="88836"/>
                </a:lnTo>
                <a:lnTo>
                  <a:pt x="0" y="1612"/>
                </a:lnTo>
                <a:lnTo>
                  <a:pt x="22007" y="1612"/>
                </a:lnTo>
                <a:lnTo>
                  <a:pt x="22652" y="12011"/>
                </a:lnTo>
                <a:lnTo>
                  <a:pt x="27328" y="4003"/>
                </a:lnTo>
                <a:lnTo>
                  <a:pt x="33804" y="0"/>
                </a:lnTo>
                <a:lnTo>
                  <a:pt x="44659" y="0"/>
                </a:lnTo>
                <a:lnTo>
                  <a:pt x="47078" y="349"/>
                </a:lnTo>
                <a:lnTo>
                  <a:pt x="49335" y="1047"/>
                </a:lnTo>
                <a:lnTo>
                  <a:pt x="49013" y="23458"/>
                </a:lnTo>
                <a:lnTo>
                  <a:pt x="43047" y="22813"/>
                </a:lnTo>
                <a:lnTo>
                  <a:pt x="31815" y="22813"/>
                </a:lnTo>
                <a:lnTo>
                  <a:pt x="26038" y="25796"/>
                </a:lnTo>
                <a:lnTo>
                  <a:pt x="23297" y="31761"/>
                </a:lnTo>
                <a:lnTo>
                  <a:pt x="23297" y="88836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163234" y="2927504"/>
            <a:ext cx="218301" cy="12059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628974" y="6025805"/>
            <a:ext cx="301625" cy="313690"/>
          </a:xfrm>
          <a:custGeom>
            <a:avLst/>
            <a:gdLst/>
            <a:ahLst/>
            <a:cxnLst/>
            <a:rect l="l" t="t" r="r" b="b"/>
            <a:pathLst>
              <a:path w="301625" h="313689">
                <a:moveTo>
                  <a:pt x="274435" y="24470"/>
                </a:moveTo>
                <a:lnTo>
                  <a:pt x="27627" y="24470"/>
                </a:lnTo>
                <a:lnTo>
                  <a:pt x="27627" y="0"/>
                </a:lnTo>
                <a:lnTo>
                  <a:pt x="274435" y="0"/>
                </a:lnTo>
                <a:lnTo>
                  <a:pt x="274435" y="24470"/>
                </a:lnTo>
                <a:close/>
              </a:path>
              <a:path w="301625" h="313689">
                <a:moveTo>
                  <a:pt x="27627" y="120509"/>
                </a:moveTo>
                <a:lnTo>
                  <a:pt x="17102" y="97354"/>
                </a:lnTo>
                <a:lnTo>
                  <a:pt x="59116" y="88427"/>
                </a:lnTo>
                <a:lnTo>
                  <a:pt x="95480" y="72506"/>
                </a:lnTo>
                <a:lnTo>
                  <a:pt x="121336" y="50788"/>
                </a:lnTo>
                <a:lnTo>
                  <a:pt x="131823" y="24470"/>
                </a:lnTo>
                <a:lnTo>
                  <a:pt x="169713" y="24470"/>
                </a:lnTo>
                <a:lnTo>
                  <a:pt x="179983" y="50677"/>
                </a:lnTo>
                <a:lnTo>
                  <a:pt x="182442" y="52755"/>
                </a:lnTo>
                <a:lnTo>
                  <a:pt x="150768" y="52755"/>
                </a:lnTo>
                <a:lnTo>
                  <a:pt x="131453" y="77939"/>
                </a:lnTo>
                <a:lnTo>
                  <a:pt x="102716" y="97930"/>
                </a:lnTo>
                <a:lnTo>
                  <a:pt x="67219" y="112272"/>
                </a:lnTo>
                <a:lnTo>
                  <a:pt x="27627" y="120509"/>
                </a:lnTo>
                <a:close/>
              </a:path>
              <a:path w="301625" h="313689">
                <a:moveTo>
                  <a:pt x="273909" y="120509"/>
                </a:moveTo>
                <a:lnTo>
                  <a:pt x="234299" y="112272"/>
                </a:lnTo>
                <a:lnTo>
                  <a:pt x="198771" y="97930"/>
                </a:lnTo>
                <a:lnTo>
                  <a:pt x="170027" y="77939"/>
                </a:lnTo>
                <a:lnTo>
                  <a:pt x="150768" y="52755"/>
                </a:lnTo>
                <a:lnTo>
                  <a:pt x="182442" y="52755"/>
                </a:lnTo>
                <a:lnTo>
                  <a:pt x="205695" y="72407"/>
                </a:lnTo>
                <a:lnTo>
                  <a:pt x="242162" y="88390"/>
                </a:lnTo>
                <a:lnTo>
                  <a:pt x="284697" y="97354"/>
                </a:lnTo>
                <a:lnTo>
                  <a:pt x="273909" y="120509"/>
                </a:lnTo>
                <a:close/>
              </a:path>
              <a:path w="301625" h="313689">
                <a:moveTo>
                  <a:pt x="301537" y="164714"/>
                </a:moveTo>
                <a:lnTo>
                  <a:pt x="0" y="164714"/>
                </a:lnTo>
                <a:lnTo>
                  <a:pt x="0" y="140506"/>
                </a:lnTo>
                <a:lnTo>
                  <a:pt x="301537" y="140506"/>
                </a:lnTo>
                <a:lnTo>
                  <a:pt x="301537" y="164714"/>
                </a:lnTo>
                <a:close/>
              </a:path>
              <a:path w="301625" h="313689">
                <a:moveTo>
                  <a:pt x="150505" y="313114"/>
                </a:moveTo>
                <a:lnTo>
                  <a:pt x="102580" y="309188"/>
                </a:lnTo>
                <a:lnTo>
                  <a:pt x="66668" y="297689"/>
                </a:lnTo>
                <a:lnTo>
                  <a:pt x="44126" y="279036"/>
                </a:lnTo>
                <a:lnTo>
                  <a:pt x="36310" y="253649"/>
                </a:lnTo>
                <a:lnTo>
                  <a:pt x="44126" y="228179"/>
                </a:lnTo>
                <a:lnTo>
                  <a:pt x="66668" y="209346"/>
                </a:lnTo>
                <a:lnTo>
                  <a:pt x="102580" y="197665"/>
                </a:lnTo>
                <a:lnTo>
                  <a:pt x="150505" y="193657"/>
                </a:lnTo>
                <a:lnTo>
                  <a:pt x="198241" y="197665"/>
                </a:lnTo>
                <a:lnTo>
                  <a:pt x="234013" y="209346"/>
                </a:lnTo>
                <a:lnTo>
                  <a:pt x="242933" y="216812"/>
                </a:lnTo>
                <a:lnTo>
                  <a:pt x="150505" y="216812"/>
                </a:lnTo>
                <a:lnTo>
                  <a:pt x="114959" y="219385"/>
                </a:lnTo>
                <a:lnTo>
                  <a:pt x="88343" y="226547"/>
                </a:lnTo>
                <a:lnTo>
                  <a:pt x="71692" y="238051"/>
                </a:lnTo>
                <a:lnTo>
                  <a:pt x="66043" y="253649"/>
                </a:lnTo>
                <a:lnTo>
                  <a:pt x="71692" y="268939"/>
                </a:lnTo>
                <a:lnTo>
                  <a:pt x="88343" y="280257"/>
                </a:lnTo>
                <a:lnTo>
                  <a:pt x="114959" y="287283"/>
                </a:lnTo>
                <a:lnTo>
                  <a:pt x="150505" y="289696"/>
                </a:lnTo>
                <a:lnTo>
                  <a:pt x="243654" y="289696"/>
                </a:lnTo>
                <a:lnTo>
                  <a:pt x="234013" y="297689"/>
                </a:lnTo>
                <a:lnTo>
                  <a:pt x="198241" y="309188"/>
                </a:lnTo>
                <a:lnTo>
                  <a:pt x="150505" y="313114"/>
                </a:lnTo>
                <a:close/>
              </a:path>
              <a:path w="301625" h="313689">
                <a:moveTo>
                  <a:pt x="243654" y="289696"/>
                </a:moveTo>
                <a:lnTo>
                  <a:pt x="150505" y="289696"/>
                </a:lnTo>
                <a:lnTo>
                  <a:pt x="185907" y="287283"/>
                </a:lnTo>
                <a:lnTo>
                  <a:pt x="212503" y="280257"/>
                </a:lnTo>
                <a:lnTo>
                  <a:pt x="229281" y="268939"/>
                </a:lnTo>
                <a:lnTo>
                  <a:pt x="235230" y="253649"/>
                </a:lnTo>
                <a:lnTo>
                  <a:pt x="229281" y="238051"/>
                </a:lnTo>
                <a:lnTo>
                  <a:pt x="212503" y="226547"/>
                </a:lnTo>
                <a:lnTo>
                  <a:pt x="185907" y="219385"/>
                </a:lnTo>
                <a:lnTo>
                  <a:pt x="150505" y="216812"/>
                </a:lnTo>
                <a:lnTo>
                  <a:pt x="242933" y="216812"/>
                </a:lnTo>
                <a:lnTo>
                  <a:pt x="256514" y="228179"/>
                </a:lnTo>
                <a:lnTo>
                  <a:pt x="264437" y="253649"/>
                </a:lnTo>
                <a:lnTo>
                  <a:pt x="256514" y="279036"/>
                </a:lnTo>
                <a:lnTo>
                  <a:pt x="243654" y="289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958665" y="6008965"/>
            <a:ext cx="273685" cy="330835"/>
          </a:xfrm>
          <a:custGeom>
            <a:avLst/>
            <a:gdLst/>
            <a:ahLst/>
            <a:cxnLst/>
            <a:rect l="l" t="t" r="r" b="b"/>
            <a:pathLst>
              <a:path w="273685" h="330835">
                <a:moveTo>
                  <a:pt x="273646" y="330743"/>
                </a:moveTo>
                <a:lnTo>
                  <a:pt x="244703" y="330743"/>
                </a:lnTo>
                <a:lnTo>
                  <a:pt x="244703" y="157346"/>
                </a:lnTo>
                <a:lnTo>
                  <a:pt x="165766" y="157346"/>
                </a:lnTo>
                <a:lnTo>
                  <a:pt x="165766" y="132876"/>
                </a:lnTo>
                <a:lnTo>
                  <a:pt x="244703" y="132876"/>
                </a:lnTo>
                <a:lnTo>
                  <a:pt x="244703" y="0"/>
                </a:lnTo>
                <a:lnTo>
                  <a:pt x="273646" y="0"/>
                </a:lnTo>
                <a:lnTo>
                  <a:pt x="273646" y="330743"/>
                </a:lnTo>
                <a:close/>
              </a:path>
              <a:path w="273685" h="330835">
                <a:moveTo>
                  <a:pt x="16050" y="267594"/>
                </a:moveTo>
                <a:lnTo>
                  <a:pt x="0" y="244439"/>
                </a:lnTo>
                <a:lnTo>
                  <a:pt x="48142" y="215934"/>
                </a:lnTo>
                <a:lnTo>
                  <a:pt x="85310" y="182888"/>
                </a:lnTo>
                <a:lnTo>
                  <a:pt x="112115" y="145624"/>
                </a:lnTo>
                <a:lnTo>
                  <a:pt x="129169" y="104463"/>
                </a:lnTo>
                <a:lnTo>
                  <a:pt x="137086" y="59728"/>
                </a:lnTo>
                <a:lnTo>
                  <a:pt x="14471" y="59728"/>
                </a:lnTo>
                <a:lnTo>
                  <a:pt x="14471" y="36047"/>
                </a:lnTo>
                <a:lnTo>
                  <a:pt x="166555" y="36047"/>
                </a:lnTo>
                <a:lnTo>
                  <a:pt x="162990" y="81923"/>
                </a:lnTo>
                <a:lnTo>
                  <a:pt x="151977" y="125547"/>
                </a:lnTo>
                <a:lnTo>
                  <a:pt x="132646" y="166424"/>
                </a:lnTo>
                <a:lnTo>
                  <a:pt x="104127" y="204055"/>
                </a:lnTo>
                <a:lnTo>
                  <a:pt x="65552" y="237944"/>
                </a:lnTo>
                <a:lnTo>
                  <a:pt x="16050" y="2675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378499" y="6008965"/>
            <a:ext cx="316230" cy="330835"/>
          </a:xfrm>
          <a:custGeom>
            <a:avLst/>
            <a:gdLst/>
            <a:ahLst/>
            <a:cxnLst/>
            <a:rect l="l" t="t" r="r" b="b"/>
            <a:pathLst>
              <a:path w="316230" h="330835">
                <a:moveTo>
                  <a:pt x="260753" y="330743"/>
                </a:moveTo>
                <a:lnTo>
                  <a:pt x="231546" y="330743"/>
                </a:lnTo>
                <a:lnTo>
                  <a:pt x="231546" y="0"/>
                </a:lnTo>
                <a:lnTo>
                  <a:pt x="260753" y="0"/>
                </a:lnTo>
                <a:lnTo>
                  <a:pt x="260753" y="134191"/>
                </a:lnTo>
                <a:lnTo>
                  <a:pt x="316008" y="134191"/>
                </a:lnTo>
                <a:lnTo>
                  <a:pt x="316008" y="159451"/>
                </a:lnTo>
                <a:lnTo>
                  <a:pt x="260753" y="159451"/>
                </a:lnTo>
                <a:lnTo>
                  <a:pt x="260753" y="330743"/>
                </a:lnTo>
                <a:close/>
              </a:path>
              <a:path w="316230" h="330835">
                <a:moveTo>
                  <a:pt x="18418" y="259964"/>
                </a:moveTo>
                <a:lnTo>
                  <a:pt x="0" y="236546"/>
                </a:lnTo>
                <a:lnTo>
                  <a:pt x="33844" y="211853"/>
                </a:lnTo>
                <a:lnTo>
                  <a:pt x="61373" y="176357"/>
                </a:lnTo>
                <a:lnTo>
                  <a:pt x="79923" y="134052"/>
                </a:lnTo>
                <a:lnTo>
                  <a:pt x="86830" y="88935"/>
                </a:lnTo>
                <a:lnTo>
                  <a:pt x="86830" y="28680"/>
                </a:lnTo>
                <a:lnTo>
                  <a:pt x="115773" y="28680"/>
                </a:lnTo>
                <a:lnTo>
                  <a:pt x="115773" y="88935"/>
                </a:lnTo>
                <a:lnTo>
                  <a:pt x="122400" y="132288"/>
                </a:lnTo>
                <a:lnTo>
                  <a:pt x="130201" y="149453"/>
                </a:lnTo>
                <a:lnTo>
                  <a:pt x="101696" y="149453"/>
                </a:lnTo>
                <a:lnTo>
                  <a:pt x="87703" y="184499"/>
                </a:lnTo>
                <a:lnTo>
                  <a:pt x="68493" y="215512"/>
                </a:lnTo>
                <a:lnTo>
                  <a:pt x="45065" y="241124"/>
                </a:lnTo>
                <a:lnTo>
                  <a:pt x="18418" y="259964"/>
                </a:lnTo>
                <a:close/>
              </a:path>
              <a:path w="316230" h="330835">
                <a:moveTo>
                  <a:pt x="183132" y="253649"/>
                </a:moveTo>
                <a:lnTo>
                  <a:pt x="157161" y="235777"/>
                </a:lnTo>
                <a:lnTo>
                  <a:pt x="134323" y="211615"/>
                </a:lnTo>
                <a:lnTo>
                  <a:pt x="115530" y="182421"/>
                </a:lnTo>
                <a:lnTo>
                  <a:pt x="101696" y="149453"/>
                </a:lnTo>
                <a:lnTo>
                  <a:pt x="130201" y="149453"/>
                </a:lnTo>
                <a:lnTo>
                  <a:pt x="140770" y="172706"/>
                </a:lnTo>
                <a:lnTo>
                  <a:pt x="168019" y="206562"/>
                </a:lnTo>
                <a:lnTo>
                  <a:pt x="201287" y="230231"/>
                </a:lnTo>
                <a:lnTo>
                  <a:pt x="183132" y="2536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717399" y="6009228"/>
            <a:ext cx="278765" cy="323215"/>
          </a:xfrm>
          <a:custGeom>
            <a:avLst/>
            <a:gdLst/>
            <a:ahLst/>
            <a:cxnLst/>
            <a:rect l="l" t="t" r="r" b="b"/>
            <a:pathLst>
              <a:path w="278764" h="323214">
                <a:moveTo>
                  <a:pt x="268383" y="242598"/>
                </a:moveTo>
                <a:lnTo>
                  <a:pt x="239177" y="242598"/>
                </a:lnTo>
                <a:lnTo>
                  <a:pt x="239177" y="0"/>
                </a:lnTo>
                <a:lnTo>
                  <a:pt x="268383" y="0"/>
                </a:lnTo>
                <a:lnTo>
                  <a:pt x="268383" y="242598"/>
                </a:lnTo>
                <a:close/>
              </a:path>
              <a:path w="278764" h="323214">
                <a:moveTo>
                  <a:pt x="190500" y="51308"/>
                </a:moveTo>
                <a:lnTo>
                  <a:pt x="7630" y="51308"/>
                </a:lnTo>
                <a:lnTo>
                  <a:pt x="7630" y="27364"/>
                </a:lnTo>
                <a:lnTo>
                  <a:pt x="190500" y="27364"/>
                </a:lnTo>
                <a:lnTo>
                  <a:pt x="190500" y="51308"/>
                </a:lnTo>
                <a:close/>
              </a:path>
              <a:path w="278764" h="323214">
                <a:moveTo>
                  <a:pt x="15261" y="201287"/>
                </a:moveTo>
                <a:lnTo>
                  <a:pt x="0" y="177870"/>
                </a:lnTo>
                <a:lnTo>
                  <a:pt x="34222" y="160393"/>
                </a:lnTo>
                <a:lnTo>
                  <a:pt x="61044" y="135343"/>
                </a:lnTo>
                <a:lnTo>
                  <a:pt x="78591" y="104718"/>
                </a:lnTo>
                <a:lnTo>
                  <a:pt x="84988" y="70516"/>
                </a:lnTo>
                <a:lnTo>
                  <a:pt x="84988" y="51308"/>
                </a:lnTo>
                <a:lnTo>
                  <a:pt x="114457" y="51308"/>
                </a:lnTo>
                <a:lnTo>
                  <a:pt x="114457" y="70516"/>
                </a:lnTo>
                <a:lnTo>
                  <a:pt x="120739" y="102913"/>
                </a:lnTo>
                <a:lnTo>
                  <a:pt x="130714" y="119325"/>
                </a:lnTo>
                <a:lnTo>
                  <a:pt x="100249" y="119325"/>
                </a:lnTo>
                <a:lnTo>
                  <a:pt x="86359" y="146026"/>
                </a:lnTo>
                <a:lnTo>
                  <a:pt x="67079" y="169039"/>
                </a:lnTo>
                <a:lnTo>
                  <a:pt x="43137" y="187685"/>
                </a:lnTo>
                <a:lnTo>
                  <a:pt x="15261" y="201287"/>
                </a:lnTo>
                <a:close/>
              </a:path>
              <a:path w="278764" h="323214">
                <a:moveTo>
                  <a:pt x="184185" y="194446"/>
                </a:moveTo>
                <a:lnTo>
                  <a:pt x="156954" y="182117"/>
                </a:lnTo>
                <a:lnTo>
                  <a:pt x="133386" y="165075"/>
                </a:lnTo>
                <a:lnTo>
                  <a:pt x="114233" y="143939"/>
                </a:lnTo>
                <a:lnTo>
                  <a:pt x="100249" y="119325"/>
                </a:lnTo>
                <a:lnTo>
                  <a:pt x="130714" y="119325"/>
                </a:lnTo>
                <a:lnTo>
                  <a:pt x="138270" y="131758"/>
                </a:lnTo>
                <a:lnTo>
                  <a:pt x="165075" y="155175"/>
                </a:lnTo>
                <a:lnTo>
                  <a:pt x="199183" y="171292"/>
                </a:lnTo>
                <a:lnTo>
                  <a:pt x="184185" y="194446"/>
                </a:lnTo>
                <a:close/>
              </a:path>
              <a:path w="278764" h="323214">
                <a:moveTo>
                  <a:pt x="278645" y="323113"/>
                </a:moveTo>
                <a:lnTo>
                  <a:pt x="54729" y="323113"/>
                </a:lnTo>
                <a:lnTo>
                  <a:pt x="54729" y="219443"/>
                </a:lnTo>
                <a:lnTo>
                  <a:pt x="83935" y="219443"/>
                </a:lnTo>
                <a:lnTo>
                  <a:pt x="83935" y="298906"/>
                </a:lnTo>
                <a:lnTo>
                  <a:pt x="278645" y="298906"/>
                </a:lnTo>
                <a:lnTo>
                  <a:pt x="278645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080507" y="6022340"/>
            <a:ext cx="29209" cy="45720"/>
          </a:xfrm>
          <a:custGeom>
            <a:avLst/>
            <a:gdLst/>
            <a:ahLst/>
            <a:cxnLst/>
            <a:rect l="l" t="t" r="r" b="b"/>
            <a:pathLst>
              <a:path w="29210" h="45720">
                <a:moveTo>
                  <a:pt x="0" y="0"/>
                </a:moveTo>
                <a:lnTo>
                  <a:pt x="28943" y="0"/>
                </a:lnTo>
                <a:lnTo>
                  <a:pt x="28943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080507" y="6068059"/>
            <a:ext cx="225425" cy="24130"/>
          </a:xfrm>
          <a:custGeom>
            <a:avLst/>
            <a:gdLst/>
            <a:ahLst/>
            <a:cxnLst/>
            <a:rect l="l" t="t" r="r" b="b"/>
            <a:pathLst>
              <a:path w="225425" h="24129">
                <a:moveTo>
                  <a:pt x="0" y="0"/>
                </a:moveTo>
                <a:lnTo>
                  <a:pt x="224968" y="0"/>
                </a:lnTo>
                <a:lnTo>
                  <a:pt x="224968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080507" y="6092190"/>
            <a:ext cx="29209" cy="49530"/>
          </a:xfrm>
          <a:custGeom>
            <a:avLst/>
            <a:gdLst/>
            <a:ahLst/>
            <a:cxnLst/>
            <a:rect l="l" t="t" r="r" b="b"/>
            <a:pathLst>
              <a:path w="29210" h="49529">
                <a:moveTo>
                  <a:pt x="0" y="0"/>
                </a:moveTo>
                <a:lnTo>
                  <a:pt x="28943" y="0"/>
                </a:lnTo>
                <a:lnTo>
                  <a:pt x="28943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080507" y="6141720"/>
            <a:ext cx="225425" cy="22860"/>
          </a:xfrm>
          <a:custGeom>
            <a:avLst/>
            <a:gdLst/>
            <a:ahLst/>
            <a:cxnLst/>
            <a:rect l="l" t="t" r="r" b="b"/>
            <a:pathLst>
              <a:path w="225425" h="22860">
                <a:moveTo>
                  <a:pt x="0" y="0"/>
                </a:moveTo>
                <a:lnTo>
                  <a:pt x="224968" y="0"/>
                </a:lnTo>
                <a:lnTo>
                  <a:pt x="224968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276269" y="6022647"/>
            <a:ext cx="29209" cy="46355"/>
          </a:xfrm>
          <a:custGeom>
            <a:avLst/>
            <a:gdLst/>
            <a:ahLst/>
            <a:cxnLst/>
            <a:rect l="l" t="t" r="r" b="b"/>
            <a:pathLst>
              <a:path w="29210" h="46354">
                <a:moveTo>
                  <a:pt x="29206" y="45783"/>
                </a:moveTo>
                <a:lnTo>
                  <a:pt x="0" y="45783"/>
                </a:lnTo>
                <a:lnTo>
                  <a:pt x="0" y="0"/>
                </a:lnTo>
                <a:lnTo>
                  <a:pt x="29206" y="0"/>
                </a:lnTo>
                <a:lnTo>
                  <a:pt x="29206" y="457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276269" y="6092112"/>
            <a:ext cx="29209" cy="49530"/>
          </a:xfrm>
          <a:custGeom>
            <a:avLst/>
            <a:gdLst/>
            <a:ahLst/>
            <a:cxnLst/>
            <a:rect l="l" t="t" r="r" b="b"/>
            <a:pathLst>
              <a:path w="29210" h="49529">
                <a:moveTo>
                  <a:pt x="29206" y="49203"/>
                </a:moveTo>
                <a:lnTo>
                  <a:pt x="0" y="49203"/>
                </a:lnTo>
                <a:lnTo>
                  <a:pt x="0" y="0"/>
                </a:lnTo>
                <a:lnTo>
                  <a:pt x="29206" y="0"/>
                </a:lnTo>
                <a:lnTo>
                  <a:pt x="29206" y="492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041565" y="6205254"/>
            <a:ext cx="302895" cy="24130"/>
          </a:xfrm>
          <a:custGeom>
            <a:avLst/>
            <a:gdLst/>
            <a:ahLst/>
            <a:cxnLst/>
            <a:rect l="l" t="t" r="r" b="b"/>
            <a:pathLst>
              <a:path w="302895" h="24129">
                <a:moveTo>
                  <a:pt x="302852" y="23680"/>
                </a:moveTo>
                <a:lnTo>
                  <a:pt x="0" y="23680"/>
                </a:lnTo>
                <a:lnTo>
                  <a:pt x="0" y="0"/>
                </a:lnTo>
                <a:lnTo>
                  <a:pt x="302852" y="0"/>
                </a:lnTo>
                <a:lnTo>
                  <a:pt x="302852" y="236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177862" y="6228935"/>
            <a:ext cx="29209" cy="111125"/>
          </a:xfrm>
          <a:custGeom>
            <a:avLst/>
            <a:gdLst/>
            <a:ahLst/>
            <a:cxnLst/>
            <a:rect l="l" t="t" r="r" b="b"/>
            <a:pathLst>
              <a:path w="29210" h="111125">
                <a:moveTo>
                  <a:pt x="28680" y="110774"/>
                </a:moveTo>
                <a:lnTo>
                  <a:pt x="0" y="110774"/>
                </a:lnTo>
                <a:lnTo>
                  <a:pt x="0" y="0"/>
                </a:lnTo>
                <a:lnTo>
                  <a:pt x="28680" y="0"/>
                </a:lnTo>
                <a:lnTo>
                  <a:pt x="28680" y="1107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386780" y="6008965"/>
            <a:ext cx="259079" cy="331470"/>
          </a:xfrm>
          <a:custGeom>
            <a:avLst/>
            <a:gdLst/>
            <a:ahLst/>
            <a:cxnLst/>
            <a:rect l="l" t="t" r="r" b="b"/>
            <a:pathLst>
              <a:path w="259079" h="331470">
                <a:moveTo>
                  <a:pt x="258911" y="331270"/>
                </a:moveTo>
                <a:lnTo>
                  <a:pt x="229968" y="331270"/>
                </a:lnTo>
                <a:lnTo>
                  <a:pt x="229968" y="149189"/>
                </a:lnTo>
                <a:lnTo>
                  <a:pt x="159977" y="149189"/>
                </a:lnTo>
                <a:lnTo>
                  <a:pt x="159977" y="124982"/>
                </a:lnTo>
                <a:lnTo>
                  <a:pt x="229968" y="124982"/>
                </a:lnTo>
                <a:lnTo>
                  <a:pt x="229968" y="0"/>
                </a:lnTo>
                <a:lnTo>
                  <a:pt x="258911" y="0"/>
                </a:lnTo>
                <a:lnTo>
                  <a:pt x="258911" y="331270"/>
                </a:lnTo>
                <a:close/>
              </a:path>
              <a:path w="259079" h="331470">
                <a:moveTo>
                  <a:pt x="25259" y="251544"/>
                </a:moveTo>
                <a:lnTo>
                  <a:pt x="0" y="251544"/>
                </a:lnTo>
                <a:lnTo>
                  <a:pt x="0" y="30258"/>
                </a:lnTo>
                <a:lnTo>
                  <a:pt x="154452" y="30258"/>
                </a:lnTo>
                <a:lnTo>
                  <a:pt x="154452" y="54466"/>
                </a:lnTo>
                <a:lnTo>
                  <a:pt x="29469" y="54466"/>
                </a:lnTo>
                <a:lnTo>
                  <a:pt x="29469" y="123404"/>
                </a:lnTo>
                <a:lnTo>
                  <a:pt x="139717" y="123404"/>
                </a:lnTo>
                <a:lnTo>
                  <a:pt x="139717" y="147084"/>
                </a:lnTo>
                <a:lnTo>
                  <a:pt x="29469" y="147084"/>
                </a:lnTo>
                <a:lnTo>
                  <a:pt x="29469" y="227073"/>
                </a:lnTo>
                <a:lnTo>
                  <a:pt x="175862" y="227073"/>
                </a:lnTo>
                <a:lnTo>
                  <a:pt x="177870" y="241282"/>
                </a:lnTo>
                <a:lnTo>
                  <a:pt x="142702" y="246178"/>
                </a:lnTo>
                <a:lnTo>
                  <a:pt x="107485" y="249274"/>
                </a:lnTo>
                <a:lnTo>
                  <a:pt x="69307" y="250939"/>
                </a:lnTo>
                <a:lnTo>
                  <a:pt x="25259" y="251544"/>
                </a:lnTo>
                <a:close/>
              </a:path>
              <a:path w="259079" h="331470">
                <a:moveTo>
                  <a:pt x="175862" y="227073"/>
                </a:moveTo>
                <a:lnTo>
                  <a:pt x="29469" y="227073"/>
                </a:lnTo>
                <a:lnTo>
                  <a:pt x="71400" y="226621"/>
                </a:lnTo>
                <a:lnTo>
                  <a:pt x="107781" y="225133"/>
                </a:lnTo>
                <a:lnTo>
                  <a:pt x="141251" y="222115"/>
                </a:lnTo>
                <a:lnTo>
                  <a:pt x="174449" y="217075"/>
                </a:lnTo>
                <a:lnTo>
                  <a:pt x="175862" y="2270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812557" y="6009228"/>
            <a:ext cx="292735" cy="325755"/>
          </a:xfrm>
          <a:custGeom>
            <a:avLst/>
            <a:gdLst/>
            <a:ahLst/>
            <a:cxnLst/>
            <a:rect l="l" t="t" r="r" b="b"/>
            <a:pathLst>
              <a:path w="292735" h="325754">
                <a:moveTo>
                  <a:pt x="242598" y="186816"/>
                </a:moveTo>
                <a:lnTo>
                  <a:pt x="213391" y="186816"/>
                </a:lnTo>
                <a:lnTo>
                  <a:pt x="213391" y="0"/>
                </a:lnTo>
                <a:lnTo>
                  <a:pt x="242598" y="0"/>
                </a:lnTo>
                <a:lnTo>
                  <a:pt x="242598" y="75779"/>
                </a:lnTo>
                <a:lnTo>
                  <a:pt x="292591" y="75779"/>
                </a:lnTo>
                <a:lnTo>
                  <a:pt x="292591" y="100512"/>
                </a:lnTo>
                <a:lnTo>
                  <a:pt x="242598" y="100512"/>
                </a:lnTo>
                <a:lnTo>
                  <a:pt x="242598" y="186816"/>
                </a:lnTo>
                <a:close/>
              </a:path>
              <a:path w="292735" h="325754">
                <a:moveTo>
                  <a:pt x="26312" y="161293"/>
                </a:moveTo>
                <a:lnTo>
                  <a:pt x="0" y="161293"/>
                </a:lnTo>
                <a:lnTo>
                  <a:pt x="0" y="16576"/>
                </a:lnTo>
                <a:lnTo>
                  <a:pt x="29469" y="16576"/>
                </a:lnTo>
                <a:lnTo>
                  <a:pt x="29469" y="136823"/>
                </a:lnTo>
                <a:lnTo>
                  <a:pt x="180877" y="136823"/>
                </a:lnTo>
                <a:lnTo>
                  <a:pt x="182343" y="146558"/>
                </a:lnTo>
                <a:lnTo>
                  <a:pt x="141201" y="153634"/>
                </a:lnTo>
                <a:lnTo>
                  <a:pt x="101860" y="158168"/>
                </a:lnTo>
                <a:lnTo>
                  <a:pt x="63753" y="160582"/>
                </a:lnTo>
                <a:lnTo>
                  <a:pt x="26312" y="161293"/>
                </a:lnTo>
                <a:close/>
              </a:path>
              <a:path w="292735" h="325754">
                <a:moveTo>
                  <a:pt x="180877" y="136823"/>
                </a:moveTo>
                <a:lnTo>
                  <a:pt x="29469" y="136823"/>
                </a:lnTo>
                <a:lnTo>
                  <a:pt x="65120" y="135982"/>
                </a:lnTo>
                <a:lnTo>
                  <a:pt x="101647" y="133451"/>
                </a:lnTo>
                <a:lnTo>
                  <a:pt x="139382" y="128923"/>
                </a:lnTo>
                <a:lnTo>
                  <a:pt x="178659" y="122088"/>
                </a:lnTo>
                <a:lnTo>
                  <a:pt x="180877" y="136823"/>
                </a:lnTo>
                <a:close/>
              </a:path>
              <a:path w="292735" h="325754">
                <a:moveTo>
                  <a:pt x="242598" y="325744"/>
                </a:moveTo>
                <a:lnTo>
                  <a:pt x="33153" y="325744"/>
                </a:lnTo>
                <a:lnTo>
                  <a:pt x="33153" y="204971"/>
                </a:lnTo>
                <a:lnTo>
                  <a:pt x="242598" y="204971"/>
                </a:lnTo>
                <a:lnTo>
                  <a:pt x="242598" y="228126"/>
                </a:lnTo>
                <a:lnTo>
                  <a:pt x="61570" y="228126"/>
                </a:lnTo>
                <a:lnTo>
                  <a:pt x="61570" y="302063"/>
                </a:lnTo>
                <a:lnTo>
                  <a:pt x="242598" y="302063"/>
                </a:lnTo>
                <a:lnTo>
                  <a:pt x="242598" y="325744"/>
                </a:lnTo>
                <a:close/>
              </a:path>
              <a:path w="292735" h="325754">
                <a:moveTo>
                  <a:pt x="242598" y="302063"/>
                </a:moveTo>
                <a:lnTo>
                  <a:pt x="214180" y="302063"/>
                </a:lnTo>
                <a:lnTo>
                  <a:pt x="214180" y="228126"/>
                </a:lnTo>
                <a:lnTo>
                  <a:pt x="242598" y="228126"/>
                </a:lnTo>
                <a:lnTo>
                  <a:pt x="242598" y="3020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131460" y="6009228"/>
            <a:ext cx="276225" cy="323215"/>
          </a:xfrm>
          <a:custGeom>
            <a:avLst/>
            <a:gdLst/>
            <a:ahLst/>
            <a:cxnLst/>
            <a:rect l="l" t="t" r="r" b="b"/>
            <a:pathLst>
              <a:path w="276225" h="323214">
                <a:moveTo>
                  <a:pt x="267068" y="240229"/>
                </a:moveTo>
                <a:lnTo>
                  <a:pt x="237861" y="240229"/>
                </a:lnTo>
                <a:lnTo>
                  <a:pt x="237861" y="0"/>
                </a:lnTo>
                <a:lnTo>
                  <a:pt x="267068" y="0"/>
                </a:lnTo>
                <a:lnTo>
                  <a:pt x="267068" y="240229"/>
                </a:lnTo>
                <a:close/>
              </a:path>
              <a:path w="276225" h="323214">
                <a:moveTo>
                  <a:pt x="11840" y="204182"/>
                </a:moveTo>
                <a:lnTo>
                  <a:pt x="0" y="180501"/>
                </a:lnTo>
                <a:lnTo>
                  <a:pt x="54677" y="157973"/>
                </a:lnTo>
                <a:lnTo>
                  <a:pt x="97206" y="127959"/>
                </a:lnTo>
                <a:lnTo>
                  <a:pt x="125897" y="91457"/>
                </a:lnTo>
                <a:lnTo>
                  <a:pt x="139059" y="49466"/>
                </a:lnTo>
                <a:lnTo>
                  <a:pt x="17366" y="49466"/>
                </a:lnTo>
                <a:lnTo>
                  <a:pt x="17366" y="24996"/>
                </a:lnTo>
                <a:lnTo>
                  <a:pt x="171029" y="24996"/>
                </a:lnTo>
                <a:lnTo>
                  <a:pt x="163718" y="73589"/>
                </a:lnTo>
                <a:lnTo>
                  <a:pt x="142919" y="116373"/>
                </a:lnTo>
                <a:lnTo>
                  <a:pt x="109856" y="152778"/>
                </a:lnTo>
                <a:lnTo>
                  <a:pt x="65755" y="182237"/>
                </a:lnTo>
                <a:lnTo>
                  <a:pt x="11840" y="204182"/>
                </a:lnTo>
                <a:close/>
              </a:path>
              <a:path w="276225" h="323214">
                <a:moveTo>
                  <a:pt x="276014" y="323113"/>
                </a:moveTo>
                <a:lnTo>
                  <a:pt x="51834" y="323113"/>
                </a:lnTo>
                <a:lnTo>
                  <a:pt x="51834" y="220758"/>
                </a:lnTo>
                <a:lnTo>
                  <a:pt x="81304" y="220758"/>
                </a:lnTo>
                <a:lnTo>
                  <a:pt x="81304" y="298906"/>
                </a:lnTo>
                <a:lnTo>
                  <a:pt x="276014" y="298906"/>
                </a:lnTo>
                <a:lnTo>
                  <a:pt x="276014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550917" y="6007124"/>
            <a:ext cx="302895" cy="333375"/>
          </a:xfrm>
          <a:custGeom>
            <a:avLst/>
            <a:gdLst/>
            <a:ahLst/>
            <a:cxnLst/>
            <a:rect l="l" t="t" r="r" b="b"/>
            <a:pathLst>
              <a:path w="302895" h="333375">
                <a:moveTo>
                  <a:pt x="164977" y="39731"/>
                </a:moveTo>
                <a:lnTo>
                  <a:pt x="136033" y="39731"/>
                </a:lnTo>
                <a:lnTo>
                  <a:pt x="136033" y="0"/>
                </a:lnTo>
                <a:lnTo>
                  <a:pt x="164977" y="0"/>
                </a:lnTo>
                <a:lnTo>
                  <a:pt x="164977" y="39731"/>
                </a:lnTo>
                <a:close/>
              </a:path>
              <a:path w="302895" h="333375">
                <a:moveTo>
                  <a:pt x="283908" y="63938"/>
                </a:moveTo>
                <a:lnTo>
                  <a:pt x="15787" y="63938"/>
                </a:lnTo>
                <a:lnTo>
                  <a:pt x="15787" y="39731"/>
                </a:lnTo>
                <a:lnTo>
                  <a:pt x="283908" y="39731"/>
                </a:lnTo>
                <a:lnTo>
                  <a:pt x="283908" y="63938"/>
                </a:lnTo>
                <a:close/>
              </a:path>
              <a:path w="302895" h="333375">
                <a:moveTo>
                  <a:pt x="150505" y="193131"/>
                </a:moveTo>
                <a:lnTo>
                  <a:pt x="105084" y="189348"/>
                </a:lnTo>
                <a:lnTo>
                  <a:pt x="71108" y="178659"/>
                </a:lnTo>
                <a:lnTo>
                  <a:pt x="49861" y="161457"/>
                </a:lnTo>
                <a:lnTo>
                  <a:pt x="42625" y="138138"/>
                </a:lnTo>
                <a:lnTo>
                  <a:pt x="49861" y="114519"/>
                </a:lnTo>
                <a:lnTo>
                  <a:pt x="71108" y="97190"/>
                </a:lnTo>
                <a:lnTo>
                  <a:pt x="105084" y="86521"/>
                </a:lnTo>
                <a:lnTo>
                  <a:pt x="150505" y="82883"/>
                </a:lnTo>
                <a:lnTo>
                  <a:pt x="195778" y="86521"/>
                </a:lnTo>
                <a:lnTo>
                  <a:pt x="229705" y="97190"/>
                </a:lnTo>
                <a:lnTo>
                  <a:pt x="239608" y="105248"/>
                </a:lnTo>
                <a:lnTo>
                  <a:pt x="150505" y="105248"/>
                </a:lnTo>
                <a:lnTo>
                  <a:pt x="117582" y="107464"/>
                </a:lnTo>
                <a:lnTo>
                  <a:pt x="93145" y="113898"/>
                </a:lnTo>
                <a:lnTo>
                  <a:pt x="77982" y="124230"/>
                </a:lnTo>
                <a:lnTo>
                  <a:pt x="72884" y="138138"/>
                </a:lnTo>
                <a:lnTo>
                  <a:pt x="77982" y="151891"/>
                </a:lnTo>
                <a:lnTo>
                  <a:pt x="93145" y="162115"/>
                </a:lnTo>
                <a:lnTo>
                  <a:pt x="117582" y="168443"/>
                </a:lnTo>
                <a:lnTo>
                  <a:pt x="150505" y="170502"/>
                </a:lnTo>
                <a:lnTo>
                  <a:pt x="239803" y="170502"/>
                </a:lnTo>
                <a:lnTo>
                  <a:pt x="229705" y="178659"/>
                </a:lnTo>
                <a:lnTo>
                  <a:pt x="195778" y="189348"/>
                </a:lnTo>
                <a:lnTo>
                  <a:pt x="150505" y="193131"/>
                </a:lnTo>
                <a:close/>
              </a:path>
              <a:path w="302895" h="333375">
                <a:moveTo>
                  <a:pt x="239803" y="170502"/>
                </a:moveTo>
                <a:lnTo>
                  <a:pt x="150505" y="170502"/>
                </a:lnTo>
                <a:lnTo>
                  <a:pt x="183284" y="168443"/>
                </a:lnTo>
                <a:lnTo>
                  <a:pt x="207701" y="162115"/>
                </a:lnTo>
                <a:lnTo>
                  <a:pt x="222991" y="151891"/>
                </a:lnTo>
                <a:lnTo>
                  <a:pt x="228389" y="138138"/>
                </a:lnTo>
                <a:lnTo>
                  <a:pt x="222991" y="124230"/>
                </a:lnTo>
                <a:lnTo>
                  <a:pt x="207701" y="113898"/>
                </a:lnTo>
                <a:lnTo>
                  <a:pt x="183284" y="107464"/>
                </a:lnTo>
                <a:lnTo>
                  <a:pt x="150505" y="105248"/>
                </a:lnTo>
                <a:lnTo>
                  <a:pt x="239608" y="105248"/>
                </a:lnTo>
                <a:lnTo>
                  <a:pt x="251001" y="114519"/>
                </a:lnTo>
                <a:lnTo>
                  <a:pt x="258385" y="138138"/>
                </a:lnTo>
                <a:lnTo>
                  <a:pt x="251001" y="161457"/>
                </a:lnTo>
                <a:lnTo>
                  <a:pt x="239803" y="170502"/>
                </a:lnTo>
                <a:close/>
              </a:path>
              <a:path w="302895" h="333375">
                <a:moveTo>
                  <a:pt x="302852" y="240229"/>
                </a:moveTo>
                <a:lnTo>
                  <a:pt x="0" y="240229"/>
                </a:lnTo>
                <a:lnTo>
                  <a:pt x="0" y="216022"/>
                </a:lnTo>
                <a:lnTo>
                  <a:pt x="302852" y="216022"/>
                </a:lnTo>
                <a:lnTo>
                  <a:pt x="302852" y="240229"/>
                </a:lnTo>
                <a:close/>
              </a:path>
              <a:path w="302895" h="333375">
                <a:moveTo>
                  <a:pt x="164977" y="333111"/>
                </a:moveTo>
                <a:lnTo>
                  <a:pt x="136033" y="333111"/>
                </a:lnTo>
                <a:lnTo>
                  <a:pt x="136033" y="240229"/>
                </a:lnTo>
                <a:lnTo>
                  <a:pt x="164977" y="240229"/>
                </a:lnTo>
                <a:lnTo>
                  <a:pt x="164977" y="3331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975821" y="6007386"/>
            <a:ext cx="301625" cy="331470"/>
          </a:xfrm>
          <a:custGeom>
            <a:avLst/>
            <a:gdLst/>
            <a:ahLst/>
            <a:cxnLst/>
            <a:rect l="l" t="t" r="r" b="b"/>
            <a:pathLst>
              <a:path w="301625" h="331470">
                <a:moveTo>
                  <a:pt x="164977" y="34205"/>
                </a:moveTo>
                <a:lnTo>
                  <a:pt x="136296" y="34205"/>
                </a:lnTo>
                <a:lnTo>
                  <a:pt x="136296" y="0"/>
                </a:lnTo>
                <a:lnTo>
                  <a:pt x="164977" y="0"/>
                </a:lnTo>
                <a:lnTo>
                  <a:pt x="164977" y="34205"/>
                </a:lnTo>
                <a:close/>
              </a:path>
              <a:path w="301625" h="331470">
                <a:moveTo>
                  <a:pt x="270752" y="57623"/>
                </a:moveTo>
                <a:lnTo>
                  <a:pt x="31048" y="57623"/>
                </a:lnTo>
                <a:lnTo>
                  <a:pt x="31048" y="34205"/>
                </a:lnTo>
                <a:lnTo>
                  <a:pt x="270752" y="34205"/>
                </a:lnTo>
                <a:lnTo>
                  <a:pt x="270752" y="57623"/>
                </a:lnTo>
                <a:close/>
              </a:path>
              <a:path w="301625" h="331470">
                <a:moveTo>
                  <a:pt x="27364" y="149453"/>
                </a:moveTo>
                <a:lnTo>
                  <a:pt x="17892" y="127087"/>
                </a:lnTo>
                <a:lnTo>
                  <a:pt x="61952" y="118935"/>
                </a:lnTo>
                <a:lnTo>
                  <a:pt x="98637" y="104196"/>
                </a:lnTo>
                <a:lnTo>
                  <a:pt x="124123" y="83536"/>
                </a:lnTo>
                <a:lnTo>
                  <a:pt x="134586" y="57623"/>
                </a:lnTo>
                <a:lnTo>
                  <a:pt x="166555" y="57623"/>
                </a:lnTo>
                <a:lnTo>
                  <a:pt x="176910" y="83536"/>
                </a:lnTo>
                <a:lnTo>
                  <a:pt x="184845" y="89987"/>
                </a:lnTo>
                <a:lnTo>
                  <a:pt x="150637" y="89987"/>
                </a:lnTo>
                <a:lnTo>
                  <a:pt x="130524" y="112673"/>
                </a:lnTo>
                <a:lnTo>
                  <a:pt x="101828" y="130179"/>
                </a:lnTo>
                <a:lnTo>
                  <a:pt x="66717" y="142455"/>
                </a:lnTo>
                <a:lnTo>
                  <a:pt x="27364" y="149453"/>
                </a:lnTo>
                <a:close/>
              </a:path>
              <a:path w="301625" h="331470">
                <a:moveTo>
                  <a:pt x="273909" y="149453"/>
                </a:moveTo>
                <a:lnTo>
                  <a:pt x="234352" y="142455"/>
                </a:lnTo>
                <a:lnTo>
                  <a:pt x="199199" y="130179"/>
                </a:lnTo>
                <a:lnTo>
                  <a:pt x="170582" y="112673"/>
                </a:lnTo>
                <a:lnTo>
                  <a:pt x="150637" y="89987"/>
                </a:lnTo>
                <a:lnTo>
                  <a:pt x="184845" y="89987"/>
                </a:lnTo>
                <a:lnTo>
                  <a:pt x="202324" y="104196"/>
                </a:lnTo>
                <a:lnTo>
                  <a:pt x="239060" y="118935"/>
                </a:lnTo>
                <a:lnTo>
                  <a:pt x="283381" y="127087"/>
                </a:lnTo>
                <a:lnTo>
                  <a:pt x="273909" y="149453"/>
                </a:lnTo>
                <a:close/>
              </a:path>
              <a:path w="301625" h="331470">
                <a:moveTo>
                  <a:pt x="301537" y="191815"/>
                </a:moveTo>
                <a:lnTo>
                  <a:pt x="0" y="191815"/>
                </a:lnTo>
                <a:lnTo>
                  <a:pt x="0" y="168134"/>
                </a:lnTo>
                <a:lnTo>
                  <a:pt x="301537" y="168134"/>
                </a:lnTo>
                <a:lnTo>
                  <a:pt x="301537" y="191815"/>
                </a:lnTo>
                <a:close/>
              </a:path>
              <a:path w="301625" h="331470">
                <a:moveTo>
                  <a:pt x="164977" y="229705"/>
                </a:moveTo>
                <a:lnTo>
                  <a:pt x="136296" y="229705"/>
                </a:lnTo>
                <a:lnTo>
                  <a:pt x="136296" y="191815"/>
                </a:lnTo>
                <a:lnTo>
                  <a:pt x="164977" y="191815"/>
                </a:lnTo>
                <a:lnTo>
                  <a:pt x="164977" y="229705"/>
                </a:lnTo>
                <a:close/>
              </a:path>
              <a:path w="301625" h="331470">
                <a:moveTo>
                  <a:pt x="264174" y="331270"/>
                </a:moveTo>
                <a:lnTo>
                  <a:pt x="234704" y="331270"/>
                </a:lnTo>
                <a:lnTo>
                  <a:pt x="234704" y="253649"/>
                </a:lnTo>
                <a:lnTo>
                  <a:pt x="33416" y="253649"/>
                </a:lnTo>
                <a:lnTo>
                  <a:pt x="33416" y="229705"/>
                </a:lnTo>
                <a:lnTo>
                  <a:pt x="264174" y="229705"/>
                </a:lnTo>
                <a:lnTo>
                  <a:pt x="264174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305512" y="6005808"/>
            <a:ext cx="274320" cy="329565"/>
          </a:xfrm>
          <a:custGeom>
            <a:avLst/>
            <a:gdLst/>
            <a:ahLst/>
            <a:cxnLst/>
            <a:rect l="l" t="t" r="r" b="b"/>
            <a:pathLst>
              <a:path w="274320" h="329564">
                <a:moveTo>
                  <a:pt x="109458" y="36573"/>
                </a:moveTo>
                <a:lnTo>
                  <a:pt x="80515" y="36573"/>
                </a:lnTo>
                <a:lnTo>
                  <a:pt x="80515" y="0"/>
                </a:lnTo>
                <a:lnTo>
                  <a:pt x="109458" y="0"/>
                </a:lnTo>
                <a:lnTo>
                  <a:pt x="109458" y="36573"/>
                </a:lnTo>
                <a:close/>
              </a:path>
              <a:path w="274320" h="329564">
                <a:moveTo>
                  <a:pt x="273909" y="198656"/>
                </a:moveTo>
                <a:lnTo>
                  <a:pt x="244703" y="198656"/>
                </a:lnTo>
                <a:lnTo>
                  <a:pt x="244703" y="169187"/>
                </a:lnTo>
                <a:lnTo>
                  <a:pt x="186816" y="169187"/>
                </a:lnTo>
                <a:lnTo>
                  <a:pt x="186816" y="144979"/>
                </a:lnTo>
                <a:lnTo>
                  <a:pt x="244703" y="144979"/>
                </a:lnTo>
                <a:lnTo>
                  <a:pt x="244703" y="104722"/>
                </a:lnTo>
                <a:lnTo>
                  <a:pt x="187079" y="104722"/>
                </a:lnTo>
                <a:lnTo>
                  <a:pt x="187079" y="80515"/>
                </a:lnTo>
                <a:lnTo>
                  <a:pt x="244703" y="80515"/>
                </a:lnTo>
                <a:lnTo>
                  <a:pt x="244703" y="3157"/>
                </a:lnTo>
                <a:lnTo>
                  <a:pt x="273909" y="3157"/>
                </a:lnTo>
                <a:lnTo>
                  <a:pt x="273909" y="198656"/>
                </a:lnTo>
                <a:close/>
              </a:path>
              <a:path w="274320" h="329564">
                <a:moveTo>
                  <a:pt x="187342" y="60517"/>
                </a:moveTo>
                <a:lnTo>
                  <a:pt x="0" y="60517"/>
                </a:lnTo>
                <a:lnTo>
                  <a:pt x="0" y="36573"/>
                </a:lnTo>
                <a:lnTo>
                  <a:pt x="187342" y="36573"/>
                </a:lnTo>
                <a:lnTo>
                  <a:pt x="187342" y="60517"/>
                </a:lnTo>
                <a:close/>
              </a:path>
              <a:path w="274320" h="329564">
                <a:moveTo>
                  <a:pt x="94723" y="195762"/>
                </a:moveTo>
                <a:lnTo>
                  <a:pt x="64098" y="191544"/>
                </a:lnTo>
                <a:lnTo>
                  <a:pt x="40356" y="179580"/>
                </a:lnTo>
                <a:lnTo>
                  <a:pt x="25049" y="160907"/>
                </a:lnTo>
                <a:lnTo>
                  <a:pt x="19734" y="136560"/>
                </a:lnTo>
                <a:lnTo>
                  <a:pt x="25049" y="112019"/>
                </a:lnTo>
                <a:lnTo>
                  <a:pt x="40356" y="93177"/>
                </a:lnTo>
                <a:lnTo>
                  <a:pt x="64098" y="81094"/>
                </a:lnTo>
                <a:lnTo>
                  <a:pt x="94723" y="76831"/>
                </a:lnTo>
                <a:lnTo>
                  <a:pt x="125134" y="81094"/>
                </a:lnTo>
                <a:lnTo>
                  <a:pt x="148959" y="93177"/>
                </a:lnTo>
                <a:lnTo>
                  <a:pt x="154156" y="99459"/>
                </a:lnTo>
                <a:lnTo>
                  <a:pt x="94723" y="99459"/>
                </a:lnTo>
                <a:lnTo>
                  <a:pt x="75034" y="102111"/>
                </a:lnTo>
                <a:lnTo>
                  <a:pt x="59958" y="109623"/>
                </a:lnTo>
                <a:lnTo>
                  <a:pt x="50359" y="121327"/>
                </a:lnTo>
                <a:lnTo>
                  <a:pt x="47098" y="136560"/>
                </a:lnTo>
                <a:lnTo>
                  <a:pt x="50359" y="151681"/>
                </a:lnTo>
                <a:lnTo>
                  <a:pt x="59958" y="163398"/>
                </a:lnTo>
                <a:lnTo>
                  <a:pt x="75034" y="170971"/>
                </a:lnTo>
                <a:lnTo>
                  <a:pt x="94723" y="173660"/>
                </a:lnTo>
                <a:lnTo>
                  <a:pt x="153901" y="173660"/>
                </a:lnTo>
                <a:lnTo>
                  <a:pt x="148959" y="179580"/>
                </a:lnTo>
                <a:lnTo>
                  <a:pt x="125134" y="191544"/>
                </a:lnTo>
                <a:lnTo>
                  <a:pt x="94723" y="195762"/>
                </a:lnTo>
                <a:close/>
              </a:path>
              <a:path w="274320" h="329564">
                <a:moveTo>
                  <a:pt x="153901" y="173660"/>
                </a:moveTo>
                <a:lnTo>
                  <a:pt x="94723" y="173660"/>
                </a:lnTo>
                <a:lnTo>
                  <a:pt x="114198" y="170971"/>
                </a:lnTo>
                <a:lnTo>
                  <a:pt x="129357" y="163398"/>
                </a:lnTo>
                <a:lnTo>
                  <a:pt x="139236" y="151681"/>
                </a:lnTo>
                <a:lnTo>
                  <a:pt x="142875" y="136560"/>
                </a:lnTo>
                <a:lnTo>
                  <a:pt x="139236" y="121327"/>
                </a:lnTo>
                <a:lnTo>
                  <a:pt x="129357" y="109623"/>
                </a:lnTo>
                <a:lnTo>
                  <a:pt x="114198" y="102111"/>
                </a:lnTo>
                <a:lnTo>
                  <a:pt x="94723" y="99459"/>
                </a:lnTo>
                <a:lnTo>
                  <a:pt x="154156" y="99459"/>
                </a:lnTo>
                <a:lnTo>
                  <a:pt x="164545" y="112019"/>
                </a:lnTo>
                <a:lnTo>
                  <a:pt x="170239" y="136560"/>
                </a:lnTo>
                <a:lnTo>
                  <a:pt x="164545" y="160907"/>
                </a:lnTo>
                <a:lnTo>
                  <a:pt x="153901" y="173660"/>
                </a:lnTo>
                <a:close/>
              </a:path>
              <a:path w="274320" h="329564">
                <a:moveTo>
                  <a:pt x="273909" y="329428"/>
                </a:moveTo>
                <a:lnTo>
                  <a:pt x="58676" y="329428"/>
                </a:lnTo>
                <a:lnTo>
                  <a:pt x="58676" y="212602"/>
                </a:lnTo>
                <a:lnTo>
                  <a:pt x="87619" y="212602"/>
                </a:lnTo>
                <a:lnTo>
                  <a:pt x="87619" y="247334"/>
                </a:lnTo>
                <a:lnTo>
                  <a:pt x="273909" y="247334"/>
                </a:lnTo>
                <a:lnTo>
                  <a:pt x="273909" y="270225"/>
                </a:lnTo>
                <a:lnTo>
                  <a:pt x="87619" y="270225"/>
                </a:lnTo>
                <a:lnTo>
                  <a:pt x="87619" y="306010"/>
                </a:lnTo>
                <a:lnTo>
                  <a:pt x="273909" y="306010"/>
                </a:lnTo>
                <a:lnTo>
                  <a:pt x="273909" y="329428"/>
                </a:lnTo>
                <a:close/>
              </a:path>
              <a:path w="274320" h="329564">
                <a:moveTo>
                  <a:pt x="273909" y="247334"/>
                </a:moveTo>
                <a:lnTo>
                  <a:pt x="244966" y="247334"/>
                </a:lnTo>
                <a:lnTo>
                  <a:pt x="244966" y="212602"/>
                </a:lnTo>
                <a:lnTo>
                  <a:pt x="273909" y="212602"/>
                </a:lnTo>
                <a:lnTo>
                  <a:pt x="273909" y="247334"/>
                </a:lnTo>
                <a:close/>
              </a:path>
              <a:path w="274320" h="329564">
                <a:moveTo>
                  <a:pt x="273909" y="306010"/>
                </a:moveTo>
                <a:lnTo>
                  <a:pt x="244966" y="306010"/>
                </a:lnTo>
                <a:lnTo>
                  <a:pt x="244966" y="270225"/>
                </a:lnTo>
                <a:lnTo>
                  <a:pt x="273909" y="270225"/>
                </a:lnTo>
                <a:lnTo>
                  <a:pt x="273909" y="3060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638887" y="6008965"/>
            <a:ext cx="279400" cy="330835"/>
          </a:xfrm>
          <a:custGeom>
            <a:avLst/>
            <a:gdLst/>
            <a:ahLst/>
            <a:cxnLst/>
            <a:rect l="l" t="t" r="r" b="b"/>
            <a:pathLst>
              <a:path w="279400" h="330835">
                <a:moveTo>
                  <a:pt x="279171" y="330743"/>
                </a:moveTo>
                <a:lnTo>
                  <a:pt x="251017" y="330743"/>
                </a:lnTo>
                <a:lnTo>
                  <a:pt x="251017" y="0"/>
                </a:lnTo>
                <a:lnTo>
                  <a:pt x="279171" y="0"/>
                </a:lnTo>
                <a:lnTo>
                  <a:pt x="279171" y="330743"/>
                </a:lnTo>
                <a:close/>
              </a:path>
              <a:path w="279400" h="330835">
                <a:moveTo>
                  <a:pt x="212865" y="128929"/>
                </a:moveTo>
                <a:lnTo>
                  <a:pt x="184711" y="128929"/>
                </a:lnTo>
                <a:lnTo>
                  <a:pt x="184711" y="7104"/>
                </a:lnTo>
                <a:lnTo>
                  <a:pt x="212865" y="7104"/>
                </a:lnTo>
                <a:lnTo>
                  <a:pt x="212865" y="128929"/>
                </a:lnTo>
                <a:close/>
              </a:path>
              <a:path w="279400" h="330835">
                <a:moveTo>
                  <a:pt x="70779" y="257596"/>
                </a:moveTo>
                <a:lnTo>
                  <a:pt x="41626" y="249657"/>
                </a:lnTo>
                <a:lnTo>
                  <a:pt x="19306" y="226646"/>
                </a:lnTo>
                <a:lnTo>
                  <a:pt x="5028" y="190364"/>
                </a:lnTo>
                <a:lnTo>
                  <a:pt x="0" y="142611"/>
                </a:lnTo>
                <a:lnTo>
                  <a:pt x="5028" y="95048"/>
                </a:lnTo>
                <a:lnTo>
                  <a:pt x="19306" y="58906"/>
                </a:lnTo>
                <a:lnTo>
                  <a:pt x="41626" y="35936"/>
                </a:lnTo>
                <a:lnTo>
                  <a:pt x="70779" y="27890"/>
                </a:lnTo>
                <a:lnTo>
                  <a:pt x="98366" y="34908"/>
                </a:lnTo>
                <a:lnTo>
                  <a:pt x="120082" y="55025"/>
                </a:lnTo>
                <a:lnTo>
                  <a:pt x="120189" y="55255"/>
                </a:lnTo>
                <a:lnTo>
                  <a:pt x="70779" y="55255"/>
                </a:lnTo>
                <a:lnTo>
                  <a:pt x="52747" y="61356"/>
                </a:lnTo>
                <a:lnTo>
                  <a:pt x="39007" y="78804"/>
                </a:lnTo>
                <a:lnTo>
                  <a:pt x="30300" y="106317"/>
                </a:lnTo>
                <a:lnTo>
                  <a:pt x="27364" y="142611"/>
                </a:lnTo>
                <a:lnTo>
                  <a:pt x="30300" y="178943"/>
                </a:lnTo>
                <a:lnTo>
                  <a:pt x="39007" y="206517"/>
                </a:lnTo>
                <a:lnTo>
                  <a:pt x="52747" y="223978"/>
                </a:lnTo>
                <a:lnTo>
                  <a:pt x="70779" y="229968"/>
                </a:lnTo>
                <a:lnTo>
                  <a:pt x="120344" y="229968"/>
                </a:lnTo>
                <a:lnTo>
                  <a:pt x="98775" y="250450"/>
                </a:lnTo>
                <a:lnTo>
                  <a:pt x="70779" y="257596"/>
                </a:lnTo>
                <a:close/>
              </a:path>
              <a:path w="279400" h="330835">
                <a:moveTo>
                  <a:pt x="120344" y="229968"/>
                </a:moveTo>
                <a:lnTo>
                  <a:pt x="70779" y="229968"/>
                </a:lnTo>
                <a:lnTo>
                  <a:pt x="89120" y="223978"/>
                </a:lnTo>
                <a:lnTo>
                  <a:pt x="103044" y="206517"/>
                </a:lnTo>
                <a:lnTo>
                  <a:pt x="111888" y="178943"/>
                </a:lnTo>
                <a:lnTo>
                  <a:pt x="114984" y="142611"/>
                </a:lnTo>
                <a:lnTo>
                  <a:pt x="111888" y="106317"/>
                </a:lnTo>
                <a:lnTo>
                  <a:pt x="103044" y="78804"/>
                </a:lnTo>
                <a:lnTo>
                  <a:pt x="89120" y="61356"/>
                </a:lnTo>
                <a:lnTo>
                  <a:pt x="70779" y="55255"/>
                </a:lnTo>
                <a:lnTo>
                  <a:pt x="120189" y="55255"/>
                </a:lnTo>
                <a:lnTo>
                  <a:pt x="134940" y="86834"/>
                </a:lnTo>
                <a:lnTo>
                  <a:pt x="141954" y="128929"/>
                </a:lnTo>
                <a:lnTo>
                  <a:pt x="212865" y="128929"/>
                </a:lnTo>
                <a:lnTo>
                  <a:pt x="212865" y="153136"/>
                </a:lnTo>
                <a:lnTo>
                  <a:pt x="142085" y="153136"/>
                </a:lnTo>
                <a:lnTo>
                  <a:pt x="135476" y="196691"/>
                </a:lnTo>
                <a:lnTo>
                  <a:pt x="120690" y="229639"/>
                </a:lnTo>
                <a:lnTo>
                  <a:pt x="120344" y="229968"/>
                </a:lnTo>
                <a:close/>
              </a:path>
              <a:path w="279400" h="330835">
                <a:moveTo>
                  <a:pt x="212865" y="313904"/>
                </a:moveTo>
                <a:lnTo>
                  <a:pt x="184711" y="313904"/>
                </a:lnTo>
                <a:lnTo>
                  <a:pt x="184711" y="153136"/>
                </a:lnTo>
                <a:lnTo>
                  <a:pt x="212865" y="153136"/>
                </a:lnTo>
                <a:lnTo>
                  <a:pt x="212865" y="313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063008" y="6009228"/>
            <a:ext cx="280035" cy="323215"/>
          </a:xfrm>
          <a:custGeom>
            <a:avLst/>
            <a:gdLst/>
            <a:ahLst/>
            <a:cxnLst/>
            <a:rect l="l" t="t" r="r" b="b"/>
            <a:pathLst>
              <a:path w="280035" h="323214">
                <a:moveTo>
                  <a:pt x="269699" y="242598"/>
                </a:moveTo>
                <a:lnTo>
                  <a:pt x="240493" y="242598"/>
                </a:lnTo>
                <a:lnTo>
                  <a:pt x="240493" y="0"/>
                </a:lnTo>
                <a:lnTo>
                  <a:pt x="269699" y="0"/>
                </a:lnTo>
                <a:lnTo>
                  <a:pt x="269699" y="242598"/>
                </a:lnTo>
                <a:close/>
              </a:path>
              <a:path w="280035" h="323214">
                <a:moveTo>
                  <a:pt x="16050" y="194709"/>
                </a:moveTo>
                <a:lnTo>
                  <a:pt x="0" y="171818"/>
                </a:lnTo>
                <a:lnTo>
                  <a:pt x="34205" y="152178"/>
                </a:lnTo>
                <a:lnTo>
                  <a:pt x="60715" y="124028"/>
                </a:lnTo>
                <a:lnTo>
                  <a:pt x="77851" y="89712"/>
                </a:lnTo>
                <a:lnTo>
                  <a:pt x="83935" y="51571"/>
                </a:lnTo>
                <a:lnTo>
                  <a:pt x="83935" y="18418"/>
                </a:lnTo>
                <a:lnTo>
                  <a:pt x="113668" y="18418"/>
                </a:lnTo>
                <a:lnTo>
                  <a:pt x="113668" y="51571"/>
                </a:lnTo>
                <a:lnTo>
                  <a:pt x="119670" y="88129"/>
                </a:lnTo>
                <a:lnTo>
                  <a:pt x="129049" y="105906"/>
                </a:lnTo>
                <a:lnTo>
                  <a:pt x="99065" y="105906"/>
                </a:lnTo>
                <a:lnTo>
                  <a:pt x="85483" y="134730"/>
                </a:lnTo>
                <a:lnTo>
                  <a:pt x="66684" y="159681"/>
                </a:lnTo>
                <a:lnTo>
                  <a:pt x="43322" y="179946"/>
                </a:lnTo>
                <a:lnTo>
                  <a:pt x="16050" y="194709"/>
                </a:lnTo>
                <a:close/>
              </a:path>
              <a:path w="280035" h="323214">
                <a:moveTo>
                  <a:pt x="181816" y="188658"/>
                </a:moveTo>
                <a:lnTo>
                  <a:pt x="154789" y="174821"/>
                </a:lnTo>
                <a:lnTo>
                  <a:pt x="131560" y="156014"/>
                </a:lnTo>
                <a:lnTo>
                  <a:pt x="112772" y="132841"/>
                </a:lnTo>
                <a:lnTo>
                  <a:pt x="99065" y="105906"/>
                </a:lnTo>
                <a:lnTo>
                  <a:pt x="129049" y="105906"/>
                </a:lnTo>
                <a:lnTo>
                  <a:pt x="136823" y="120641"/>
                </a:lnTo>
                <a:lnTo>
                  <a:pt x="163250" y="147035"/>
                </a:lnTo>
                <a:lnTo>
                  <a:pt x="197078" y="165240"/>
                </a:lnTo>
                <a:lnTo>
                  <a:pt x="181816" y="188658"/>
                </a:lnTo>
                <a:close/>
              </a:path>
              <a:path w="280035" h="323214">
                <a:moveTo>
                  <a:pt x="279961" y="323113"/>
                </a:moveTo>
                <a:lnTo>
                  <a:pt x="56044" y="323113"/>
                </a:lnTo>
                <a:lnTo>
                  <a:pt x="56044" y="220232"/>
                </a:lnTo>
                <a:lnTo>
                  <a:pt x="85251" y="220232"/>
                </a:lnTo>
                <a:lnTo>
                  <a:pt x="85251" y="298906"/>
                </a:lnTo>
                <a:lnTo>
                  <a:pt x="279961" y="298906"/>
                </a:lnTo>
                <a:lnTo>
                  <a:pt x="279961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389015" y="6042382"/>
            <a:ext cx="301625" cy="250825"/>
          </a:xfrm>
          <a:custGeom>
            <a:avLst/>
            <a:gdLst/>
            <a:ahLst/>
            <a:cxnLst/>
            <a:rect l="l" t="t" r="r" b="b"/>
            <a:pathLst>
              <a:path w="301625" h="250825">
                <a:moveTo>
                  <a:pt x="252859" y="185500"/>
                </a:moveTo>
                <a:lnTo>
                  <a:pt x="223390" y="182080"/>
                </a:lnTo>
                <a:lnTo>
                  <a:pt x="230543" y="137715"/>
                </a:lnTo>
                <a:lnTo>
                  <a:pt x="234243" y="98703"/>
                </a:lnTo>
                <a:lnTo>
                  <a:pt x="235674" y="64082"/>
                </a:lnTo>
                <a:lnTo>
                  <a:pt x="236020" y="32890"/>
                </a:lnTo>
                <a:lnTo>
                  <a:pt x="236020" y="24207"/>
                </a:lnTo>
                <a:lnTo>
                  <a:pt x="32100" y="24207"/>
                </a:lnTo>
                <a:lnTo>
                  <a:pt x="32100" y="0"/>
                </a:lnTo>
                <a:lnTo>
                  <a:pt x="265226" y="0"/>
                </a:lnTo>
                <a:lnTo>
                  <a:pt x="265226" y="32890"/>
                </a:lnTo>
                <a:lnTo>
                  <a:pt x="264885" y="64579"/>
                </a:lnTo>
                <a:lnTo>
                  <a:pt x="263483" y="99525"/>
                </a:lnTo>
                <a:lnTo>
                  <a:pt x="259861" y="139306"/>
                </a:lnTo>
                <a:lnTo>
                  <a:pt x="252859" y="185500"/>
                </a:lnTo>
                <a:close/>
              </a:path>
              <a:path w="301625" h="250825">
                <a:moveTo>
                  <a:pt x="147084" y="226021"/>
                </a:moveTo>
                <a:lnTo>
                  <a:pt x="118141" y="226021"/>
                </a:lnTo>
                <a:lnTo>
                  <a:pt x="118141" y="107879"/>
                </a:lnTo>
                <a:lnTo>
                  <a:pt x="147084" y="107879"/>
                </a:lnTo>
                <a:lnTo>
                  <a:pt x="147084" y="226021"/>
                </a:lnTo>
                <a:close/>
              </a:path>
              <a:path w="301625" h="250825">
                <a:moveTo>
                  <a:pt x="301537" y="250491"/>
                </a:moveTo>
                <a:lnTo>
                  <a:pt x="0" y="250491"/>
                </a:lnTo>
                <a:lnTo>
                  <a:pt x="0" y="226021"/>
                </a:lnTo>
                <a:lnTo>
                  <a:pt x="301537" y="226021"/>
                </a:lnTo>
                <a:lnTo>
                  <a:pt x="301537" y="2504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717655" y="6008965"/>
            <a:ext cx="283210" cy="330835"/>
          </a:xfrm>
          <a:custGeom>
            <a:avLst/>
            <a:gdLst/>
            <a:ahLst/>
            <a:cxnLst/>
            <a:rect l="l" t="t" r="r" b="b"/>
            <a:pathLst>
              <a:path w="283209" h="330835">
                <a:moveTo>
                  <a:pt x="282592" y="139454"/>
                </a:moveTo>
                <a:lnTo>
                  <a:pt x="254701" y="139454"/>
                </a:lnTo>
                <a:lnTo>
                  <a:pt x="254701" y="0"/>
                </a:lnTo>
                <a:lnTo>
                  <a:pt x="282592" y="0"/>
                </a:lnTo>
                <a:lnTo>
                  <a:pt x="282592" y="139454"/>
                </a:lnTo>
                <a:close/>
              </a:path>
              <a:path w="283209" h="330835">
                <a:moveTo>
                  <a:pt x="210760" y="314430"/>
                </a:moveTo>
                <a:lnTo>
                  <a:pt x="183132" y="314430"/>
                </a:lnTo>
                <a:lnTo>
                  <a:pt x="183132" y="7893"/>
                </a:lnTo>
                <a:lnTo>
                  <a:pt x="210760" y="7893"/>
                </a:lnTo>
                <a:lnTo>
                  <a:pt x="210760" y="139454"/>
                </a:lnTo>
                <a:lnTo>
                  <a:pt x="282592" y="139454"/>
                </a:lnTo>
                <a:lnTo>
                  <a:pt x="282592" y="163661"/>
                </a:lnTo>
                <a:lnTo>
                  <a:pt x="210760" y="163661"/>
                </a:lnTo>
                <a:lnTo>
                  <a:pt x="210760" y="314430"/>
                </a:lnTo>
                <a:close/>
              </a:path>
              <a:path w="283209" h="330835">
                <a:moveTo>
                  <a:pt x="282592" y="330743"/>
                </a:moveTo>
                <a:lnTo>
                  <a:pt x="254701" y="330743"/>
                </a:lnTo>
                <a:lnTo>
                  <a:pt x="254701" y="163661"/>
                </a:lnTo>
                <a:lnTo>
                  <a:pt x="282592" y="163661"/>
                </a:lnTo>
                <a:lnTo>
                  <a:pt x="282592" y="330743"/>
                </a:lnTo>
                <a:close/>
              </a:path>
              <a:path w="283209" h="330835">
                <a:moveTo>
                  <a:pt x="97881" y="57097"/>
                </a:moveTo>
                <a:lnTo>
                  <a:pt x="68674" y="57097"/>
                </a:lnTo>
                <a:lnTo>
                  <a:pt x="68674" y="9998"/>
                </a:lnTo>
                <a:lnTo>
                  <a:pt x="97881" y="9998"/>
                </a:lnTo>
                <a:lnTo>
                  <a:pt x="97881" y="57097"/>
                </a:lnTo>
                <a:close/>
              </a:path>
              <a:path w="283209" h="330835">
                <a:moveTo>
                  <a:pt x="166029" y="81041"/>
                </a:moveTo>
                <a:lnTo>
                  <a:pt x="0" y="81041"/>
                </a:lnTo>
                <a:lnTo>
                  <a:pt x="0" y="57097"/>
                </a:lnTo>
                <a:lnTo>
                  <a:pt x="166029" y="57097"/>
                </a:lnTo>
                <a:lnTo>
                  <a:pt x="166029" y="81041"/>
                </a:lnTo>
                <a:close/>
              </a:path>
              <a:path w="283209" h="330835">
                <a:moveTo>
                  <a:pt x="83146" y="254175"/>
                </a:moveTo>
                <a:lnTo>
                  <a:pt x="54581" y="248588"/>
                </a:lnTo>
                <a:lnTo>
                  <a:pt x="32035" y="232961"/>
                </a:lnTo>
                <a:lnTo>
                  <a:pt x="17283" y="208996"/>
                </a:lnTo>
                <a:lnTo>
                  <a:pt x="12103" y="178396"/>
                </a:lnTo>
                <a:lnTo>
                  <a:pt x="17283" y="148141"/>
                </a:lnTo>
                <a:lnTo>
                  <a:pt x="32035" y="124423"/>
                </a:lnTo>
                <a:lnTo>
                  <a:pt x="54581" y="108944"/>
                </a:lnTo>
                <a:lnTo>
                  <a:pt x="83146" y="103406"/>
                </a:lnTo>
                <a:lnTo>
                  <a:pt x="111830" y="108944"/>
                </a:lnTo>
                <a:lnTo>
                  <a:pt x="134422" y="124423"/>
                </a:lnTo>
                <a:lnTo>
                  <a:pt x="136583" y="127877"/>
                </a:lnTo>
                <a:lnTo>
                  <a:pt x="83146" y="127877"/>
                </a:lnTo>
                <a:lnTo>
                  <a:pt x="64974" y="131811"/>
                </a:lnTo>
                <a:lnTo>
                  <a:pt x="50650" y="142381"/>
                </a:lnTo>
                <a:lnTo>
                  <a:pt x="41260" y="158329"/>
                </a:lnTo>
                <a:lnTo>
                  <a:pt x="37889" y="178396"/>
                </a:lnTo>
                <a:lnTo>
                  <a:pt x="41260" y="198718"/>
                </a:lnTo>
                <a:lnTo>
                  <a:pt x="50650" y="214674"/>
                </a:lnTo>
                <a:lnTo>
                  <a:pt x="64974" y="225055"/>
                </a:lnTo>
                <a:lnTo>
                  <a:pt x="83146" y="228652"/>
                </a:lnTo>
                <a:lnTo>
                  <a:pt x="137091" y="228652"/>
                </a:lnTo>
                <a:lnTo>
                  <a:pt x="134422" y="232961"/>
                </a:lnTo>
                <a:lnTo>
                  <a:pt x="111830" y="248588"/>
                </a:lnTo>
                <a:lnTo>
                  <a:pt x="83146" y="254175"/>
                </a:lnTo>
                <a:close/>
              </a:path>
              <a:path w="283209" h="330835">
                <a:moveTo>
                  <a:pt x="137091" y="228652"/>
                </a:moveTo>
                <a:lnTo>
                  <a:pt x="83146" y="228652"/>
                </a:lnTo>
                <a:lnTo>
                  <a:pt x="101359" y="225055"/>
                </a:lnTo>
                <a:lnTo>
                  <a:pt x="115773" y="214674"/>
                </a:lnTo>
                <a:lnTo>
                  <a:pt x="125254" y="198718"/>
                </a:lnTo>
                <a:lnTo>
                  <a:pt x="128666" y="178396"/>
                </a:lnTo>
                <a:lnTo>
                  <a:pt x="125254" y="158329"/>
                </a:lnTo>
                <a:lnTo>
                  <a:pt x="115773" y="142381"/>
                </a:lnTo>
                <a:lnTo>
                  <a:pt x="101359" y="131811"/>
                </a:lnTo>
                <a:lnTo>
                  <a:pt x="83146" y="127877"/>
                </a:lnTo>
                <a:lnTo>
                  <a:pt x="136583" y="127877"/>
                </a:lnTo>
                <a:lnTo>
                  <a:pt x="149268" y="148141"/>
                </a:lnTo>
                <a:lnTo>
                  <a:pt x="154715" y="178396"/>
                </a:lnTo>
                <a:lnTo>
                  <a:pt x="149268" y="208996"/>
                </a:lnTo>
                <a:lnTo>
                  <a:pt x="137091" y="228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053134" y="6008965"/>
            <a:ext cx="304800" cy="330835"/>
          </a:xfrm>
          <a:custGeom>
            <a:avLst/>
            <a:gdLst/>
            <a:ahLst/>
            <a:cxnLst/>
            <a:rect l="l" t="t" r="r" b="b"/>
            <a:pathLst>
              <a:path w="304800" h="330835">
                <a:moveTo>
                  <a:pt x="250754" y="330743"/>
                </a:moveTo>
                <a:lnTo>
                  <a:pt x="221548" y="330743"/>
                </a:lnTo>
                <a:lnTo>
                  <a:pt x="221548" y="0"/>
                </a:lnTo>
                <a:lnTo>
                  <a:pt x="250754" y="0"/>
                </a:lnTo>
                <a:lnTo>
                  <a:pt x="250754" y="83146"/>
                </a:lnTo>
                <a:lnTo>
                  <a:pt x="304431" y="83146"/>
                </a:lnTo>
                <a:lnTo>
                  <a:pt x="304431" y="108142"/>
                </a:lnTo>
                <a:lnTo>
                  <a:pt x="250754" y="108142"/>
                </a:lnTo>
                <a:lnTo>
                  <a:pt x="250754" y="181816"/>
                </a:lnTo>
                <a:lnTo>
                  <a:pt x="304431" y="181816"/>
                </a:lnTo>
                <a:lnTo>
                  <a:pt x="304431" y="206287"/>
                </a:lnTo>
                <a:lnTo>
                  <a:pt x="250754" y="206287"/>
                </a:lnTo>
                <a:lnTo>
                  <a:pt x="250754" y="330743"/>
                </a:lnTo>
                <a:close/>
              </a:path>
              <a:path w="304800" h="330835">
                <a:moveTo>
                  <a:pt x="83146" y="256017"/>
                </a:moveTo>
                <a:lnTo>
                  <a:pt x="49470" y="247926"/>
                </a:lnTo>
                <a:lnTo>
                  <a:pt x="23121" y="224837"/>
                </a:lnTo>
                <a:lnTo>
                  <a:pt x="5998" y="188526"/>
                </a:lnTo>
                <a:lnTo>
                  <a:pt x="0" y="140770"/>
                </a:lnTo>
                <a:lnTo>
                  <a:pt x="5998" y="93161"/>
                </a:lnTo>
                <a:lnTo>
                  <a:pt x="23121" y="56900"/>
                </a:lnTo>
                <a:lnTo>
                  <a:pt x="49470" y="33761"/>
                </a:lnTo>
                <a:lnTo>
                  <a:pt x="83146" y="25522"/>
                </a:lnTo>
                <a:lnTo>
                  <a:pt x="116830" y="33761"/>
                </a:lnTo>
                <a:lnTo>
                  <a:pt x="137155" y="51571"/>
                </a:lnTo>
                <a:lnTo>
                  <a:pt x="83146" y="51571"/>
                </a:lnTo>
                <a:lnTo>
                  <a:pt x="60707" y="58071"/>
                </a:lnTo>
                <a:lnTo>
                  <a:pt x="43151" y="76140"/>
                </a:lnTo>
                <a:lnTo>
                  <a:pt x="31714" y="104224"/>
                </a:lnTo>
                <a:lnTo>
                  <a:pt x="27627" y="140770"/>
                </a:lnTo>
                <a:lnTo>
                  <a:pt x="31714" y="177463"/>
                </a:lnTo>
                <a:lnTo>
                  <a:pt x="43151" y="205596"/>
                </a:lnTo>
                <a:lnTo>
                  <a:pt x="60707" y="223616"/>
                </a:lnTo>
                <a:lnTo>
                  <a:pt x="83146" y="229968"/>
                </a:lnTo>
                <a:lnTo>
                  <a:pt x="137368" y="229968"/>
                </a:lnTo>
                <a:lnTo>
                  <a:pt x="116830" y="247926"/>
                </a:lnTo>
                <a:lnTo>
                  <a:pt x="83146" y="256017"/>
                </a:lnTo>
                <a:close/>
              </a:path>
              <a:path w="304800" h="330835">
                <a:moveTo>
                  <a:pt x="137368" y="229968"/>
                </a:moveTo>
                <a:lnTo>
                  <a:pt x="83146" y="229968"/>
                </a:lnTo>
                <a:lnTo>
                  <a:pt x="105807" y="223616"/>
                </a:lnTo>
                <a:lnTo>
                  <a:pt x="123338" y="205596"/>
                </a:lnTo>
                <a:lnTo>
                  <a:pt x="134652" y="177463"/>
                </a:lnTo>
                <a:lnTo>
                  <a:pt x="138665" y="140770"/>
                </a:lnTo>
                <a:lnTo>
                  <a:pt x="134652" y="104224"/>
                </a:lnTo>
                <a:lnTo>
                  <a:pt x="123338" y="76140"/>
                </a:lnTo>
                <a:lnTo>
                  <a:pt x="105807" y="58071"/>
                </a:lnTo>
                <a:lnTo>
                  <a:pt x="83146" y="51571"/>
                </a:lnTo>
                <a:lnTo>
                  <a:pt x="137155" y="51571"/>
                </a:lnTo>
                <a:lnTo>
                  <a:pt x="143236" y="56900"/>
                </a:lnTo>
                <a:lnTo>
                  <a:pt x="160516" y="93161"/>
                </a:lnTo>
                <a:lnTo>
                  <a:pt x="166819" y="140770"/>
                </a:lnTo>
                <a:lnTo>
                  <a:pt x="160516" y="188526"/>
                </a:lnTo>
                <a:lnTo>
                  <a:pt x="143236" y="224837"/>
                </a:lnTo>
                <a:lnTo>
                  <a:pt x="137368" y="229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375195" y="6284190"/>
            <a:ext cx="56515" cy="101600"/>
          </a:xfrm>
          <a:custGeom>
            <a:avLst/>
            <a:gdLst/>
            <a:ahLst/>
            <a:cxnLst/>
            <a:rect l="l" t="t" r="r" b="b"/>
            <a:pathLst>
              <a:path w="56515" h="101600">
                <a:moveTo>
                  <a:pt x="27627" y="101301"/>
                </a:moveTo>
                <a:lnTo>
                  <a:pt x="0" y="101301"/>
                </a:lnTo>
                <a:lnTo>
                  <a:pt x="20523" y="0"/>
                </a:lnTo>
                <a:lnTo>
                  <a:pt x="56308" y="0"/>
                </a:lnTo>
                <a:lnTo>
                  <a:pt x="27627" y="101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641341" y="6542365"/>
            <a:ext cx="260350" cy="331470"/>
          </a:xfrm>
          <a:custGeom>
            <a:avLst/>
            <a:gdLst/>
            <a:ahLst/>
            <a:cxnLst/>
            <a:rect l="l" t="t" r="r" b="b"/>
            <a:pathLst>
              <a:path w="260350" h="331470">
                <a:moveTo>
                  <a:pt x="260227" y="331270"/>
                </a:moveTo>
                <a:lnTo>
                  <a:pt x="231020" y="331270"/>
                </a:lnTo>
                <a:lnTo>
                  <a:pt x="231020" y="0"/>
                </a:lnTo>
                <a:lnTo>
                  <a:pt x="260227" y="0"/>
                </a:lnTo>
                <a:lnTo>
                  <a:pt x="260227" y="331270"/>
                </a:lnTo>
                <a:close/>
              </a:path>
              <a:path w="260350" h="331470">
                <a:moveTo>
                  <a:pt x="84462" y="256017"/>
                </a:moveTo>
                <a:lnTo>
                  <a:pt x="50395" y="247926"/>
                </a:lnTo>
                <a:lnTo>
                  <a:pt x="23680" y="224837"/>
                </a:lnTo>
                <a:lnTo>
                  <a:pt x="6240" y="188526"/>
                </a:lnTo>
                <a:lnTo>
                  <a:pt x="0" y="140770"/>
                </a:lnTo>
                <a:lnTo>
                  <a:pt x="6240" y="93161"/>
                </a:lnTo>
                <a:lnTo>
                  <a:pt x="23680" y="56900"/>
                </a:lnTo>
                <a:lnTo>
                  <a:pt x="50395" y="33761"/>
                </a:lnTo>
                <a:lnTo>
                  <a:pt x="84462" y="25522"/>
                </a:lnTo>
                <a:lnTo>
                  <a:pt x="118306" y="33761"/>
                </a:lnTo>
                <a:lnTo>
                  <a:pt x="138888" y="51571"/>
                </a:lnTo>
                <a:lnTo>
                  <a:pt x="84462" y="51571"/>
                </a:lnTo>
                <a:lnTo>
                  <a:pt x="61677" y="58071"/>
                </a:lnTo>
                <a:lnTo>
                  <a:pt x="43875" y="76140"/>
                </a:lnTo>
                <a:lnTo>
                  <a:pt x="32289" y="104224"/>
                </a:lnTo>
                <a:lnTo>
                  <a:pt x="28154" y="140770"/>
                </a:lnTo>
                <a:lnTo>
                  <a:pt x="32289" y="177463"/>
                </a:lnTo>
                <a:lnTo>
                  <a:pt x="43875" y="205596"/>
                </a:lnTo>
                <a:lnTo>
                  <a:pt x="61677" y="223616"/>
                </a:lnTo>
                <a:lnTo>
                  <a:pt x="84462" y="229968"/>
                </a:lnTo>
                <a:lnTo>
                  <a:pt x="139103" y="229968"/>
                </a:lnTo>
                <a:lnTo>
                  <a:pt x="118306" y="247926"/>
                </a:lnTo>
                <a:lnTo>
                  <a:pt x="84462" y="256017"/>
                </a:lnTo>
                <a:close/>
              </a:path>
              <a:path w="260350" h="331470">
                <a:moveTo>
                  <a:pt x="139103" y="229968"/>
                </a:moveTo>
                <a:lnTo>
                  <a:pt x="84462" y="229968"/>
                </a:lnTo>
                <a:lnTo>
                  <a:pt x="107205" y="223616"/>
                </a:lnTo>
                <a:lnTo>
                  <a:pt x="124916" y="205596"/>
                </a:lnTo>
                <a:lnTo>
                  <a:pt x="136412" y="177463"/>
                </a:lnTo>
                <a:lnTo>
                  <a:pt x="140506" y="140770"/>
                </a:lnTo>
                <a:lnTo>
                  <a:pt x="136412" y="104224"/>
                </a:lnTo>
                <a:lnTo>
                  <a:pt x="124916" y="76140"/>
                </a:lnTo>
                <a:lnTo>
                  <a:pt x="107205" y="58071"/>
                </a:lnTo>
                <a:lnTo>
                  <a:pt x="84462" y="51571"/>
                </a:lnTo>
                <a:lnTo>
                  <a:pt x="138888" y="51571"/>
                </a:lnTo>
                <a:lnTo>
                  <a:pt x="145045" y="56900"/>
                </a:lnTo>
                <a:lnTo>
                  <a:pt x="162609" y="93161"/>
                </a:lnTo>
                <a:lnTo>
                  <a:pt x="168924" y="140770"/>
                </a:lnTo>
                <a:lnTo>
                  <a:pt x="162609" y="188526"/>
                </a:lnTo>
                <a:lnTo>
                  <a:pt x="145045" y="224837"/>
                </a:lnTo>
                <a:lnTo>
                  <a:pt x="139103" y="229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958402" y="6540524"/>
            <a:ext cx="302895" cy="333375"/>
          </a:xfrm>
          <a:custGeom>
            <a:avLst/>
            <a:gdLst/>
            <a:ahLst/>
            <a:cxnLst/>
            <a:rect l="l" t="t" r="r" b="b"/>
            <a:pathLst>
              <a:path w="302894" h="333375">
                <a:moveTo>
                  <a:pt x="164977" y="39731"/>
                </a:moveTo>
                <a:lnTo>
                  <a:pt x="136033" y="39731"/>
                </a:lnTo>
                <a:lnTo>
                  <a:pt x="136033" y="0"/>
                </a:lnTo>
                <a:lnTo>
                  <a:pt x="164977" y="0"/>
                </a:lnTo>
                <a:lnTo>
                  <a:pt x="164977" y="39731"/>
                </a:lnTo>
                <a:close/>
              </a:path>
              <a:path w="302894" h="333375">
                <a:moveTo>
                  <a:pt x="283908" y="63938"/>
                </a:moveTo>
                <a:lnTo>
                  <a:pt x="15787" y="63938"/>
                </a:lnTo>
                <a:lnTo>
                  <a:pt x="15787" y="39731"/>
                </a:lnTo>
                <a:lnTo>
                  <a:pt x="283908" y="39731"/>
                </a:lnTo>
                <a:lnTo>
                  <a:pt x="283908" y="63938"/>
                </a:lnTo>
                <a:close/>
              </a:path>
              <a:path w="302894" h="333375">
                <a:moveTo>
                  <a:pt x="150505" y="193131"/>
                </a:moveTo>
                <a:lnTo>
                  <a:pt x="105084" y="189348"/>
                </a:lnTo>
                <a:lnTo>
                  <a:pt x="71108" y="178659"/>
                </a:lnTo>
                <a:lnTo>
                  <a:pt x="49861" y="161457"/>
                </a:lnTo>
                <a:lnTo>
                  <a:pt x="42625" y="138138"/>
                </a:lnTo>
                <a:lnTo>
                  <a:pt x="49861" y="114519"/>
                </a:lnTo>
                <a:lnTo>
                  <a:pt x="71108" y="97190"/>
                </a:lnTo>
                <a:lnTo>
                  <a:pt x="105084" y="86521"/>
                </a:lnTo>
                <a:lnTo>
                  <a:pt x="150505" y="82883"/>
                </a:lnTo>
                <a:lnTo>
                  <a:pt x="195778" y="86521"/>
                </a:lnTo>
                <a:lnTo>
                  <a:pt x="229705" y="97190"/>
                </a:lnTo>
                <a:lnTo>
                  <a:pt x="239608" y="105248"/>
                </a:lnTo>
                <a:lnTo>
                  <a:pt x="150505" y="105248"/>
                </a:lnTo>
                <a:lnTo>
                  <a:pt x="117582" y="107464"/>
                </a:lnTo>
                <a:lnTo>
                  <a:pt x="93145" y="113898"/>
                </a:lnTo>
                <a:lnTo>
                  <a:pt x="77982" y="124230"/>
                </a:lnTo>
                <a:lnTo>
                  <a:pt x="72884" y="138138"/>
                </a:lnTo>
                <a:lnTo>
                  <a:pt x="77982" y="151891"/>
                </a:lnTo>
                <a:lnTo>
                  <a:pt x="93145" y="162115"/>
                </a:lnTo>
                <a:lnTo>
                  <a:pt x="117582" y="168443"/>
                </a:lnTo>
                <a:lnTo>
                  <a:pt x="150505" y="170502"/>
                </a:lnTo>
                <a:lnTo>
                  <a:pt x="239803" y="170502"/>
                </a:lnTo>
                <a:lnTo>
                  <a:pt x="229705" y="178659"/>
                </a:lnTo>
                <a:lnTo>
                  <a:pt x="195778" y="189348"/>
                </a:lnTo>
                <a:lnTo>
                  <a:pt x="150505" y="193131"/>
                </a:lnTo>
                <a:close/>
              </a:path>
              <a:path w="302894" h="333375">
                <a:moveTo>
                  <a:pt x="239803" y="170502"/>
                </a:moveTo>
                <a:lnTo>
                  <a:pt x="150505" y="170502"/>
                </a:lnTo>
                <a:lnTo>
                  <a:pt x="183284" y="168443"/>
                </a:lnTo>
                <a:lnTo>
                  <a:pt x="207701" y="162115"/>
                </a:lnTo>
                <a:lnTo>
                  <a:pt x="222991" y="151891"/>
                </a:lnTo>
                <a:lnTo>
                  <a:pt x="228389" y="138138"/>
                </a:lnTo>
                <a:lnTo>
                  <a:pt x="222991" y="124230"/>
                </a:lnTo>
                <a:lnTo>
                  <a:pt x="207701" y="113898"/>
                </a:lnTo>
                <a:lnTo>
                  <a:pt x="183284" y="107464"/>
                </a:lnTo>
                <a:lnTo>
                  <a:pt x="150505" y="105248"/>
                </a:lnTo>
                <a:lnTo>
                  <a:pt x="239608" y="105248"/>
                </a:lnTo>
                <a:lnTo>
                  <a:pt x="251001" y="114519"/>
                </a:lnTo>
                <a:lnTo>
                  <a:pt x="258385" y="138138"/>
                </a:lnTo>
                <a:lnTo>
                  <a:pt x="251001" y="161457"/>
                </a:lnTo>
                <a:lnTo>
                  <a:pt x="239803" y="170502"/>
                </a:lnTo>
                <a:close/>
              </a:path>
              <a:path w="302894" h="333375">
                <a:moveTo>
                  <a:pt x="302852" y="240229"/>
                </a:moveTo>
                <a:lnTo>
                  <a:pt x="0" y="240229"/>
                </a:lnTo>
                <a:lnTo>
                  <a:pt x="0" y="216022"/>
                </a:lnTo>
                <a:lnTo>
                  <a:pt x="302852" y="216022"/>
                </a:lnTo>
                <a:lnTo>
                  <a:pt x="302852" y="240229"/>
                </a:lnTo>
                <a:close/>
              </a:path>
              <a:path w="302894" h="333375">
                <a:moveTo>
                  <a:pt x="164977" y="333111"/>
                </a:moveTo>
                <a:lnTo>
                  <a:pt x="136033" y="333111"/>
                </a:lnTo>
                <a:lnTo>
                  <a:pt x="136033" y="240229"/>
                </a:lnTo>
                <a:lnTo>
                  <a:pt x="164977" y="240229"/>
                </a:lnTo>
                <a:lnTo>
                  <a:pt x="164977" y="3331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379551" y="6542365"/>
            <a:ext cx="288290" cy="330835"/>
          </a:xfrm>
          <a:custGeom>
            <a:avLst/>
            <a:gdLst/>
            <a:ahLst/>
            <a:cxnLst/>
            <a:rect l="l" t="t" r="r" b="b"/>
            <a:pathLst>
              <a:path w="288289" h="330834">
                <a:moveTo>
                  <a:pt x="288118" y="330743"/>
                </a:moveTo>
                <a:lnTo>
                  <a:pt x="259964" y="330743"/>
                </a:lnTo>
                <a:lnTo>
                  <a:pt x="259964" y="0"/>
                </a:lnTo>
                <a:lnTo>
                  <a:pt x="288118" y="0"/>
                </a:lnTo>
                <a:lnTo>
                  <a:pt x="288118" y="330743"/>
                </a:lnTo>
                <a:close/>
              </a:path>
              <a:path w="288289" h="330834">
                <a:moveTo>
                  <a:pt x="223916" y="313114"/>
                </a:moveTo>
                <a:lnTo>
                  <a:pt x="196288" y="313114"/>
                </a:lnTo>
                <a:lnTo>
                  <a:pt x="196288" y="188658"/>
                </a:lnTo>
                <a:lnTo>
                  <a:pt x="151294" y="188658"/>
                </a:lnTo>
                <a:lnTo>
                  <a:pt x="151294" y="164450"/>
                </a:lnTo>
                <a:lnTo>
                  <a:pt x="196288" y="164450"/>
                </a:lnTo>
                <a:lnTo>
                  <a:pt x="196288" y="118667"/>
                </a:lnTo>
                <a:lnTo>
                  <a:pt x="151294" y="118667"/>
                </a:lnTo>
                <a:lnTo>
                  <a:pt x="151294" y="94460"/>
                </a:lnTo>
                <a:lnTo>
                  <a:pt x="196288" y="94460"/>
                </a:lnTo>
                <a:lnTo>
                  <a:pt x="196288" y="8156"/>
                </a:lnTo>
                <a:lnTo>
                  <a:pt x="223916" y="8156"/>
                </a:lnTo>
                <a:lnTo>
                  <a:pt x="223916" y="313114"/>
                </a:lnTo>
                <a:close/>
              </a:path>
              <a:path w="288289" h="330834">
                <a:moveTo>
                  <a:pt x="159188" y="66306"/>
                </a:moveTo>
                <a:lnTo>
                  <a:pt x="7104" y="66306"/>
                </a:lnTo>
                <a:lnTo>
                  <a:pt x="7104" y="41836"/>
                </a:lnTo>
                <a:lnTo>
                  <a:pt x="159188" y="41836"/>
                </a:lnTo>
                <a:lnTo>
                  <a:pt x="159188" y="66306"/>
                </a:lnTo>
                <a:close/>
              </a:path>
              <a:path w="288289" h="330834">
                <a:moveTo>
                  <a:pt x="3683" y="249702"/>
                </a:moveTo>
                <a:lnTo>
                  <a:pt x="0" y="224705"/>
                </a:lnTo>
                <a:lnTo>
                  <a:pt x="34995" y="224442"/>
                </a:lnTo>
                <a:lnTo>
                  <a:pt x="34995" y="66306"/>
                </a:lnTo>
                <a:lnTo>
                  <a:pt x="61570" y="66306"/>
                </a:lnTo>
                <a:lnTo>
                  <a:pt x="61570" y="223916"/>
                </a:lnTo>
                <a:lnTo>
                  <a:pt x="166919" y="223916"/>
                </a:lnTo>
                <a:lnTo>
                  <a:pt x="168397" y="239440"/>
                </a:lnTo>
                <a:lnTo>
                  <a:pt x="126935" y="244670"/>
                </a:lnTo>
                <a:lnTo>
                  <a:pt x="82981" y="247728"/>
                </a:lnTo>
                <a:lnTo>
                  <a:pt x="40557" y="249209"/>
                </a:lnTo>
                <a:lnTo>
                  <a:pt x="3683" y="249702"/>
                </a:lnTo>
                <a:close/>
              </a:path>
              <a:path w="288289" h="330834">
                <a:moveTo>
                  <a:pt x="166919" y="223916"/>
                </a:moveTo>
                <a:lnTo>
                  <a:pt x="61570" y="223916"/>
                </a:lnTo>
                <a:lnTo>
                  <a:pt x="104459" y="222337"/>
                </a:lnTo>
                <a:lnTo>
                  <a:pt x="104459" y="66306"/>
                </a:lnTo>
                <a:lnTo>
                  <a:pt x="131297" y="66306"/>
                </a:lnTo>
                <a:lnTo>
                  <a:pt x="131297" y="220627"/>
                </a:lnTo>
                <a:lnTo>
                  <a:pt x="166606" y="220627"/>
                </a:lnTo>
                <a:lnTo>
                  <a:pt x="166919" y="223916"/>
                </a:lnTo>
                <a:close/>
              </a:path>
              <a:path w="288289" h="330834">
                <a:moveTo>
                  <a:pt x="166606" y="220627"/>
                </a:moveTo>
                <a:lnTo>
                  <a:pt x="131297" y="220627"/>
                </a:lnTo>
                <a:lnTo>
                  <a:pt x="149387" y="219130"/>
                </a:lnTo>
                <a:lnTo>
                  <a:pt x="158012" y="218277"/>
                </a:lnTo>
                <a:lnTo>
                  <a:pt x="166292" y="217338"/>
                </a:lnTo>
                <a:lnTo>
                  <a:pt x="166606" y="2206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714768" y="6542365"/>
            <a:ext cx="307975" cy="330835"/>
          </a:xfrm>
          <a:custGeom>
            <a:avLst/>
            <a:gdLst/>
            <a:ahLst/>
            <a:cxnLst/>
            <a:rect l="l" t="t" r="r" b="b"/>
            <a:pathLst>
              <a:path w="307975" h="330834">
                <a:moveTo>
                  <a:pt x="253912" y="330480"/>
                </a:moveTo>
                <a:lnTo>
                  <a:pt x="224705" y="330480"/>
                </a:lnTo>
                <a:lnTo>
                  <a:pt x="224705" y="0"/>
                </a:lnTo>
                <a:lnTo>
                  <a:pt x="253912" y="0"/>
                </a:lnTo>
                <a:lnTo>
                  <a:pt x="253912" y="134455"/>
                </a:lnTo>
                <a:lnTo>
                  <a:pt x="307589" y="134455"/>
                </a:lnTo>
                <a:lnTo>
                  <a:pt x="307589" y="159188"/>
                </a:lnTo>
                <a:lnTo>
                  <a:pt x="253912" y="159188"/>
                </a:lnTo>
                <a:lnTo>
                  <a:pt x="253912" y="330480"/>
                </a:lnTo>
                <a:close/>
              </a:path>
              <a:path w="307975" h="330834">
                <a:moveTo>
                  <a:pt x="16313" y="267594"/>
                </a:moveTo>
                <a:lnTo>
                  <a:pt x="0" y="244703"/>
                </a:lnTo>
                <a:lnTo>
                  <a:pt x="46627" y="216715"/>
                </a:lnTo>
                <a:lnTo>
                  <a:pt x="83857" y="183947"/>
                </a:lnTo>
                <a:lnTo>
                  <a:pt x="111641" y="146701"/>
                </a:lnTo>
                <a:lnTo>
                  <a:pt x="129927" y="105282"/>
                </a:lnTo>
                <a:lnTo>
                  <a:pt x="138665" y="59991"/>
                </a:lnTo>
                <a:lnTo>
                  <a:pt x="15524" y="59991"/>
                </a:lnTo>
                <a:lnTo>
                  <a:pt x="15524" y="35521"/>
                </a:lnTo>
                <a:lnTo>
                  <a:pt x="168397" y="35521"/>
                </a:lnTo>
                <a:lnTo>
                  <a:pt x="164532" y="81545"/>
                </a:lnTo>
                <a:lnTo>
                  <a:pt x="152824" y="125508"/>
                </a:lnTo>
                <a:lnTo>
                  <a:pt x="132711" y="166753"/>
                </a:lnTo>
                <a:lnTo>
                  <a:pt x="103630" y="204620"/>
                </a:lnTo>
                <a:lnTo>
                  <a:pt x="65019" y="238453"/>
                </a:lnTo>
                <a:lnTo>
                  <a:pt x="16313" y="2675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042091" y="6540786"/>
            <a:ext cx="301625" cy="331470"/>
          </a:xfrm>
          <a:custGeom>
            <a:avLst/>
            <a:gdLst/>
            <a:ahLst/>
            <a:cxnLst/>
            <a:rect l="l" t="t" r="r" b="b"/>
            <a:pathLst>
              <a:path w="301625" h="331470">
                <a:moveTo>
                  <a:pt x="164977" y="34205"/>
                </a:moveTo>
                <a:lnTo>
                  <a:pt x="136296" y="34205"/>
                </a:lnTo>
                <a:lnTo>
                  <a:pt x="136296" y="0"/>
                </a:lnTo>
                <a:lnTo>
                  <a:pt x="164977" y="0"/>
                </a:lnTo>
                <a:lnTo>
                  <a:pt x="164977" y="34205"/>
                </a:lnTo>
                <a:close/>
              </a:path>
              <a:path w="301625" h="331470">
                <a:moveTo>
                  <a:pt x="270752" y="57623"/>
                </a:moveTo>
                <a:lnTo>
                  <a:pt x="31048" y="57623"/>
                </a:lnTo>
                <a:lnTo>
                  <a:pt x="31048" y="34205"/>
                </a:lnTo>
                <a:lnTo>
                  <a:pt x="270752" y="34205"/>
                </a:lnTo>
                <a:lnTo>
                  <a:pt x="270752" y="57623"/>
                </a:lnTo>
                <a:close/>
              </a:path>
              <a:path w="301625" h="331470">
                <a:moveTo>
                  <a:pt x="27364" y="149453"/>
                </a:moveTo>
                <a:lnTo>
                  <a:pt x="17892" y="127087"/>
                </a:lnTo>
                <a:lnTo>
                  <a:pt x="61952" y="118935"/>
                </a:lnTo>
                <a:lnTo>
                  <a:pt x="98637" y="104196"/>
                </a:lnTo>
                <a:lnTo>
                  <a:pt x="124123" y="83536"/>
                </a:lnTo>
                <a:lnTo>
                  <a:pt x="134586" y="57623"/>
                </a:lnTo>
                <a:lnTo>
                  <a:pt x="166555" y="57623"/>
                </a:lnTo>
                <a:lnTo>
                  <a:pt x="176910" y="83536"/>
                </a:lnTo>
                <a:lnTo>
                  <a:pt x="184845" y="89987"/>
                </a:lnTo>
                <a:lnTo>
                  <a:pt x="150637" y="89987"/>
                </a:lnTo>
                <a:lnTo>
                  <a:pt x="130524" y="112673"/>
                </a:lnTo>
                <a:lnTo>
                  <a:pt x="101828" y="130179"/>
                </a:lnTo>
                <a:lnTo>
                  <a:pt x="66717" y="142455"/>
                </a:lnTo>
                <a:lnTo>
                  <a:pt x="27364" y="149453"/>
                </a:lnTo>
                <a:close/>
              </a:path>
              <a:path w="301625" h="331470">
                <a:moveTo>
                  <a:pt x="273909" y="149453"/>
                </a:moveTo>
                <a:lnTo>
                  <a:pt x="234352" y="142455"/>
                </a:lnTo>
                <a:lnTo>
                  <a:pt x="199199" y="130179"/>
                </a:lnTo>
                <a:lnTo>
                  <a:pt x="170582" y="112673"/>
                </a:lnTo>
                <a:lnTo>
                  <a:pt x="150637" y="89987"/>
                </a:lnTo>
                <a:lnTo>
                  <a:pt x="184845" y="89987"/>
                </a:lnTo>
                <a:lnTo>
                  <a:pt x="202324" y="104196"/>
                </a:lnTo>
                <a:lnTo>
                  <a:pt x="239060" y="118935"/>
                </a:lnTo>
                <a:lnTo>
                  <a:pt x="283381" y="127087"/>
                </a:lnTo>
                <a:lnTo>
                  <a:pt x="273909" y="149453"/>
                </a:lnTo>
                <a:close/>
              </a:path>
              <a:path w="301625" h="331470">
                <a:moveTo>
                  <a:pt x="301537" y="191815"/>
                </a:moveTo>
                <a:lnTo>
                  <a:pt x="0" y="191815"/>
                </a:lnTo>
                <a:lnTo>
                  <a:pt x="0" y="168134"/>
                </a:lnTo>
                <a:lnTo>
                  <a:pt x="301537" y="168134"/>
                </a:lnTo>
                <a:lnTo>
                  <a:pt x="301537" y="191815"/>
                </a:lnTo>
                <a:close/>
              </a:path>
              <a:path w="301625" h="331470">
                <a:moveTo>
                  <a:pt x="164977" y="229705"/>
                </a:moveTo>
                <a:lnTo>
                  <a:pt x="136296" y="229705"/>
                </a:lnTo>
                <a:lnTo>
                  <a:pt x="136296" y="191815"/>
                </a:lnTo>
                <a:lnTo>
                  <a:pt x="164977" y="191815"/>
                </a:lnTo>
                <a:lnTo>
                  <a:pt x="164977" y="229705"/>
                </a:lnTo>
                <a:close/>
              </a:path>
              <a:path w="301625" h="331470">
                <a:moveTo>
                  <a:pt x="264174" y="331270"/>
                </a:moveTo>
                <a:lnTo>
                  <a:pt x="234704" y="331270"/>
                </a:lnTo>
                <a:lnTo>
                  <a:pt x="234704" y="253649"/>
                </a:lnTo>
                <a:lnTo>
                  <a:pt x="33416" y="253649"/>
                </a:lnTo>
                <a:lnTo>
                  <a:pt x="33416" y="229705"/>
                </a:lnTo>
                <a:lnTo>
                  <a:pt x="264174" y="229705"/>
                </a:lnTo>
                <a:lnTo>
                  <a:pt x="264174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467791" y="6542365"/>
            <a:ext cx="273685" cy="331470"/>
          </a:xfrm>
          <a:custGeom>
            <a:avLst/>
            <a:gdLst/>
            <a:ahLst/>
            <a:cxnLst/>
            <a:rect l="l" t="t" r="r" b="b"/>
            <a:pathLst>
              <a:path w="273685" h="331470">
                <a:moveTo>
                  <a:pt x="273383" y="331270"/>
                </a:moveTo>
                <a:lnTo>
                  <a:pt x="244176" y="331270"/>
                </a:lnTo>
                <a:lnTo>
                  <a:pt x="244176" y="157083"/>
                </a:lnTo>
                <a:lnTo>
                  <a:pt x="171555" y="157083"/>
                </a:lnTo>
                <a:lnTo>
                  <a:pt x="171555" y="132876"/>
                </a:lnTo>
                <a:lnTo>
                  <a:pt x="244176" y="132876"/>
                </a:lnTo>
                <a:lnTo>
                  <a:pt x="244176" y="0"/>
                </a:lnTo>
                <a:lnTo>
                  <a:pt x="273383" y="0"/>
                </a:lnTo>
                <a:lnTo>
                  <a:pt x="273383" y="331270"/>
                </a:lnTo>
                <a:close/>
              </a:path>
              <a:path w="273685" h="331470">
                <a:moveTo>
                  <a:pt x="113931" y="57623"/>
                </a:moveTo>
                <a:lnTo>
                  <a:pt x="84725" y="57623"/>
                </a:lnTo>
                <a:lnTo>
                  <a:pt x="84725" y="6051"/>
                </a:lnTo>
                <a:lnTo>
                  <a:pt x="113931" y="6051"/>
                </a:lnTo>
                <a:lnTo>
                  <a:pt x="113931" y="57623"/>
                </a:lnTo>
                <a:close/>
              </a:path>
              <a:path w="273685" h="331470">
                <a:moveTo>
                  <a:pt x="188395" y="81304"/>
                </a:moveTo>
                <a:lnTo>
                  <a:pt x="8683" y="81304"/>
                </a:lnTo>
                <a:lnTo>
                  <a:pt x="8683" y="57623"/>
                </a:lnTo>
                <a:lnTo>
                  <a:pt x="188395" y="57623"/>
                </a:lnTo>
                <a:lnTo>
                  <a:pt x="188395" y="81304"/>
                </a:lnTo>
                <a:close/>
              </a:path>
              <a:path w="273685" h="331470">
                <a:moveTo>
                  <a:pt x="16576" y="266542"/>
                </a:moveTo>
                <a:lnTo>
                  <a:pt x="0" y="243913"/>
                </a:lnTo>
                <a:lnTo>
                  <a:pt x="33663" y="221100"/>
                </a:lnTo>
                <a:lnTo>
                  <a:pt x="60517" y="188691"/>
                </a:lnTo>
                <a:lnTo>
                  <a:pt x="78295" y="149818"/>
                </a:lnTo>
                <a:lnTo>
                  <a:pt x="84725" y="107616"/>
                </a:lnTo>
                <a:lnTo>
                  <a:pt x="84725" y="81304"/>
                </a:lnTo>
                <a:lnTo>
                  <a:pt x="113405" y="81304"/>
                </a:lnTo>
                <a:lnTo>
                  <a:pt x="113405" y="107616"/>
                </a:lnTo>
                <a:lnTo>
                  <a:pt x="120008" y="147985"/>
                </a:lnTo>
                <a:lnTo>
                  <a:pt x="127763" y="163793"/>
                </a:lnTo>
                <a:lnTo>
                  <a:pt x="99459" y="163793"/>
                </a:lnTo>
                <a:lnTo>
                  <a:pt x="85769" y="196720"/>
                </a:lnTo>
                <a:lnTo>
                  <a:pt x="66799" y="225626"/>
                </a:lnTo>
                <a:lnTo>
                  <a:pt x="43439" y="249303"/>
                </a:lnTo>
                <a:lnTo>
                  <a:pt x="16576" y="266542"/>
                </a:lnTo>
                <a:close/>
              </a:path>
              <a:path w="273685" h="331470">
                <a:moveTo>
                  <a:pt x="183132" y="260753"/>
                </a:moveTo>
                <a:lnTo>
                  <a:pt x="156201" y="244474"/>
                </a:lnTo>
                <a:lnTo>
                  <a:pt x="132662" y="222189"/>
                </a:lnTo>
                <a:lnTo>
                  <a:pt x="113440" y="194946"/>
                </a:lnTo>
                <a:lnTo>
                  <a:pt x="99459" y="163793"/>
                </a:lnTo>
                <a:lnTo>
                  <a:pt x="127763" y="163793"/>
                </a:lnTo>
                <a:lnTo>
                  <a:pt x="138204" y="185073"/>
                </a:lnTo>
                <a:lnTo>
                  <a:pt x="165577" y="215994"/>
                </a:lnTo>
                <a:lnTo>
                  <a:pt x="199709" y="237861"/>
                </a:lnTo>
                <a:lnTo>
                  <a:pt x="183132" y="2607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815111" y="6542365"/>
            <a:ext cx="254635" cy="331470"/>
          </a:xfrm>
          <a:custGeom>
            <a:avLst/>
            <a:gdLst/>
            <a:ahLst/>
            <a:cxnLst/>
            <a:rect l="l" t="t" r="r" b="b"/>
            <a:pathLst>
              <a:path w="254635" h="331470">
                <a:moveTo>
                  <a:pt x="254438" y="331270"/>
                </a:moveTo>
                <a:lnTo>
                  <a:pt x="225495" y="331270"/>
                </a:lnTo>
                <a:lnTo>
                  <a:pt x="225495" y="0"/>
                </a:lnTo>
                <a:lnTo>
                  <a:pt x="254438" y="0"/>
                </a:lnTo>
                <a:lnTo>
                  <a:pt x="254438" y="331270"/>
                </a:lnTo>
                <a:close/>
              </a:path>
              <a:path w="254635" h="331470">
                <a:moveTo>
                  <a:pt x="28154" y="251017"/>
                </a:moveTo>
                <a:lnTo>
                  <a:pt x="526" y="251017"/>
                </a:lnTo>
                <a:lnTo>
                  <a:pt x="526" y="124456"/>
                </a:lnTo>
                <a:lnTo>
                  <a:pt x="124456" y="124456"/>
                </a:lnTo>
                <a:lnTo>
                  <a:pt x="124456" y="54992"/>
                </a:lnTo>
                <a:lnTo>
                  <a:pt x="0" y="54992"/>
                </a:lnTo>
                <a:lnTo>
                  <a:pt x="0" y="30785"/>
                </a:lnTo>
                <a:lnTo>
                  <a:pt x="153926" y="30785"/>
                </a:lnTo>
                <a:lnTo>
                  <a:pt x="153926" y="148400"/>
                </a:lnTo>
                <a:lnTo>
                  <a:pt x="30522" y="148400"/>
                </a:lnTo>
                <a:lnTo>
                  <a:pt x="30522" y="226547"/>
                </a:lnTo>
                <a:lnTo>
                  <a:pt x="194825" y="226547"/>
                </a:lnTo>
                <a:lnTo>
                  <a:pt x="196288" y="238914"/>
                </a:lnTo>
                <a:lnTo>
                  <a:pt x="152404" y="244912"/>
                </a:lnTo>
                <a:lnTo>
                  <a:pt x="110839" y="248616"/>
                </a:lnTo>
                <a:lnTo>
                  <a:pt x="69965" y="250495"/>
                </a:lnTo>
                <a:lnTo>
                  <a:pt x="28154" y="251017"/>
                </a:lnTo>
                <a:close/>
              </a:path>
              <a:path w="254635" h="331470">
                <a:moveTo>
                  <a:pt x="194825" y="226547"/>
                </a:moveTo>
                <a:lnTo>
                  <a:pt x="30522" y="226547"/>
                </a:lnTo>
                <a:lnTo>
                  <a:pt x="70789" y="225951"/>
                </a:lnTo>
                <a:lnTo>
                  <a:pt x="110330" y="224048"/>
                </a:lnTo>
                <a:lnTo>
                  <a:pt x="150684" y="220368"/>
                </a:lnTo>
                <a:lnTo>
                  <a:pt x="193394" y="214444"/>
                </a:lnTo>
                <a:lnTo>
                  <a:pt x="194825" y="2265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4226674" y="6542365"/>
            <a:ext cx="269240" cy="326390"/>
          </a:xfrm>
          <a:custGeom>
            <a:avLst/>
            <a:gdLst/>
            <a:ahLst/>
            <a:cxnLst/>
            <a:rect l="l" t="t" r="r" b="b"/>
            <a:pathLst>
              <a:path w="269239" h="326390">
                <a:moveTo>
                  <a:pt x="268910" y="79199"/>
                </a:moveTo>
                <a:lnTo>
                  <a:pt x="239703" y="79199"/>
                </a:lnTo>
                <a:lnTo>
                  <a:pt x="239703" y="0"/>
                </a:lnTo>
                <a:lnTo>
                  <a:pt x="268910" y="0"/>
                </a:lnTo>
                <a:lnTo>
                  <a:pt x="268910" y="79199"/>
                </a:lnTo>
                <a:close/>
              </a:path>
              <a:path w="269239" h="326390">
                <a:moveTo>
                  <a:pt x="85777" y="168397"/>
                </a:moveTo>
                <a:lnTo>
                  <a:pt x="51136" y="162798"/>
                </a:lnTo>
                <a:lnTo>
                  <a:pt x="23944" y="147084"/>
                </a:lnTo>
                <a:lnTo>
                  <a:pt x="6224" y="122885"/>
                </a:lnTo>
                <a:lnTo>
                  <a:pt x="0" y="91829"/>
                </a:lnTo>
                <a:lnTo>
                  <a:pt x="6224" y="60887"/>
                </a:lnTo>
                <a:lnTo>
                  <a:pt x="23944" y="36705"/>
                </a:lnTo>
                <a:lnTo>
                  <a:pt x="51136" y="21008"/>
                </a:lnTo>
                <a:lnTo>
                  <a:pt x="85777" y="15524"/>
                </a:lnTo>
                <a:lnTo>
                  <a:pt x="116846" y="19997"/>
                </a:lnTo>
                <a:lnTo>
                  <a:pt x="142315" y="32955"/>
                </a:lnTo>
                <a:lnTo>
                  <a:pt x="148948" y="40257"/>
                </a:lnTo>
                <a:lnTo>
                  <a:pt x="85777" y="40257"/>
                </a:lnTo>
                <a:lnTo>
                  <a:pt x="62413" y="43912"/>
                </a:lnTo>
                <a:lnTo>
                  <a:pt x="44105" y="54499"/>
                </a:lnTo>
                <a:lnTo>
                  <a:pt x="32162" y="70857"/>
                </a:lnTo>
                <a:lnTo>
                  <a:pt x="27890" y="91829"/>
                </a:lnTo>
                <a:lnTo>
                  <a:pt x="32162" y="112583"/>
                </a:lnTo>
                <a:lnTo>
                  <a:pt x="44105" y="128995"/>
                </a:lnTo>
                <a:lnTo>
                  <a:pt x="62413" y="139783"/>
                </a:lnTo>
                <a:lnTo>
                  <a:pt x="85777" y="143664"/>
                </a:lnTo>
                <a:lnTo>
                  <a:pt x="148827" y="143664"/>
                </a:lnTo>
                <a:lnTo>
                  <a:pt x="142726" y="150505"/>
                </a:lnTo>
                <a:lnTo>
                  <a:pt x="117107" y="163719"/>
                </a:lnTo>
                <a:lnTo>
                  <a:pt x="85777" y="168397"/>
                </a:lnTo>
                <a:close/>
              </a:path>
              <a:path w="269239" h="326390">
                <a:moveTo>
                  <a:pt x="148827" y="143664"/>
                </a:moveTo>
                <a:lnTo>
                  <a:pt x="85777" y="143664"/>
                </a:lnTo>
                <a:lnTo>
                  <a:pt x="108837" y="139783"/>
                </a:lnTo>
                <a:lnTo>
                  <a:pt x="126989" y="128995"/>
                </a:lnTo>
                <a:lnTo>
                  <a:pt x="138874" y="112583"/>
                </a:lnTo>
                <a:lnTo>
                  <a:pt x="143138" y="91829"/>
                </a:lnTo>
                <a:lnTo>
                  <a:pt x="138874" y="70857"/>
                </a:lnTo>
                <a:lnTo>
                  <a:pt x="126989" y="54499"/>
                </a:lnTo>
                <a:lnTo>
                  <a:pt x="108837" y="43912"/>
                </a:lnTo>
                <a:lnTo>
                  <a:pt x="85777" y="40257"/>
                </a:lnTo>
                <a:lnTo>
                  <a:pt x="148948" y="40257"/>
                </a:lnTo>
                <a:lnTo>
                  <a:pt x="160631" y="53117"/>
                </a:lnTo>
                <a:lnTo>
                  <a:pt x="170239" y="79199"/>
                </a:lnTo>
                <a:lnTo>
                  <a:pt x="268910" y="79199"/>
                </a:lnTo>
                <a:lnTo>
                  <a:pt x="268910" y="103406"/>
                </a:lnTo>
                <a:lnTo>
                  <a:pt x="170371" y="103406"/>
                </a:lnTo>
                <a:lnTo>
                  <a:pt x="161020" y="129990"/>
                </a:lnTo>
                <a:lnTo>
                  <a:pt x="148827" y="143664"/>
                </a:lnTo>
                <a:close/>
              </a:path>
              <a:path w="269239" h="326390">
                <a:moveTo>
                  <a:pt x="268910" y="177343"/>
                </a:moveTo>
                <a:lnTo>
                  <a:pt x="239703" y="177343"/>
                </a:lnTo>
                <a:lnTo>
                  <a:pt x="239703" y="103406"/>
                </a:lnTo>
                <a:lnTo>
                  <a:pt x="268910" y="103406"/>
                </a:lnTo>
                <a:lnTo>
                  <a:pt x="268910" y="177343"/>
                </a:lnTo>
                <a:close/>
              </a:path>
              <a:path w="269239" h="326390">
                <a:moveTo>
                  <a:pt x="268910" y="326270"/>
                </a:moveTo>
                <a:lnTo>
                  <a:pt x="55781" y="326270"/>
                </a:lnTo>
                <a:lnTo>
                  <a:pt x="55781" y="194183"/>
                </a:lnTo>
                <a:lnTo>
                  <a:pt x="84988" y="194183"/>
                </a:lnTo>
                <a:lnTo>
                  <a:pt x="84988" y="236020"/>
                </a:lnTo>
                <a:lnTo>
                  <a:pt x="268910" y="236020"/>
                </a:lnTo>
                <a:lnTo>
                  <a:pt x="268910" y="259437"/>
                </a:lnTo>
                <a:lnTo>
                  <a:pt x="84988" y="259437"/>
                </a:lnTo>
                <a:lnTo>
                  <a:pt x="84988" y="302326"/>
                </a:lnTo>
                <a:lnTo>
                  <a:pt x="268910" y="302326"/>
                </a:lnTo>
                <a:lnTo>
                  <a:pt x="268910" y="326270"/>
                </a:lnTo>
                <a:close/>
              </a:path>
              <a:path w="269239" h="326390">
                <a:moveTo>
                  <a:pt x="268910" y="236020"/>
                </a:moveTo>
                <a:lnTo>
                  <a:pt x="239703" y="236020"/>
                </a:lnTo>
                <a:lnTo>
                  <a:pt x="239703" y="194183"/>
                </a:lnTo>
                <a:lnTo>
                  <a:pt x="268910" y="194183"/>
                </a:lnTo>
                <a:lnTo>
                  <a:pt x="268910" y="236020"/>
                </a:lnTo>
                <a:close/>
              </a:path>
              <a:path w="269239" h="326390">
                <a:moveTo>
                  <a:pt x="268910" y="302326"/>
                </a:moveTo>
                <a:lnTo>
                  <a:pt x="239703" y="302326"/>
                </a:lnTo>
                <a:lnTo>
                  <a:pt x="239703" y="259437"/>
                </a:lnTo>
                <a:lnTo>
                  <a:pt x="268910" y="259437"/>
                </a:lnTo>
                <a:lnTo>
                  <a:pt x="268910" y="3023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4548208" y="6542365"/>
            <a:ext cx="285750" cy="330835"/>
          </a:xfrm>
          <a:custGeom>
            <a:avLst/>
            <a:gdLst/>
            <a:ahLst/>
            <a:cxnLst/>
            <a:rect l="l" t="t" r="r" b="b"/>
            <a:pathLst>
              <a:path w="285750" h="330834">
                <a:moveTo>
                  <a:pt x="285223" y="330743"/>
                </a:moveTo>
                <a:lnTo>
                  <a:pt x="257332" y="330743"/>
                </a:lnTo>
                <a:lnTo>
                  <a:pt x="257332" y="0"/>
                </a:lnTo>
                <a:lnTo>
                  <a:pt x="285223" y="0"/>
                </a:lnTo>
                <a:lnTo>
                  <a:pt x="285223" y="330743"/>
                </a:lnTo>
                <a:close/>
              </a:path>
              <a:path w="285750" h="330834">
                <a:moveTo>
                  <a:pt x="218390" y="313377"/>
                </a:moveTo>
                <a:lnTo>
                  <a:pt x="190763" y="313377"/>
                </a:lnTo>
                <a:lnTo>
                  <a:pt x="190763" y="155241"/>
                </a:lnTo>
                <a:lnTo>
                  <a:pt x="138665" y="155241"/>
                </a:lnTo>
                <a:lnTo>
                  <a:pt x="138665" y="130508"/>
                </a:lnTo>
                <a:lnTo>
                  <a:pt x="190763" y="130508"/>
                </a:lnTo>
                <a:lnTo>
                  <a:pt x="190763" y="7893"/>
                </a:lnTo>
                <a:lnTo>
                  <a:pt x="218390" y="7893"/>
                </a:lnTo>
                <a:lnTo>
                  <a:pt x="218390" y="313377"/>
                </a:lnTo>
                <a:close/>
              </a:path>
              <a:path w="285750" h="330834">
                <a:moveTo>
                  <a:pt x="99723" y="61307"/>
                </a:moveTo>
                <a:lnTo>
                  <a:pt x="71832" y="61307"/>
                </a:lnTo>
                <a:lnTo>
                  <a:pt x="71832" y="12103"/>
                </a:lnTo>
                <a:lnTo>
                  <a:pt x="99723" y="12103"/>
                </a:lnTo>
                <a:lnTo>
                  <a:pt x="99723" y="61307"/>
                </a:lnTo>
                <a:close/>
              </a:path>
              <a:path w="285750" h="330834">
                <a:moveTo>
                  <a:pt x="161556" y="85514"/>
                </a:moveTo>
                <a:lnTo>
                  <a:pt x="8946" y="85514"/>
                </a:lnTo>
                <a:lnTo>
                  <a:pt x="8946" y="61307"/>
                </a:lnTo>
                <a:lnTo>
                  <a:pt x="161556" y="61307"/>
                </a:lnTo>
                <a:lnTo>
                  <a:pt x="161556" y="85514"/>
                </a:lnTo>
                <a:close/>
              </a:path>
              <a:path w="285750" h="330834">
                <a:moveTo>
                  <a:pt x="17629" y="262858"/>
                </a:moveTo>
                <a:lnTo>
                  <a:pt x="0" y="240756"/>
                </a:lnTo>
                <a:lnTo>
                  <a:pt x="30168" y="215644"/>
                </a:lnTo>
                <a:lnTo>
                  <a:pt x="52690" y="181948"/>
                </a:lnTo>
                <a:lnTo>
                  <a:pt x="66824" y="142924"/>
                </a:lnTo>
                <a:lnTo>
                  <a:pt x="71832" y="101828"/>
                </a:lnTo>
                <a:lnTo>
                  <a:pt x="71832" y="85514"/>
                </a:lnTo>
                <a:lnTo>
                  <a:pt x="99459" y="85514"/>
                </a:lnTo>
                <a:lnTo>
                  <a:pt x="99459" y="101828"/>
                </a:lnTo>
                <a:lnTo>
                  <a:pt x="104397" y="141444"/>
                </a:lnTo>
                <a:lnTo>
                  <a:pt x="112761" y="163266"/>
                </a:lnTo>
                <a:lnTo>
                  <a:pt x="86040" y="163266"/>
                </a:lnTo>
                <a:lnTo>
                  <a:pt x="74981" y="193943"/>
                </a:lnTo>
                <a:lnTo>
                  <a:pt x="59728" y="221499"/>
                </a:lnTo>
                <a:lnTo>
                  <a:pt x="40528" y="244836"/>
                </a:lnTo>
                <a:lnTo>
                  <a:pt x="17629" y="262858"/>
                </a:lnTo>
                <a:close/>
              </a:path>
              <a:path w="285750" h="330834">
                <a:moveTo>
                  <a:pt x="154715" y="255491"/>
                </a:moveTo>
                <a:lnTo>
                  <a:pt x="131793" y="239101"/>
                </a:lnTo>
                <a:lnTo>
                  <a:pt x="112533" y="217617"/>
                </a:lnTo>
                <a:lnTo>
                  <a:pt x="97196" y="192015"/>
                </a:lnTo>
                <a:lnTo>
                  <a:pt x="86040" y="163266"/>
                </a:lnTo>
                <a:lnTo>
                  <a:pt x="112761" y="163266"/>
                </a:lnTo>
                <a:lnTo>
                  <a:pt x="118634" y="178593"/>
                </a:lnTo>
                <a:lnTo>
                  <a:pt x="141308" y="210316"/>
                </a:lnTo>
                <a:lnTo>
                  <a:pt x="171555" y="233651"/>
                </a:lnTo>
                <a:lnTo>
                  <a:pt x="154715" y="2554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990293" y="6542628"/>
            <a:ext cx="276860" cy="323215"/>
          </a:xfrm>
          <a:custGeom>
            <a:avLst/>
            <a:gdLst/>
            <a:ahLst/>
            <a:cxnLst/>
            <a:rect l="l" t="t" r="r" b="b"/>
            <a:pathLst>
              <a:path w="276860" h="323215">
                <a:moveTo>
                  <a:pt x="266279" y="248649"/>
                </a:moveTo>
                <a:lnTo>
                  <a:pt x="238651" y="248649"/>
                </a:lnTo>
                <a:lnTo>
                  <a:pt x="238651" y="0"/>
                </a:lnTo>
                <a:lnTo>
                  <a:pt x="266279" y="0"/>
                </a:lnTo>
                <a:lnTo>
                  <a:pt x="266279" y="248649"/>
                </a:lnTo>
                <a:close/>
              </a:path>
              <a:path w="276860" h="323215">
                <a:moveTo>
                  <a:pt x="201024" y="239703"/>
                </a:moveTo>
                <a:lnTo>
                  <a:pt x="172870" y="239703"/>
                </a:lnTo>
                <a:lnTo>
                  <a:pt x="172870" y="116299"/>
                </a:lnTo>
                <a:lnTo>
                  <a:pt x="131560" y="116299"/>
                </a:lnTo>
                <a:lnTo>
                  <a:pt x="131560" y="91829"/>
                </a:lnTo>
                <a:lnTo>
                  <a:pt x="172870" y="91829"/>
                </a:lnTo>
                <a:lnTo>
                  <a:pt x="172870" y="6051"/>
                </a:lnTo>
                <a:lnTo>
                  <a:pt x="201024" y="6051"/>
                </a:lnTo>
                <a:lnTo>
                  <a:pt x="201024" y="239703"/>
                </a:lnTo>
                <a:close/>
              </a:path>
              <a:path w="276860" h="323215">
                <a:moveTo>
                  <a:pt x="22102" y="197341"/>
                </a:moveTo>
                <a:lnTo>
                  <a:pt x="789" y="197341"/>
                </a:lnTo>
                <a:lnTo>
                  <a:pt x="789" y="98933"/>
                </a:lnTo>
                <a:lnTo>
                  <a:pt x="89724" y="98933"/>
                </a:lnTo>
                <a:lnTo>
                  <a:pt x="89724" y="50256"/>
                </a:lnTo>
                <a:lnTo>
                  <a:pt x="0" y="50256"/>
                </a:lnTo>
                <a:lnTo>
                  <a:pt x="0" y="26838"/>
                </a:lnTo>
                <a:lnTo>
                  <a:pt x="118141" y="26838"/>
                </a:lnTo>
                <a:lnTo>
                  <a:pt x="118141" y="121299"/>
                </a:lnTo>
                <a:lnTo>
                  <a:pt x="29469" y="121299"/>
                </a:lnTo>
                <a:lnTo>
                  <a:pt x="29469" y="173397"/>
                </a:lnTo>
                <a:lnTo>
                  <a:pt x="145488" y="173397"/>
                </a:lnTo>
                <a:lnTo>
                  <a:pt x="147348" y="187342"/>
                </a:lnTo>
                <a:lnTo>
                  <a:pt x="116640" y="192308"/>
                </a:lnTo>
                <a:lnTo>
                  <a:pt x="86797" y="195301"/>
                </a:lnTo>
                <a:lnTo>
                  <a:pt x="55917" y="196814"/>
                </a:lnTo>
                <a:lnTo>
                  <a:pt x="22102" y="197341"/>
                </a:lnTo>
                <a:close/>
              </a:path>
              <a:path w="276860" h="323215">
                <a:moveTo>
                  <a:pt x="145488" y="173397"/>
                </a:moveTo>
                <a:lnTo>
                  <a:pt x="29469" y="173397"/>
                </a:lnTo>
                <a:lnTo>
                  <a:pt x="59993" y="172911"/>
                </a:lnTo>
                <a:lnTo>
                  <a:pt x="88260" y="171390"/>
                </a:lnTo>
                <a:lnTo>
                  <a:pt x="115812" y="168438"/>
                </a:lnTo>
                <a:lnTo>
                  <a:pt x="144190" y="163661"/>
                </a:lnTo>
                <a:lnTo>
                  <a:pt x="145488" y="173397"/>
                </a:lnTo>
                <a:close/>
              </a:path>
              <a:path w="276860" h="323215">
                <a:moveTo>
                  <a:pt x="276540" y="323113"/>
                </a:moveTo>
                <a:lnTo>
                  <a:pt x="49466" y="323113"/>
                </a:lnTo>
                <a:lnTo>
                  <a:pt x="49466" y="223390"/>
                </a:lnTo>
                <a:lnTo>
                  <a:pt x="78673" y="223390"/>
                </a:lnTo>
                <a:lnTo>
                  <a:pt x="78673" y="298906"/>
                </a:lnTo>
                <a:lnTo>
                  <a:pt x="276540" y="298906"/>
                </a:lnTo>
                <a:lnTo>
                  <a:pt x="276540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344454" y="6570980"/>
            <a:ext cx="225425" cy="24130"/>
          </a:xfrm>
          <a:custGeom>
            <a:avLst/>
            <a:gdLst/>
            <a:ahLst/>
            <a:cxnLst/>
            <a:rect l="l" t="t" r="r" b="b"/>
            <a:pathLst>
              <a:path w="225425" h="24129">
                <a:moveTo>
                  <a:pt x="0" y="0"/>
                </a:moveTo>
                <a:lnTo>
                  <a:pt x="224968" y="0"/>
                </a:lnTo>
                <a:lnTo>
                  <a:pt x="224968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5344454" y="6595109"/>
            <a:ext cx="29845" cy="49530"/>
          </a:xfrm>
          <a:custGeom>
            <a:avLst/>
            <a:gdLst/>
            <a:ahLst/>
            <a:cxnLst/>
            <a:rect l="l" t="t" r="r" b="b"/>
            <a:pathLst>
              <a:path w="29845" h="49529">
                <a:moveTo>
                  <a:pt x="0" y="0"/>
                </a:moveTo>
                <a:lnTo>
                  <a:pt x="29469" y="0"/>
                </a:lnTo>
                <a:lnTo>
                  <a:pt x="29469" y="49530"/>
                </a:lnTo>
                <a:lnTo>
                  <a:pt x="0" y="49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344454" y="6644640"/>
            <a:ext cx="218440" cy="24130"/>
          </a:xfrm>
          <a:custGeom>
            <a:avLst/>
            <a:gdLst/>
            <a:ahLst/>
            <a:cxnLst/>
            <a:rect l="l" t="t" r="r" b="b"/>
            <a:pathLst>
              <a:path w="218439" h="24129">
                <a:moveTo>
                  <a:pt x="0" y="0"/>
                </a:moveTo>
                <a:lnTo>
                  <a:pt x="217864" y="0"/>
                </a:lnTo>
                <a:lnTo>
                  <a:pt x="21786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344454" y="6668769"/>
            <a:ext cx="29845" cy="52069"/>
          </a:xfrm>
          <a:custGeom>
            <a:avLst/>
            <a:gdLst/>
            <a:ahLst/>
            <a:cxnLst/>
            <a:rect l="l" t="t" r="r" b="b"/>
            <a:pathLst>
              <a:path w="29845" h="52070">
                <a:moveTo>
                  <a:pt x="0" y="0"/>
                </a:moveTo>
                <a:lnTo>
                  <a:pt x="29469" y="0"/>
                </a:lnTo>
                <a:lnTo>
                  <a:pt x="29469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344454" y="6720840"/>
            <a:ext cx="229235" cy="24130"/>
          </a:xfrm>
          <a:custGeom>
            <a:avLst/>
            <a:gdLst/>
            <a:ahLst/>
            <a:cxnLst/>
            <a:rect l="l" t="t" r="r" b="b"/>
            <a:pathLst>
              <a:path w="229235" h="24129">
                <a:moveTo>
                  <a:pt x="0" y="0"/>
                </a:moveTo>
                <a:lnTo>
                  <a:pt x="228652" y="0"/>
                </a:lnTo>
                <a:lnTo>
                  <a:pt x="228652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305249" y="6805486"/>
            <a:ext cx="302895" cy="24765"/>
          </a:xfrm>
          <a:custGeom>
            <a:avLst/>
            <a:gdLst/>
            <a:ahLst/>
            <a:cxnLst/>
            <a:rect l="l" t="t" r="r" b="b"/>
            <a:pathLst>
              <a:path w="302895" h="24765">
                <a:moveTo>
                  <a:pt x="302852" y="24470"/>
                </a:moveTo>
                <a:lnTo>
                  <a:pt x="0" y="24470"/>
                </a:lnTo>
                <a:lnTo>
                  <a:pt x="0" y="0"/>
                </a:lnTo>
                <a:lnTo>
                  <a:pt x="302852" y="0"/>
                </a:lnTo>
                <a:lnTo>
                  <a:pt x="302852" y="244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878065" y="6542365"/>
            <a:ext cx="29209" cy="331470"/>
          </a:xfrm>
          <a:custGeom>
            <a:avLst/>
            <a:gdLst/>
            <a:ahLst/>
            <a:cxnLst/>
            <a:rect l="l" t="t" r="r" b="b"/>
            <a:pathLst>
              <a:path w="29210" h="331470">
                <a:moveTo>
                  <a:pt x="29206" y="331270"/>
                </a:moveTo>
                <a:lnTo>
                  <a:pt x="0" y="331270"/>
                </a:lnTo>
                <a:lnTo>
                  <a:pt x="0" y="0"/>
                </a:lnTo>
                <a:lnTo>
                  <a:pt x="29206" y="0"/>
                </a:lnTo>
                <a:lnTo>
                  <a:pt x="29206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653885" y="6570980"/>
            <a:ext cx="29209" cy="86360"/>
          </a:xfrm>
          <a:custGeom>
            <a:avLst/>
            <a:gdLst/>
            <a:ahLst/>
            <a:cxnLst/>
            <a:rect l="l" t="t" r="r" b="b"/>
            <a:pathLst>
              <a:path w="29210" h="86359">
                <a:moveTo>
                  <a:pt x="0" y="0"/>
                </a:moveTo>
                <a:lnTo>
                  <a:pt x="29206" y="0"/>
                </a:lnTo>
                <a:lnTo>
                  <a:pt x="29206" y="86359"/>
                </a:lnTo>
                <a:lnTo>
                  <a:pt x="0" y="863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653885" y="6657340"/>
            <a:ext cx="156845" cy="24130"/>
          </a:xfrm>
          <a:custGeom>
            <a:avLst/>
            <a:gdLst/>
            <a:ahLst/>
            <a:cxnLst/>
            <a:rect l="l" t="t" r="r" b="b"/>
            <a:pathLst>
              <a:path w="156845" h="24129">
                <a:moveTo>
                  <a:pt x="0" y="0"/>
                </a:moveTo>
                <a:lnTo>
                  <a:pt x="156557" y="0"/>
                </a:lnTo>
                <a:lnTo>
                  <a:pt x="156557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653885" y="6681469"/>
            <a:ext cx="29209" cy="87630"/>
          </a:xfrm>
          <a:custGeom>
            <a:avLst/>
            <a:gdLst/>
            <a:ahLst/>
            <a:cxnLst/>
            <a:rect l="l" t="t" r="r" b="b"/>
            <a:pathLst>
              <a:path w="29210" h="87629">
                <a:moveTo>
                  <a:pt x="0" y="0"/>
                </a:moveTo>
                <a:lnTo>
                  <a:pt x="29206" y="0"/>
                </a:lnTo>
                <a:lnTo>
                  <a:pt x="29206" y="87629"/>
                </a:lnTo>
                <a:lnTo>
                  <a:pt x="0" y="87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653885" y="6769100"/>
            <a:ext cx="156845" cy="24130"/>
          </a:xfrm>
          <a:custGeom>
            <a:avLst/>
            <a:gdLst/>
            <a:ahLst/>
            <a:cxnLst/>
            <a:rect l="l" t="t" r="r" b="b"/>
            <a:pathLst>
              <a:path w="156845" h="24129">
                <a:moveTo>
                  <a:pt x="0" y="0"/>
                </a:moveTo>
                <a:lnTo>
                  <a:pt x="156557" y="0"/>
                </a:lnTo>
                <a:lnTo>
                  <a:pt x="156557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781499" y="6570519"/>
            <a:ext cx="29209" cy="87630"/>
          </a:xfrm>
          <a:custGeom>
            <a:avLst/>
            <a:gdLst/>
            <a:ahLst/>
            <a:cxnLst/>
            <a:rect l="l" t="t" r="r" b="b"/>
            <a:pathLst>
              <a:path w="29210" h="87629">
                <a:moveTo>
                  <a:pt x="28943" y="87356"/>
                </a:moveTo>
                <a:lnTo>
                  <a:pt x="0" y="87356"/>
                </a:lnTo>
                <a:lnTo>
                  <a:pt x="0" y="0"/>
                </a:lnTo>
                <a:lnTo>
                  <a:pt x="28943" y="0"/>
                </a:lnTo>
                <a:lnTo>
                  <a:pt x="28943" y="873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781499" y="6681293"/>
            <a:ext cx="29209" cy="88265"/>
          </a:xfrm>
          <a:custGeom>
            <a:avLst/>
            <a:gdLst/>
            <a:ahLst/>
            <a:cxnLst/>
            <a:rect l="l" t="t" r="r" b="b"/>
            <a:pathLst>
              <a:path w="29210" h="88265">
                <a:moveTo>
                  <a:pt x="28943" y="87882"/>
                </a:moveTo>
                <a:lnTo>
                  <a:pt x="0" y="87882"/>
                </a:lnTo>
                <a:lnTo>
                  <a:pt x="0" y="0"/>
                </a:lnTo>
                <a:lnTo>
                  <a:pt x="28943" y="0"/>
                </a:lnTo>
                <a:lnTo>
                  <a:pt x="28943" y="878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6001995" y="6551930"/>
            <a:ext cx="226060" cy="21590"/>
          </a:xfrm>
          <a:custGeom>
            <a:avLst/>
            <a:gdLst/>
            <a:ahLst/>
            <a:cxnLst/>
            <a:rect l="l" t="t" r="r" b="b"/>
            <a:pathLst>
              <a:path w="226060" h="21590">
                <a:moveTo>
                  <a:pt x="0" y="0"/>
                </a:moveTo>
                <a:lnTo>
                  <a:pt x="225495" y="0"/>
                </a:lnTo>
                <a:lnTo>
                  <a:pt x="225495" y="21590"/>
                </a:lnTo>
                <a:lnTo>
                  <a:pt x="0" y="215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198284" y="6573519"/>
            <a:ext cx="29209" cy="26670"/>
          </a:xfrm>
          <a:custGeom>
            <a:avLst/>
            <a:gdLst/>
            <a:ahLst/>
            <a:cxnLst/>
            <a:rect l="l" t="t" r="r" b="b"/>
            <a:pathLst>
              <a:path w="29210" h="26670">
                <a:moveTo>
                  <a:pt x="0" y="0"/>
                </a:moveTo>
                <a:lnTo>
                  <a:pt x="29206" y="0"/>
                </a:lnTo>
                <a:lnTo>
                  <a:pt x="29206" y="26669"/>
                </a:lnTo>
                <a:lnTo>
                  <a:pt x="0" y="266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6003047" y="6600190"/>
            <a:ext cx="224790" cy="20320"/>
          </a:xfrm>
          <a:custGeom>
            <a:avLst/>
            <a:gdLst/>
            <a:ahLst/>
            <a:cxnLst/>
            <a:rect l="l" t="t" r="r" b="b"/>
            <a:pathLst>
              <a:path w="224789" h="20320">
                <a:moveTo>
                  <a:pt x="0" y="0"/>
                </a:moveTo>
                <a:lnTo>
                  <a:pt x="224442" y="0"/>
                </a:lnTo>
                <a:lnTo>
                  <a:pt x="224442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003047" y="662050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09">
                <a:moveTo>
                  <a:pt x="0" y="0"/>
                </a:moveTo>
                <a:lnTo>
                  <a:pt x="28943" y="0"/>
                </a:lnTo>
                <a:lnTo>
                  <a:pt x="28943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6003047" y="6649719"/>
            <a:ext cx="230504" cy="21590"/>
          </a:xfrm>
          <a:custGeom>
            <a:avLst/>
            <a:gdLst/>
            <a:ahLst/>
            <a:cxnLst/>
            <a:rect l="l" t="t" r="r" b="b"/>
            <a:pathLst>
              <a:path w="230504" h="21590">
                <a:moveTo>
                  <a:pt x="0" y="0"/>
                </a:moveTo>
                <a:lnTo>
                  <a:pt x="230231" y="0"/>
                </a:lnTo>
                <a:lnTo>
                  <a:pt x="230231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5963579" y="6696028"/>
            <a:ext cx="302895" cy="23495"/>
          </a:xfrm>
          <a:custGeom>
            <a:avLst/>
            <a:gdLst/>
            <a:ahLst/>
            <a:cxnLst/>
            <a:rect l="l" t="t" r="r" b="b"/>
            <a:pathLst>
              <a:path w="302895" h="23495">
                <a:moveTo>
                  <a:pt x="302852" y="22891"/>
                </a:moveTo>
                <a:lnTo>
                  <a:pt x="0" y="22891"/>
                </a:lnTo>
                <a:lnTo>
                  <a:pt x="0" y="0"/>
                </a:lnTo>
                <a:lnTo>
                  <a:pt x="302852" y="0"/>
                </a:lnTo>
                <a:lnTo>
                  <a:pt x="302852" y="22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6000153" y="6744969"/>
            <a:ext cx="228600" cy="22860"/>
          </a:xfrm>
          <a:custGeom>
            <a:avLst/>
            <a:gdLst/>
            <a:ahLst/>
            <a:cxnLst/>
            <a:rect l="l" t="t" r="r" b="b"/>
            <a:pathLst>
              <a:path w="228600" h="22859">
                <a:moveTo>
                  <a:pt x="0" y="0"/>
                </a:moveTo>
                <a:lnTo>
                  <a:pt x="228389" y="0"/>
                </a:lnTo>
                <a:lnTo>
                  <a:pt x="228389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6199599" y="676783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40">
                <a:moveTo>
                  <a:pt x="0" y="0"/>
                </a:moveTo>
                <a:lnTo>
                  <a:pt x="28943" y="0"/>
                </a:lnTo>
                <a:lnTo>
                  <a:pt x="28943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6000679" y="6795769"/>
            <a:ext cx="227965" cy="20320"/>
          </a:xfrm>
          <a:custGeom>
            <a:avLst/>
            <a:gdLst/>
            <a:ahLst/>
            <a:cxnLst/>
            <a:rect l="l" t="t" r="r" b="b"/>
            <a:pathLst>
              <a:path w="227964" h="20320">
                <a:moveTo>
                  <a:pt x="0" y="0"/>
                </a:moveTo>
                <a:lnTo>
                  <a:pt x="227863" y="0"/>
                </a:lnTo>
                <a:lnTo>
                  <a:pt x="227863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6000679" y="6816090"/>
            <a:ext cx="29209" cy="31750"/>
          </a:xfrm>
          <a:custGeom>
            <a:avLst/>
            <a:gdLst/>
            <a:ahLst/>
            <a:cxnLst/>
            <a:rect l="l" t="t" r="r" b="b"/>
            <a:pathLst>
              <a:path w="29210" h="31750">
                <a:moveTo>
                  <a:pt x="0" y="0"/>
                </a:moveTo>
                <a:lnTo>
                  <a:pt x="29206" y="0"/>
                </a:lnTo>
                <a:lnTo>
                  <a:pt x="29206" y="31749"/>
                </a:lnTo>
                <a:lnTo>
                  <a:pt x="0" y="317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6000679" y="6847840"/>
            <a:ext cx="238760" cy="20320"/>
          </a:xfrm>
          <a:custGeom>
            <a:avLst/>
            <a:gdLst/>
            <a:ahLst/>
            <a:cxnLst/>
            <a:rect l="l" t="t" r="r" b="b"/>
            <a:pathLst>
              <a:path w="238760" h="20320">
                <a:moveTo>
                  <a:pt x="0" y="0"/>
                </a:moveTo>
                <a:lnTo>
                  <a:pt x="238651" y="0"/>
                </a:lnTo>
                <a:lnTo>
                  <a:pt x="238651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6388944" y="6542365"/>
            <a:ext cx="273050" cy="330835"/>
          </a:xfrm>
          <a:custGeom>
            <a:avLst/>
            <a:gdLst/>
            <a:ahLst/>
            <a:cxnLst/>
            <a:rect l="l" t="t" r="r" b="b"/>
            <a:pathLst>
              <a:path w="273050" h="330834">
                <a:moveTo>
                  <a:pt x="272593" y="330743"/>
                </a:moveTo>
                <a:lnTo>
                  <a:pt x="243387" y="330743"/>
                </a:lnTo>
                <a:lnTo>
                  <a:pt x="243387" y="0"/>
                </a:lnTo>
                <a:lnTo>
                  <a:pt x="272593" y="0"/>
                </a:lnTo>
                <a:lnTo>
                  <a:pt x="272593" y="330743"/>
                </a:lnTo>
                <a:close/>
              </a:path>
              <a:path w="273050" h="330834">
                <a:moveTo>
                  <a:pt x="197078" y="58412"/>
                </a:moveTo>
                <a:lnTo>
                  <a:pt x="10787" y="58412"/>
                </a:lnTo>
                <a:lnTo>
                  <a:pt x="10787" y="33942"/>
                </a:lnTo>
                <a:lnTo>
                  <a:pt x="197078" y="33942"/>
                </a:lnTo>
                <a:lnTo>
                  <a:pt x="197078" y="58412"/>
                </a:lnTo>
                <a:close/>
              </a:path>
              <a:path w="273050" h="330834">
                <a:moveTo>
                  <a:pt x="17366" y="267068"/>
                </a:moveTo>
                <a:lnTo>
                  <a:pt x="0" y="243913"/>
                </a:lnTo>
                <a:lnTo>
                  <a:pt x="33839" y="220154"/>
                </a:lnTo>
                <a:lnTo>
                  <a:pt x="62129" y="185665"/>
                </a:lnTo>
                <a:lnTo>
                  <a:pt x="81588" y="144712"/>
                </a:lnTo>
                <a:lnTo>
                  <a:pt x="88935" y="101564"/>
                </a:lnTo>
                <a:lnTo>
                  <a:pt x="88935" y="58412"/>
                </a:lnTo>
                <a:lnTo>
                  <a:pt x="118404" y="58412"/>
                </a:lnTo>
                <a:lnTo>
                  <a:pt x="118404" y="101564"/>
                </a:lnTo>
                <a:lnTo>
                  <a:pt x="125537" y="143216"/>
                </a:lnTo>
                <a:lnTo>
                  <a:pt x="132756" y="157609"/>
                </a:lnTo>
                <a:lnTo>
                  <a:pt x="104064" y="157609"/>
                </a:lnTo>
                <a:lnTo>
                  <a:pt x="89278" y="192473"/>
                </a:lnTo>
                <a:lnTo>
                  <a:pt x="69052" y="223390"/>
                </a:lnTo>
                <a:lnTo>
                  <a:pt x="44658" y="248781"/>
                </a:lnTo>
                <a:lnTo>
                  <a:pt x="17366" y="267068"/>
                </a:lnTo>
                <a:close/>
              </a:path>
              <a:path w="273050" h="330834">
                <a:moveTo>
                  <a:pt x="191552" y="258911"/>
                </a:moveTo>
                <a:lnTo>
                  <a:pt x="163747" y="242065"/>
                </a:lnTo>
                <a:lnTo>
                  <a:pt x="139125" y="218769"/>
                </a:lnTo>
                <a:lnTo>
                  <a:pt x="118844" y="190218"/>
                </a:lnTo>
                <a:lnTo>
                  <a:pt x="104064" y="157609"/>
                </a:lnTo>
                <a:lnTo>
                  <a:pt x="132756" y="157609"/>
                </a:lnTo>
                <a:lnTo>
                  <a:pt x="144881" y="181784"/>
                </a:lnTo>
                <a:lnTo>
                  <a:pt x="173351" y="213790"/>
                </a:lnTo>
                <a:lnTo>
                  <a:pt x="207866" y="235756"/>
                </a:lnTo>
                <a:lnTo>
                  <a:pt x="191552" y="2589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6716531" y="6542628"/>
            <a:ext cx="283210" cy="323215"/>
          </a:xfrm>
          <a:custGeom>
            <a:avLst/>
            <a:gdLst/>
            <a:ahLst/>
            <a:cxnLst/>
            <a:rect l="l" t="t" r="r" b="b"/>
            <a:pathLst>
              <a:path w="283209" h="323215">
                <a:moveTo>
                  <a:pt x="274435" y="251281"/>
                </a:moveTo>
                <a:lnTo>
                  <a:pt x="244966" y="251281"/>
                </a:lnTo>
                <a:lnTo>
                  <a:pt x="244966" y="216812"/>
                </a:lnTo>
                <a:lnTo>
                  <a:pt x="176817" y="216812"/>
                </a:lnTo>
                <a:lnTo>
                  <a:pt x="176817" y="195499"/>
                </a:lnTo>
                <a:lnTo>
                  <a:pt x="244966" y="195499"/>
                </a:lnTo>
                <a:lnTo>
                  <a:pt x="244966" y="0"/>
                </a:lnTo>
                <a:lnTo>
                  <a:pt x="274435" y="0"/>
                </a:lnTo>
                <a:lnTo>
                  <a:pt x="274435" y="251281"/>
                </a:lnTo>
                <a:close/>
              </a:path>
              <a:path w="283209" h="323215">
                <a:moveTo>
                  <a:pt x="108669" y="128403"/>
                </a:moveTo>
                <a:lnTo>
                  <a:pt x="75195" y="124398"/>
                </a:lnTo>
                <a:lnTo>
                  <a:pt x="49269" y="112944"/>
                </a:lnTo>
                <a:lnTo>
                  <a:pt x="32520" y="94879"/>
                </a:lnTo>
                <a:lnTo>
                  <a:pt x="26575" y="71042"/>
                </a:lnTo>
                <a:lnTo>
                  <a:pt x="32520" y="47386"/>
                </a:lnTo>
                <a:lnTo>
                  <a:pt x="49269" y="29206"/>
                </a:lnTo>
                <a:lnTo>
                  <a:pt x="75195" y="17538"/>
                </a:lnTo>
                <a:lnTo>
                  <a:pt x="108669" y="13419"/>
                </a:lnTo>
                <a:lnTo>
                  <a:pt x="141843" y="17538"/>
                </a:lnTo>
                <a:lnTo>
                  <a:pt x="167641" y="29206"/>
                </a:lnTo>
                <a:lnTo>
                  <a:pt x="173466" y="35521"/>
                </a:lnTo>
                <a:lnTo>
                  <a:pt x="108669" y="35521"/>
                </a:lnTo>
                <a:lnTo>
                  <a:pt x="86509" y="37963"/>
                </a:lnTo>
                <a:lnTo>
                  <a:pt x="69332" y="45191"/>
                </a:lnTo>
                <a:lnTo>
                  <a:pt x="58273" y="56464"/>
                </a:lnTo>
                <a:lnTo>
                  <a:pt x="54466" y="71042"/>
                </a:lnTo>
                <a:lnTo>
                  <a:pt x="58273" y="85695"/>
                </a:lnTo>
                <a:lnTo>
                  <a:pt x="69332" y="96894"/>
                </a:lnTo>
                <a:lnTo>
                  <a:pt x="86509" y="104048"/>
                </a:lnTo>
                <a:lnTo>
                  <a:pt x="108669" y="106564"/>
                </a:lnTo>
                <a:lnTo>
                  <a:pt x="173564" y="106564"/>
                </a:lnTo>
                <a:lnTo>
                  <a:pt x="167641" y="112944"/>
                </a:lnTo>
                <a:lnTo>
                  <a:pt x="141843" y="124398"/>
                </a:lnTo>
                <a:lnTo>
                  <a:pt x="108669" y="128403"/>
                </a:lnTo>
                <a:close/>
              </a:path>
              <a:path w="283209" h="323215">
                <a:moveTo>
                  <a:pt x="173564" y="106564"/>
                </a:moveTo>
                <a:lnTo>
                  <a:pt x="108669" y="106564"/>
                </a:lnTo>
                <a:lnTo>
                  <a:pt x="130269" y="104048"/>
                </a:lnTo>
                <a:lnTo>
                  <a:pt x="147282" y="96894"/>
                </a:lnTo>
                <a:lnTo>
                  <a:pt x="158473" y="85695"/>
                </a:lnTo>
                <a:lnTo>
                  <a:pt x="162609" y="71042"/>
                </a:lnTo>
                <a:lnTo>
                  <a:pt x="158473" y="56464"/>
                </a:lnTo>
                <a:lnTo>
                  <a:pt x="147282" y="45191"/>
                </a:lnTo>
                <a:lnTo>
                  <a:pt x="130269" y="37963"/>
                </a:lnTo>
                <a:lnTo>
                  <a:pt x="108669" y="35521"/>
                </a:lnTo>
                <a:lnTo>
                  <a:pt x="173466" y="35521"/>
                </a:lnTo>
                <a:lnTo>
                  <a:pt x="184411" y="47386"/>
                </a:lnTo>
                <a:lnTo>
                  <a:pt x="190500" y="71042"/>
                </a:lnTo>
                <a:lnTo>
                  <a:pt x="184411" y="94879"/>
                </a:lnTo>
                <a:lnTo>
                  <a:pt x="173564" y="106564"/>
                </a:lnTo>
                <a:close/>
              </a:path>
              <a:path w="283209" h="323215">
                <a:moveTo>
                  <a:pt x="25512" y="177115"/>
                </a:moveTo>
                <a:lnTo>
                  <a:pt x="3946" y="177080"/>
                </a:lnTo>
                <a:lnTo>
                  <a:pt x="0" y="153136"/>
                </a:lnTo>
                <a:lnTo>
                  <a:pt x="49651" y="152762"/>
                </a:lnTo>
                <a:lnTo>
                  <a:pt x="104163" y="151525"/>
                </a:lnTo>
                <a:lnTo>
                  <a:pt x="160401" y="148659"/>
                </a:lnTo>
                <a:lnTo>
                  <a:pt x="215233" y="143401"/>
                </a:lnTo>
                <a:lnTo>
                  <a:pt x="217338" y="164714"/>
                </a:lnTo>
                <a:lnTo>
                  <a:pt x="194917" y="167953"/>
                </a:lnTo>
                <a:lnTo>
                  <a:pt x="172163" y="170601"/>
                </a:lnTo>
                <a:lnTo>
                  <a:pt x="149237" y="172706"/>
                </a:lnTo>
                <a:lnTo>
                  <a:pt x="126298" y="174318"/>
                </a:lnTo>
                <a:lnTo>
                  <a:pt x="126298" y="175765"/>
                </a:lnTo>
                <a:lnTo>
                  <a:pt x="97091" y="175765"/>
                </a:lnTo>
                <a:lnTo>
                  <a:pt x="72344" y="176544"/>
                </a:lnTo>
                <a:lnTo>
                  <a:pt x="48397" y="176965"/>
                </a:lnTo>
                <a:lnTo>
                  <a:pt x="25512" y="177115"/>
                </a:lnTo>
                <a:close/>
              </a:path>
              <a:path w="283209" h="323215">
                <a:moveTo>
                  <a:pt x="126298" y="239703"/>
                </a:moveTo>
                <a:lnTo>
                  <a:pt x="97091" y="239703"/>
                </a:lnTo>
                <a:lnTo>
                  <a:pt x="97091" y="175765"/>
                </a:lnTo>
                <a:lnTo>
                  <a:pt x="126298" y="175765"/>
                </a:lnTo>
                <a:lnTo>
                  <a:pt x="126298" y="239703"/>
                </a:lnTo>
                <a:close/>
              </a:path>
              <a:path w="283209" h="323215">
                <a:moveTo>
                  <a:pt x="282592" y="323113"/>
                </a:moveTo>
                <a:lnTo>
                  <a:pt x="47625" y="323113"/>
                </a:lnTo>
                <a:lnTo>
                  <a:pt x="47625" y="226547"/>
                </a:lnTo>
                <a:lnTo>
                  <a:pt x="76831" y="226547"/>
                </a:lnTo>
                <a:lnTo>
                  <a:pt x="76831" y="298906"/>
                </a:lnTo>
                <a:lnTo>
                  <a:pt x="282592" y="298906"/>
                </a:lnTo>
                <a:lnTo>
                  <a:pt x="282592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7145459" y="6542365"/>
            <a:ext cx="307975" cy="330835"/>
          </a:xfrm>
          <a:custGeom>
            <a:avLst/>
            <a:gdLst/>
            <a:ahLst/>
            <a:cxnLst/>
            <a:rect l="l" t="t" r="r" b="b"/>
            <a:pathLst>
              <a:path w="307975" h="330834">
                <a:moveTo>
                  <a:pt x="253912" y="330480"/>
                </a:moveTo>
                <a:lnTo>
                  <a:pt x="224705" y="330480"/>
                </a:lnTo>
                <a:lnTo>
                  <a:pt x="224705" y="0"/>
                </a:lnTo>
                <a:lnTo>
                  <a:pt x="253912" y="0"/>
                </a:lnTo>
                <a:lnTo>
                  <a:pt x="253912" y="134455"/>
                </a:lnTo>
                <a:lnTo>
                  <a:pt x="307589" y="134455"/>
                </a:lnTo>
                <a:lnTo>
                  <a:pt x="307589" y="159188"/>
                </a:lnTo>
                <a:lnTo>
                  <a:pt x="253912" y="159188"/>
                </a:lnTo>
                <a:lnTo>
                  <a:pt x="253912" y="330480"/>
                </a:lnTo>
                <a:close/>
              </a:path>
              <a:path w="307975" h="330834">
                <a:moveTo>
                  <a:pt x="16313" y="267594"/>
                </a:moveTo>
                <a:lnTo>
                  <a:pt x="0" y="244703"/>
                </a:lnTo>
                <a:lnTo>
                  <a:pt x="46627" y="216715"/>
                </a:lnTo>
                <a:lnTo>
                  <a:pt x="83857" y="183947"/>
                </a:lnTo>
                <a:lnTo>
                  <a:pt x="111641" y="146701"/>
                </a:lnTo>
                <a:lnTo>
                  <a:pt x="129927" y="105282"/>
                </a:lnTo>
                <a:lnTo>
                  <a:pt x="138665" y="59991"/>
                </a:lnTo>
                <a:lnTo>
                  <a:pt x="15524" y="59991"/>
                </a:lnTo>
                <a:lnTo>
                  <a:pt x="15524" y="35521"/>
                </a:lnTo>
                <a:lnTo>
                  <a:pt x="168397" y="35521"/>
                </a:lnTo>
                <a:lnTo>
                  <a:pt x="164532" y="81545"/>
                </a:lnTo>
                <a:lnTo>
                  <a:pt x="152824" y="125508"/>
                </a:lnTo>
                <a:lnTo>
                  <a:pt x="132711" y="166753"/>
                </a:lnTo>
                <a:lnTo>
                  <a:pt x="103630" y="204620"/>
                </a:lnTo>
                <a:lnTo>
                  <a:pt x="65019" y="238453"/>
                </a:lnTo>
                <a:lnTo>
                  <a:pt x="16313" y="2675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7472782" y="6548943"/>
            <a:ext cx="302260" cy="323215"/>
          </a:xfrm>
          <a:custGeom>
            <a:avLst/>
            <a:gdLst/>
            <a:ahLst/>
            <a:cxnLst/>
            <a:rect l="l" t="t" r="r" b="b"/>
            <a:pathLst>
              <a:path w="302259" h="323215">
                <a:moveTo>
                  <a:pt x="267068" y="109984"/>
                </a:moveTo>
                <a:lnTo>
                  <a:pt x="41310" y="109984"/>
                </a:lnTo>
                <a:lnTo>
                  <a:pt x="41310" y="0"/>
                </a:lnTo>
                <a:lnTo>
                  <a:pt x="70253" y="0"/>
                </a:lnTo>
                <a:lnTo>
                  <a:pt x="70253" y="86040"/>
                </a:lnTo>
                <a:lnTo>
                  <a:pt x="267068" y="86040"/>
                </a:lnTo>
                <a:lnTo>
                  <a:pt x="267068" y="109984"/>
                </a:lnTo>
                <a:close/>
              </a:path>
              <a:path w="302259" h="323215">
                <a:moveTo>
                  <a:pt x="301800" y="172870"/>
                </a:moveTo>
                <a:lnTo>
                  <a:pt x="0" y="172870"/>
                </a:lnTo>
                <a:lnTo>
                  <a:pt x="0" y="148663"/>
                </a:lnTo>
                <a:lnTo>
                  <a:pt x="301800" y="148663"/>
                </a:lnTo>
                <a:lnTo>
                  <a:pt x="301800" y="172870"/>
                </a:lnTo>
                <a:close/>
              </a:path>
              <a:path w="302259" h="323215">
                <a:moveTo>
                  <a:pt x="150505" y="322587"/>
                </a:moveTo>
                <a:lnTo>
                  <a:pt x="102580" y="318615"/>
                </a:lnTo>
                <a:lnTo>
                  <a:pt x="66668" y="306997"/>
                </a:lnTo>
                <a:lnTo>
                  <a:pt x="44126" y="288175"/>
                </a:lnTo>
                <a:lnTo>
                  <a:pt x="36310" y="262595"/>
                </a:lnTo>
                <a:lnTo>
                  <a:pt x="44126" y="237014"/>
                </a:lnTo>
                <a:lnTo>
                  <a:pt x="66668" y="218193"/>
                </a:lnTo>
                <a:lnTo>
                  <a:pt x="102580" y="206575"/>
                </a:lnTo>
                <a:lnTo>
                  <a:pt x="150505" y="202603"/>
                </a:lnTo>
                <a:lnTo>
                  <a:pt x="198241" y="206575"/>
                </a:lnTo>
                <a:lnTo>
                  <a:pt x="234013" y="218193"/>
                </a:lnTo>
                <a:lnTo>
                  <a:pt x="243057" y="225758"/>
                </a:lnTo>
                <a:lnTo>
                  <a:pt x="150505" y="225758"/>
                </a:lnTo>
                <a:lnTo>
                  <a:pt x="114959" y="228331"/>
                </a:lnTo>
                <a:lnTo>
                  <a:pt x="88343" y="235493"/>
                </a:lnTo>
                <a:lnTo>
                  <a:pt x="71692" y="246997"/>
                </a:lnTo>
                <a:lnTo>
                  <a:pt x="66043" y="262595"/>
                </a:lnTo>
                <a:lnTo>
                  <a:pt x="71692" y="278160"/>
                </a:lnTo>
                <a:lnTo>
                  <a:pt x="88343" y="289828"/>
                </a:lnTo>
                <a:lnTo>
                  <a:pt x="114959" y="297154"/>
                </a:lnTo>
                <a:lnTo>
                  <a:pt x="150505" y="299695"/>
                </a:lnTo>
                <a:lnTo>
                  <a:pt x="242742" y="299695"/>
                </a:lnTo>
                <a:lnTo>
                  <a:pt x="234013" y="306997"/>
                </a:lnTo>
                <a:lnTo>
                  <a:pt x="198241" y="318615"/>
                </a:lnTo>
                <a:lnTo>
                  <a:pt x="150505" y="322587"/>
                </a:lnTo>
                <a:close/>
              </a:path>
              <a:path w="302259" h="323215">
                <a:moveTo>
                  <a:pt x="242742" y="299695"/>
                </a:moveTo>
                <a:lnTo>
                  <a:pt x="150505" y="299695"/>
                </a:lnTo>
                <a:lnTo>
                  <a:pt x="185907" y="297154"/>
                </a:lnTo>
                <a:lnTo>
                  <a:pt x="212503" y="289828"/>
                </a:lnTo>
                <a:lnTo>
                  <a:pt x="229281" y="278160"/>
                </a:lnTo>
                <a:lnTo>
                  <a:pt x="235230" y="262595"/>
                </a:lnTo>
                <a:lnTo>
                  <a:pt x="229281" y="246997"/>
                </a:lnTo>
                <a:lnTo>
                  <a:pt x="212503" y="235493"/>
                </a:lnTo>
                <a:lnTo>
                  <a:pt x="185907" y="228331"/>
                </a:lnTo>
                <a:lnTo>
                  <a:pt x="150505" y="225758"/>
                </a:lnTo>
                <a:lnTo>
                  <a:pt x="243057" y="225758"/>
                </a:lnTo>
                <a:lnTo>
                  <a:pt x="256514" y="237014"/>
                </a:lnTo>
                <a:lnTo>
                  <a:pt x="264437" y="262595"/>
                </a:lnTo>
                <a:lnTo>
                  <a:pt x="256514" y="288175"/>
                </a:lnTo>
                <a:lnTo>
                  <a:pt x="242742" y="2996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7813261" y="6797067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59" h="48259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1643183" y="7609165"/>
            <a:ext cx="294640" cy="330835"/>
          </a:xfrm>
          <a:custGeom>
            <a:avLst/>
            <a:gdLst/>
            <a:ahLst/>
            <a:cxnLst/>
            <a:rect l="l" t="t" r="r" b="b"/>
            <a:pathLst>
              <a:path w="294639" h="330834">
                <a:moveTo>
                  <a:pt x="244439" y="198919"/>
                </a:moveTo>
                <a:lnTo>
                  <a:pt x="215233" y="198919"/>
                </a:lnTo>
                <a:lnTo>
                  <a:pt x="215233" y="0"/>
                </a:lnTo>
                <a:lnTo>
                  <a:pt x="244439" y="0"/>
                </a:lnTo>
                <a:lnTo>
                  <a:pt x="244439" y="83146"/>
                </a:lnTo>
                <a:lnTo>
                  <a:pt x="294169" y="83146"/>
                </a:lnTo>
                <a:lnTo>
                  <a:pt x="294169" y="108142"/>
                </a:lnTo>
                <a:lnTo>
                  <a:pt x="244439" y="108142"/>
                </a:lnTo>
                <a:lnTo>
                  <a:pt x="244439" y="198919"/>
                </a:lnTo>
                <a:close/>
              </a:path>
              <a:path w="294639" h="330834">
                <a:moveTo>
                  <a:pt x="153926" y="173133"/>
                </a:moveTo>
                <a:lnTo>
                  <a:pt x="0" y="173133"/>
                </a:lnTo>
                <a:lnTo>
                  <a:pt x="0" y="20523"/>
                </a:lnTo>
                <a:lnTo>
                  <a:pt x="28680" y="20523"/>
                </a:lnTo>
                <a:lnTo>
                  <a:pt x="28680" y="71305"/>
                </a:lnTo>
                <a:lnTo>
                  <a:pt x="153926" y="71305"/>
                </a:lnTo>
                <a:lnTo>
                  <a:pt x="153926" y="94460"/>
                </a:lnTo>
                <a:lnTo>
                  <a:pt x="28680" y="94460"/>
                </a:lnTo>
                <a:lnTo>
                  <a:pt x="28680" y="149453"/>
                </a:lnTo>
                <a:lnTo>
                  <a:pt x="153926" y="149453"/>
                </a:lnTo>
                <a:lnTo>
                  <a:pt x="153926" y="173133"/>
                </a:lnTo>
                <a:close/>
              </a:path>
              <a:path w="294639" h="330834">
                <a:moveTo>
                  <a:pt x="153926" y="71305"/>
                </a:moveTo>
                <a:lnTo>
                  <a:pt x="124982" y="71305"/>
                </a:lnTo>
                <a:lnTo>
                  <a:pt x="124982" y="20523"/>
                </a:lnTo>
                <a:lnTo>
                  <a:pt x="153926" y="20523"/>
                </a:lnTo>
                <a:lnTo>
                  <a:pt x="153926" y="71305"/>
                </a:lnTo>
                <a:close/>
              </a:path>
              <a:path w="294639" h="330834">
                <a:moveTo>
                  <a:pt x="153926" y="149453"/>
                </a:moveTo>
                <a:lnTo>
                  <a:pt x="124982" y="149453"/>
                </a:lnTo>
                <a:lnTo>
                  <a:pt x="124982" y="94460"/>
                </a:lnTo>
                <a:lnTo>
                  <a:pt x="153926" y="94460"/>
                </a:lnTo>
                <a:lnTo>
                  <a:pt x="153926" y="149453"/>
                </a:lnTo>
                <a:close/>
              </a:path>
              <a:path w="294639" h="330834">
                <a:moveTo>
                  <a:pt x="138401" y="330480"/>
                </a:moveTo>
                <a:lnTo>
                  <a:pt x="92507" y="326225"/>
                </a:lnTo>
                <a:lnTo>
                  <a:pt x="57985" y="314200"/>
                </a:lnTo>
                <a:lnTo>
                  <a:pt x="36240" y="294922"/>
                </a:lnTo>
                <a:lnTo>
                  <a:pt x="28680" y="268910"/>
                </a:lnTo>
                <a:lnTo>
                  <a:pt x="36240" y="243054"/>
                </a:lnTo>
                <a:lnTo>
                  <a:pt x="57985" y="223883"/>
                </a:lnTo>
                <a:lnTo>
                  <a:pt x="92507" y="211964"/>
                </a:lnTo>
                <a:lnTo>
                  <a:pt x="138401" y="207866"/>
                </a:lnTo>
                <a:lnTo>
                  <a:pt x="184061" y="211964"/>
                </a:lnTo>
                <a:lnTo>
                  <a:pt x="218325" y="223883"/>
                </a:lnTo>
                <a:lnTo>
                  <a:pt x="226342" y="231020"/>
                </a:lnTo>
                <a:lnTo>
                  <a:pt x="138401" y="231020"/>
                </a:lnTo>
                <a:lnTo>
                  <a:pt x="104693" y="233721"/>
                </a:lnTo>
                <a:lnTo>
                  <a:pt x="79298" y="241183"/>
                </a:lnTo>
                <a:lnTo>
                  <a:pt x="63325" y="253036"/>
                </a:lnTo>
                <a:lnTo>
                  <a:pt x="57886" y="268910"/>
                </a:lnTo>
                <a:lnTo>
                  <a:pt x="63325" y="284820"/>
                </a:lnTo>
                <a:lnTo>
                  <a:pt x="79298" y="296735"/>
                </a:lnTo>
                <a:lnTo>
                  <a:pt x="104693" y="304209"/>
                </a:lnTo>
                <a:lnTo>
                  <a:pt x="138401" y="306799"/>
                </a:lnTo>
                <a:lnTo>
                  <a:pt x="226591" y="306799"/>
                </a:lnTo>
                <a:lnTo>
                  <a:pt x="218325" y="314200"/>
                </a:lnTo>
                <a:lnTo>
                  <a:pt x="184061" y="326225"/>
                </a:lnTo>
                <a:lnTo>
                  <a:pt x="138401" y="330480"/>
                </a:lnTo>
                <a:close/>
              </a:path>
              <a:path w="294639" h="330834">
                <a:moveTo>
                  <a:pt x="226591" y="306799"/>
                </a:moveTo>
                <a:lnTo>
                  <a:pt x="138401" y="306799"/>
                </a:lnTo>
                <a:lnTo>
                  <a:pt x="172073" y="304209"/>
                </a:lnTo>
                <a:lnTo>
                  <a:pt x="197406" y="296735"/>
                </a:lnTo>
                <a:lnTo>
                  <a:pt x="213366" y="284820"/>
                </a:lnTo>
                <a:lnTo>
                  <a:pt x="218917" y="268910"/>
                </a:lnTo>
                <a:lnTo>
                  <a:pt x="213366" y="253036"/>
                </a:lnTo>
                <a:lnTo>
                  <a:pt x="197406" y="241183"/>
                </a:lnTo>
                <a:lnTo>
                  <a:pt x="172073" y="233721"/>
                </a:lnTo>
                <a:lnTo>
                  <a:pt x="138401" y="231020"/>
                </a:lnTo>
                <a:lnTo>
                  <a:pt x="226342" y="231020"/>
                </a:lnTo>
                <a:lnTo>
                  <a:pt x="239859" y="243054"/>
                </a:lnTo>
                <a:lnTo>
                  <a:pt x="247334" y="268910"/>
                </a:lnTo>
                <a:lnTo>
                  <a:pt x="239859" y="294922"/>
                </a:lnTo>
                <a:lnTo>
                  <a:pt x="226591" y="306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1963665" y="7609165"/>
            <a:ext cx="269240" cy="330835"/>
          </a:xfrm>
          <a:custGeom>
            <a:avLst/>
            <a:gdLst/>
            <a:ahLst/>
            <a:cxnLst/>
            <a:rect l="l" t="t" r="r" b="b"/>
            <a:pathLst>
              <a:path w="269239" h="330834">
                <a:moveTo>
                  <a:pt x="268910" y="48677"/>
                </a:moveTo>
                <a:lnTo>
                  <a:pt x="239703" y="48677"/>
                </a:lnTo>
                <a:lnTo>
                  <a:pt x="239703" y="0"/>
                </a:lnTo>
                <a:lnTo>
                  <a:pt x="268910" y="0"/>
                </a:lnTo>
                <a:lnTo>
                  <a:pt x="268910" y="48677"/>
                </a:lnTo>
                <a:close/>
              </a:path>
              <a:path w="269239" h="330834">
                <a:moveTo>
                  <a:pt x="85777" y="177080"/>
                </a:moveTo>
                <a:lnTo>
                  <a:pt x="51469" y="171403"/>
                </a:lnTo>
                <a:lnTo>
                  <a:pt x="24240" y="155143"/>
                </a:lnTo>
                <a:lnTo>
                  <a:pt x="6335" y="130051"/>
                </a:lnTo>
                <a:lnTo>
                  <a:pt x="0" y="97881"/>
                </a:lnTo>
                <a:lnTo>
                  <a:pt x="6335" y="65973"/>
                </a:lnTo>
                <a:lnTo>
                  <a:pt x="24240" y="40948"/>
                </a:lnTo>
                <a:lnTo>
                  <a:pt x="51469" y="24655"/>
                </a:lnTo>
                <a:lnTo>
                  <a:pt x="85777" y="18944"/>
                </a:lnTo>
                <a:lnTo>
                  <a:pt x="106399" y="20907"/>
                </a:lnTo>
                <a:lnTo>
                  <a:pt x="124949" y="26756"/>
                </a:lnTo>
                <a:lnTo>
                  <a:pt x="140983" y="36131"/>
                </a:lnTo>
                <a:lnTo>
                  <a:pt x="148847" y="43678"/>
                </a:lnTo>
                <a:lnTo>
                  <a:pt x="85777" y="43678"/>
                </a:lnTo>
                <a:lnTo>
                  <a:pt x="62524" y="47744"/>
                </a:lnTo>
                <a:lnTo>
                  <a:pt x="44204" y="59037"/>
                </a:lnTo>
                <a:lnTo>
                  <a:pt x="32199" y="76202"/>
                </a:lnTo>
                <a:lnTo>
                  <a:pt x="27890" y="97881"/>
                </a:lnTo>
                <a:lnTo>
                  <a:pt x="32199" y="119934"/>
                </a:lnTo>
                <a:lnTo>
                  <a:pt x="44204" y="137152"/>
                </a:lnTo>
                <a:lnTo>
                  <a:pt x="62524" y="148351"/>
                </a:lnTo>
                <a:lnTo>
                  <a:pt x="85777" y="152347"/>
                </a:lnTo>
                <a:lnTo>
                  <a:pt x="148949" y="152347"/>
                </a:lnTo>
                <a:lnTo>
                  <a:pt x="141039" y="159893"/>
                </a:lnTo>
                <a:lnTo>
                  <a:pt x="124966" y="169269"/>
                </a:lnTo>
                <a:lnTo>
                  <a:pt x="106401" y="175117"/>
                </a:lnTo>
                <a:lnTo>
                  <a:pt x="85777" y="177080"/>
                </a:lnTo>
                <a:close/>
              </a:path>
              <a:path w="269239" h="330834">
                <a:moveTo>
                  <a:pt x="148949" y="152347"/>
                </a:moveTo>
                <a:lnTo>
                  <a:pt x="85777" y="152347"/>
                </a:lnTo>
                <a:lnTo>
                  <a:pt x="108504" y="148351"/>
                </a:lnTo>
                <a:lnTo>
                  <a:pt x="126693" y="137152"/>
                </a:lnTo>
                <a:lnTo>
                  <a:pt x="138763" y="119934"/>
                </a:lnTo>
                <a:lnTo>
                  <a:pt x="143138" y="97881"/>
                </a:lnTo>
                <a:lnTo>
                  <a:pt x="138763" y="76202"/>
                </a:lnTo>
                <a:lnTo>
                  <a:pt x="126693" y="59037"/>
                </a:lnTo>
                <a:lnTo>
                  <a:pt x="108504" y="47744"/>
                </a:lnTo>
                <a:lnTo>
                  <a:pt x="85777" y="43678"/>
                </a:lnTo>
                <a:lnTo>
                  <a:pt x="148847" y="43678"/>
                </a:lnTo>
                <a:lnTo>
                  <a:pt x="154057" y="48677"/>
                </a:lnTo>
                <a:lnTo>
                  <a:pt x="268910" y="48677"/>
                </a:lnTo>
                <a:lnTo>
                  <a:pt x="268910" y="72884"/>
                </a:lnTo>
                <a:lnTo>
                  <a:pt x="167345" y="72884"/>
                </a:lnTo>
                <a:lnTo>
                  <a:pt x="169844" y="80646"/>
                </a:lnTo>
                <a:lnTo>
                  <a:pt x="171292" y="89066"/>
                </a:lnTo>
                <a:lnTo>
                  <a:pt x="171292" y="97881"/>
                </a:lnTo>
                <a:lnTo>
                  <a:pt x="171026" y="104510"/>
                </a:lnTo>
                <a:lnTo>
                  <a:pt x="170256" y="110955"/>
                </a:lnTo>
                <a:lnTo>
                  <a:pt x="169016" y="117177"/>
                </a:lnTo>
                <a:lnTo>
                  <a:pt x="167345" y="123140"/>
                </a:lnTo>
                <a:lnTo>
                  <a:pt x="268910" y="123140"/>
                </a:lnTo>
                <a:lnTo>
                  <a:pt x="268910" y="147348"/>
                </a:lnTo>
                <a:lnTo>
                  <a:pt x="154189" y="147348"/>
                </a:lnTo>
                <a:lnTo>
                  <a:pt x="148949" y="152347"/>
                </a:lnTo>
                <a:close/>
              </a:path>
              <a:path w="269239" h="330834">
                <a:moveTo>
                  <a:pt x="268910" y="123140"/>
                </a:moveTo>
                <a:lnTo>
                  <a:pt x="239703" y="123140"/>
                </a:lnTo>
                <a:lnTo>
                  <a:pt x="239703" y="72884"/>
                </a:lnTo>
                <a:lnTo>
                  <a:pt x="268910" y="72884"/>
                </a:lnTo>
                <a:lnTo>
                  <a:pt x="268910" y="123140"/>
                </a:lnTo>
                <a:close/>
              </a:path>
              <a:path w="269239" h="330834">
                <a:moveTo>
                  <a:pt x="268910" y="194709"/>
                </a:moveTo>
                <a:lnTo>
                  <a:pt x="239703" y="194709"/>
                </a:lnTo>
                <a:lnTo>
                  <a:pt x="239703" y="147348"/>
                </a:lnTo>
                <a:lnTo>
                  <a:pt x="268910" y="147348"/>
                </a:lnTo>
                <a:lnTo>
                  <a:pt x="268910" y="194709"/>
                </a:lnTo>
                <a:close/>
              </a:path>
              <a:path w="269239" h="330834">
                <a:moveTo>
                  <a:pt x="268910" y="330743"/>
                </a:moveTo>
                <a:lnTo>
                  <a:pt x="239703" y="330743"/>
                </a:lnTo>
                <a:lnTo>
                  <a:pt x="239703" y="236546"/>
                </a:lnTo>
                <a:lnTo>
                  <a:pt x="46309" y="236546"/>
                </a:lnTo>
                <a:lnTo>
                  <a:pt x="46309" y="213128"/>
                </a:lnTo>
                <a:lnTo>
                  <a:pt x="268910" y="213128"/>
                </a:lnTo>
                <a:lnTo>
                  <a:pt x="268910" y="3307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2422177" y="7625080"/>
            <a:ext cx="224154" cy="24130"/>
          </a:xfrm>
          <a:custGeom>
            <a:avLst/>
            <a:gdLst/>
            <a:ahLst/>
            <a:cxnLst/>
            <a:rect l="l" t="t" r="r" b="b"/>
            <a:pathLst>
              <a:path w="224155" h="24129">
                <a:moveTo>
                  <a:pt x="0" y="0"/>
                </a:moveTo>
                <a:lnTo>
                  <a:pt x="223916" y="0"/>
                </a:lnTo>
                <a:lnTo>
                  <a:pt x="223916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2422177" y="7649209"/>
            <a:ext cx="29209" cy="67310"/>
          </a:xfrm>
          <a:custGeom>
            <a:avLst/>
            <a:gdLst/>
            <a:ahLst/>
            <a:cxnLst/>
            <a:rect l="l" t="t" r="r" b="b"/>
            <a:pathLst>
              <a:path w="29210" h="67309">
                <a:moveTo>
                  <a:pt x="0" y="0"/>
                </a:moveTo>
                <a:lnTo>
                  <a:pt x="28680" y="0"/>
                </a:lnTo>
                <a:lnTo>
                  <a:pt x="28680" y="67310"/>
                </a:lnTo>
                <a:lnTo>
                  <a:pt x="0" y="673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2422177" y="7716519"/>
            <a:ext cx="224154" cy="24130"/>
          </a:xfrm>
          <a:custGeom>
            <a:avLst/>
            <a:gdLst/>
            <a:ahLst/>
            <a:cxnLst/>
            <a:rect l="l" t="t" r="r" b="b"/>
            <a:pathLst>
              <a:path w="224155" h="24129">
                <a:moveTo>
                  <a:pt x="0" y="0"/>
                </a:moveTo>
                <a:lnTo>
                  <a:pt x="223916" y="0"/>
                </a:lnTo>
                <a:lnTo>
                  <a:pt x="223916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2617150" y="7648633"/>
            <a:ext cx="29209" cy="68580"/>
          </a:xfrm>
          <a:custGeom>
            <a:avLst/>
            <a:gdLst/>
            <a:ahLst/>
            <a:cxnLst/>
            <a:rect l="l" t="t" r="r" b="b"/>
            <a:pathLst>
              <a:path w="29210" h="68579">
                <a:moveTo>
                  <a:pt x="28943" y="68411"/>
                </a:moveTo>
                <a:lnTo>
                  <a:pt x="0" y="68411"/>
                </a:lnTo>
                <a:lnTo>
                  <a:pt x="0" y="0"/>
                </a:lnTo>
                <a:lnTo>
                  <a:pt x="28943" y="0"/>
                </a:lnTo>
                <a:lnTo>
                  <a:pt x="28943" y="684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2382709" y="7778353"/>
            <a:ext cx="302895" cy="24765"/>
          </a:xfrm>
          <a:custGeom>
            <a:avLst/>
            <a:gdLst/>
            <a:ahLst/>
            <a:cxnLst/>
            <a:rect l="l" t="t" r="r" b="b"/>
            <a:pathLst>
              <a:path w="302894" h="24765">
                <a:moveTo>
                  <a:pt x="302852" y="24207"/>
                </a:moveTo>
                <a:lnTo>
                  <a:pt x="0" y="24207"/>
                </a:lnTo>
                <a:lnTo>
                  <a:pt x="0" y="0"/>
                </a:lnTo>
                <a:lnTo>
                  <a:pt x="302852" y="0"/>
                </a:lnTo>
                <a:lnTo>
                  <a:pt x="302852" y="242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2521900" y="7802560"/>
            <a:ext cx="29209" cy="67945"/>
          </a:xfrm>
          <a:custGeom>
            <a:avLst/>
            <a:gdLst/>
            <a:ahLst/>
            <a:cxnLst/>
            <a:rect l="l" t="t" r="r" b="b"/>
            <a:pathLst>
              <a:path w="29210" h="67945">
                <a:moveTo>
                  <a:pt x="28943" y="67622"/>
                </a:moveTo>
                <a:lnTo>
                  <a:pt x="0" y="67622"/>
                </a:lnTo>
                <a:lnTo>
                  <a:pt x="0" y="0"/>
                </a:lnTo>
                <a:lnTo>
                  <a:pt x="28943" y="0"/>
                </a:lnTo>
                <a:lnTo>
                  <a:pt x="28943" y="67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2421651" y="7837169"/>
            <a:ext cx="29209" cy="71120"/>
          </a:xfrm>
          <a:custGeom>
            <a:avLst/>
            <a:gdLst/>
            <a:ahLst/>
            <a:cxnLst/>
            <a:rect l="l" t="t" r="r" b="b"/>
            <a:pathLst>
              <a:path w="29210" h="71120">
                <a:moveTo>
                  <a:pt x="0" y="0"/>
                </a:moveTo>
                <a:lnTo>
                  <a:pt x="29206" y="0"/>
                </a:lnTo>
                <a:lnTo>
                  <a:pt x="29206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2421651" y="7908290"/>
            <a:ext cx="230504" cy="24130"/>
          </a:xfrm>
          <a:custGeom>
            <a:avLst/>
            <a:gdLst/>
            <a:ahLst/>
            <a:cxnLst/>
            <a:rect l="l" t="t" r="r" b="b"/>
            <a:pathLst>
              <a:path w="230505" h="24129">
                <a:moveTo>
                  <a:pt x="0" y="0"/>
                </a:moveTo>
                <a:lnTo>
                  <a:pt x="230231" y="0"/>
                </a:lnTo>
                <a:lnTo>
                  <a:pt x="23023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2708716" y="7609165"/>
            <a:ext cx="287020" cy="330835"/>
          </a:xfrm>
          <a:custGeom>
            <a:avLst/>
            <a:gdLst/>
            <a:ahLst/>
            <a:cxnLst/>
            <a:rect l="l" t="t" r="r" b="b"/>
            <a:pathLst>
              <a:path w="287019" h="330834">
                <a:moveTo>
                  <a:pt x="286539" y="330743"/>
                </a:moveTo>
                <a:lnTo>
                  <a:pt x="258648" y="330743"/>
                </a:lnTo>
                <a:lnTo>
                  <a:pt x="258648" y="0"/>
                </a:lnTo>
                <a:lnTo>
                  <a:pt x="286539" y="0"/>
                </a:lnTo>
                <a:lnTo>
                  <a:pt x="286539" y="330743"/>
                </a:lnTo>
                <a:close/>
              </a:path>
              <a:path w="287019" h="330834">
                <a:moveTo>
                  <a:pt x="219706" y="313377"/>
                </a:moveTo>
                <a:lnTo>
                  <a:pt x="192078" y="313377"/>
                </a:lnTo>
                <a:lnTo>
                  <a:pt x="192078" y="143138"/>
                </a:lnTo>
                <a:lnTo>
                  <a:pt x="136296" y="143138"/>
                </a:lnTo>
                <a:lnTo>
                  <a:pt x="136296" y="119194"/>
                </a:lnTo>
                <a:lnTo>
                  <a:pt x="192078" y="119194"/>
                </a:lnTo>
                <a:lnTo>
                  <a:pt x="192078" y="7893"/>
                </a:lnTo>
                <a:lnTo>
                  <a:pt x="219706" y="7893"/>
                </a:lnTo>
                <a:lnTo>
                  <a:pt x="219706" y="313377"/>
                </a:lnTo>
                <a:close/>
              </a:path>
              <a:path w="287019" h="330834">
                <a:moveTo>
                  <a:pt x="161556" y="63149"/>
                </a:moveTo>
                <a:lnTo>
                  <a:pt x="8946" y="63149"/>
                </a:lnTo>
                <a:lnTo>
                  <a:pt x="8946" y="38941"/>
                </a:lnTo>
                <a:lnTo>
                  <a:pt x="161556" y="38941"/>
                </a:lnTo>
                <a:lnTo>
                  <a:pt x="161556" y="63149"/>
                </a:lnTo>
                <a:close/>
              </a:path>
              <a:path w="287019" h="330834">
                <a:moveTo>
                  <a:pt x="18418" y="264437"/>
                </a:moveTo>
                <a:lnTo>
                  <a:pt x="0" y="242598"/>
                </a:lnTo>
                <a:lnTo>
                  <a:pt x="30814" y="216228"/>
                </a:lnTo>
                <a:lnTo>
                  <a:pt x="53709" y="180632"/>
                </a:lnTo>
                <a:lnTo>
                  <a:pt x="67971" y="138919"/>
                </a:lnTo>
                <a:lnTo>
                  <a:pt x="72884" y="94197"/>
                </a:lnTo>
                <a:lnTo>
                  <a:pt x="72884" y="63149"/>
                </a:lnTo>
                <a:lnTo>
                  <a:pt x="101038" y="63149"/>
                </a:lnTo>
                <a:lnTo>
                  <a:pt x="101038" y="94197"/>
                </a:lnTo>
                <a:lnTo>
                  <a:pt x="105778" y="136691"/>
                </a:lnTo>
                <a:lnTo>
                  <a:pt x="113702" y="159320"/>
                </a:lnTo>
                <a:lnTo>
                  <a:pt x="87356" y="159320"/>
                </a:lnTo>
                <a:lnTo>
                  <a:pt x="76251" y="192025"/>
                </a:lnTo>
                <a:lnTo>
                  <a:pt x="60879" y="221153"/>
                </a:lnTo>
                <a:lnTo>
                  <a:pt x="41511" y="245644"/>
                </a:lnTo>
                <a:lnTo>
                  <a:pt x="18418" y="264437"/>
                </a:lnTo>
                <a:close/>
              </a:path>
              <a:path w="287019" h="330834">
                <a:moveTo>
                  <a:pt x="154715" y="256543"/>
                </a:moveTo>
                <a:lnTo>
                  <a:pt x="132128" y="239058"/>
                </a:lnTo>
                <a:lnTo>
                  <a:pt x="113240" y="216417"/>
                </a:lnTo>
                <a:lnTo>
                  <a:pt x="98251" y="189533"/>
                </a:lnTo>
                <a:lnTo>
                  <a:pt x="87356" y="159320"/>
                </a:lnTo>
                <a:lnTo>
                  <a:pt x="113702" y="159320"/>
                </a:lnTo>
                <a:lnTo>
                  <a:pt x="119621" y="176225"/>
                </a:lnTo>
                <a:lnTo>
                  <a:pt x="141999" y="209938"/>
                </a:lnTo>
                <a:lnTo>
                  <a:pt x="172344" y="234967"/>
                </a:lnTo>
                <a:lnTo>
                  <a:pt x="154715" y="2565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3079191" y="7633969"/>
            <a:ext cx="227965" cy="24130"/>
          </a:xfrm>
          <a:custGeom>
            <a:avLst/>
            <a:gdLst/>
            <a:ahLst/>
            <a:cxnLst/>
            <a:rect l="l" t="t" r="r" b="b"/>
            <a:pathLst>
              <a:path w="227964" h="24129">
                <a:moveTo>
                  <a:pt x="0" y="0"/>
                </a:moveTo>
                <a:lnTo>
                  <a:pt x="227600" y="0"/>
                </a:lnTo>
                <a:lnTo>
                  <a:pt x="227600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3277848" y="7658100"/>
            <a:ext cx="29209" cy="52069"/>
          </a:xfrm>
          <a:custGeom>
            <a:avLst/>
            <a:gdLst/>
            <a:ahLst/>
            <a:cxnLst/>
            <a:rect l="l" t="t" r="r" b="b"/>
            <a:pathLst>
              <a:path w="29210" h="52070">
                <a:moveTo>
                  <a:pt x="0" y="0"/>
                </a:moveTo>
                <a:lnTo>
                  <a:pt x="28943" y="0"/>
                </a:lnTo>
                <a:lnTo>
                  <a:pt x="28943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3079981" y="7710169"/>
            <a:ext cx="227329" cy="22860"/>
          </a:xfrm>
          <a:custGeom>
            <a:avLst/>
            <a:gdLst/>
            <a:ahLst/>
            <a:cxnLst/>
            <a:rect l="l" t="t" r="r" b="b"/>
            <a:pathLst>
              <a:path w="227329" h="22859">
                <a:moveTo>
                  <a:pt x="0" y="0"/>
                </a:moveTo>
                <a:lnTo>
                  <a:pt x="226810" y="0"/>
                </a:lnTo>
                <a:lnTo>
                  <a:pt x="226810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3079981" y="7733030"/>
            <a:ext cx="29209" cy="54610"/>
          </a:xfrm>
          <a:custGeom>
            <a:avLst/>
            <a:gdLst/>
            <a:ahLst/>
            <a:cxnLst/>
            <a:rect l="l" t="t" r="r" b="b"/>
            <a:pathLst>
              <a:path w="29210" h="54609">
                <a:moveTo>
                  <a:pt x="0" y="0"/>
                </a:moveTo>
                <a:lnTo>
                  <a:pt x="28943" y="0"/>
                </a:lnTo>
                <a:lnTo>
                  <a:pt x="28943" y="54610"/>
                </a:lnTo>
                <a:lnTo>
                  <a:pt x="0" y="546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3079981" y="7787640"/>
            <a:ext cx="234950" cy="24130"/>
          </a:xfrm>
          <a:custGeom>
            <a:avLst/>
            <a:gdLst/>
            <a:ahLst/>
            <a:cxnLst/>
            <a:rect l="l" t="t" r="r" b="b"/>
            <a:pathLst>
              <a:path w="234950" h="24129">
                <a:moveTo>
                  <a:pt x="0" y="0"/>
                </a:moveTo>
                <a:lnTo>
                  <a:pt x="234441" y="0"/>
                </a:lnTo>
                <a:lnTo>
                  <a:pt x="23444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3178125" y="7811769"/>
            <a:ext cx="29209" cy="62230"/>
          </a:xfrm>
          <a:custGeom>
            <a:avLst/>
            <a:gdLst/>
            <a:ahLst/>
            <a:cxnLst/>
            <a:rect l="l" t="t" r="r" b="b"/>
            <a:pathLst>
              <a:path w="29210" h="62229">
                <a:moveTo>
                  <a:pt x="0" y="0"/>
                </a:moveTo>
                <a:lnTo>
                  <a:pt x="28943" y="0"/>
                </a:lnTo>
                <a:lnTo>
                  <a:pt x="28943" y="62229"/>
                </a:lnTo>
                <a:lnTo>
                  <a:pt x="0" y="62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3042091" y="7874000"/>
            <a:ext cx="302895" cy="25400"/>
          </a:xfrm>
          <a:custGeom>
            <a:avLst/>
            <a:gdLst/>
            <a:ahLst/>
            <a:cxnLst/>
            <a:rect l="l" t="t" r="r" b="b"/>
            <a:pathLst>
              <a:path w="302895" h="25400">
                <a:moveTo>
                  <a:pt x="0" y="0"/>
                </a:moveTo>
                <a:lnTo>
                  <a:pt x="302852" y="0"/>
                </a:lnTo>
                <a:lnTo>
                  <a:pt x="302852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3467001" y="7624426"/>
            <a:ext cx="302895" cy="311150"/>
          </a:xfrm>
          <a:custGeom>
            <a:avLst/>
            <a:gdLst/>
            <a:ahLst/>
            <a:cxnLst/>
            <a:rect l="l" t="t" r="r" b="b"/>
            <a:pathLst>
              <a:path w="302895" h="311150">
                <a:moveTo>
                  <a:pt x="253912" y="119983"/>
                </a:moveTo>
                <a:lnTo>
                  <a:pt x="225363" y="119983"/>
                </a:lnTo>
                <a:lnTo>
                  <a:pt x="230459" y="91179"/>
                </a:lnTo>
                <a:lnTo>
                  <a:pt x="233076" y="66076"/>
                </a:lnTo>
                <a:lnTo>
                  <a:pt x="234040" y="43982"/>
                </a:lnTo>
                <a:lnTo>
                  <a:pt x="234178" y="24207"/>
                </a:lnTo>
                <a:lnTo>
                  <a:pt x="38415" y="24207"/>
                </a:lnTo>
                <a:lnTo>
                  <a:pt x="38415" y="0"/>
                </a:lnTo>
                <a:lnTo>
                  <a:pt x="263121" y="0"/>
                </a:lnTo>
                <a:lnTo>
                  <a:pt x="263121" y="24207"/>
                </a:lnTo>
                <a:lnTo>
                  <a:pt x="262977" y="43982"/>
                </a:lnTo>
                <a:lnTo>
                  <a:pt x="261970" y="66076"/>
                </a:lnTo>
                <a:lnTo>
                  <a:pt x="259236" y="91179"/>
                </a:lnTo>
                <a:lnTo>
                  <a:pt x="253912" y="119983"/>
                </a:lnTo>
                <a:close/>
              </a:path>
              <a:path w="302895" h="311150">
                <a:moveTo>
                  <a:pt x="302852" y="144190"/>
                </a:moveTo>
                <a:lnTo>
                  <a:pt x="0" y="144190"/>
                </a:lnTo>
                <a:lnTo>
                  <a:pt x="0" y="119983"/>
                </a:lnTo>
                <a:lnTo>
                  <a:pt x="302852" y="119983"/>
                </a:lnTo>
                <a:lnTo>
                  <a:pt x="302852" y="144190"/>
                </a:lnTo>
                <a:close/>
              </a:path>
              <a:path w="302895" h="311150">
                <a:moveTo>
                  <a:pt x="262858" y="311009"/>
                </a:moveTo>
                <a:lnTo>
                  <a:pt x="39468" y="311009"/>
                </a:lnTo>
                <a:lnTo>
                  <a:pt x="39468" y="173923"/>
                </a:lnTo>
                <a:lnTo>
                  <a:pt x="68411" y="173923"/>
                </a:lnTo>
                <a:lnTo>
                  <a:pt x="68411" y="217864"/>
                </a:lnTo>
                <a:lnTo>
                  <a:pt x="262858" y="217864"/>
                </a:lnTo>
                <a:lnTo>
                  <a:pt x="262858" y="241019"/>
                </a:lnTo>
                <a:lnTo>
                  <a:pt x="68411" y="241019"/>
                </a:lnTo>
                <a:lnTo>
                  <a:pt x="68411" y="287065"/>
                </a:lnTo>
                <a:lnTo>
                  <a:pt x="262858" y="287065"/>
                </a:lnTo>
                <a:lnTo>
                  <a:pt x="262858" y="311009"/>
                </a:lnTo>
                <a:close/>
              </a:path>
              <a:path w="302895" h="311150">
                <a:moveTo>
                  <a:pt x="262858" y="217864"/>
                </a:moveTo>
                <a:lnTo>
                  <a:pt x="233915" y="217864"/>
                </a:lnTo>
                <a:lnTo>
                  <a:pt x="233915" y="173923"/>
                </a:lnTo>
                <a:lnTo>
                  <a:pt x="262858" y="173923"/>
                </a:lnTo>
                <a:lnTo>
                  <a:pt x="262858" y="217864"/>
                </a:lnTo>
                <a:close/>
              </a:path>
              <a:path w="302895" h="311150">
                <a:moveTo>
                  <a:pt x="262858" y="287065"/>
                </a:moveTo>
                <a:lnTo>
                  <a:pt x="233915" y="287065"/>
                </a:lnTo>
                <a:lnTo>
                  <a:pt x="233915" y="241019"/>
                </a:lnTo>
                <a:lnTo>
                  <a:pt x="262858" y="241019"/>
                </a:lnTo>
                <a:lnTo>
                  <a:pt x="262858" y="2870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3794588" y="7609165"/>
            <a:ext cx="313690" cy="330835"/>
          </a:xfrm>
          <a:custGeom>
            <a:avLst/>
            <a:gdLst/>
            <a:ahLst/>
            <a:cxnLst/>
            <a:rect l="l" t="t" r="r" b="b"/>
            <a:pathLst>
              <a:path w="313689" h="330834">
                <a:moveTo>
                  <a:pt x="257859" y="330743"/>
                </a:moveTo>
                <a:lnTo>
                  <a:pt x="228915" y="330743"/>
                </a:lnTo>
                <a:lnTo>
                  <a:pt x="228915" y="0"/>
                </a:lnTo>
                <a:lnTo>
                  <a:pt x="257859" y="0"/>
                </a:lnTo>
                <a:lnTo>
                  <a:pt x="257859" y="136296"/>
                </a:lnTo>
                <a:lnTo>
                  <a:pt x="313114" y="136296"/>
                </a:lnTo>
                <a:lnTo>
                  <a:pt x="313114" y="160767"/>
                </a:lnTo>
                <a:lnTo>
                  <a:pt x="257859" y="160767"/>
                </a:lnTo>
                <a:lnTo>
                  <a:pt x="257859" y="330743"/>
                </a:lnTo>
                <a:close/>
              </a:path>
              <a:path w="313689" h="330834">
                <a:moveTo>
                  <a:pt x="114194" y="53150"/>
                </a:moveTo>
                <a:lnTo>
                  <a:pt x="84988" y="53150"/>
                </a:lnTo>
                <a:lnTo>
                  <a:pt x="84988" y="3946"/>
                </a:lnTo>
                <a:lnTo>
                  <a:pt x="114194" y="3946"/>
                </a:lnTo>
                <a:lnTo>
                  <a:pt x="114194" y="53150"/>
                </a:lnTo>
                <a:close/>
              </a:path>
              <a:path w="313689" h="330834">
                <a:moveTo>
                  <a:pt x="196814" y="77357"/>
                </a:moveTo>
                <a:lnTo>
                  <a:pt x="0" y="77357"/>
                </a:lnTo>
                <a:lnTo>
                  <a:pt x="0" y="53150"/>
                </a:lnTo>
                <a:lnTo>
                  <a:pt x="196814" y="53150"/>
                </a:lnTo>
                <a:lnTo>
                  <a:pt x="196814" y="77357"/>
                </a:lnTo>
                <a:close/>
              </a:path>
              <a:path w="313689" h="330834">
                <a:moveTo>
                  <a:pt x="99986" y="256543"/>
                </a:moveTo>
                <a:lnTo>
                  <a:pt x="67416" y="250993"/>
                </a:lnTo>
                <a:lnTo>
                  <a:pt x="41704" y="235428"/>
                </a:lnTo>
                <a:lnTo>
                  <a:pt x="24873" y="211475"/>
                </a:lnTo>
                <a:lnTo>
                  <a:pt x="18944" y="180764"/>
                </a:lnTo>
                <a:lnTo>
                  <a:pt x="24873" y="150012"/>
                </a:lnTo>
                <a:lnTo>
                  <a:pt x="41704" y="125969"/>
                </a:lnTo>
                <a:lnTo>
                  <a:pt x="67416" y="110313"/>
                </a:lnTo>
                <a:lnTo>
                  <a:pt x="99986" y="104722"/>
                </a:lnTo>
                <a:lnTo>
                  <a:pt x="132370" y="110313"/>
                </a:lnTo>
                <a:lnTo>
                  <a:pt x="157971" y="125969"/>
                </a:lnTo>
                <a:lnTo>
                  <a:pt x="160233" y="129192"/>
                </a:lnTo>
                <a:lnTo>
                  <a:pt x="99986" y="129192"/>
                </a:lnTo>
                <a:lnTo>
                  <a:pt x="78656" y="133032"/>
                </a:lnTo>
                <a:lnTo>
                  <a:pt x="61767" y="143730"/>
                </a:lnTo>
                <a:lnTo>
                  <a:pt x="50700" y="160051"/>
                </a:lnTo>
                <a:lnTo>
                  <a:pt x="46835" y="180764"/>
                </a:lnTo>
                <a:lnTo>
                  <a:pt x="50700" y="201431"/>
                </a:lnTo>
                <a:lnTo>
                  <a:pt x="61767" y="217634"/>
                </a:lnTo>
                <a:lnTo>
                  <a:pt x="78656" y="228163"/>
                </a:lnTo>
                <a:lnTo>
                  <a:pt x="99986" y="231810"/>
                </a:lnTo>
                <a:lnTo>
                  <a:pt x="160519" y="231810"/>
                </a:lnTo>
                <a:lnTo>
                  <a:pt x="157971" y="235428"/>
                </a:lnTo>
                <a:lnTo>
                  <a:pt x="132370" y="250993"/>
                </a:lnTo>
                <a:lnTo>
                  <a:pt x="99986" y="256543"/>
                </a:lnTo>
                <a:close/>
              </a:path>
              <a:path w="313689" h="330834">
                <a:moveTo>
                  <a:pt x="160519" y="231810"/>
                </a:moveTo>
                <a:lnTo>
                  <a:pt x="99986" y="231810"/>
                </a:lnTo>
                <a:lnTo>
                  <a:pt x="121130" y="228163"/>
                </a:lnTo>
                <a:lnTo>
                  <a:pt x="137908" y="217634"/>
                </a:lnTo>
                <a:lnTo>
                  <a:pt x="149013" y="201431"/>
                </a:lnTo>
                <a:lnTo>
                  <a:pt x="153136" y="180764"/>
                </a:lnTo>
                <a:lnTo>
                  <a:pt x="149013" y="160051"/>
                </a:lnTo>
                <a:lnTo>
                  <a:pt x="137908" y="143730"/>
                </a:lnTo>
                <a:lnTo>
                  <a:pt x="121130" y="133032"/>
                </a:lnTo>
                <a:lnTo>
                  <a:pt x="99986" y="129192"/>
                </a:lnTo>
                <a:lnTo>
                  <a:pt x="160233" y="129192"/>
                </a:lnTo>
                <a:lnTo>
                  <a:pt x="174840" y="150012"/>
                </a:lnTo>
                <a:lnTo>
                  <a:pt x="181027" y="180764"/>
                </a:lnTo>
                <a:lnTo>
                  <a:pt x="174840" y="211475"/>
                </a:lnTo>
                <a:lnTo>
                  <a:pt x="160519" y="2318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4126121" y="7609165"/>
            <a:ext cx="283210" cy="330835"/>
          </a:xfrm>
          <a:custGeom>
            <a:avLst/>
            <a:gdLst/>
            <a:ahLst/>
            <a:cxnLst/>
            <a:rect l="l" t="t" r="r" b="b"/>
            <a:pathLst>
              <a:path w="283210" h="330834">
                <a:moveTo>
                  <a:pt x="282855" y="330743"/>
                </a:moveTo>
                <a:lnTo>
                  <a:pt x="254964" y="330743"/>
                </a:lnTo>
                <a:lnTo>
                  <a:pt x="254964" y="0"/>
                </a:lnTo>
                <a:lnTo>
                  <a:pt x="282855" y="0"/>
                </a:lnTo>
                <a:lnTo>
                  <a:pt x="282855" y="330743"/>
                </a:lnTo>
                <a:close/>
              </a:path>
              <a:path w="283210" h="330834">
                <a:moveTo>
                  <a:pt x="213391" y="135770"/>
                </a:moveTo>
                <a:lnTo>
                  <a:pt x="185500" y="135770"/>
                </a:lnTo>
                <a:lnTo>
                  <a:pt x="185500" y="8946"/>
                </a:lnTo>
                <a:lnTo>
                  <a:pt x="213391" y="8946"/>
                </a:lnTo>
                <a:lnTo>
                  <a:pt x="213391" y="135770"/>
                </a:lnTo>
                <a:close/>
              </a:path>
              <a:path w="283210" h="330834">
                <a:moveTo>
                  <a:pt x="17102" y="259174"/>
                </a:moveTo>
                <a:lnTo>
                  <a:pt x="0" y="238125"/>
                </a:lnTo>
                <a:lnTo>
                  <a:pt x="47246" y="203068"/>
                </a:lnTo>
                <a:lnTo>
                  <a:pt x="81567" y="162313"/>
                </a:lnTo>
                <a:lnTo>
                  <a:pt x="103456" y="116575"/>
                </a:lnTo>
                <a:lnTo>
                  <a:pt x="113405" y="66569"/>
                </a:lnTo>
                <a:lnTo>
                  <a:pt x="14208" y="66569"/>
                </a:lnTo>
                <a:lnTo>
                  <a:pt x="14208" y="42099"/>
                </a:lnTo>
                <a:lnTo>
                  <a:pt x="142611" y="42099"/>
                </a:lnTo>
                <a:lnTo>
                  <a:pt x="141557" y="66355"/>
                </a:lnTo>
                <a:lnTo>
                  <a:pt x="138517" y="90119"/>
                </a:lnTo>
                <a:lnTo>
                  <a:pt x="133380" y="113290"/>
                </a:lnTo>
                <a:lnTo>
                  <a:pt x="126035" y="135770"/>
                </a:lnTo>
                <a:lnTo>
                  <a:pt x="213391" y="135770"/>
                </a:lnTo>
                <a:lnTo>
                  <a:pt x="213391" y="159451"/>
                </a:lnTo>
                <a:lnTo>
                  <a:pt x="115247" y="159451"/>
                </a:lnTo>
                <a:lnTo>
                  <a:pt x="97969" y="187410"/>
                </a:lnTo>
                <a:lnTo>
                  <a:pt x="75992" y="213506"/>
                </a:lnTo>
                <a:lnTo>
                  <a:pt x="49107" y="237506"/>
                </a:lnTo>
                <a:lnTo>
                  <a:pt x="17102" y="259174"/>
                </a:lnTo>
                <a:close/>
              </a:path>
              <a:path w="283210" h="330834">
                <a:moveTo>
                  <a:pt x="213391" y="313904"/>
                </a:moveTo>
                <a:lnTo>
                  <a:pt x="185500" y="313904"/>
                </a:lnTo>
                <a:lnTo>
                  <a:pt x="185500" y="159451"/>
                </a:lnTo>
                <a:lnTo>
                  <a:pt x="213391" y="159451"/>
                </a:lnTo>
                <a:lnTo>
                  <a:pt x="213391" y="313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4551706" y="7609165"/>
            <a:ext cx="273685" cy="331470"/>
          </a:xfrm>
          <a:custGeom>
            <a:avLst/>
            <a:gdLst/>
            <a:ahLst/>
            <a:cxnLst/>
            <a:rect l="l" t="t" r="r" b="b"/>
            <a:pathLst>
              <a:path w="273685" h="331470">
                <a:moveTo>
                  <a:pt x="273383" y="331270"/>
                </a:moveTo>
                <a:lnTo>
                  <a:pt x="244176" y="331270"/>
                </a:lnTo>
                <a:lnTo>
                  <a:pt x="244176" y="157083"/>
                </a:lnTo>
                <a:lnTo>
                  <a:pt x="171555" y="157083"/>
                </a:lnTo>
                <a:lnTo>
                  <a:pt x="171555" y="132876"/>
                </a:lnTo>
                <a:lnTo>
                  <a:pt x="244176" y="132876"/>
                </a:lnTo>
                <a:lnTo>
                  <a:pt x="244176" y="0"/>
                </a:lnTo>
                <a:lnTo>
                  <a:pt x="273383" y="0"/>
                </a:lnTo>
                <a:lnTo>
                  <a:pt x="273383" y="331270"/>
                </a:lnTo>
                <a:close/>
              </a:path>
              <a:path w="273685" h="331470">
                <a:moveTo>
                  <a:pt x="113931" y="57623"/>
                </a:moveTo>
                <a:lnTo>
                  <a:pt x="84725" y="57623"/>
                </a:lnTo>
                <a:lnTo>
                  <a:pt x="84725" y="6051"/>
                </a:lnTo>
                <a:lnTo>
                  <a:pt x="113931" y="6051"/>
                </a:lnTo>
                <a:lnTo>
                  <a:pt x="113931" y="57623"/>
                </a:lnTo>
                <a:close/>
              </a:path>
              <a:path w="273685" h="331470">
                <a:moveTo>
                  <a:pt x="188395" y="81304"/>
                </a:moveTo>
                <a:lnTo>
                  <a:pt x="8683" y="81304"/>
                </a:lnTo>
                <a:lnTo>
                  <a:pt x="8683" y="57623"/>
                </a:lnTo>
                <a:lnTo>
                  <a:pt x="188395" y="57623"/>
                </a:lnTo>
                <a:lnTo>
                  <a:pt x="188395" y="81304"/>
                </a:lnTo>
                <a:close/>
              </a:path>
              <a:path w="273685" h="331470">
                <a:moveTo>
                  <a:pt x="16576" y="266542"/>
                </a:moveTo>
                <a:lnTo>
                  <a:pt x="0" y="243913"/>
                </a:lnTo>
                <a:lnTo>
                  <a:pt x="33663" y="221100"/>
                </a:lnTo>
                <a:lnTo>
                  <a:pt x="60517" y="188691"/>
                </a:lnTo>
                <a:lnTo>
                  <a:pt x="78295" y="149818"/>
                </a:lnTo>
                <a:lnTo>
                  <a:pt x="84725" y="107616"/>
                </a:lnTo>
                <a:lnTo>
                  <a:pt x="84725" y="81304"/>
                </a:lnTo>
                <a:lnTo>
                  <a:pt x="113405" y="81304"/>
                </a:lnTo>
                <a:lnTo>
                  <a:pt x="113405" y="107616"/>
                </a:lnTo>
                <a:lnTo>
                  <a:pt x="120008" y="147985"/>
                </a:lnTo>
                <a:lnTo>
                  <a:pt x="127763" y="163793"/>
                </a:lnTo>
                <a:lnTo>
                  <a:pt x="99459" y="163793"/>
                </a:lnTo>
                <a:lnTo>
                  <a:pt x="85769" y="196720"/>
                </a:lnTo>
                <a:lnTo>
                  <a:pt x="66799" y="225626"/>
                </a:lnTo>
                <a:lnTo>
                  <a:pt x="43439" y="249303"/>
                </a:lnTo>
                <a:lnTo>
                  <a:pt x="16576" y="266542"/>
                </a:lnTo>
                <a:close/>
              </a:path>
              <a:path w="273685" h="331470">
                <a:moveTo>
                  <a:pt x="183132" y="260753"/>
                </a:moveTo>
                <a:lnTo>
                  <a:pt x="156201" y="244474"/>
                </a:lnTo>
                <a:lnTo>
                  <a:pt x="132662" y="222189"/>
                </a:lnTo>
                <a:lnTo>
                  <a:pt x="113440" y="194946"/>
                </a:lnTo>
                <a:lnTo>
                  <a:pt x="99459" y="163793"/>
                </a:lnTo>
                <a:lnTo>
                  <a:pt x="127763" y="163793"/>
                </a:lnTo>
                <a:lnTo>
                  <a:pt x="138204" y="185073"/>
                </a:lnTo>
                <a:lnTo>
                  <a:pt x="165577" y="215994"/>
                </a:lnTo>
                <a:lnTo>
                  <a:pt x="199709" y="237861"/>
                </a:lnTo>
                <a:lnTo>
                  <a:pt x="183132" y="2607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4899026" y="7609165"/>
            <a:ext cx="254635" cy="331470"/>
          </a:xfrm>
          <a:custGeom>
            <a:avLst/>
            <a:gdLst/>
            <a:ahLst/>
            <a:cxnLst/>
            <a:rect l="l" t="t" r="r" b="b"/>
            <a:pathLst>
              <a:path w="254635" h="331470">
                <a:moveTo>
                  <a:pt x="254438" y="331270"/>
                </a:moveTo>
                <a:lnTo>
                  <a:pt x="225495" y="331270"/>
                </a:lnTo>
                <a:lnTo>
                  <a:pt x="225495" y="0"/>
                </a:lnTo>
                <a:lnTo>
                  <a:pt x="254438" y="0"/>
                </a:lnTo>
                <a:lnTo>
                  <a:pt x="254438" y="331270"/>
                </a:lnTo>
                <a:close/>
              </a:path>
              <a:path w="254635" h="331470">
                <a:moveTo>
                  <a:pt x="28154" y="251017"/>
                </a:moveTo>
                <a:lnTo>
                  <a:pt x="526" y="251017"/>
                </a:lnTo>
                <a:lnTo>
                  <a:pt x="526" y="124456"/>
                </a:lnTo>
                <a:lnTo>
                  <a:pt x="124456" y="124456"/>
                </a:lnTo>
                <a:lnTo>
                  <a:pt x="124456" y="54992"/>
                </a:lnTo>
                <a:lnTo>
                  <a:pt x="0" y="54992"/>
                </a:lnTo>
                <a:lnTo>
                  <a:pt x="0" y="30785"/>
                </a:lnTo>
                <a:lnTo>
                  <a:pt x="153926" y="30785"/>
                </a:lnTo>
                <a:lnTo>
                  <a:pt x="153926" y="148400"/>
                </a:lnTo>
                <a:lnTo>
                  <a:pt x="30522" y="148400"/>
                </a:lnTo>
                <a:lnTo>
                  <a:pt x="30522" y="226547"/>
                </a:lnTo>
                <a:lnTo>
                  <a:pt x="194825" y="226547"/>
                </a:lnTo>
                <a:lnTo>
                  <a:pt x="196288" y="238914"/>
                </a:lnTo>
                <a:lnTo>
                  <a:pt x="152404" y="244912"/>
                </a:lnTo>
                <a:lnTo>
                  <a:pt x="110839" y="248616"/>
                </a:lnTo>
                <a:lnTo>
                  <a:pt x="69965" y="250495"/>
                </a:lnTo>
                <a:lnTo>
                  <a:pt x="28154" y="251017"/>
                </a:lnTo>
                <a:close/>
              </a:path>
              <a:path w="254635" h="331470">
                <a:moveTo>
                  <a:pt x="194825" y="226547"/>
                </a:moveTo>
                <a:lnTo>
                  <a:pt x="30522" y="226547"/>
                </a:lnTo>
                <a:lnTo>
                  <a:pt x="70789" y="225951"/>
                </a:lnTo>
                <a:lnTo>
                  <a:pt x="110330" y="224048"/>
                </a:lnTo>
                <a:lnTo>
                  <a:pt x="150684" y="220368"/>
                </a:lnTo>
                <a:lnTo>
                  <a:pt x="193394" y="214444"/>
                </a:lnTo>
                <a:lnTo>
                  <a:pt x="194825" y="2265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5208983" y="7609165"/>
            <a:ext cx="283210" cy="330835"/>
          </a:xfrm>
          <a:custGeom>
            <a:avLst/>
            <a:gdLst/>
            <a:ahLst/>
            <a:cxnLst/>
            <a:rect l="l" t="t" r="r" b="b"/>
            <a:pathLst>
              <a:path w="283210" h="330834">
                <a:moveTo>
                  <a:pt x="282592" y="139454"/>
                </a:moveTo>
                <a:lnTo>
                  <a:pt x="254701" y="139454"/>
                </a:lnTo>
                <a:lnTo>
                  <a:pt x="254701" y="0"/>
                </a:lnTo>
                <a:lnTo>
                  <a:pt x="282592" y="0"/>
                </a:lnTo>
                <a:lnTo>
                  <a:pt x="282592" y="139454"/>
                </a:lnTo>
                <a:close/>
              </a:path>
              <a:path w="283210" h="330834">
                <a:moveTo>
                  <a:pt x="210760" y="314430"/>
                </a:moveTo>
                <a:lnTo>
                  <a:pt x="183132" y="314430"/>
                </a:lnTo>
                <a:lnTo>
                  <a:pt x="183132" y="7893"/>
                </a:lnTo>
                <a:lnTo>
                  <a:pt x="210760" y="7893"/>
                </a:lnTo>
                <a:lnTo>
                  <a:pt x="210760" y="139454"/>
                </a:lnTo>
                <a:lnTo>
                  <a:pt x="282592" y="139454"/>
                </a:lnTo>
                <a:lnTo>
                  <a:pt x="282592" y="163661"/>
                </a:lnTo>
                <a:lnTo>
                  <a:pt x="210760" y="163661"/>
                </a:lnTo>
                <a:lnTo>
                  <a:pt x="210760" y="314430"/>
                </a:lnTo>
                <a:close/>
              </a:path>
              <a:path w="283210" h="330834">
                <a:moveTo>
                  <a:pt x="282592" y="330743"/>
                </a:moveTo>
                <a:lnTo>
                  <a:pt x="254701" y="330743"/>
                </a:lnTo>
                <a:lnTo>
                  <a:pt x="254701" y="163661"/>
                </a:lnTo>
                <a:lnTo>
                  <a:pt x="282592" y="163661"/>
                </a:lnTo>
                <a:lnTo>
                  <a:pt x="282592" y="330743"/>
                </a:lnTo>
                <a:close/>
              </a:path>
              <a:path w="283210" h="330834">
                <a:moveTo>
                  <a:pt x="97881" y="57097"/>
                </a:moveTo>
                <a:lnTo>
                  <a:pt x="68674" y="57097"/>
                </a:lnTo>
                <a:lnTo>
                  <a:pt x="68674" y="9998"/>
                </a:lnTo>
                <a:lnTo>
                  <a:pt x="97881" y="9998"/>
                </a:lnTo>
                <a:lnTo>
                  <a:pt x="97881" y="57097"/>
                </a:lnTo>
                <a:close/>
              </a:path>
              <a:path w="283210" h="330834">
                <a:moveTo>
                  <a:pt x="166029" y="81041"/>
                </a:moveTo>
                <a:lnTo>
                  <a:pt x="0" y="81041"/>
                </a:lnTo>
                <a:lnTo>
                  <a:pt x="0" y="57097"/>
                </a:lnTo>
                <a:lnTo>
                  <a:pt x="166029" y="57097"/>
                </a:lnTo>
                <a:lnTo>
                  <a:pt x="166029" y="81041"/>
                </a:lnTo>
                <a:close/>
              </a:path>
              <a:path w="283210" h="330834">
                <a:moveTo>
                  <a:pt x="83146" y="254175"/>
                </a:moveTo>
                <a:lnTo>
                  <a:pt x="54581" y="248588"/>
                </a:lnTo>
                <a:lnTo>
                  <a:pt x="32035" y="232961"/>
                </a:lnTo>
                <a:lnTo>
                  <a:pt x="17283" y="208996"/>
                </a:lnTo>
                <a:lnTo>
                  <a:pt x="12103" y="178396"/>
                </a:lnTo>
                <a:lnTo>
                  <a:pt x="17283" y="148141"/>
                </a:lnTo>
                <a:lnTo>
                  <a:pt x="32035" y="124423"/>
                </a:lnTo>
                <a:lnTo>
                  <a:pt x="54581" y="108944"/>
                </a:lnTo>
                <a:lnTo>
                  <a:pt x="83146" y="103406"/>
                </a:lnTo>
                <a:lnTo>
                  <a:pt x="111830" y="108944"/>
                </a:lnTo>
                <a:lnTo>
                  <a:pt x="134422" y="124423"/>
                </a:lnTo>
                <a:lnTo>
                  <a:pt x="136583" y="127877"/>
                </a:lnTo>
                <a:lnTo>
                  <a:pt x="83146" y="127877"/>
                </a:lnTo>
                <a:lnTo>
                  <a:pt x="64974" y="131811"/>
                </a:lnTo>
                <a:lnTo>
                  <a:pt x="50650" y="142381"/>
                </a:lnTo>
                <a:lnTo>
                  <a:pt x="41260" y="158329"/>
                </a:lnTo>
                <a:lnTo>
                  <a:pt x="37889" y="178396"/>
                </a:lnTo>
                <a:lnTo>
                  <a:pt x="41260" y="198718"/>
                </a:lnTo>
                <a:lnTo>
                  <a:pt x="50650" y="214674"/>
                </a:lnTo>
                <a:lnTo>
                  <a:pt x="64974" y="225055"/>
                </a:lnTo>
                <a:lnTo>
                  <a:pt x="83146" y="228652"/>
                </a:lnTo>
                <a:lnTo>
                  <a:pt x="137091" y="228652"/>
                </a:lnTo>
                <a:lnTo>
                  <a:pt x="134422" y="232961"/>
                </a:lnTo>
                <a:lnTo>
                  <a:pt x="111830" y="248588"/>
                </a:lnTo>
                <a:lnTo>
                  <a:pt x="83146" y="254175"/>
                </a:lnTo>
                <a:close/>
              </a:path>
              <a:path w="283210" h="330834">
                <a:moveTo>
                  <a:pt x="137091" y="228652"/>
                </a:moveTo>
                <a:lnTo>
                  <a:pt x="83146" y="228652"/>
                </a:lnTo>
                <a:lnTo>
                  <a:pt x="101359" y="225055"/>
                </a:lnTo>
                <a:lnTo>
                  <a:pt x="115773" y="214674"/>
                </a:lnTo>
                <a:lnTo>
                  <a:pt x="125254" y="198718"/>
                </a:lnTo>
                <a:lnTo>
                  <a:pt x="128666" y="178396"/>
                </a:lnTo>
                <a:lnTo>
                  <a:pt x="125254" y="158329"/>
                </a:lnTo>
                <a:lnTo>
                  <a:pt x="115773" y="142381"/>
                </a:lnTo>
                <a:lnTo>
                  <a:pt x="101359" y="131811"/>
                </a:lnTo>
                <a:lnTo>
                  <a:pt x="83146" y="127877"/>
                </a:lnTo>
                <a:lnTo>
                  <a:pt x="136583" y="127877"/>
                </a:lnTo>
                <a:lnTo>
                  <a:pt x="149268" y="148141"/>
                </a:lnTo>
                <a:lnTo>
                  <a:pt x="154715" y="178396"/>
                </a:lnTo>
                <a:lnTo>
                  <a:pt x="149268" y="208996"/>
                </a:lnTo>
                <a:lnTo>
                  <a:pt x="137091" y="228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5544463" y="7609165"/>
            <a:ext cx="304800" cy="330835"/>
          </a:xfrm>
          <a:custGeom>
            <a:avLst/>
            <a:gdLst/>
            <a:ahLst/>
            <a:cxnLst/>
            <a:rect l="l" t="t" r="r" b="b"/>
            <a:pathLst>
              <a:path w="304800" h="330834">
                <a:moveTo>
                  <a:pt x="250754" y="330743"/>
                </a:moveTo>
                <a:lnTo>
                  <a:pt x="221548" y="330743"/>
                </a:lnTo>
                <a:lnTo>
                  <a:pt x="221548" y="0"/>
                </a:lnTo>
                <a:lnTo>
                  <a:pt x="250754" y="0"/>
                </a:lnTo>
                <a:lnTo>
                  <a:pt x="250754" y="83146"/>
                </a:lnTo>
                <a:lnTo>
                  <a:pt x="304431" y="83146"/>
                </a:lnTo>
                <a:lnTo>
                  <a:pt x="304431" y="108142"/>
                </a:lnTo>
                <a:lnTo>
                  <a:pt x="250754" y="108142"/>
                </a:lnTo>
                <a:lnTo>
                  <a:pt x="250754" y="181816"/>
                </a:lnTo>
                <a:lnTo>
                  <a:pt x="304431" y="181816"/>
                </a:lnTo>
                <a:lnTo>
                  <a:pt x="304431" y="206287"/>
                </a:lnTo>
                <a:lnTo>
                  <a:pt x="250754" y="206287"/>
                </a:lnTo>
                <a:lnTo>
                  <a:pt x="250754" y="330743"/>
                </a:lnTo>
                <a:close/>
              </a:path>
              <a:path w="304800" h="330834">
                <a:moveTo>
                  <a:pt x="83146" y="256017"/>
                </a:moveTo>
                <a:lnTo>
                  <a:pt x="49470" y="247926"/>
                </a:lnTo>
                <a:lnTo>
                  <a:pt x="23121" y="224837"/>
                </a:lnTo>
                <a:lnTo>
                  <a:pt x="5998" y="188526"/>
                </a:lnTo>
                <a:lnTo>
                  <a:pt x="0" y="140770"/>
                </a:lnTo>
                <a:lnTo>
                  <a:pt x="5998" y="93161"/>
                </a:lnTo>
                <a:lnTo>
                  <a:pt x="23121" y="56900"/>
                </a:lnTo>
                <a:lnTo>
                  <a:pt x="49470" y="33761"/>
                </a:lnTo>
                <a:lnTo>
                  <a:pt x="83146" y="25522"/>
                </a:lnTo>
                <a:lnTo>
                  <a:pt x="116830" y="33761"/>
                </a:lnTo>
                <a:lnTo>
                  <a:pt x="137155" y="51571"/>
                </a:lnTo>
                <a:lnTo>
                  <a:pt x="83146" y="51571"/>
                </a:lnTo>
                <a:lnTo>
                  <a:pt x="60707" y="58071"/>
                </a:lnTo>
                <a:lnTo>
                  <a:pt x="43151" y="76140"/>
                </a:lnTo>
                <a:lnTo>
                  <a:pt x="31714" y="104224"/>
                </a:lnTo>
                <a:lnTo>
                  <a:pt x="27627" y="140770"/>
                </a:lnTo>
                <a:lnTo>
                  <a:pt x="31714" y="177463"/>
                </a:lnTo>
                <a:lnTo>
                  <a:pt x="43151" y="205596"/>
                </a:lnTo>
                <a:lnTo>
                  <a:pt x="60707" y="223616"/>
                </a:lnTo>
                <a:lnTo>
                  <a:pt x="83146" y="229968"/>
                </a:lnTo>
                <a:lnTo>
                  <a:pt x="137368" y="229968"/>
                </a:lnTo>
                <a:lnTo>
                  <a:pt x="116830" y="247926"/>
                </a:lnTo>
                <a:lnTo>
                  <a:pt x="83146" y="256017"/>
                </a:lnTo>
                <a:close/>
              </a:path>
              <a:path w="304800" h="330834">
                <a:moveTo>
                  <a:pt x="137368" y="229968"/>
                </a:moveTo>
                <a:lnTo>
                  <a:pt x="83146" y="229968"/>
                </a:lnTo>
                <a:lnTo>
                  <a:pt x="105807" y="223616"/>
                </a:lnTo>
                <a:lnTo>
                  <a:pt x="123338" y="205596"/>
                </a:lnTo>
                <a:lnTo>
                  <a:pt x="134652" y="177463"/>
                </a:lnTo>
                <a:lnTo>
                  <a:pt x="138665" y="140770"/>
                </a:lnTo>
                <a:lnTo>
                  <a:pt x="134652" y="104224"/>
                </a:lnTo>
                <a:lnTo>
                  <a:pt x="123338" y="76140"/>
                </a:lnTo>
                <a:lnTo>
                  <a:pt x="105807" y="58071"/>
                </a:lnTo>
                <a:lnTo>
                  <a:pt x="83146" y="51571"/>
                </a:lnTo>
                <a:lnTo>
                  <a:pt x="137155" y="51571"/>
                </a:lnTo>
                <a:lnTo>
                  <a:pt x="143236" y="56900"/>
                </a:lnTo>
                <a:lnTo>
                  <a:pt x="160516" y="93161"/>
                </a:lnTo>
                <a:lnTo>
                  <a:pt x="166819" y="140770"/>
                </a:lnTo>
                <a:lnTo>
                  <a:pt x="160516" y="188526"/>
                </a:lnTo>
                <a:lnTo>
                  <a:pt x="143236" y="224837"/>
                </a:lnTo>
                <a:lnTo>
                  <a:pt x="137368" y="229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5962198" y="7609165"/>
            <a:ext cx="313690" cy="330835"/>
          </a:xfrm>
          <a:custGeom>
            <a:avLst/>
            <a:gdLst/>
            <a:ahLst/>
            <a:cxnLst/>
            <a:rect l="l" t="t" r="r" b="b"/>
            <a:pathLst>
              <a:path w="313689" h="330834">
                <a:moveTo>
                  <a:pt x="257859" y="330743"/>
                </a:moveTo>
                <a:lnTo>
                  <a:pt x="228915" y="330743"/>
                </a:lnTo>
                <a:lnTo>
                  <a:pt x="228915" y="0"/>
                </a:lnTo>
                <a:lnTo>
                  <a:pt x="257859" y="0"/>
                </a:lnTo>
                <a:lnTo>
                  <a:pt x="257859" y="136296"/>
                </a:lnTo>
                <a:lnTo>
                  <a:pt x="313114" y="136296"/>
                </a:lnTo>
                <a:lnTo>
                  <a:pt x="313114" y="160767"/>
                </a:lnTo>
                <a:lnTo>
                  <a:pt x="257859" y="160767"/>
                </a:lnTo>
                <a:lnTo>
                  <a:pt x="257859" y="330743"/>
                </a:lnTo>
                <a:close/>
              </a:path>
              <a:path w="313689" h="330834">
                <a:moveTo>
                  <a:pt x="114194" y="53150"/>
                </a:moveTo>
                <a:lnTo>
                  <a:pt x="84988" y="53150"/>
                </a:lnTo>
                <a:lnTo>
                  <a:pt x="84988" y="3946"/>
                </a:lnTo>
                <a:lnTo>
                  <a:pt x="114194" y="3946"/>
                </a:lnTo>
                <a:lnTo>
                  <a:pt x="114194" y="53150"/>
                </a:lnTo>
                <a:close/>
              </a:path>
              <a:path w="313689" h="330834">
                <a:moveTo>
                  <a:pt x="196814" y="77357"/>
                </a:moveTo>
                <a:lnTo>
                  <a:pt x="0" y="77357"/>
                </a:lnTo>
                <a:lnTo>
                  <a:pt x="0" y="53150"/>
                </a:lnTo>
                <a:lnTo>
                  <a:pt x="196814" y="53150"/>
                </a:lnTo>
                <a:lnTo>
                  <a:pt x="196814" y="77357"/>
                </a:lnTo>
                <a:close/>
              </a:path>
              <a:path w="313689" h="330834">
                <a:moveTo>
                  <a:pt x="99986" y="256543"/>
                </a:moveTo>
                <a:lnTo>
                  <a:pt x="67416" y="250993"/>
                </a:lnTo>
                <a:lnTo>
                  <a:pt x="41704" y="235428"/>
                </a:lnTo>
                <a:lnTo>
                  <a:pt x="24873" y="211475"/>
                </a:lnTo>
                <a:lnTo>
                  <a:pt x="18944" y="180764"/>
                </a:lnTo>
                <a:lnTo>
                  <a:pt x="24873" y="150012"/>
                </a:lnTo>
                <a:lnTo>
                  <a:pt x="41704" y="125969"/>
                </a:lnTo>
                <a:lnTo>
                  <a:pt x="67416" y="110313"/>
                </a:lnTo>
                <a:lnTo>
                  <a:pt x="99986" y="104722"/>
                </a:lnTo>
                <a:lnTo>
                  <a:pt x="132370" y="110313"/>
                </a:lnTo>
                <a:lnTo>
                  <a:pt x="157971" y="125969"/>
                </a:lnTo>
                <a:lnTo>
                  <a:pt x="160233" y="129192"/>
                </a:lnTo>
                <a:lnTo>
                  <a:pt x="99986" y="129192"/>
                </a:lnTo>
                <a:lnTo>
                  <a:pt x="78656" y="133032"/>
                </a:lnTo>
                <a:lnTo>
                  <a:pt x="61767" y="143730"/>
                </a:lnTo>
                <a:lnTo>
                  <a:pt x="50700" y="160051"/>
                </a:lnTo>
                <a:lnTo>
                  <a:pt x="46835" y="180764"/>
                </a:lnTo>
                <a:lnTo>
                  <a:pt x="50700" y="201431"/>
                </a:lnTo>
                <a:lnTo>
                  <a:pt x="61767" y="217634"/>
                </a:lnTo>
                <a:lnTo>
                  <a:pt x="78656" y="228163"/>
                </a:lnTo>
                <a:lnTo>
                  <a:pt x="99986" y="231810"/>
                </a:lnTo>
                <a:lnTo>
                  <a:pt x="160519" y="231810"/>
                </a:lnTo>
                <a:lnTo>
                  <a:pt x="157971" y="235428"/>
                </a:lnTo>
                <a:lnTo>
                  <a:pt x="132370" y="250993"/>
                </a:lnTo>
                <a:lnTo>
                  <a:pt x="99986" y="256543"/>
                </a:lnTo>
                <a:close/>
              </a:path>
              <a:path w="313689" h="330834">
                <a:moveTo>
                  <a:pt x="160519" y="231810"/>
                </a:moveTo>
                <a:lnTo>
                  <a:pt x="99986" y="231810"/>
                </a:lnTo>
                <a:lnTo>
                  <a:pt x="121130" y="228163"/>
                </a:lnTo>
                <a:lnTo>
                  <a:pt x="137908" y="217634"/>
                </a:lnTo>
                <a:lnTo>
                  <a:pt x="149013" y="201431"/>
                </a:lnTo>
                <a:lnTo>
                  <a:pt x="153136" y="180764"/>
                </a:lnTo>
                <a:lnTo>
                  <a:pt x="149013" y="160051"/>
                </a:lnTo>
                <a:lnTo>
                  <a:pt x="137908" y="143730"/>
                </a:lnTo>
                <a:lnTo>
                  <a:pt x="121130" y="133032"/>
                </a:lnTo>
                <a:lnTo>
                  <a:pt x="99986" y="129192"/>
                </a:lnTo>
                <a:lnTo>
                  <a:pt x="160233" y="129192"/>
                </a:lnTo>
                <a:lnTo>
                  <a:pt x="174840" y="150012"/>
                </a:lnTo>
                <a:lnTo>
                  <a:pt x="181027" y="180764"/>
                </a:lnTo>
                <a:lnTo>
                  <a:pt x="174840" y="211475"/>
                </a:lnTo>
                <a:lnTo>
                  <a:pt x="160519" y="2318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6334515" y="7621269"/>
            <a:ext cx="29209" cy="87630"/>
          </a:xfrm>
          <a:custGeom>
            <a:avLst/>
            <a:gdLst/>
            <a:ahLst/>
            <a:cxnLst/>
            <a:rect l="l" t="t" r="r" b="b"/>
            <a:pathLst>
              <a:path w="29210" h="87629">
                <a:moveTo>
                  <a:pt x="0" y="0"/>
                </a:moveTo>
                <a:lnTo>
                  <a:pt x="28943" y="0"/>
                </a:lnTo>
                <a:lnTo>
                  <a:pt x="28943" y="87629"/>
                </a:lnTo>
                <a:lnTo>
                  <a:pt x="0" y="87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6334515" y="7708900"/>
            <a:ext cx="226695" cy="24130"/>
          </a:xfrm>
          <a:custGeom>
            <a:avLst/>
            <a:gdLst/>
            <a:ahLst/>
            <a:cxnLst/>
            <a:rect l="l" t="t" r="r" b="b"/>
            <a:pathLst>
              <a:path w="226695" h="24129">
                <a:moveTo>
                  <a:pt x="0" y="0"/>
                </a:moveTo>
                <a:lnTo>
                  <a:pt x="226284" y="0"/>
                </a:lnTo>
                <a:lnTo>
                  <a:pt x="22628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6292942" y="7778089"/>
            <a:ext cx="302895" cy="24130"/>
          </a:xfrm>
          <a:custGeom>
            <a:avLst/>
            <a:gdLst/>
            <a:ahLst/>
            <a:cxnLst/>
            <a:rect l="l" t="t" r="r" b="b"/>
            <a:pathLst>
              <a:path w="302895" h="24129">
                <a:moveTo>
                  <a:pt x="302852" y="23680"/>
                </a:moveTo>
                <a:lnTo>
                  <a:pt x="0" y="23680"/>
                </a:lnTo>
                <a:lnTo>
                  <a:pt x="0" y="0"/>
                </a:lnTo>
                <a:lnTo>
                  <a:pt x="302852" y="0"/>
                </a:lnTo>
                <a:lnTo>
                  <a:pt x="302852" y="236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6332410" y="7835900"/>
            <a:ext cx="29209" cy="71120"/>
          </a:xfrm>
          <a:custGeom>
            <a:avLst/>
            <a:gdLst/>
            <a:ahLst/>
            <a:cxnLst/>
            <a:rect l="l" t="t" r="r" b="b"/>
            <a:pathLst>
              <a:path w="29210" h="71120">
                <a:moveTo>
                  <a:pt x="0" y="0"/>
                </a:moveTo>
                <a:lnTo>
                  <a:pt x="28943" y="0"/>
                </a:lnTo>
                <a:lnTo>
                  <a:pt x="28943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6332410" y="7907019"/>
            <a:ext cx="230504" cy="24130"/>
          </a:xfrm>
          <a:custGeom>
            <a:avLst/>
            <a:gdLst/>
            <a:ahLst/>
            <a:cxnLst/>
            <a:rect l="l" t="t" r="r" b="b"/>
            <a:pathLst>
              <a:path w="230504" h="24129">
                <a:moveTo>
                  <a:pt x="0" y="0"/>
                </a:moveTo>
                <a:lnTo>
                  <a:pt x="230494" y="0"/>
                </a:lnTo>
                <a:lnTo>
                  <a:pt x="23049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6717134" y="7609165"/>
            <a:ext cx="309880" cy="330200"/>
          </a:xfrm>
          <a:custGeom>
            <a:avLst/>
            <a:gdLst/>
            <a:ahLst/>
            <a:cxnLst/>
            <a:rect l="l" t="t" r="r" b="b"/>
            <a:pathLst>
              <a:path w="309879" h="330200">
                <a:moveTo>
                  <a:pt x="259964" y="201287"/>
                </a:moveTo>
                <a:lnTo>
                  <a:pt x="230757" y="201287"/>
                </a:lnTo>
                <a:lnTo>
                  <a:pt x="230757" y="0"/>
                </a:lnTo>
                <a:lnTo>
                  <a:pt x="259964" y="0"/>
                </a:lnTo>
                <a:lnTo>
                  <a:pt x="259964" y="86303"/>
                </a:lnTo>
                <a:lnTo>
                  <a:pt x="309694" y="86303"/>
                </a:lnTo>
                <a:lnTo>
                  <a:pt x="309694" y="110774"/>
                </a:lnTo>
                <a:lnTo>
                  <a:pt x="259964" y="110774"/>
                </a:lnTo>
                <a:lnTo>
                  <a:pt x="259964" y="201287"/>
                </a:lnTo>
                <a:close/>
              </a:path>
              <a:path w="309879" h="330200">
                <a:moveTo>
                  <a:pt x="15787" y="188395"/>
                </a:moveTo>
                <a:lnTo>
                  <a:pt x="0" y="164977"/>
                </a:lnTo>
                <a:lnTo>
                  <a:pt x="33934" y="146624"/>
                </a:lnTo>
                <a:lnTo>
                  <a:pt x="60123" y="120378"/>
                </a:lnTo>
                <a:lnTo>
                  <a:pt x="77037" y="88014"/>
                </a:lnTo>
                <a:lnTo>
                  <a:pt x="83146" y="51308"/>
                </a:lnTo>
                <a:lnTo>
                  <a:pt x="83146" y="17102"/>
                </a:lnTo>
                <a:lnTo>
                  <a:pt x="111826" y="17102"/>
                </a:lnTo>
                <a:lnTo>
                  <a:pt x="111826" y="53413"/>
                </a:lnTo>
                <a:lnTo>
                  <a:pt x="117919" y="86135"/>
                </a:lnTo>
                <a:lnTo>
                  <a:pt x="128228" y="103933"/>
                </a:lnTo>
                <a:lnTo>
                  <a:pt x="98275" y="103933"/>
                </a:lnTo>
                <a:lnTo>
                  <a:pt x="84832" y="131523"/>
                </a:lnTo>
                <a:lnTo>
                  <a:pt x="66207" y="155241"/>
                </a:lnTo>
                <a:lnTo>
                  <a:pt x="42995" y="174420"/>
                </a:lnTo>
                <a:lnTo>
                  <a:pt x="15787" y="188395"/>
                </a:lnTo>
                <a:close/>
              </a:path>
              <a:path w="309879" h="330200">
                <a:moveTo>
                  <a:pt x="178133" y="179185"/>
                </a:moveTo>
                <a:lnTo>
                  <a:pt x="152242" y="166613"/>
                </a:lnTo>
                <a:lnTo>
                  <a:pt x="129866" y="149453"/>
                </a:lnTo>
                <a:lnTo>
                  <a:pt x="111660" y="128345"/>
                </a:lnTo>
                <a:lnTo>
                  <a:pt x="98275" y="103933"/>
                </a:lnTo>
                <a:lnTo>
                  <a:pt x="128228" y="103933"/>
                </a:lnTo>
                <a:lnTo>
                  <a:pt x="134915" y="115477"/>
                </a:lnTo>
                <a:lnTo>
                  <a:pt x="160890" y="139442"/>
                </a:lnTo>
                <a:lnTo>
                  <a:pt x="193920" y="156031"/>
                </a:lnTo>
                <a:lnTo>
                  <a:pt x="178133" y="179185"/>
                </a:lnTo>
                <a:close/>
              </a:path>
              <a:path w="309879" h="330200">
                <a:moveTo>
                  <a:pt x="153926" y="329954"/>
                </a:moveTo>
                <a:lnTo>
                  <a:pt x="108031" y="325941"/>
                </a:lnTo>
                <a:lnTo>
                  <a:pt x="73509" y="314232"/>
                </a:lnTo>
                <a:lnTo>
                  <a:pt x="51765" y="295321"/>
                </a:lnTo>
                <a:lnTo>
                  <a:pt x="44204" y="269699"/>
                </a:lnTo>
                <a:lnTo>
                  <a:pt x="51765" y="244341"/>
                </a:lnTo>
                <a:lnTo>
                  <a:pt x="73509" y="225495"/>
                </a:lnTo>
                <a:lnTo>
                  <a:pt x="108031" y="213753"/>
                </a:lnTo>
                <a:lnTo>
                  <a:pt x="153926" y="209707"/>
                </a:lnTo>
                <a:lnTo>
                  <a:pt x="199585" y="213753"/>
                </a:lnTo>
                <a:lnTo>
                  <a:pt x="233849" y="225495"/>
                </a:lnTo>
                <a:lnTo>
                  <a:pt x="242568" y="233125"/>
                </a:lnTo>
                <a:lnTo>
                  <a:pt x="153926" y="233125"/>
                </a:lnTo>
                <a:lnTo>
                  <a:pt x="120217" y="235658"/>
                </a:lnTo>
                <a:lnTo>
                  <a:pt x="94822" y="242926"/>
                </a:lnTo>
                <a:lnTo>
                  <a:pt x="78850" y="254438"/>
                </a:lnTo>
                <a:lnTo>
                  <a:pt x="73410" y="269699"/>
                </a:lnTo>
                <a:lnTo>
                  <a:pt x="78850" y="285338"/>
                </a:lnTo>
                <a:lnTo>
                  <a:pt x="94822" y="296932"/>
                </a:lnTo>
                <a:lnTo>
                  <a:pt x="120217" y="304184"/>
                </a:lnTo>
                <a:lnTo>
                  <a:pt x="153926" y="306799"/>
                </a:lnTo>
                <a:lnTo>
                  <a:pt x="242313" y="306799"/>
                </a:lnTo>
                <a:lnTo>
                  <a:pt x="233849" y="314232"/>
                </a:lnTo>
                <a:lnTo>
                  <a:pt x="199585" y="325941"/>
                </a:lnTo>
                <a:lnTo>
                  <a:pt x="153926" y="329954"/>
                </a:lnTo>
                <a:close/>
              </a:path>
              <a:path w="309879" h="330200">
                <a:moveTo>
                  <a:pt x="242313" y="306799"/>
                </a:moveTo>
                <a:lnTo>
                  <a:pt x="153926" y="306799"/>
                </a:lnTo>
                <a:lnTo>
                  <a:pt x="187597" y="304184"/>
                </a:lnTo>
                <a:lnTo>
                  <a:pt x="212931" y="296932"/>
                </a:lnTo>
                <a:lnTo>
                  <a:pt x="228891" y="285338"/>
                </a:lnTo>
                <a:lnTo>
                  <a:pt x="234441" y="269699"/>
                </a:lnTo>
                <a:lnTo>
                  <a:pt x="228891" y="254438"/>
                </a:lnTo>
                <a:lnTo>
                  <a:pt x="212931" y="242926"/>
                </a:lnTo>
                <a:lnTo>
                  <a:pt x="187597" y="235658"/>
                </a:lnTo>
                <a:lnTo>
                  <a:pt x="153926" y="233125"/>
                </a:lnTo>
                <a:lnTo>
                  <a:pt x="242568" y="233125"/>
                </a:lnTo>
                <a:lnTo>
                  <a:pt x="255384" y="244341"/>
                </a:lnTo>
                <a:lnTo>
                  <a:pt x="262858" y="269699"/>
                </a:lnTo>
                <a:lnTo>
                  <a:pt x="255384" y="295321"/>
                </a:lnTo>
                <a:lnTo>
                  <a:pt x="242313" y="306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7046299" y="7606534"/>
            <a:ext cx="309245" cy="333375"/>
          </a:xfrm>
          <a:custGeom>
            <a:avLst/>
            <a:gdLst/>
            <a:ahLst/>
            <a:cxnLst/>
            <a:rect l="l" t="t" r="r" b="b"/>
            <a:pathLst>
              <a:path w="309245" h="333375">
                <a:moveTo>
                  <a:pt x="118930" y="31311"/>
                </a:moveTo>
                <a:lnTo>
                  <a:pt x="89724" y="31311"/>
                </a:lnTo>
                <a:lnTo>
                  <a:pt x="89724" y="0"/>
                </a:lnTo>
                <a:lnTo>
                  <a:pt x="118930" y="0"/>
                </a:lnTo>
                <a:lnTo>
                  <a:pt x="118930" y="31311"/>
                </a:lnTo>
                <a:close/>
              </a:path>
              <a:path w="309245" h="333375">
                <a:moveTo>
                  <a:pt x="199972" y="53676"/>
                </a:moveTo>
                <a:lnTo>
                  <a:pt x="8419" y="53676"/>
                </a:lnTo>
                <a:lnTo>
                  <a:pt x="8419" y="31311"/>
                </a:lnTo>
                <a:lnTo>
                  <a:pt x="199972" y="31311"/>
                </a:lnTo>
                <a:lnTo>
                  <a:pt x="199972" y="53676"/>
                </a:lnTo>
                <a:close/>
              </a:path>
              <a:path w="309245" h="333375">
                <a:moveTo>
                  <a:pt x="259700" y="227073"/>
                </a:moveTo>
                <a:lnTo>
                  <a:pt x="230494" y="227073"/>
                </a:lnTo>
                <a:lnTo>
                  <a:pt x="230494" y="2894"/>
                </a:lnTo>
                <a:lnTo>
                  <a:pt x="259700" y="2894"/>
                </a:lnTo>
                <a:lnTo>
                  <a:pt x="259700" y="102617"/>
                </a:lnTo>
                <a:lnTo>
                  <a:pt x="309167" y="102617"/>
                </a:lnTo>
                <a:lnTo>
                  <a:pt x="309167" y="127087"/>
                </a:lnTo>
                <a:lnTo>
                  <a:pt x="259700" y="127087"/>
                </a:lnTo>
                <a:lnTo>
                  <a:pt x="259700" y="227073"/>
                </a:lnTo>
                <a:close/>
              </a:path>
              <a:path w="309245" h="333375">
                <a:moveTo>
                  <a:pt x="211159" y="188436"/>
                </a:moveTo>
                <a:lnTo>
                  <a:pt x="20698" y="188436"/>
                </a:lnTo>
                <a:lnTo>
                  <a:pt x="42740" y="188329"/>
                </a:lnTo>
                <a:lnTo>
                  <a:pt x="89724" y="187474"/>
                </a:lnTo>
                <a:lnTo>
                  <a:pt x="89724" y="161030"/>
                </a:lnTo>
                <a:lnTo>
                  <a:pt x="63391" y="156047"/>
                </a:lnTo>
                <a:lnTo>
                  <a:pt x="43447" y="146328"/>
                </a:lnTo>
                <a:lnTo>
                  <a:pt x="30855" y="132317"/>
                </a:lnTo>
                <a:lnTo>
                  <a:pt x="26575" y="114457"/>
                </a:lnTo>
                <a:lnTo>
                  <a:pt x="31928" y="94707"/>
                </a:lnTo>
                <a:lnTo>
                  <a:pt x="47493" y="79988"/>
                </a:lnTo>
                <a:lnTo>
                  <a:pt x="71939" y="70796"/>
                </a:lnTo>
                <a:lnTo>
                  <a:pt x="103933" y="67622"/>
                </a:lnTo>
                <a:lnTo>
                  <a:pt x="135894" y="70796"/>
                </a:lnTo>
                <a:lnTo>
                  <a:pt x="160306" y="79988"/>
                </a:lnTo>
                <a:lnTo>
                  <a:pt x="168689" y="87882"/>
                </a:lnTo>
                <a:lnTo>
                  <a:pt x="103933" y="87882"/>
                </a:lnTo>
                <a:lnTo>
                  <a:pt x="83290" y="89777"/>
                </a:lnTo>
                <a:lnTo>
                  <a:pt x="67655" y="95151"/>
                </a:lnTo>
                <a:lnTo>
                  <a:pt x="57792" y="103534"/>
                </a:lnTo>
                <a:lnTo>
                  <a:pt x="54466" y="114457"/>
                </a:lnTo>
                <a:lnTo>
                  <a:pt x="57792" y="125644"/>
                </a:lnTo>
                <a:lnTo>
                  <a:pt x="67655" y="134093"/>
                </a:lnTo>
                <a:lnTo>
                  <a:pt x="83290" y="139433"/>
                </a:lnTo>
                <a:lnTo>
                  <a:pt x="103933" y="141296"/>
                </a:lnTo>
                <a:lnTo>
                  <a:pt x="168871" y="141296"/>
                </a:lnTo>
                <a:lnTo>
                  <a:pt x="164549" y="146114"/>
                </a:lnTo>
                <a:lnTo>
                  <a:pt x="144885" y="155844"/>
                </a:lnTo>
                <a:lnTo>
                  <a:pt x="118930" y="160898"/>
                </a:lnTo>
                <a:lnTo>
                  <a:pt x="118930" y="186290"/>
                </a:lnTo>
                <a:lnTo>
                  <a:pt x="210912" y="186290"/>
                </a:lnTo>
                <a:lnTo>
                  <a:pt x="211159" y="188436"/>
                </a:lnTo>
                <a:close/>
              </a:path>
              <a:path w="309245" h="333375">
                <a:moveTo>
                  <a:pt x="168871" y="141296"/>
                </a:moveTo>
                <a:lnTo>
                  <a:pt x="103933" y="141296"/>
                </a:lnTo>
                <a:lnTo>
                  <a:pt x="124579" y="139433"/>
                </a:lnTo>
                <a:lnTo>
                  <a:pt x="140243" y="134093"/>
                </a:lnTo>
                <a:lnTo>
                  <a:pt x="150184" y="125644"/>
                </a:lnTo>
                <a:lnTo>
                  <a:pt x="153662" y="114457"/>
                </a:lnTo>
                <a:lnTo>
                  <a:pt x="150184" y="103534"/>
                </a:lnTo>
                <a:lnTo>
                  <a:pt x="140243" y="95151"/>
                </a:lnTo>
                <a:lnTo>
                  <a:pt x="124579" y="89777"/>
                </a:lnTo>
                <a:lnTo>
                  <a:pt x="103933" y="87882"/>
                </a:lnTo>
                <a:lnTo>
                  <a:pt x="168689" y="87882"/>
                </a:lnTo>
                <a:lnTo>
                  <a:pt x="175937" y="94707"/>
                </a:lnTo>
                <a:lnTo>
                  <a:pt x="181553" y="114457"/>
                </a:lnTo>
                <a:lnTo>
                  <a:pt x="177060" y="132167"/>
                </a:lnTo>
                <a:lnTo>
                  <a:pt x="168871" y="141296"/>
                </a:lnTo>
                <a:close/>
              </a:path>
              <a:path w="309245" h="333375">
                <a:moveTo>
                  <a:pt x="210912" y="186290"/>
                </a:moveTo>
                <a:lnTo>
                  <a:pt x="118930" y="186290"/>
                </a:lnTo>
                <a:lnTo>
                  <a:pt x="142128" y="184923"/>
                </a:lnTo>
                <a:lnTo>
                  <a:pt x="165191" y="183149"/>
                </a:lnTo>
                <a:lnTo>
                  <a:pt x="187883" y="180906"/>
                </a:lnTo>
                <a:lnTo>
                  <a:pt x="209971" y="178133"/>
                </a:lnTo>
                <a:lnTo>
                  <a:pt x="210912" y="186290"/>
                </a:lnTo>
                <a:close/>
              </a:path>
              <a:path w="309245" h="333375">
                <a:moveTo>
                  <a:pt x="3420" y="212075"/>
                </a:moveTo>
                <a:lnTo>
                  <a:pt x="0" y="188395"/>
                </a:lnTo>
                <a:lnTo>
                  <a:pt x="211159" y="188436"/>
                </a:lnTo>
                <a:lnTo>
                  <a:pt x="212339" y="198656"/>
                </a:lnTo>
                <a:lnTo>
                  <a:pt x="157975" y="205970"/>
                </a:lnTo>
                <a:lnTo>
                  <a:pt x="103242" y="210003"/>
                </a:lnTo>
                <a:lnTo>
                  <a:pt x="50827" y="211718"/>
                </a:lnTo>
                <a:lnTo>
                  <a:pt x="3420" y="212075"/>
                </a:lnTo>
                <a:close/>
              </a:path>
              <a:path w="309245" h="333375">
                <a:moveTo>
                  <a:pt x="153136" y="333111"/>
                </a:moveTo>
                <a:lnTo>
                  <a:pt x="106921" y="329691"/>
                </a:lnTo>
                <a:lnTo>
                  <a:pt x="72720" y="319955"/>
                </a:lnTo>
                <a:lnTo>
                  <a:pt x="51493" y="304102"/>
                </a:lnTo>
                <a:lnTo>
                  <a:pt x="44204" y="282329"/>
                </a:lnTo>
                <a:lnTo>
                  <a:pt x="51493" y="260330"/>
                </a:lnTo>
                <a:lnTo>
                  <a:pt x="72720" y="244275"/>
                </a:lnTo>
                <a:lnTo>
                  <a:pt x="106921" y="234486"/>
                </a:lnTo>
                <a:lnTo>
                  <a:pt x="153136" y="231283"/>
                </a:lnTo>
                <a:lnTo>
                  <a:pt x="199092" y="234486"/>
                </a:lnTo>
                <a:lnTo>
                  <a:pt x="233257" y="244275"/>
                </a:lnTo>
                <a:lnTo>
                  <a:pt x="245016" y="253122"/>
                </a:lnTo>
                <a:lnTo>
                  <a:pt x="153136" y="253122"/>
                </a:lnTo>
                <a:lnTo>
                  <a:pt x="119148" y="254948"/>
                </a:lnTo>
                <a:lnTo>
                  <a:pt x="94164" y="260621"/>
                </a:lnTo>
                <a:lnTo>
                  <a:pt x="78800" y="269847"/>
                </a:lnTo>
                <a:lnTo>
                  <a:pt x="73674" y="282329"/>
                </a:lnTo>
                <a:lnTo>
                  <a:pt x="78800" y="294354"/>
                </a:lnTo>
                <a:lnTo>
                  <a:pt x="94164" y="303346"/>
                </a:lnTo>
                <a:lnTo>
                  <a:pt x="119148" y="308933"/>
                </a:lnTo>
                <a:lnTo>
                  <a:pt x="153136" y="310746"/>
                </a:lnTo>
                <a:lnTo>
                  <a:pt x="245652" y="310746"/>
                </a:lnTo>
                <a:lnTo>
                  <a:pt x="233257" y="319955"/>
                </a:lnTo>
                <a:lnTo>
                  <a:pt x="199092" y="329691"/>
                </a:lnTo>
                <a:lnTo>
                  <a:pt x="153136" y="333111"/>
                </a:lnTo>
                <a:close/>
              </a:path>
              <a:path w="309245" h="333375">
                <a:moveTo>
                  <a:pt x="245652" y="310746"/>
                </a:moveTo>
                <a:lnTo>
                  <a:pt x="153136" y="310746"/>
                </a:lnTo>
                <a:lnTo>
                  <a:pt x="186787" y="308933"/>
                </a:lnTo>
                <a:lnTo>
                  <a:pt x="211582" y="303346"/>
                </a:lnTo>
                <a:lnTo>
                  <a:pt x="226954" y="294354"/>
                </a:lnTo>
                <a:lnTo>
                  <a:pt x="232336" y="282329"/>
                </a:lnTo>
                <a:lnTo>
                  <a:pt x="226954" y="269847"/>
                </a:lnTo>
                <a:lnTo>
                  <a:pt x="211582" y="260621"/>
                </a:lnTo>
                <a:lnTo>
                  <a:pt x="186787" y="254948"/>
                </a:lnTo>
                <a:lnTo>
                  <a:pt x="153136" y="253122"/>
                </a:lnTo>
                <a:lnTo>
                  <a:pt x="245016" y="253122"/>
                </a:lnTo>
                <a:lnTo>
                  <a:pt x="254594" y="260330"/>
                </a:lnTo>
                <a:lnTo>
                  <a:pt x="262069" y="282329"/>
                </a:lnTo>
                <a:lnTo>
                  <a:pt x="254594" y="304102"/>
                </a:lnTo>
                <a:lnTo>
                  <a:pt x="245652" y="3107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7381516" y="7609165"/>
            <a:ext cx="279400" cy="330835"/>
          </a:xfrm>
          <a:custGeom>
            <a:avLst/>
            <a:gdLst/>
            <a:ahLst/>
            <a:cxnLst/>
            <a:rect l="l" t="t" r="r" b="b"/>
            <a:pathLst>
              <a:path w="279400" h="330834">
                <a:moveTo>
                  <a:pt x="279171" y="330743"/>
                </a:moveTo>
                <a:lnTo>
                  <a:pt x="251017" y="330743"/>
                </a:lnTo>
                <a:lnTo>
                  <a:pt x="251017" y="0"/>
                </a:lnTo>
                <a:lnTo>
                  <a:pt x="279171" y="0"/>
                </a:lnTo>
                <a:lnTo>
                  <a:pt x="279171" y="330743"/>
                </a:lnTo>
                <a:close/>
              </a:path>
              <a:path w="279400" h="330834">
                <a:moveTo>
                  <a:pt x="212865" y="128929"/>
                </a:moveTo>
                <a:lnTo>
                  <a:pt x="184711" y="128929"/>
                </a:lnTo>
                <a:lnTo>
                  <a:pt x="184711" y="7104"/>
                </a:lnTo>
                <a:lnTo>
                  <a:pt x="212865" y="7104"/>
                </a:lnTo>
                <a:lnTo>
                  <a:pt x="212865" y="128929"/>
                </a:lnTo>
                <a:close/>
              </a:path>
              <a:path w="279400" h="330834">
                <a:moveTo>
                  <a:pt x="70779" y="257596"/>
                </a:moveTo>
                <a:lnTo>
                  <a:pt x="41626" y="249657"/>
                </a:lnTo>
                <a:lnTo>
                  <a:pt x="19306" y="226646"/>
                </a:lnTo>
                <a:lnTo>
                  <a:pt x="5028" y="190364"/>
                </a:lnTo>
                <a:lnTo>
                  <a:pt x="0" y="142611"/>
                </a:lnTo>
                <a:lnTo>
                  <a:pt x="5028" y="95048"/>
                </a:lnTo>
                <a:lnTo>
                  <a:pt x="19306" y="58906"/>
                </a:lnTo>
                <a:lnTo>
                  <a:pt x="41626" y="35936"/>
                </a:lnTo>
                <a:lnTo>
                  <a:pt x="70779" y="27890"/>
                </a:lnTo>
                <a:lnTo>
                  <a:pt x="98366" y="34908"/>
                </a:lnTo>
                <a:lnTo>
                  <a:pt x="120082" y="55025"/>
                </a:lnTo>
                <a:lnTo>
                  <a:pt x="120189" y="55255"/>
                </a:lnTo>
                <a:lnTo>
                  <a:pt x="70779" y="55255"/>
                </a:lnTo>
                <a:lnTo>
                  <a:pt x="52747" y="61356"/>
                </a:lnTo>
                <a:lnTo>
                  <a:pt x="39007" y="78804"/>
                </a:lnTo>
                <a:lnTo>
                  <a:pt x="30300" y="106317"/>
                </a:lnTo>
                <a:lnTo>
                  <a:pt x="27364" y="142611"/>
                </a:lnTo>
                <a:lnTo>
                  <a:pt x="30300" y="178943"/>
                </a:lnTo>
                <a:lnTo>
                  <a:pt x="39007" y="206517"/>
                </a:lnTo>
                <a:lnTo>
                  <a:pt x="52747" y="223978"/>
                </a:lnTo>
                <a:lnTo>
                  <a:pt x="70779" y="229968"/>
                </a:lnTo>
                <a:lnTo>
                  <a:pt x="120344" y="229968"/>
                </a:lnTo>
                <a:lnTo>
                  <a:pt x="98775" y="250450"/>
                </a:lnTo>
                <a:lnTo>
                  <a:pt x="70779" y="257596"/>
                </a:lnTo>
                <a:close/>
              </a:path>
              <a:path w="279400" h="330834">
                <a:moveTo>
                  <a:pt x="120344" y="229968"/>
                </a:moveTo>
                <a:lnTo>
                  <a:pt x="70779" y="229968"/>
                </a:lnTo>
                <a:lnTo>
                  <a:pt x="89120" y="223978"/>
                </a:lnTo>
                <a:lnTo>
                  <a:pt x="103044" y="206517"/>
                </a:lnTo>
                <a:lnTo>
                  <a:pt x="111888" y="178943"/>
                </a:lnTo>
                <a:lnTo>
                  <a:pt x="114984" y="142611"/>
                </a:lnTo>
                <a:lnTo>
                  <a:pt x="111888" y="106317"/>
                </a:lnTo>
                <a:lnTo>
                  <a:pt x="103044" y="78804"/>
                </a:lnTo>
                <a:lnTo>
                  <a:pt x="89120" y="61356"/>
                </a:lnTo>
                <a:lnTo>
                  <a:pt x="70779" y="55255"/>
                </a:lnTo>
                <a:lnTo>
                  <a:pt x="120189" y="55255"/>
                </a:lnTo>
                <a:lnTo>
                  <a:pt x="134940" y="86834"/>
                </a:lnTo>
                <a:lnTo>
                  <a:pt x="141954" y="128929"/>
                </a:lnTo>
                <a:lnTo>
                  <a:pt x="212865" y="128929"/>
                </a:lnTo>
                <a:lnTo>
                  <a:pt x="212865" y="153136"/>
                </a:lnTo>
                <a:lnTo>
                  <a:pt x="142085" y="153136"/>
                </a:lnTo>
                <a:lnTo>
                  <a:pt x="135476" y="196691"/>
                </a:lnTo>
                <a:lnTo>
                  <a:pt x="120690" y="229639"/>
                </a:lnTo>
                <a:lnTo>
                  <a:pt x="120344" y="229968"/>
                </a:lnTo>
                <a:close/>
              </a:path>
              <a:path w="279400" h="330834">
                <a:moveTo>
                  <a:pt x="212865" y="313904"/>
                </a:moveTo>
                <a:lnTo>
                  <a:pt x="184711" y="313904"/>
                </a:lnTo>
                <a:lnTo>
                  <a:pt x="184711" y="153136"/>
                </a:lnTo>
                <a:lnTo>
                  <a:pt x="212865" y="153136"/>
                </a:lnTo>
                <a:lnTo>
                  <a:pt x="212865" y="313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7706471" y="7609165"/>
            <a:ext cx="274955" cy="331470"/>
          </a:xfrm>
          <a:custGeom>
            <a:avLst/>
            <a:gdLst/>
            <a:ahLst/>
            <a:cxnLst/>
            <a:rect l="l" t="t" r="r" b="b"/>
            <a:pathLst>
              <a:path w="274954" h="331470">
                <a:moveTo>
                  <a:pt x="274435" y="331270"/>
                </a:moveTo>
                <a:lnTo>
                  <a:pt x="245492" y="331270"/>
                </a:lnTo>
                <a:lnTo>
                  <a:pt x="245492" y="136823"/>
                </a:lnTo>
                <a:lnTo>
                  <a:pt x="167082" y="136823"/>
                </a:lnTo>
                <a:lnTo>
                  <a:pt x="167082" y="112879"/>
                </a:lnTo>
                <a:lnTo>
                  <a:pt x="245492" y="112879"/>
                </a:lnTo>
                <a:lnTo>
                  <a:pt x="245492" y="0"/>
                </a:lnTo>
                <a:lnTo>
                  <a:pt x="274435" y="0"/>
                </a:lnTo>
                <a:lnTo>
                  <a:pt x="274435" y="331270"/>
                </a:lnTo>
                <a:close/>
              </a:path>
              <a:path w="274954" h="331470">
                <a:moveTo>
                  <a:pt x="18681" y="260753"/>
                </a:moveTo>
                <a:lnTo>
                  <a:pt x="0" y="237335"/>
                </a:lnTo>
                <a:lnTo>
                  <a:pt x="33996" y="212593"/>
                </a:lnTo>
                <a:lnTo>
                  <a:pt x="61603" y="176949"/>
                </a:lnTo>
                <a:lnTo>
                  <a:pt x="80182" y="134397"/>
                </a:lnTo>
                <a:lnTo>
                  <a:pt x="87093" y="88935"/>
                </a:lnTo>
                <a:lnTo>
                  <a:pt x="87093" y="28680"/>
                </a:lnTo>
                <a:lnTo>
                  <a:pt x="116562" y="28680"/>
                </a:lnTo>
                <a:lnTo>
                  <a:pt x="116562" y="88935"/>
                </a:lnTo>
                <a:lnTo>
                  <a:pt x="123317" y="133225"/>
                </a:lnTo>
                <a:lnTo>
                  <a:pt x="130355" y="148795"/>
                </a:lnTo>
                <a:lnTo>
                  <a:pt x="102091" y="148795"/>
                </a:lnTo>
                <a:lnTo>
                  <a:pt x="88207" y="184326"/>
                </a:lnTo>
                <a:lnTo>
                  <a:pt x="69069" y="215776"/>
                </a:lnTo>
                <a:lnTo>
                  <a:pt x="45589" y="241724"/>
                </a:lnTo>
                <a:lnTo>
                  <a:pt x="18681" y="260753"/>
                </a:lnTo>
                <a:close/>
              </a:path>
              <a:path w="274954" h="331470">
                <a:moveTo>
                  <a:pt x="185500" y="254701"/>
                </a:moveTo>
                <a:lnTo>
                  <a:pt x="158666" y="236599"/>
                </a:lnTo>
                <a:lnTo>
                  <a:pt x="135211" y="212108"/>
                </a:lnTo>
                <a:lnTo>
                  <a:pt x="116048" y="182437"/>
                </a:lnTo>
                <a:lnTo>
                  <a:pt x="102091" y="148795"/>
                </a:lnTo>
                <a:lnTo>
                  <a:pt x="130355" y="148795"/>
                </a:lnTo>
                <a:lnTo>
                  <a:pt x="141789" y="174087"/>
                </a:lnTo>
                <a:lnTo>
                  <a:pt x="169289" y="207894"/>
                </a:lnTo>
                <a:lnTo>
                  <a:pt x="203129" y="231020"/>
                </a:lnTo>
                <a:lnTo>
                  <a:pt x="185500" y="2547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8034057" y="7884390"/>
            <a:ext cx="56515" cy="101600"/>
          </a:xfrm>
          <a:custGeom>
            <a:avLst/>
            <a:gdLst/>
            <a:ahLst/>
            <a:cxnLst/>
            <a:rect l="l" t="t" r="r" b="b"/>
            <a:pathLst>
              <a:path w="56515" h="101600">
                <a:moveTo>
                  <a:pt x="27627" y="101301"/>
                </a:moveTo>
                <a:lnTo>
                  <a:pt x="0" y="101301"/>
                </a:lnTo>
                <a:lnTo>
                  <a:pt x="20523" y="0"/>
                </a:lnTo>
                <a:lnTo>
                  <a:pt x="56308" y="0"/>
                </a:lnTo>
                <a:lnTo>
                  <a:pt x="27627" y="101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1724373" y="8140986"/>
            <a:ext cx="301625" cy="331470"/>
          </a:xfrm>
          <a:custGeom>
            <a:avLst/>
            <a:gdLst/>
            <a:ahLst/>
            <a:cxnLst/>
            <a:rect l="l" t="t" r="r" b="b"/>
            <a:pathLst>
              <a:path w="301625" h="331470">
                <a:moveTo>
                  <a:pt x="164977" y="34205"/>
                </a:moveTo>
                <a:lnTo>
                  <a:pt x="136296" y="34205"/>
                </a:lnTo>
                <a:lnTo>
                  <a:pt x="136296" y="0"/>
                </a:lnTo>
                <a:lnTo>
                  <a:pt x="164977" y="0"/>
                </a:lnTo>
                <a:lnTo>
                  <a:pt x="164977" y="34205"/>
                </a:lnTo>
                <a:close/>
              </a:path>
              <a:path w="301625" h="331470">
                <a:moveTo>
                  <a:pt x="270752" y="57623"/>
                </a:moveTo>
                <a:lnTo>
                  <a:pt x="31048" y="57623"/>
                </a:lnTo>
                <a:lnTo>
                  <a:pt x="31048" y="34205"/>
                </a:lnTo>
                <a:lnTo>
                  <a:pt x="270752" y="34205"/>
                </a:lnTo>
                <a:lnTo>
                  <a:pt x="270752" y="57623"/>
                </a:lnTo>
                <a:close/>
              </a:path>
              <a:path w="301625" h="331470">
                <a:moveTo>
                  <a:pt x="27364" y="149453"/>
                </a:moveTo>
                <a:lnTo>
                  <a:pt x="17892" y="127087"/>
                </a:lnTo>
                <a:lnTo>
                  <a:pt x="61952" y="118935"/>
                </a:lnTo>
                <a:lnTo>
                  <a:pt x="98637" y="104196"/>
                </a:lnTo>
                <a:lnTo>
                  <a:pt x="124123" y="83536"/>
                </a:lnTo>
                <a:lnTo>
                  <a:pt x="134586" y="57623"/>
                </a:lnTo>
                <a:lnTo>
                  <a:pt x="166555" y="57623"/>
                </a:lnTo>
                <a:lnTo>
                  <a:pt x="176910" y="83536"/>
                </a:lnTo>
                <a:lnTo>
                  <a:pt x="184845" y="89987"/>
                </a:lnTo>
                <a:lnTo>
                  <a:pt x="150637" y="89987"/>
                </a:lnTo>
                <a:lnTo>
                  <a:pt x="130524" y="112673"/>
                </a:lnTo>
                <a:lnTo>
                  <a:pt x="101828" y="130179"/>
                </a:lnTo>
                <a:lnTo>
                  <a:pt x="66717" y="142455"/>
                </a:lnTo>
                <a:lnTo>
                  <a:pt x="27364" y="149453"/>
                </a:lnTo>
                <a:close/>
              </a:path>
              <a:path w="301625" h="331470">
                <a:moveTo>
                  <a:pt x="273909" y="149453"/>
                </a:moveTo>
                <a:lnTo>
                  <a:pt x="234352" y="142455"/>
                </a:lnTo>
                <a:lnTo>
                  <a:pt x="199199" y="130179"/>
                </a:lnTo>
                <a:lnTo>
                  <a:pt x="170582" y="112673"/>
                </a:lnTo>
                <a:lnTo>
                  <a:pt x="150637" y="89987"/>
                </a:lnTo>
                <a:lnTo>
                  <a:pt x="184845" y="89987"/>
                </a:lnTo>
                <a:lnTo>
                  <a:pt x="202324" y="104196"/>
                </a:lnTo>
                <a:lnTo>
                  <a:pt x="239060" y="118935"/>
                </a:lnTo>
                <a:lnTo>
                  <a:pt x="283381" y="127087"/>
                </a:lnTo>
                <a:lnTo>
                  <a:pt x="273909" y="149453"/>
                </a:lnTo>
                <a:close/>
              </a:path>
              <a:path w="301625" h="331470">
                <a:moveTo>
                  <a:pt x="301537" y="191815"/>
                </a:moveTo>
                <a:lnTo>
                  <a:pt x="0" y="191815"/>
                </a:lnTo>
                <a:lnTo>
                  <a:pt x="0" y="168134"/>
                </a:lnTo>
                <a:lnTo>
                  <a:pt x="301537" y="168134"/>
                </a:lnTo>
                <a:lnTo>
                  <a:pt x="301537" y="191815"/>
                </a:lnTo>
                <a:close/>
              </a:path>
              <a:path w="301625" h="331470">
                <a:moveTo>
                  <a:pt x="164977" y="229705"/>
                </a:moveTo>
                <a:lnTo>
                  <a:pt x="136296" y="229705"/>
                </a:lnTo>
                <a:lnTo>
                  <a:pt x="136296" y="191815"/>
                </a:lnTo>
                <a:lnTo>
                  <a:pt x="164977" y="191815"/>
                </a:lnTo>
                <a:lnTo>
                  <a:pt x="164977" y="229705"/>
                </a:lnTo>
                <a:close/>
              </a:path>
              <a:path w="301625" h="331470">
                <a:moveTo>
                  <a:pt x="264174" y="331270"/>
                </a:moveTo>
                <a:lnTo>
                  <a:pt x="234704" y="331270"/>
                </a:lnTo>
                <a:lnTo>
                  <a:pt x="234704" y="253649"/>
                </a:lnTo>
                <a:lnTo>
                  <a:pt x="33416" y="253649"/>
                </a:lnTo>
                <a:lnTo>
                  <a:pt x="33416" y="229705"/>
                </a:lnTo>
                <a:lnTo>
                  <a:pt x="264174" y="229705"/>
                </a:lnTo>
                <a:lnTo>
                  <a:pt x="264174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2054064" y="8139408"/>
            <a:ext cx="274320" cy="329565"/>
          </a:xfrm>
          <a:custGeom>
            <a:avLst/>
            <a:gdLst/>
            <a:ahLst/>
            <a:cxnLst/>
            <a:rect l="l" t="t" r="r" b="b"/>
            <a:pathLst>
              <a:path w="274319" h="329565">
                <a:moveTo>
                  <a:pt x="109458" y="36573"/>
                </a:moveTo>
                <a:lnTo>
                  <a:pt x="80515" y="36573"/>
                </a:lnTo>
                <a:lnTo>
                  <a:pt x="80515" y="0"/>
                </a:lnTo>
                <a:lnTo>
                  <a:pt x="109458" y="0"/>
                </a:lnTo>
                <a:lnTo>
                  <a:pt x="109458" y="36573"/>
                </a:lnTo>
                <a:close/>
              </a:path>
              <a:path w="274319" h="329565">
                <a:moveTo>
                  <a:pt x="273909" y="198656"/>
                </a:moveTo>
                <a:lnTo>
                  <a:pt x="244703" y="198656"/>
                </a:lnTo>
                <a:lnTo>
                  <a:pt x="244703" y="169187"/>
                </a:lnTo>
                <a:lnTo>
                  <a:pt x="186816" y="169187"/>
                </a:lnTo>
                <a:lnTo>
                  <a:pt x="186816" y="144979"/>
                </a:lnTo>
                <a:lnTo>
                  <a:pt x="244703" y="144979"/>
                </a:lnTo>
                <a:lnTo>
                  <a:pt x="244703" y="104722"/>
                </a:lnTo>
                <a:lnTo>
                  <a:pt x="187079" y="104722"/>
                </a:lnTo>
                <a:lnTo>
                  <a:pt x="187079" y="80515"/>
                </a:lnTo>
                <a:lnTo>
                  <a:pt x="244703" y="80515"/>
                </a:lnTo>
                <a:lnTo>
                  <a:pt x="244703" y="3157"/>
                </a:lnTo>
                <a:lnTo>
                  <a:pt x="273909" y="3157"/>
                </a:lnTo>
                <a:lnTo>
                  <a:pt x="273909" y="198656"/>
                </a:lnTo>
                <a:close/>
              </a:path>
              <a:path w="274319" h="329565">
                <a:moveTo>
                  <a:pt x="187342" y="60517"/>
                </a:moveTo>
                <a:lnTo>
                  <a:pt x="0" y="60517"/>
                </a:lnTo>
                <a:lnTo>
                  <a:pt x="0" y="36573"/>
                </a:lnTo>
                <a:lnTo>
                  <a:pt x="187342" y="36573"/>
                </a:lnTo>
                <a:lnTo>
                  <a:pt x="187342" y="60517"/>
                </a:lnTo>
                <a:close/>
              </a:path>
              <a:path w="274319" h="329565">
                <a:moveTo>
                  <a:pt x="94723" y="195762"/>
                </a:moveTo>
                <a:lnTo>
                  <a:pt x="64098" y="191544"/>
                </a:lnTo>
                <a:lnTo>
                  <a:pt x="40356" y="179580"/>
                </a:lnTo>
                <a:lnTo>
                  <a:pt x="25049" y="160907"/>
                </a:lnTo>
                <a:lnTo>
                  <a:pt x="19734" y="136560"/>
                </a:lnTo>
                <a:lnTo>
                  <a:pt x="25049" y="112019"/>
                </a:lnTo>
                <a:lnTo>
                  <a:pt x="40356" y="93177"/>
                </a:lnTo>
                <a:lnTo>
                  <a:pt x="64098" y="81094"/>
                </a:lnTo>
                <a:lnTo>
                  <a:pt x="94723" y="76831"/>
                </a:lnTo>
                <a:lnTo>
                  <a:pt x="125134" y="81094"/>
                </a:lnTo>
                <a:lnTo>
                  <a:pt x="148959" y="93177"/>
                </a:lnTo>
                <a:lnTo>
                  <a:pt x="154156" y="99459"/>
                </a:lnTo>
                <a:lnTo>
                  <a:pt x="94723" y="99459"/>
                </a:lnTo>
                <a:lnTo>
                  <a:pt x="75034" y="102111"/>
                </a:lnTo>
                <a:lnTo>
                  <a:pt x="59958" y="109623"/>
                </a:lnTo>
                <a:lnTo>
                  <a:pt x="50359" y="121327"/>
                </a:lnTo>
                <a:lnTo>
                  <a:pt x="47098" y="136560"/>
                </a:lnTo>
                <a:lnTo>
                  <a:pt x="50359" y="151681"/>
                </a:lnTo>
                <a:lnTo>
                  <a:pt x="59958" y="163398"/>
                </a:lnTo>
                <a:lnTo>
                  <a:pt x="75034" y="170971"/>
                </a:lnTo>
                <a:lnTo>
                  <a:pt x="94723" y="173660"/>
                </a:lnTo>
                <a:lnTo>
                  <a:pt x="153901" y="173660"/>
                </a:lnTo>
                <a:lnTo>
                  <a:pt x="148959" y="179580"/>
                </a:lnTo>
                <a:lnTo>
                  <a:pt x="125134" y="191544"/>
                </a:lnTo>
                <a:lnTo>
                  <a:pt x="94723" y="195762"/>
                </a:lnTo>
                <a:close/>
              </a:path>
              <a:path w="274319" h="329565">
                <a:moveTo>
                  <a:pt x="153901" y="173660"/>
                </a:moveTo>
                <a:lnTo>
                  <a:pt x="94723" y="173660"/>
                </a:lnTo>
                <a:lnTo>
                  <a:pt x="114198" y="170971"/>
                </a:lnTo>
                <a:lnTo>
                  <a:pt x="129357" y="163398"/>
                </a:lnTo>
                <a:lnTo>
                  <a:pt x="139236" y="151681"/>
                </a:lnTo>
                <a:lnTo>
                  <a:pt x="142875" y="136560"/>
                </a:lnTo>
                <a:lnTo>
                  <a:pt x="139236" y="121327"/>
                </a:lnTo>
                <a:lnTo>
                  <a:pt x="129357" y="109623"/>
                </a:lnTo>
                <a:lnTo>
                  <a:pt x="114198" y="102111"/>
                </a:lnTo>
                <a:lnTo>
                  <a:pt x="94723" y="99459"/>
                </a:lnTo>
                <a:lnTo>
                  <a:pt x="154156" y="99459"/>
                </a:lnTo>
                <a:lnTo>
                  <a:pt x="164545" y="112019"/>
                </a:lnTo>
                <a:lnTo>
                  <a:pt x="170239" y="136560"/>
                </a:lnTo>
                <a:lnTo>
                  <a:pt x="164545" y="160907"/>
                </a:lnTo>
                <a:lnTo>
                  <a:pt x="153901" y="173660"/>
                </a:lnTo>
                <a:close/>
              </a:path>
              <a:path w="274319" h="329565">
                <a:moveTo>
                  <a:pt x="273909" y="329428"/>
                </a:moveTo>
                <a:lnTo>
                  <a:pt x="58676" y="329428"/>
                </a:lnTo>
                <a:lnTo>
                  <a:pt x="58676" y="212602"/>
                </a:lnTo>
                <a:lnTo>
                  <a:pt x="87619" y="212602"/>
                </a:lnTo>
                <a:lnTo>
                  <a:pt x="87619" y="247334"/>
                </a:lnTo>
                <a:lnTo>
                  <a:pt x="273909" y="247334"/>
                </a:lnTo>
                <a:lnTo>
                  <a:pt x="273909" y="270225"/>
                </a:lnTo>
                <a:lnTo>
                  <a:pt x="87619" y="270225"/>
                </a:lnTo>
                <a:lnTo>
                  <a:pt x="87619" y="306010"/>
                </a:lnTo>
                <a:lnTo>
                  <a:pt x="273909" y="306010"/>
                </a:lnTo>
                <a:lnTo>
                  <a:pt x="273909" y="329428"/>
                </a:lnTo>
                <a:close/>
              </a:path>
              <a:path w="274319" h="329565">
                <a:moveTo>
                  <a:pt x="273909" y="247334"/>
                </a:moveTo>
                <a:lnTo>
                  <a:pt x="244966" y="247334"/>
                </a:lnTo>
                <a:lnTo>
                  <a:pt x="244966" y="212602"/>
                </a:lnTo>
                <a:lnTo>
                  <a:pt x="273909" y="212602"/>
                </a:lnTo>
                <a:lnTo>
                  <a:pt x="273909" y="247334"/>
                </a:lnTo>
                <a:close/>
              </a:path>
              <a:path w="274319" h="329565">
                <a:moveTo>
                  <a:pt x="273909" y="306010"/>
                </a:moveTo>
                <a:lnTo>
                  <a:pt x="244966" y="306010"/>
                </a:lnTo>
                <a:lnTo>
                  <a:pt x="244966" y="270225"/>
                </a:lnTo>
                <a:lnTo>
                  <a:pt x="273909" y="270225"/>
                </a:lnTo>
                <a:lnTo>
                  <a:pt x="273909" y="3060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2395596" y="8142565"/>
            <a:ext cx="260350" cy="331470"/>
          </a:xfrm>
          <a:custGeom>
            <a:avLst/>
            <a:gdLst/>
            <a:ahLst/>
            <a:cxnLst/>
            <a:rect l="l" t="t" r="r" b="b"/>
            <a:pathLst>
              <a:path w="260350" h="331470">
                <a:moveTo>
                  <a:pt x="260227" y="331270"/>
                </a:moveTo>
                <a:lnTo>
                  <a:pt x="231020" y="331270"/>
                </a:lnTo>
                <a:lnTo>
                  <a:pt x="231020" y="0"/>
                </a:lnTo>
                <a:lnTo>
                  <a:pt x="260227" y="0"/>
                </a:lnTo>
                <a:lnTo>
                  <a:pt x="260227" y="331270"/>
                </a:lnTo>
                <a:close/>
              </a:path>
              <a:path w="260350" h="331470">
                <a:moveTo>
                  <a:pt x="84462" y="256017"/>
                </a:moveTo>
                <a:lnTo>
                  <a:pt x="50395" y="247926"/>
                </a:lnTo>
                <a:lnTo>
                  <a:pt x="23680" y="224837"/>
                </a:lnTo>
                <a:lnTo>
                  <a:pt x="6240" y="188526"/>
                </a:lnTo>
                <a:lnTo>
                  <a:pt x="0" y="140770"/>
                </a:lnTo>
                <a:lnTo>
                  <a:pt x="6240" y="93161"/>
                </a:lnTo>
                <a:lnTo>
                  <a:pt x="23680" y="56900"/>
                </a:lnTo>
                <a:lnTo>
                  <a:pt x="50395" y="33761"/>
                </a:lnTo>
                <a:lnTo>
                  <a:pt x="84462" y="25522"/>
                </a:lnTo>
                <a:lnTo>
                  <a:pt x="118306" y="33761"/>
                </a:lnTo>
                <a:lnTo>
                  <a:pt x="138888" y="51571"/>
                </a:lnTo>
                <a:lnTo>
                  <a:pt x="84462" y="51571"/>
                </a:lnTo>
                <a:lnTo>
                  <a:pt x="61677" y="58071"/>
                </a:lnTo>
                <a:lnTo>
                  <a:pt x="43875" y="76140"/>
                </a:lnTo>
                <a:lnTo>
                  <a:pt x="32289" y="104224"/>
                </a:lnTo>
                <a:lnTo>
                  <a:pt x="28154" y="140770"/>
                </a:lnTo>
                <a:lnTo>
                  <a:pt x="32289" y="177463"/>
                </a:lnTo>
                <a:lnTo>
                  <a:pt x="43875" y="205596"/>
                </a:lnTo>
                <a:lnTo>
                  <a:pt x="61677" y="223616"/>
                </a:lnTo>
                <a:lnTo>
                  <a:pt x="84462" y="229968"/>
                </a:lnTo>
                <a:lnTo>
                  <a:pt x="139103" y="229968"/>
                </a:lnTo>
                <a:lnTo>
                  <a:pt x="118306" y="247926"/>
                </a:lnTo>
                <a:lnTo>
                  <a:pt x="84462" y="256017"/>
                </a:lnTo>
                <a:close/>
              </a:path>
              <a:path w="260350" h="331470">
                <a:moveTo>
                  <a:pt x="139103" y="229968"/>
                </a:moveTo>
                <a:lnTo>
                  <a:pt x="84462" y="229968"/>
                </a:lnTo>
                <a:lnTo>
                  <a:pt x="107205" y="223616"/>
                </a:lnTo>
                <a:lnTo>
                  <a:pt x="124916" y="205596"/>
                </a:lnTo>
                <a:lnTo>
                  <a:pt x="136412" y="177463"/>
                </a:lnTo>
                <a:lnTo>
                  <a:pt x="140506" y="140770"/>
                </a:lnTo>
                <a:lnTo>
                  <a:pt x="136412" y="104224"/>
                </a:lnTo>
                <a:lnTo>
                  <a:pt x="124916" y="76140"/>
                </a:lnTo>
                <a:lnTo>
                  <a:pt x="107205" y="58071"/>
                </a:lnTo>
                <a:lnTo>
                  <a:pt x="84462" y="51571"/>
                </a:lnTo>
                <a:lnTo>
                  <a:pt x="138888" y="51571"/>
                </a:lnTo>
                <a:lnTo>
                  <a:pt x="145045" y="56900"/>
                </a:lnTo>
                <a:lnTo>
                  <a:pt x="162609" y="93161"/>
                </a:lnTo>
                <a:lnTo>
                  <a:pt x="168924" y="140770"/>
                </a:lnTo>
                <a:lnTo>
                  <a:pt x="162609" y="188526"/>
                </a:lnTo>
                <a:lnTo>
                  <a:pt x="145045" y="224837"/>
                </a:lnTo>
                <a:lnTo>
                  <a:pt x="139103" y="229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2806297" y="8142828"/>
            <a:ext cx="283210" cy="323215"/>
          </a:xfrm>
          <a:custGeom>
            <a:avLst/>
            <a:gdLst/>
            <a:ahLst/>
            <a:cxnLst/>
            <a:rect l="l" t="t" r="r" b="b"/>
            <a:pathLst>
              <a:path w="283210" h="323215">
                <a:moveTo>
                  <a:pt x="274435" y="251281"/>
                </a:moveTo>
                <a:lnTo>
                  <a:pt x="244966" y="251281"/>
                </a:lnTo>
                <a:lnTo>
                  <a:pt x="244966" y="216812"/>
                </a:lnTo>
                <a:lnTo>
                  <a:pt x="176817" y="216812"/>
                </a:lnTo>
                <a:lnTo>
                  <a:pt x="176817" y="195499"/>
                </a:lnTo>
                <a:lnTo>
                  <a:pt x="244966" y="195499"/>
                </a:lnTo>
                <a:lnTo>
                  <a:pt x="244966" y="0"/>
                </a:lnTo>
                <a:lnTo>
                  <a:pt x="274435" y="0"/>
                </a:lnTo>
                <a:lnTo>
                  <a:pt x="274435" y="251281"/>
                </a:lnTo>
                <a:close/>
              </a:path>
              <a:path w="283210" h="323215">
                <a:moveTo>
                  <a:pt x="108669" y="128403"/>
                </a:moveTo>
                <a:lnTo>
                  <a:pt x="75195" y="124398"/>
                </a:lnTo>
                <a:lnTo>
                  <a:pt x="49269" y="112944"/>
                </a:lnTo>
                <a:lnTo>
                  <a:pt x="32520" y="94879"/>
                </a:lnTo>
                <a:lnTo>
                  <a:pt x="26575" y="71042"/>
                </a:lnTo>
                <a:lnTo>
                  <a:pt x="32520" y="47386"/>
                </a:lnTo>
                <a:lnTo>
                  <a:pt x="49269" y="29206"/>
                </a:lnTo>
                <a:lnTo>
                  <a:pt x="75195" y="17538"/>
                </a:lnTo>
                <a:lnTo>
                  <a:pt x="108669" y="13419"/>
                </a:lnTo>
                <a:lnTo>
                  <a:pt x="141843" y="17538"/>
                </a:lnTo>
                <a:lnTo>
                  <a:pt x="167641" y="29206"/>
                </a:lnTo>
                <a:lnTo>
                  <a:pt x="173466" y="35521"/>
                </a:lnTo>
                <a:lnTo>
                  <a:pt x="108669" y="35521"/>
                </a:lnTo>
                <a:lnTo>
                  <a:pt x="86509" y="37963"/>
                </a:lnTo>
                <a:lnTo>
                  <a:pt x="69332" y="45191"/>
                </a:lnTo>
                <a:lnTo>
                  <a:pt x="58273" y="56464"/>
                </a:lnTo>
                <a:lnTo>
                  <a:pt x="54466" y="71042"/>
                </a:lnTo>
                <a:lnTo>
                  <a:pt x="58273" y="85695"/>
                </a:lnTo>
                <a:lnTo>
                  <a:pt x="69332" y="96894"/>
                </a:lnTo>
                <a:lnTo>
                  <a:pt x="86509" y="104048"/>
                </a:lnTo>
                <a:lnTo>
                  <a:pt x="108669" y="106564"/>
                </a:lnTo>
                <a:lnTo>
                  <a:pt x="173564" y="106564"/>
                </a:lnTo>
                <a:lnTo>
                  <a:pt x="167641" y="112944"/>
                </a:lnTo>
                <a:lnTo>
                  <a:pt x="141843" y="124398"/>
                </a:lnTo>
                <a:lnTo>
                  <a:pt x="108669" y="128403"/>
                </a:lnTo>
                <a:close/>
              </a:path>
              <a:path w="283210" h="323215">
                <a:moveTo>
                  <a:pt x="173564" y="106564"/>
                </a:moveTo>
                <a:lnTo>
                  <a:pt x="108669" y="106564"/>
                </a:lnTo>
                <a:lnTo>
                  <a:pt x="130269" y="104048"/>
                </a:lnTo>
                <a:lnTo>
                  <a:pt x="147282" y="96894"/>
                </a:lnTo>
                <a:lnTo>
                  <a:pt x="158473" y="85695"/>
                </a:lnTo>
                <a:lnTo>
                  <a:pt x="162609" y="71042"/>
                </a:lnTo>
                <a:lnTo>
                  <a:pt x="158473" y="56464"/>
                </a:lnTo>
                <a:lnTo>
                  <a:pt x="147282" y="45191"/>
                </a:lnTo>
                <a:lnTo>
                  <a:pt x="130269" y="37963"/>
                </a:lnTo>
                <a:lnTo>
                  <a:pt x="108669" y="35521"/>
                </a:lnTo>
                <a:lnTo>
                  <a:pt x="173466" y="35521"/>
                </a:lnTo>
                <a:lnTo>
                  <a:pt x="184411" y="47386"/>
                </a:lnTo>
                <a:lnTo>
                  <a:pt x="190500" y="71042"/>
                </a:lnTo>
                <a:lnTo>
                  <a:pt x="184411" y="94879"/>
                </a:lnTo>
                <a:lnTo>
                  <a:pt x="173564" y="106564"/>
                </a:lnTo>
                <a:close/>
              </a:path>
              <a:path w="283210" h="323215">
                <a:moveTo>
                  <a:pt x="25512" y="177115"/>
                </a:moveTo>
                <a:lnTo>
                  <a:pt x="3946" y="177080"/>
                </a:lnTo>
                <a:lnTo>
                  <a:pt x="0" y="153136"/>
                </a:lnTo>
                <a:lnTo>
                  <a:pt x="49651" y="152762"/>
                </a:lnTo>
                <a:lnTo>
                  <a:pt x="104163" y="151525"/>
                </a:lnTo>
                <a:lnTo>
                  <a:pt x="160401" y="148659"/>
                </a:lnTo>
                <a:lnTo>
                  <a:pt x="215233" y="143401"/>
                </a:lnTo>
                <a:lnTo>
                  <a:pt x="217338" y="164714"/>
                </a:lnTo>
                <a:lnTo>
                  <a:pt x="194917" y="167953"/>
                </a:lnTo>
                <a:lnTo>
                  <a:pt x="172163" y="170601"/>
                </a:lnTo>
                <a:lnTo>
                  <a:pt x="149237" y="172706"/>
                </a:lnTo>
                <a:lnTo>
                  <a:pt x="126298" y="174318"/>
                </a:lnTo>
                <a:lnTo>
                  <a:pt x="126298" y="175765"/>
                </a:lnTo>
                <a:lnTo>
                  <a:pt x="97091" y="175765"/>
                </a:lnTo>
                <a:lnTo>
                  <a:pt x="72344" y="176544"/>
                </a:lnTo>
                <a:lnTo>
                  <a:pt x="48397" y="176965"/>
                </a:lnTo>
                <a:lnTo>
                  <a:pt x="25512" y="177115"/>
                </a:lnTo>
                <a:close/>
              </a:path>
              <a:path w="283210" h="323215">
                <a:moveTo>
                  <a:pt x="126298" y="239703"/>
                </a:moveTo>
                <a:lnTo>
                  <a:pt x="97091" y="239703"/>
                </a:lnTo>
                <a:lnTo>
                  <a:pt x="97091" y="175765"/>
                </a:lnTo>
                <a:lnTo>
                  <a:pt x="126298" y="175765"/>
                </a:lnTo>
                <a:lnTo>
                  <a:pt x="126298" y="239703"/>
                </a:lnTo>
                <a:close/>
              </a:path>
              <a:path w="283210" h="323215">
                <a:moveTo>
                  <a:pt x="282592" y="323113"/>
                </a:moveTo>
                <a:lnTo>
                  <a:pt x="47625" y="323113"/>
                </a:lnTo>
                <a:lnTo>
                  <a:pt x="47625" y="226547"/>
                </a:lnTo>
                <a:lnTo>
                  <a:pt x="76831" y="226547"/>
                </a:lnTo>
                <a:lnTo>
                  <a:pt x="76831" y="298906"/>
                </a:lnTo>
                <a:lnTo>
                  <a:pt x="282592" y="298906"/>
                </a:lnTo>
                <a:lnTo>
                  <a:pt x="282592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3135726" y="8142565"/>
            <a:ext cx="313690" cy="330835"/>
          </a:xfrm>
          <a:custGeom>
            <a:avLst/>
            <a:gdLst/>
            <a:ahLst/>
            <a:cxnLst/>
            <a:rect l="l" t="t" r="r" b="b"/>
            <a:pathLst>
              <a:path w="313689" h="330834">
                <a:moveTo>
                  <a:pt x="257859" y="330743"/>
                </a:moveTo>
                <a:lnTo>
                  <a:pt x="228915" y="330743"/>
                </a:lnTo>
                <a:lnTo>
                  <a:pt x="228915" y="0"/>
                </a:lnTo>
                <a:lnTo>
                  <a:pt x="257859" y="0"/>
                </a:lnTo>
                <a:lnTo>
                  <a:pt x="257859" y="136296"/>
                </a:lnTo>
                <a:lnTo>
                  <a:pt x="313114" y="136296"/>
                </a:lnTo>
                <a:lnTo>
                  <a:pt x="313114" y="160767"/>
                </a:lnTo>
                <a:lnTo>
                  <a:pt x="257859" y="160767"/>
                </a:lnTo>
                <a:lnTo>
                  <a:pt x="257859" y="330743"/>
                </a:lnTo>
                <a:close/>
              </a:path>
              <a:path w="313689" h="330834">
                <a:moveTo>
                  <a:pt x="114194" y="53150"/>
                </a:moveTo>
                <a:lnTo>
                  <a:pt x="84988" y="53150"/>
                </a:lnTo>
                <a:lnTo>
                  <a:pt x="84988" y="3946"/>
                </a:lnTo>
                <a:lnTo>
                  <a:pt x="114194" y="3946"/>
                </a:lnTo>
                <a:lnTo>
                  <a:pt x="114194" y="53150"/>
                </a:lnTo>
                <a:close/>
              </a:path>
              <a:path w="313689" h="330834">
                <a:moveTo>
                  <a:pt x="196814" y="77357"/>
                </a:moveTo>
                <a:lnTo>
                  <a:pt x="0" y="77357"/>
                </a:lnTo>
                <a:lnTo>
                  <a:pt x="0" y="53150"/>
                </a:lnTo>
                <a:lnTo>
                  <a:pt x="196814" y="53150"/>
                </a:lnTo>
                <a:lnTo>
                  <a:pt x="196814" y="77357"/>
                </a:lnTo>
                <a:close/>
              </a:path>
              <a:path w="313689" h="330834">
                <a:moveTo>
                  <a:pt x="99986" y="256543"/>
                </a:moveTo>
                <a:lnTo>
                  <a:pt x="67416" y="250993"/>
                </a:lnTo>
                <a:lnTo>
                  <a:pt x="41704" y="235428"/>
                </a:lnTo>
                <a:lnTo>
                  <a:pt x="24873" y="211475"/>
                </a:lnTo>
                <a:lnTo>
                  <a:pt x="18944" y="180764"/>
                </a:lnTo>
                <a:lnTo>
                  <a:pt x="24873" y="150012"/>
                </a:lnTo>
                <a:lnTo>
                  <a:pt x="41704" y="125969"/>
                </a:lnTo>
                <a:lnTo>
                  <a:pt x="67416" y="110313"/>
                </a:lnTo>
                <a:lnTo>
                  <a:pt x="99986" y="104722"/>
                </a:lnTo>
                <a:lnTo>
                  <a:pt x="132370" y="110313"/>
                </a:lnTo>
                <a:lnTo>
                  <a:pt x="157971" y="125969"/>
                </a:lnTo>
                <a:lnTo>
                  <a:pt x="160233" y="129192"/>
                </a:lnTo>
                <a:lnTo>
                  <a:pt x="99986" y="129192"/>
                </a:lnTo>
                <a:lnTo>
                  <a:pt x="78656" y="133032"/>
                </a:lnTo>
                <a:lnTo>
                  <a:pt x="61767" y="143730"/>
                </a:lnTo>
                <a:lnTo>
                  <a:pt x="50700" y="160051"/>
                </a:lnTo>
                <a:lnTo>
                  <a:pt x="46835" y="180764"/>
                </a:lnTo>
                <a:lnTo>
                  <a:pt x="50700" y="201431"/>
                </a:lnTo>
                <a:lnTo>
                  <a:pt x="61767" y="217634"/>
                </a:lnTo>
                <a:lnTo>
                  <a:pt x="78656" y="228163"/>
                </a:lnTo>
                <a:lnTo>
                  <a:pt x="99986" y="231810"/>
                </a:lnTo>
                <a:lnTo>
                  <a:pt x="160519" y="231810"/>
                </a:lnTo>
                <a:lnTo>
                  <a:pt x="157971" y="235428"/>
                </a:lnTo>
                <a:lnTo>
                  <a:pt x="132370" y="250993"/>
                </a:lnTo>
                <a:lnTo>
                  <a:pt x="99986" y="256543"/>
                </a:lnTo>
                <a:close/>
              </a:path>
              <a:path w="313689" h="330834">
                <a:moveTo>
                  <a:pt x="160519" y="231810"/>
                </a:moveTo>
                <a:lnTo>
                  <a:pt x="99986" y="231810"/>
                </a:lnTo>
                <a:lnTo>
                  <a:pt x="121130" y="228163"/>
                </a:lnTo>
                <a:lnTo>
                  <a:pt x="137908" y="217634"/>
                </a:lnTo>
                <a:lnTo>
                  <a:pt x="149013" y="201431"/>
                </a:lnTo>
                <a:lnTo>
                  <a:pt x="153136" y="180764"/>
                </a:lnTo>
                <a:lnTo>
                  <a:pt x="149013" y="160051"/>
                </a:lnTo>
                <a:lnTo>
                  <a:pt x="137908" y="143730"/>
                </a:lnTo>
                <a:lnTo>
                  <a:pt x="121130" y="133032"/>
                </a:lnTo>
                <a:lnTo>
                  <a:pt x="99986" y="129192"/>
                </a:lnTo>
                <a:lnTo>
                  <a:pt x="160233" y="129192"/>
                </a:lnTo>
                <a:lnTo>
                  <a:pt x="174840" y="150012"/>
                </a:lnTo>
                <a:lnTo>
                  <a:pt x="181027" y="180764"/>
                </a:lnTo>
                <a:lnTo>
                  <a:pt x="174840" y="211475"/>
                </a:lnTo>
                <a:lnTo>
                  <a:pt x="160519" y="2318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3508042" y="8154669"/>
            <a:ext cx="29209" cy="87630"/>
          </a:xfrm>
          <a:custGeom>
            <a:avLst/>
            <a:gdLst/>
            <a:ahLst/>
            <a:cxnLst/>
            <a:rect l="l" t="t" r="r" b="b"/>
            <a:pathLst>
              <a:path w="29210" h="87629">
                <a:moveTo>
                  <a:pt x="0" y="0"/>
                </a:moveTo>
                <a:lnTo>
                  <a:pt x="28943" y="0"/>
                </a:lnTo>
                <a:lnTo>
                  <a:pt x="28943" y="87629"/>
                </a:lnTo>
                <a:lnTo>
                  <a:pt x="0" y="87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3508042" y="8242300"/>
            <a:ext cx="226695" cy="24130"/>
          </a:xfrm>
          <a:custGeom>
            <a:avLst/>
            <a:gdLst/>
            <a:ahLst/>
            <a:cxnLst/>
            <a:rect l="l" t="t" r="r" b="b"/>
            <a:pathLst>
              <a:path w="226695" h="24129">
                <a:moveTo>
                  <a:pt x="0" y="0"/>
                </a:moveTo>
                <a:lnTo>
                  <a:pt x="226284" y="0"/>
                </a:lnTo>
                <a:lnTo>
                  <a:pt x="22628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3466469" y="8311489"/>
            <a:ext cx="302895" cy="24130"/>
          </a:xfrm>
          <a:custGeom>
            <a:avLst/>
            <a:gdLst/>
            <a:ahLst/>
            <a:cxnLst/>
            <a:rect l="l" t="t" r="r" b="b"/>
            <a:pathLst>
              <a:path w="302895" h="24129">
                <a:moveTo>
                  <a:pt x="302852" y="23680"/>
                </a:moveTo>
                <a:lnTo>
                  <a:pt x="0" y="23680"/>
                </a:lnTo>
                <a:lnTo>
                  <a:pt x="0" y="0"/>
                </a:lnTo>
                <a:lnTo>
                  <a:pt x="302852" y="0"/>
                </a:lnTo>
                <a:lnTo>
                  <a:pt x="302852" y="236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3505937" y="8369300"/>
            <a:ext cx="29209" cy="71120"/>
          </a:xfrm>
          <a:custGeom>
            <a:avLst/>
            <a:gdLst/>
            <a:ahLst/>
            <a:cxnLst/>
            <a:rect l="l" t="t" r="r" b="b"/>
            <a:pathLst>
              <a:path w="29210" h="71120">
                <a:moveTo>
                  <a:pt x="0" y="0"/>
                </a:moveTo>
                <a:lnTo>
                  <a:pt x="28943" y="0"/>
                </a:lnTo>
                <a:lnTo>
                  <a:pt x="28943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3505937" y="8440419"/>
            <a:ext cx="230504" cy="24130"/>
          </a:xfrm>
          <a:custGeom>
            <a:avLst/>
            <a:gdLst/>
            <a:ahLst/>
            <a:cxnLst/>
            <a:rect l="l" t="t" r="r" b="b"/>
            <a:pathLst>
              <a:path w="230504" h="24129">
                <a:moveTo>
                  <a:pt x="0" y="0"/>
                </a:moveTo>
                <a:lnTo>
                  <a:pt x="230494" y="0"/>
                </a:lnTo>
                <a:lnTo>
                  <a:pt x="23049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3892318" y="8139671"/>
            <a:ext cx="276225" cy="333375"/>
          </a:xfrm>
          <a:custGeom>
            <a:avLst/>
            <a:gdLst/>
            <a:ahLst/>
            <a:cxnLst/>
            <a:rect l="l" t="t" r="r" b="b"/>
            <a:pathLst>
              <a:path w="276225" h="333375">
                <a:moveTo>
                  <a:pt x="109458" y="39994"/>
                </a:moveTo>
                <a:lnTo>
                  <a:pt x="80515" y="39994"/>
                </a:lnTo>
                <a:lnTo>
                  <a:pt x="80515" y="0"/>
                </a:lnTo>
                <a:lnTo>
                  <a:pt x="109458" y="0"/>
                </a:lnTo>
                <a:lnTo>
                  <a:pt x="109458" y="39994"/>
                </a:lnTo>
                <a:close/>
              </a:path>
              <a:path w="276225" h="333375">
                <a:moveTo>
                  <a:pt x="273909" y="216812"/>
                </a:moveTo>
                <a:lnTo>
                  <a:pt x="244703" y="216812"/>
                </a:lnTo>
                <a:lnTo>
                  <a:pt x="244703" y="171029"/>
                </a:lnTo>
                <a:lnTo>
                  <a:pt x="186816" y="171029"/>
                </a:lnTo>
                <a:lnTo>
                  <a:pt x="186816" y="146821"/>
                </a:lnTo>
                <a:lnTo>
                  <a:pt x="244703" y="146821"/>
                </a:lnTo>
                <a:lnTo>
                  <a:pt x="244703" y="106564"/>
                </a:lnTo>
                <a:lnTo>
                  <a:pt x="187079" y="106564"/>
                </a:lnTo>
                <a:lnTo>
                  <a:pt x="187079" y="82357"/>
                </a:lnTo>
                <a:lnTo>
                  <a:pt x="244703" y="82357"/>
                </a:lnTo>
                <a:lnTo>
                  <a:pt x="244703" y="2894"/>
                </a:lnTo>
                <a:lnTo>
                  <a:pt x="273909" y="2894"/>
                </a:lnTo>
                <a:lnTo>
                  <a:pt x="273909" y="216812"/>
                </a:lnTo>
                <a:close/>
              </a:path>
              <a:path w="276225" h="333375">
                <a:moveTo>
                  <a:pt x="187342" y="63675"/>
                </a:moveTo>
                <a:lnTo>
                  <a:pt x="0" y="63675"/>
                </a:lnTo>
                <a:lnTo>
                  <a:pt x="0" y="39994"/>
                </a:lnTo>
                <a:lnTo>
                  <a:pt x="187342" y="39994"/>
                </a:lnTo>
                <a:lnTo>
                  <a:pt x="187342" y="63675"/>
                </a:lnTo>
                <a:close/>
              </a:path>
              <a:path w="276225" h="333375">
                <a:moveTo>
                  <a:pt x="94723" y="203129"/>
                </a:moveTo>
                <a:lnTo>
                  <a:pt x="64098" y="198771"/>
                </a:lnTo>
                <a:lnTo>
                  <a:pt x="40356" y="186421"/>
                </a:lnTo>
                <a:lnTo>
                  <a:pt x="25049" y="167164"/>
                </a:lnTo>
                <a:lnTo>
                  <a:pt x="19734" y="142085"/>
                </a:lnTo>
                <a:lnTo>
                  <a:pt x="25049" y="116854"/>
                </a:lnTo>
                <a:lnTo>
                  <a:pt x="40356" y="97519"/>
                </a:lnTo>
                <a:lnTo>
                  <a:pt x="64098" y="85140"/>
                </a:lnTo>
                <a:lnTo>
                  <a:pt x="94723" y="80778"/>
                </a:lnTo>
                <a:lnTo>
                  <a:pt x="125134" y="85140"/>
                </a:lnTo>
                <a:lnTo>
                  <a:pt x="148959" y="97519"/>
                </a:lnTo>
                <a:lnTo>
                  <a:pt x="153281" y="102880"/>
                </a:lnTo>
                <a:lnTo>
                  <a:pt x="94723" y="102880"/>
                </a:lnTo>
                <a:lnTo>
                  <a:pt x="75034" y="105824"/>
                </a:lnTo>
                <a:lnTo>
                  <a:pt x="59958" y="113800"/>
                </a:lnTo>
                <a:lnTo>
                  <a:pt x="50358" y="126117"/>
                </a:lnTo>
                <a:lnTo>
                  <a:pt x="47098" y="142085"/>
                </a:lnTo>
                <a:lnTo>
                  <a:pt x="50358" y="157897"/>
                </a:lnTo>
                <a:lnTo>
                  <a:pt x="59958" y="170108"/>
                </a:lnTo>
                <a:lnTo>
                  <a:pt x="75034" y="177977"/>
                </a:lnTo>
                <a:lnTo>
                  <a:pt x="94723" y="180764"/>
                </a:lnTo>
                <a:lnTo>
                  <a:pt x="153538" y="180764"/>
                </a:lnTo>
                <a:lnTo>
                  <a:pt x="148959" y="186421"/>
                </a:lnTo>
                <a:lnTo>
                  <a:pt x="125134" y="198771"/>
                </a:lnTo>
                <a:lnTo>
                  <a:pt x="94723" y="203129"/>
                </a:lnTo>
                <a:close/>
              </a:path>
              <a:path w="276225" h="333375">
                <a:moveTo>
                  <a:pt x="153538" y="180764"/>
                </a:moveTo>
                <a:lnTo>
                  <a:pt x="94723" y="180764"/>
                </a:lnTo>
                <a:lnTo>
                  <a:pt x="114198" y="177977"/>
                </a:lnTo>
                <a:lnTo>
                  <a:pt x="129357" y="170108"/>
                </a:lnTo>
                <a:lnTo>
                  <a:pt x="139236" y="157897"/>
                </a:lnTo>
                <a:lnTo>
                  <a:pt x="142875" y="142085"/>
                </a:lnTo>
                <a:lnTo>
                  <a:pt x="139236" y="126117"/>
                </a:lnTo>
                <a:lnTo>
                  <a:pt x="129357" y="113800"/>
                </a:lnTo>
                <a:lnTo>
                  <a:pt x="114198" y="105824"/>
                </a:lnTo>
                <a:lnTo>
                  <a:pt x="94723" y="102880"/>
                </a:lnTo>
                <a:lnTo>
                  <a:pt x="153281" y="102880"/>
                </a:lnTo>
                <a:lnTo>
                  <a:pt x="164545" y="116854"/>
                </a:lnTo>
                <a:lnTo>
                  <a:pt x="170239" y="142085"/>
                </a:lnTo>
                <a:lnTo>
                  <a:pt x="164545" y="167164"/>
                </a:lnTo>
                <a:lnTo>
                  <a:pt x="153538" y="180764"/>
                </a:lnTo>
                <a:close/>
              </a:path>
              <a:path w="276225" h="333375">
                <a:moveTo>
                  <a:pt x="164977" y="332848"/>
                </a:moveTo>
                <a:lnTo>
                  <a:pt x="118281" y="329045"/>
                </a:lnTo>
                <a:lnTo>
                  <a:pt x="83277" y="318015"/>
                </a:lnTo>
                <a:lnTo>
                  <a:pt x="61299" y="300324"/>
                </a:lnTo>
                <a:lnTo>
                  <a:pt x="53676" y="276540"/>
                </a:lnTo>
                <a:lnTo>
                  <a:pt x="61299" y="252493"/>
                </a:lnTo>
                <a:lnTo>
                  <a:pt x="83277" y="234737"/>
                </a:lnTo>
                <a:lnTo>
                  <a:pt x="118281" y="223739"/>
                </a:lnTo>
                <a:lnTo>
                  <a:pt x="164977" y="219969"/>
                </a:lnTo>
                <a:lnTo>
                  <a:pt x="211368" y="223739"/>
                </a:lnTo>
                <a:lnTo>
                  <a:pt x="246215" y="234737"/>
                </a:lnTo>
                <a:lnTo>
                  <a:pt x="256245" y="242861"/>
                </a:lnTo>
                <a:lnTo>
                  <a:pt x="164977" y="242861"/>
                </a:lnTo>
                <a:lnTo>
                  <a:pt x="131112" y="245089"/>
                </a:lnTo>
                <a:lnTo>
                  <a:pt x="105610" y="251609"/>
                </a:lnTo>
                <a:lnTo>
                  <a:pt x="89531" y="262175"/>
                </a:lnTo>
                <a:lnTo>
                  <a:pt x="83935" y="276540"/>
                </a:lnTo>
                <a:lnTo>
                  <a:pt x="89531" y="290679"/>
                </a:lnTo>
                <a:lnTo>
                  <a:pt x="105610" y="301241"/>
                </a:lnTo>
                <a:lnTo>
                  <a:pt x="131112" y="307806"/>
                </a:lnTo>
                <a:lnTo>
                  <a:pt x="164977" y="309957"/>
                </a:lnTo>
                <a:lnTo>
                  <a:pt x="256201" y="309957"/>
                </a:lnTo>
                <a:lnTo>
                  <a:pt x="246215" y="318015"/>
                </a:lnTo>
                <a:lnTo>
                  <a:pt x="211368" y="329045"/>
                </a:lnTo>
                <a:lnTo>
                  <a:pt x="164977" y="332848"/>
                </a:lnTo>
                <a:close/>
              </a:path>
              <a:path w="276225" h="333375">
                <a:moveTo>
                  <a:pt x="256201" y="309957"/>
                </a:moveTo>
                <a:lnTo>
                  <a:pt x="164977" y="309957"/>
                </a:lnTo>
                <a:lnTo>
                  <a:pt x="198344" y="307806"/>
                </a:lnTo>
                <a:lnTo>
                  <a:pt x="223521" y="301241"/>
                </a:lnTo>
                <a:lnTo>
                  <a:pt x="239424" y="290679"/>
                </a:lnTo>
                <a:lnTo>
                  <a:pt x="244966" y="276540"/>
                </a:lnTo>
                <a:lnTo>
                  <a:pt x="239424" y="262175"/>
                </a:lnTo>
                <a:lnTo>
                  <a:pt x="223521" y="251609"/>
                </a:lnTo>
                <a:lnTo>
                  <a:pt x="198344" y="245089"/>
                </a:lnTo>
                <a:lnTo>
                  <a:pt x="164977" y="242861"/>
                </a:lnTo>
                <a:lnTo>
                  <a:pt x="256245" y="242861"/>
                </a:lnTo>
                <a:lnTo>
                  <a:pt x="268137" y="252493"/>
                </a:lnTo>
                <a:lnTo>
                  <a:pt x="275751" y="276540"/>
                </a:lnTo>
                <a:lnTo>
                  <a:pt x="268137" y="300324"/>
                </a:lnTo>
                <a:lnTo>
                  <a:pt x="256201" y="309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4224640" y="8142565"/>
            <a:ext cx="270510" cy="330835"/>
          </a:xfrm>
          <a:custGeom>
            <a:avLst/>
            <a:gdLst/>
            <a:ahLst/>
            <a:cxnLst/>
            <a:rect l="l" t="t" r="r" b="b"/>
            <a:pathLst>
              <a:path w="270510" h="330834">
                <a:moveTo>
                  <a:pt x="269962" y="199183"/>
                </a:moveTo>
                <a:lnTo>
                  <a:pt x="240756" y="199183"/>
                </a:lnTo>
                <a:lnTo>
                  <a:pt x="240756" y="0"/>
                </a:lnTo>
                <a:lnTo>
                  <a:pt x="269962" y="0"/>
                </a:lnTo>
                <a:lnTo>
                  <a:pt x="269962" y="199183"/>
                </a:lnTo>
                <a:close/>
              </a:path>
              <a:path w="270510" h="330834">
                <a:moveTo>
                  <a:pt x="15261" y="184974"/>
                </a:moveTo>
                <a:lnTo>
                  <a:pt x="0" y="162082"/>
                </a:lnTo>
                <a:lnTo>
                  <a:pt x="34135" y="143499"/>
                </a:lnTo>
                <a:lnTo>
                  <a:pt x="60748" y="116825"/>
                </a:lnTo>
                <a:lnTo>
                  <a:pt x="78036" y="84231"/>
                </a:lnTo>
                <a:lnTo>
                  <a:pt x="84198" y="47888"/>
                </a:lnTo>
                <a:lnTo>
                  <a:pt x="84198" y="16050"/>
                </a:lnTo>
                <a:lnTo>
                  <a:pt x="113931" y="16050"/>
                </a:lnTo>
                <a:lnTo>
                  <a:pt x="113931" y="47888"/>
                </a:lnTo>
                <a:lnTo>
                  <a:pt x="120016" y="82694"/>
                </a:lnTo>
                <a:lnTo>
                  <a:pt x="129565" y="99723"/>
                </a:lnTo>
                <a:lnTo>
                  <a:pt x="99328" y="99723"/>
                </a:lnTo>
                <a:lnTo>
                  <a:pt x="85582" y="127529"/>
                </a:lnTo>
                <a:lnTo>
                  <a:pt x="66520" y="151475"/>
                </a:lnTo>
                <a:lnTo>
                  <a:pt x="42845" y="170858"/>
                </a:lnTo>
                <a:lnTo>
                  <a:pt x="15261" y="184974"/>
                </a:lnTo>
                <a:close/>
              </a:path>
              <a:path w="270510" h="330834">
                <a:moveTo>
                  <a:pt x="182869" y="179185"/>
                </a:moveTo>
                <a:lnTo>
                  <a:pt x="155700" y="166011"/>
                </a:lnTo>
                <a:lnTo>
                  <a:pt x="132267" y="147989"/>
                </a:lnTo>
                <a:lnTo>
                  <a:pt x="113251" y="125700"/>
                </a:lnTo>
                <a:lnTo>
                  <a:pt x="99328" y="99723"/>
                </a:lnTo>
                <a:lnTo>
                  <a:pt x="129565" y="99723"/>
                </a:lnTo>
                <a:lnTo>
                  <a:pt x="137349" y="113602"/>
                </a:lnTo>
                <a:lnTo>
                  <a:pt x="163957" y="138689"/>
                </a:lnTo>
                <a:lnTo>
                  <a:pt x="197867" y="156031"/>
                </a:lnTo>
                <a:lnTo>
                  <a:pt x="182869" y="179185"/>
                </a:lnTo>
                <a:close/>
              </a:path>
              <a:path w="270510" h="330834">
                <a:moveTo>
                  <a:pt x="269962" y="330743"/>
                </a:moveTo>
                <a:lnTo>
                  <a:pt x="240756" y="330743"/>
                </a:lnTo>
                <a:lnTo>
                  <a:pt x="240756" y="239703"/>
                </a:lnTo>
                <a:lnTo>
                  <a:pt x="47361" y="239703"/>
                </a:lnTo>
                <a:lnTo>
                  <a:pt x="47361" y="215759"/>
                </a:lnTo>
                <a:lnTo>
                  <a:pt x="269962" y="215759"/>
                </a:lnTo>
                <a:lnTo>
                  <a:pt x="269962" y="3307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4555121" y="8142565"/>
            <a:ext cx="279400" cy="330835"/>
          </a:xfrm>
          <a:custGeom>
            <a:avLst/>
            <a:gdLst/>
            <a:ahLst/>
            <a:cxnLst/>
            <a:rect l="l" t="t" r="r" b="b"/>
            <a:pathLst>
              <a:path w="279400" h="330834">
                <a:moveTo>
                  <a:pt x="279171" y="330743"/>
                </a:moveTo>
                <a:lnTo>
                  <a:pt x="251017" y="330743"/>
                </a:lnTo>
                <a:lnTo>
                  <a:pt x="251017" y="0"/>
                </a:lnTo>
                <a:lnTo>
                  <a:pt x="279171" y="0"/>
                </a:lnTo>
                <a:lnTo>
                  <a:pt x="279171" y="330743"/>
                </a:lnTo>
                <a:close/>
              </a:path>
              <a:path w="279400" h="330834">
                <a:moveTo>
                  <a:pt x="212865" y="128929"/>
                </a:moveTo>
                <a:lnTo>
                  <a:pt x="184711" y="128929"/>
                </a:lnTo>
                <a:lnTo>
                  <a:pt x="184711" y="7104"/>
                </a:lnTo>
                <a:lnTo>
                  <a:pt x="212865" y="7104"/>
                </a:lnTo>
                <a:lnTo>
                  <a:pt x="212865" y="128929"/>
                </a:lnTo>
                <a:close/>
              </a:path>
              <a:path w="279400" h="330834">
                <a:moveTo>
                  <a:pt x="70779" y="257596"/>
                </a:moveTo>
                <a:lnTo>
                  <a:pt x="41626" y="249657"/>
                </a:lnTo>
                <a:lnTo>
                  <a:pt x="19306" y="226646"/>
                </a:lnTo>
                <a:lnTo>
                  <a:pt x="5028" y="190364"/>
                </a:lnTo>
                <a:lnTo>
                  <a:pt x="0" y="142611"/>
                </a:lnTo>
                <a:lnTo>
                  <a:pt x="5028" y="95048"/>
                </a:lnTo>
                <a:lnTo>
                  <a:pt x="19306" y="58906"/>
                </a:lnTo>
                <a:lnTo>
                  <a:pt x="41626" y="35936"/>
                </a:lnTo>
                <a:lnTo>
                  <a:pt x="70779" y="27890"/>
                </a:lnTo>
                <a:lnTo>
                  <a:pt x="98366" y="34908"/>
                </a:lnTo>
                <a:lnTo>
                  <a:pt x="120082" y="55025"/>
                </a:lnTo>
                <a:lnTo>
                  <a:pt x="120189" y="55255"/>
                </a:lnTo>
                <a:lnTo>
                  <a:pt x="70779" y="55255"/>
                </a:lnTo>
                <a:lnTo>
                  <a:pt x="52747" y="61356"/>
                </a:lnTo>
                <a:lnTo>
                  <a:pt x="39007" y="78804"/>
                </a:lnTo>
                <a:lnTo>
                  <a:pt x="30300" y="106317"/>
                </a:lnTo>
                <a:lnTo>
                  <a:pt x="27364" y="142611"/>
                </a:lnTo>
                <a:lnTo>
                  <a:pt x="30300" y="178943"/>
                </a:lnTo>
                <a:lnTo>
                  <a:pt x="39007" y="206517"/>
                </a:lnTo>
                <a:lnTo>
                  <a:pt x="52747" y="223978"/>
                </a:lnTo>
                <a:lnTo>
                  <a:pt x="70779" y="229968"/>
                </a:lnTo>
                <a:lnTo>
                  <a:pt x="120344" y="229968"/>
                </a:lnTo>
                <a:lnTo>
                  <a:pt x="98775" y="250450"/>
                </a:lnTo>
                <a:lnTo>
                  <a:pt x="70779" y="257596"/>
                </a:lnTo>
                <a:close/>
              </a:path>
              <a:path w="279400" h="330834">
                <a:moveTo>
                  <a:pt x="120344" y="229968"/>
                </a:moveTo>
                <a:lnTo>
                  <a:pt x="70779" y="229968"/>
                </a:lnTo>
                <a:lnTo>
                  <a:pt x="89120" y="223978"/>
                </a:lnTo>
                <a:lnTo>
                  <a:pt x="103044" y="206517"/>
                </a:lnTo>
                <a:lnTo>
                  <a:pt x="111888" y="178943"/>
                </a:lnTo>
                <a:lnTo>
                  <a:pt x="114984" y="142611"/>
                </a:lnTo>
                <a:lnTo>
                  <a:pt x="111888" y="106317"/>
                </a:lnTo>
                <a:lnTo>
                  <a:pt x="103044" y="78804"/>
                </a:lnTo>
                <a:lnTo>
                  <a:pt x="89120" y="61356"/>
                </a:lnTo>
                <a:lnTo>
                  <a:pt x="70779" y="55255"/>
                </a:lnTo>
                <a:lnTo>
                  <a:pt x="120189" y="55255"/>
                </a:lnTo>
                <a:lnTo>
                  <a:pt x="134940" y="86834"/>
                </a:lnTo>
                <a:lnTo>
                  <a:pt x="141954" y="128929"/>
                </a:lnTo>
                <a:lnTo>
                  <a:pt x="212865" y="128929"/>
                </a:lnTo>
                <a:lnTo>
                  <a:pt x="212865" y="153136"/>
                </a:lnTo>
                <a:lnTo>
                  <a:pt x="142085" y="153136"/>
                </a:lnTo>
                <a:lnTo>
                  <a:pt x="135476" y="196691"/>
                </a:lnTo>
                <a:lnTo>
                  <a:pt x="120690" y="229639"/>
                </a:lnTo>
                <a:lnTo>
                  <a:pt x="120344" y="229968"/>
                </a:lnTo>
                <a:close/>
              </a:path>
              <a:path w="279400" h="330834">
                <a:moveTo>
                  <a:pt x="212865" y="313904"/>
                </a:moveTo>
                <a:lnTo>
                  <a:pt x="184711" y="313904"/>
                </a:lnTo>
                <a:lnTo>
                  <a:pt x="184711" y="153136"/>
                </a:lnTo>
                <a:lnTo>
                  <a:pt x="212865" y="153136"/>
                </a:lnTo>
                <a:lnTo>
                  <a:pt x="212865" y="313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5219208" y="8142565"/>
            <a:ext cx="29209" cy="331470"/>
          </a:xfrm>
          <a:custGeom>
            <a:avLst/>
            <a:gdLst/>
            <a:ahLst/>
            <a:cxnLst/>
            <a:rect l="l" t="t" r="r" b="b"/>
            <a:pathLst>
              <a:path w="29210" h="331470">
                <a:moveTo>
                  <a:pt x="29206" y="331270"/>
                </a:moveTo>
                <a:lnTo>
                  <a:pt x="0" y="331270"/>
                </a:lnTo>
                <a:lnTo>
                  <a:pt x="0" y="0"/>
                </a:lnTo>
                <a:lnTo>
                  <a:pt x="29206" y="0"/>
                </a:lnTo>
                <a:lnTo>
                  <a:pt x="29206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4995029" y="8174990"/>
            <a:ext cx="153035" cy="24130"/>
          </a:xfrm>
          <a:custGeom>
            <a:avLst/>
            <a:gdLst/>
            <a:ahLst/>
            <a:cxnLst/>
            <a:rect l="l" t="t" r="r" b="b"/>
            <a:pathLst>
              <a:path w="153035" h="24129">
                <a:moveTo>
                  <a:pt x="0" y="0"/>
                </a:moveTo>
                <a:lnTo>
                  <a:pt x="152873" y="0"/>
                </a:lnTo>
                <a:lnTo>
                  <a:pt x="152873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4995029" y="8199119"/>
            <a:ext cx="29209" cy="167640"/>
          </a:xfrm>
          <a:custGeom>
            <a:avLst/>
            <a:gdLst/>
            <a:ahLst/>
            <a:cxnLst/>
            <a:rect l="l" t="t" r="r" b="b"/>
            <a:pathLst>
              <a:path w="29210" h="167640">
                <a:moveTo>
                  <a:pt x="0" y="0"/>
                </a:moveTo>
                <a:lnTo>
                  <a:pt x="28943" y="0"/>
                </a:lnTo>
                <a:lnTo>
                  <a:pt x="28943" y="167640"/>
                </a:lnTo>
                <a:lnTo>
                  <a:pt x="0" y="1676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4995029" y="8366759"/>
            <a:ext cx="153035" cy="22860"/>
          </a:xfrm>
          <a:custGeom>
            <a:avLst/>
            <a:gdLst/>
            <a:ahLst/>
            <a:cxnLst/>
            <a:rect l="l" t="t" r="r" b="b"/>
            <a:pathLst>
              <a:path w="153035" h="22859">
                <a:moveTo>
                  <a:pt x="0" y="0"/>
                </a:moveTo>
                <a:lnTo>
                  <a:pt x="152873" y="0"/>
                </a:lnTo>
                <a:lnTo>
                  <a:pt x="152873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5119485" y="8198610"/>
            <a:ext cx="28575" cy="167640"/>
          </a:xfrm>
          <a:custGeom>
            <a:avLst/>
            <a:gdLst/>
            <a:ahLst/>
            <a:cxnLst/>
            <a:rect l="l" t="t" r="r" b="b"/>
            <a:pathLst>
              <a:path w="28575" h="167640">
                <a:moveTo>
                  <a:pt x="28417" y="167608"/>
                </a:moveTo>
                <a:lnTo>
                  <a:pt x="0" y="167608"/>
                </a:lnTo>
                <a:lnTo>
                  <a:pt x="0" y="0"/>
                </a:lnTo>
                <a:lnTo>
                  <a:pt x="28417" y="0"/>
                </a:lnTo>
                <a:lnTo>
                  <a:pt x="28417" y="1676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5323931" y="8142565"/>
            <a:ext cx="254635" cy="331470"/>
          </a:xfrm>
          <a:custGeom>
            <a:avLst/>
            <a:gdLst/>
            <a:ahLst/>
            <a:cxnLst/>
            <a:rect l="l" t="t" r="r" b="b"/>
            <a:pathLst>
              <a:path w="254635" h="331470">
                <a:moveTo>
                  <a:pt x="254438" y="331270"/>
                </a:moveTo>
                <a:lnTo>
                  <a:pt x="225495" y="331270"/>
                </a:lnTo>
                <a:lnTo>
                  <a:pt x="225495" y="0"/>
                </a:lnTo>
                <a:lnTo>
                  <a:pt x="254438" y="0"/>
                </a:lnTo>
                <a:lnTo>
                  <a:pt x="254438" y="331270"/>
                </a:lnTo>
                <a:close/>
              </a:path>
              <a:path w="254635" h="331470">
                <a:moveTo>
                  <a:pt x="28154" y="251017"/>
                </a:moveTo>
                <a:lnTo>
                  <a:pt x="526" y="251017"/>
                </a:lnTo>
                <a:lnTo>
                  <a:pt x="526" y="124456"/>
                </a:lnTo>
                <a:lnTo>
                  <a:pt x="124456" y="124456"/>
                </a:lnTo>
                <a:lnTo>
                  <a:pt x="124456" y="54992"/>
                </a:lnTo>
                <a:lnTo>
                  <a:pt x="0" y="54992"/>
                </a:lnTo>
                <a:lnTo>
                  <a:pt x="0" y="30785"/>
                </a:lnTo>
                <a:lnTo>
                  <a:pt x="153926" y="30785"/>
                </a:lnTo>
                <a:lnTo>
                  <a:pt x="153926" y="148400"/>
                </a:lnTo>
                <a:lnTo>
                  <a:pt x="30522" y="148400"/>
                </a:lnTo>
                <a:lnTo>
                  <a:pt x="30522" y="226547"/>
                </a:lnTo>
                <a:lnTo>
                  <a:pt x="194825" y="226547"/>
                </a:lnTo>
                <a:lnTo>
                  <a:pt x="196288" y="238914"/>
                </a:lnTo>
                <a:lnTo>
                  <a:pt x="152404" y="244912"/>
                </a:lnTo>
                <a:lnTo>
                  <a:pt x="110839" y="248616"/>
                </a:lnTo>
                <a:lnTo>
                  <a:pt x="69965" y="250495"/>
                </a:lnTo>
                <a:lnTo>
                  <a:pt x="28154" y="251017"/>
                </a:lnTo>
                <a:close/>
              </a:path>
              <a:path w="254635" h="331470">
                <a:moveTo>
                  <a:pt x="194825" y="226547"/>
                </a:moveTo>
                <a:lnTo>
                  <a:pt x="30522" y="226547"/>
                </a:lnTo>
                <a:lnTo>
                  <a:pt x="70789" y="225951"/>
                </a:lnTo>
                <a:lnTo>
                  <a:pt x="110330" y="224048"/>
                </a:lnTo>
                <a:lnTo>
                  <a:pt x="150684" y="220368"/>
                </a:lnTo>
                <a:lnTo>
                  <a:pt x="193394" y="214444"/>
                </a:lnTo>
                <a:lnTo>
                  <a:pt x="194825" y="2265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5744290" y="8142565"/>
            <a:ext cx="294640" cy="330200"/>
          </a:xfrm>
          <a:custGeom>
            <a:avLst/>
            <a:gdLst/>
            <a:ahLst/>
            <a:cxnLst/>
            <a:rect l="l" t="t" r="r" b="b"/>
            <a:pathLst>
              <a:path w="294639" h="330200">
                <a:moveTo>
                  <a:pt x="244439" y="188921"/>
                </a:moveTo>
                <a:lnTo>
                  <a:pt x="215233" y="188921"/>
                </a:lnTo>
                <a:lnTo>
                  <a:pt x="215233" y="0"/>
                </a:lnTo>
                <a:lnTo>
                  <a:pt x="244439" y="0"/>
                </a:lnTo>
                <a:lnTo>
                  <a:pt x="244439" y="79462"/>
                </a:lnTo>
                <a:lnTo>
                  <a:pt x="294169" y="79462"/>
                </a:lnTo>
                <a:lnTo>
                  <a:pt x="294169" y="104196"/>
                </a:lnTo>
                <a:lnTo>
                  <a:pt x="244439" y="104196"/>
                </a:lnTo>
                <a:lnTo>
                  <a:pt x="244439" y="188921"/>
                </a:lnTo>
                <a:close/>
              </a:path>
              <a:path w="294639" h="330200">
                <a:moveTo>
                  <a:pt x="152873" y="163924"/>
                </a:moveTo>
                <a:lnTo>
                  <a:pt x="0" y="163924"/>
                </a:lnTo>
                <a:lnTo>
                  <a:pt x="0" y="22628"/>
                </a:lnTo>
                <a:lnTo>
                  <a:pt x="152873" y="22628"/>
                </a:lnTo>
                <a:lnTo>
                  <a:pt x="152873" y="46309"/>
                </a:lnTo>
                <a:lnTo>
                  <a:pt x="28417" y="46309"/>
                </a:lnTo>
                <a:lnTo>
                  <a:pt x="28417" y="140243"/>
                </a:lnTo>
                <a:lnTo>
                  <a:pt x="152873" y="140243"/>
                </a:lnTo>
                <a:lnTo>
                  <a:pt x="152873" y="163924"/>
                </a:lnTo>
                <a:close/>
              </a:path>
              <a:path w="294639" h="330200">
                <a:moveTo>
                  <a:pt x="152873" y="140243"/>
                </a:moveTo>
                <a:lnTo>
                  <a:pt x="124456" y="140243"/>
                </a:lnTo>
                <a:lnTo>
                  <a:pt x="124456" y="46309"/>
                </a:lnTo>
                <a:lnTo>
                  <a:pt x="152873" y="46309"/>
                </a:lnTo>
                <a:lnTo>
                  <a:pt x="152873" y="140243"/>
                </a:lnTo>
                <a:close/>
              </a:path>
              <a:path w="294639" h="330200">
                <a:moveTo>
                  <a:pt x="250228" y="232073"/>
                </a:moveTo>
                <a:lnTo>
                  <a:pt x="32100" y="232073"/>
                </a:lnTo>
                <a:lnTo>
                  <a:pt x="32100" y="208392"/>
                </a:lnTo>
                <a:lnTo>
                  <a:pt x="250228" y="208392"/>
                </a:lnTo>
                <a:lnTo>
                  <a:pt x="250228" y="232073"/>
                </a:lnTo>
                <a:close/>
              </a:path>
              <a:path w="294639" h="330200">
                <a:moveTo>
                  <a:pt x="30258" y="329165"/>
                </a:moveTo>
                <a:lnTo>
                  <a:pt x="19207" y="306799"/>
                </a:lnTo>
                <a:lnTo>
                  <a:pt x="58392" y="296548"/>
                </a:lnTo>
                <a:lnTo>
                  <a:pt x="91632" y="279747"/>
                </a:lnTo>
                <a:lnTo>
                  <a:pt x="115300" y="257791"/>
                </a:lnTo>
                <a:lnTo>
                  <a:pt x="125772" y="232073"/>
                </a:lnTo>
                <a:lnTo>
                  <a:pt x="156425" y="232073"/>
                </a:lnTo>
                <a:lnTo>
                  <a:pt x="166880" y="257458"/>
                </a:lnTo>
                <a:lnTo>
                  <a:pt x="174305" y="264305"/>
                </a:lnTo>
                <a:lnTo>
                  <a:pt x="141033" y="264305"/>
                </a:lnTo>
                <a:lnTo>
                  <a:pt x="122577" y="287371"/>
                </a:lnTo>
                <a:lnTo>
                  <a:pt x="96697" y="306257"/>
                </a:lnTo>
                <a:lnTo>
                  <a:pt x="65291" y="320381"/>
                </a:lnTo>
                <a:lnTo>
                  <a:pt x="30258" y="329165"/>
                </a:lnTo>
                <a:close/>
              </a:path>
              <a:path w="294639" h="330200">
                <a:moveTo>
                  <a:pt x="252070" y="329691"/>
                </a:moveTo>
                <a:lnTo>
                  <a:pt x="217015" y="320640"/>
                </a:lnTo>
                <a:lnTo>
                  <a:pt x="185550" y="306322"/>
                </a:lnTo>
                <a:lnTo>
                  <a:pt x="159585" y="287343"/>
                </a:lnTo>
                <a:lnTo>
                  <a:pt x="141033" y="264305"/>
                </a:lnTo>
                <a:lnTo>
                  <a:pt x="174305" y="264305"/>
                </a:lnTo>
                <a:lnTo>
                  <a:pt x="190730" y="279451"/>
                </a:lnTo>
                <a:lnTo>
                  <a:pt x="224101" y="296437"/>
                </a:lnTo>
                <a:lnTo>
                  <a:pt x="263121" y="306799"/>
                </a:lnTo>
                <a:lnTo>
                  <a:pt x="252070" y="3296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6059510" y="8142303"/>
            <a:ext cx="301625" cy="332105"/>
          </a:xfrm>
          <a:custGeom>
            <a:avLst/>
            <a:gdLst/>
            <a:ahLst/>
            <a:cxnLst/>
            <a:rect l="l" t="t" r="r" b="b"/>
            <a:pathLst>
              <a:path w="301625" h="332104">
                <a:moveTo>
                  <a:pt x="164977" y="41310"/>
                </a:moveTo>
                <a:lnTo>
                  <a:pt x="136296" y="41310"/>
                </a:lnTo>
                <a:lnTo>
                  <a:pt x="136296" y="0"/>
                </a:lnTo>
                <a:lnTo>
                  <a:pt x="164977" y="0"/>
                </a:lnTo>
                <a:lnTo>
                  <a:pt x="164977" y="41310"/>
                </a:lnTo>
                <a:close/>
              </a:path>
              <a:path w="301625" h="332104">
                <a:moveTo>
                  <a:pt x="272330" y="65254"/>
                </a:moveTo>
                <a:lnTo>
                  <a:pt x="29206" y="65254"/>
                </a:lnTo>
                <a:lnTo>
                  <a:pt x="29206" y="41310"/>
                </a:lnTo>
                <a:lnTo>
                  <a:pt x="272330" y="41310"/>
                </a:lnTo>
                <a:lnTo>
                  <a:pt x="272330" y="65254"/>
                </a:lnTo>
                <a:close/>
              </a:path>
              <a:path w="301625" h="332104">
                <a:moveTo>
                  <a:pt x="29732" y="174712"/>
                </a:moveTo>
                <a:lnTo>
                  <a:pt x="18944" y="151031"/>
                </a:lnTo>
                <a:lnTo>
                  <a:pt x="62109" y="140186"/>
                </a:lnTo>
                <a:lnTo>
                  <a:pt x="99624" y="120904"/>
                </a:lnTo>
                <a:lnTo>
                  <a:pt x="126138" y="95307"/>
                </a:lnTo>
                <a:lnTo>
                  <a:pt x="136296" y="65517"/>
                </a:lnTo>
                <a:lnTo>
                  <a:pt x="136296" y="65254"/>
                </a:lnTo>
                <a:lnTo>
                  <a:pt x="165240" y="65254"/>
                </a:lnTo>
                <a:lnTo>
                  <a:pt x="165240" y="65517"/>
                </a:lnTo>
                <a:lnTo>
                  <a:pt x="175169" y="95196"/>
                </a:lnTo>
                <a:lnTo>
                  <a:pt x="185350" y="105117"/>
                </a:lnTo>
                <a:lnTo>
                  <a:pt x="150900" y="105117"/>
                </a:lnTo>
                <a:lnTo>
                  <a:pt x="130228" y="130255"/>
                </a:lnTo>
                <a:lnTo>
                  <a:pt x="101564" y="150620"/>
                </a:lnTo>
                <a:lnTo>
                  <a:pt x="67276" y="165632"/>
                </a:lnTo>
                <a:lnTo>
                  <a:pt x="29732" y="174712"/>
                </a:lnTo>
                <a:close/>
              </a:path>
              <a:path w="301625" h="332104">
                <a:moveTo>
                  <a:pt x="271278" y="174712"/>
                </a:moveTo>
                <a:lnTo>
                  <a:pt x="233839" y="165577"/>
                </a:lnTo>
                <a:lnTo>
                  <a:pt x="199791" y="150472"/>
                </a:lnTo>
                <a:lnTo>
                  <a:pt x="171392" y="130088"/>
                </a:lnTo>
                <a:lnTo>
                  <a:pt x="150900" y="105117"/>
                </a:lnTo>
                <a:lnTo>
                  <a:pt x="185350" y="105117"/>
                </a:lnTo>
                <a:lnTo>
                  <a:pt x="201452" y="120805"/>
                </a:lnTo>
                <a:lnTo>
                  <a:pt x="238836" y="140149"/>
                </a:lnTo>
                <a:lnTo>
                  <a:pt x="282066" y="151031"/>
                </a:lnTo>
                <a:lnTo>
                  <a:pt x="271278" y="174712"/>
                </a:lnTo>
                <a:close/>
              </a:path>
              <a:path w="301625" h="332104">
                <a:moveTo>
                  <a:pt x="301537" y="224705"/>
                </a:moveTo>
                <a:lnTo>
                  <a:pt x="0" y="224705"/>
                </a:lnTo>
                <a:lnTo>
                  <a:pt x="0" y="200235"/>
                </a:lnTo>
                <a:lnTo>
                  <a:pt x="301537" y="200235"/>
                </a:lnTo>
                <a:lnTo>
                  <a:pt x="301537" y="224705"/>
                </a:lnTo>
                <a:close/>
              </a:path>
              <a:path w="301625" h="332104">
                <a:moveTo>
                  <a:pt x="164977" y="331533"/>
                </a:moveTo>
                <a:lnTo>
                  <a:pt x="136296" y="331533"/>
                </a:lnTo>
                <a:lnTo>
                  <a:pt x="136296" y="224705"/>
                </a:lnTo>
                <a:lnTo>
                  <a:pt x="164977" y="224705"/>
                </a:lnTo>
                <a:lnTo>
                  <a:pt x="164977" y="3315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6393148" y="8142565"/>
            <a:ext cx="269240" cy="330835"/>
          </a:xfrm>
          <a:custGeom>
            <a:avLst/>
            <a:gdLst/>
            <a:ahLst/>
            <a:cxnLst/>
            <a:rect l="l" t="t" r="r" b="b"/>
            <a:pathLst>
              <a:path w="269240" h="330834">
                <a:moveTo>
                  <a:pt x="269173" y="330743"/>
                </a:moveTo>
                <a:lnTo>
                  <a:pt x="239966" y="330743"/>
                </a:lnTo>
                <a:lnTo>
                  <a:pt x="239966" y="0"/>
                </a:lnTo>
                <a:lnTo>
                  <a:pt x="269173" y="0"/>
                </a:lnTo>
                <a:lnTo>
                  <a:pt x="269173" y="330743"/>
                </a:lnTo>
                <a:close/>
              </a:path>
              <a:path w="269240" h="330834">
                <a:moveTo>
                  <a:pt x="15787" y="268647"/>
                </a:moveTo>
                <a:lnTo>
                  <a:pt x="0" y="244703"/>
                </a:lnTo>
                <a:lnTo>
                  <a:pt x="48456" y="216776"/>
                </a:lnTo>
                <a:lnTo>
                  <a:pt x="86619" y="184025"/>
                </a:lnTo>
                <a:lnTo>
                  <a:pt x="114710" y="146739"/>
                </a:lnTo>
                <a:lnTo>
                  <a:pt x="132950" y="105210"/>
                </a:lnTo>
                <a:lnTo>
                  <a:pt x="141559" y="59728"/>
                </a:lnTo>
                <a:lnTo>
                  <a:pt x="15261" y="59728"/>
                </a:lnTo>
                <a:lnTo>
                  <a:pt x="15261" y="36047"/>
                </a:lnTo>
                <a:lnTo>
                  <a:pt x="171292" y="36047"/>
                </a:lnTo>
                <a:lnTo>
                  <a:pt x="167392" y="82549"/>
                </a:lnTo>
                <a:lnTo>
                  <a:pt x="155534" y="126697"/>
                </a:lnTo>
                <a:lnTo>
                  <a:pt x="135080" y="167937"/>
                </a:lnTo>
                <a:lnTo>
                  <a:pt x="105394" y="205712"/>
                </a:lnTo>
                <a:lnTo>
                  <a:pt x="65842" y="239467"/>
                </a:lnTo>
                <a:lnTo>
                  <a:pt x="15787" y="268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6759413" y="8154669"/>
            <a:ext cx="29209" cy="87630"/>
          </a:xfrm>
          <a:custGeom>
            <a:avLst/>
            <a:gdLst/>
            <a:ahLst/>
            <a:cxnLst/>
            <a:rect l="l" t="t" r="r" b="b"/>
            <a:pathLst>
              <a:path w="29209" h="87629">
                <a:moveTo>
                  <a:pt x="0" y="0"/>
                </a:moveTo>
                <a:lnTo>
                  <a:pt x="28943" y="0"/>
                </a:lnTo>
                <a:lnTo>
                  <a:pt x="28943" y="87629"/>
                </a:lnTo>
                <a:lnTo>
                  <a:pt x="0" y="87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6759413" y="8242300"/>
            <a:ext cx="226695" cy="24130"/>
          </a:xfrm>
          <a:custGeom>
            <a:avLst/>
            <a:gdLst/>
            <a:ahLst/>
            <a:cxnLst/>
            <a:rect l="l" t="t" r="r" b="b"/>
            <a:pathLst>
              <a:path w="226695" h="24129">
                <a:moveTo>
                  <a:pt x="0" y="0"/>
                </a:moveTo>
                <a:lnTo>
                  <a:pt x="226284" y="0"/>
                </a:lnTo>
                <a:lnTo>
                  <a:pt x="22628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6717840" y="8311489"/>
            <a:ext cx="302895" cy="24130"/>
          </a:xfrm>
          <a:custGeom>
            <a:avLst/>
            <a:gdLst/>
            <a:ahLst/>
            <a:cxnLst/>
            <a:rect l="l" t="t" r="r" b="b"/>
            <a:pathLst>
              <a:path w="302895" h="24129">
                <a:moveTo>
                  <a:pt x="302852" y="23680"/>
                </a:moveTo>
                <a:lnTo>
                  <a:pt x="0" y="23680"/>
                </a:lnTo>
                <a:lnTo>
                  <a:pt x="0" y="0"/>
                </a:lnTo>
                <a:lnTo>
                  <a:pt x="302852" y="0"/>
                </a:lnTo>
                <a:lnTo>
                  <a:pt x="302852" y="236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6757309" y="8369300"/>
            <a:ext cx="29209" cy="71120"/>
          </a:xfrm>
          <a:custGeom>
            <a:avLst/>
            <a:gdLst/>
            <a:ahLst/>
            <a:cxnLst/>
            <a:rect l="l" t="t" r="r" b="b"/>
            <a:pathLst>
              <a:path w="29209" h="71120">
                <a:moveTo>
                  <a:pt x="0" y="0"/>
                </a:moveTo>
                <a:lnTo>
                  <a:pt x="28943" y="0"/>
                </a:lnTo>
                <a:lnTo>
                  <a:pt x="28943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6757309" y="8440419"/>
            <a:ext cx="230504" cy="24130"/>
          </a:xfrm>
          <a:custGeom>
            <a:avLst/>
            <a:gdLst/>
            <a:ahLst/>
            <a:cxnLst/>
            <a:rect l="l" t="t" r="r" b="b"/>
            <a:pathLst>
              <a:path w="230504" h="24129">
                <a:moveTo>
                  <a:pt x="0" y="0"/>
                </a:moveTo>
                <a:lnTo>
                  <a:pt x="230494" y="0"/>
                </a:lnTo>
                <a:lnTo>
                  <a:pt x="23049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7149406" y="8142565"/>
            <a:ext cx="268605" cy="331470"/>
          </a:xfrm>
          <a:custGeom>
            <a:avLst/>
            <a:gdLst/>
            <a:ahLst/>
            <a:cxnLst/>
            <a:rect l="l" t="t" r="r" b="b"/>
            <a:pathLst>
              <a:path w="268604" h="331470">
                <a:moveTo>
                  <a:pt x="268120" y="126298"/>
                </a:moveTo>
                <a:lnTo>
                  <a:pt x="239177" y="126298"/>
                </a:lnTo>
                <a:lnTo>
                  <a:pt x="239177" y="0"/>
                </a:lnTo>
                <a:lnTo>
                  <a:pt x="268120" y="0"/>
                </a:lnTo>
                <a:lnTo>
                  <a:pt x="268120" y="126298"/>
                </a:lnTo>
                <a:close/>
              </a:path>
              <a:path w="268604" h="331470">
                <a:moveTo>
                  <a:pt x="82883" y="256017"/>
                </a:moveTo>
                <a:lnTo>
                  <a:pt x="49248" y="247926"/>
                </a:lnTo>
                <a:lnTo>
                  <a:pt x="22990" y="224837"/>
                </a:lnTo>
                <a:lnTo>
                  <a:pt x="5957" y="188526"/>
                </a:lnTo>
                <a:lnTo>
                  <a:pt x="0" y="140770"/>
                </a:lnTo>
                <a:lnTo>
                  <a:pt x="5957" y="93161"/>
                </a:lnTo>
                <a:lnTo>
                  <a:pt x="22990" y="56900"/>
                </a:lnTo>
                <a:lnTo>
                  <a:pt x="49248" y="33761"/>
                </a:lnTo>
                <a:lnTo>
                  <a:pt x="82883" y="25522"/>
                </a:lnTo>
                <a:lnTo>
                  <a:pt x="114044" y="32684"/>
                </a:lnTo>
                <a:lnTo>
                  <a:pt x="137522" y="51571"/>
                </a:lnTo>
                <a:lnTo>
                  <a:pt x="82883" y="51571"/>
                </a:lnTo>
                <a:lnTo>
                  <a:pt x="60526" y="58071"/>
                </a:lnTo>
                <a:lnTo>
                  <a:pt x="43151" y="76140"/>
                </a:lnTo>
                <a:lnTo>
                  <a:pt x="31895" y="104224"/>
                </a:lnTo>
                <a:lnTo>
                  <a:pt x="27890" y="140770"/>
                </a:lnTo>
                <a:lnTo>
                  <a:pt x="31895" y="177463"/>
                </a:lnTo>
                <a:lnTo>
                  <a:pt x="43151" y="205596"/>
                </a:lnTo>
                <a:lnTo>
                  <a:pt x="60526" y="223616"/>
                </a:lnTo>
                <a:lnTo>
                  <a:pt x="82883" y="229968"/>
                </a:lnTo>
                <a:lnTo>
                  <a:pt x="137318" y="229968"/>
                </a:lnTo>
                <a:lnTo>
                  <a:pt x="114788" y="248651"/>
                </a:lnTo>
                <a:lnTo>
                  <a:pt x="82883" y="256017"/>
                </a:lnTo>
                <a:close/>
              </a:path>
              <a:path w="268604" h="331470">
                <a:moveTo>
                  <a:pt x="137318" y="229968"/>
                </a:moveTo>
                <a:lnTo>
                  <a:pt x="82883" y="229968"/>
                </a:lnTo>
                <a:lnTo>
                  <a:pt x="105129" y="223616"/>
                </a:lnTo>
                <a:lnTo>
                  <a:pt x="122515" y="205596"/>
                </a:lnTo>
                <a:lnTo>
                  <a:pt x="133834" y="177463"/>
                </a:lnTo>
                <a:lnTo>
                  <a:pt x="137875" y="140770"/>
                </a:lnTo>
                <a:lnTo>
                  <a:pt x="133834" y="104224"/>
                </a:lnTo>
                <a:lnTo>
                  <a:pt x="122515" y="76140"/>
                </a:lnTo>
                <a:lnTo>
                  <a:pt x="105129" y="58071"/>
                </a:lnTo>
                <a:lnTo>
                  <a:pt x="82883" y="51571"/>
                </a:lnTo>
                <a:lnTo>
                  <a:pt x="137522" y="51571"/>
                </a:lnTo>
                <a:lnTo>
                  <a:pt x="139076" y="52821"/>
                </a:lnTo>
                <a:lnTo>
                  <a:pt x="156534" y="84503"/>
                </a:lnTo>
                <a:lnTo>
                  <a:pt x="164977" y="126298"/>
                </a:lnTo>
                <a:lnTo>
                  <a:pt x="268120" y="126298"/>
                </a:lnTo>
                <a:lnTo>
                  <a:pt x="268120" y="150505"/>
                </a:lnTo>
                <a:lnTo>
                  <a:pt x="165240" y="150505"/>
                </a:lnTo>
                <a:lnTo>
                  <a:pt x="157533" y="194354"/>
                </a:lnTo>
                <a:lnTo>
                  <a:pt x="140194" y="227583"/>
                </a:lnTo>
                <a:lnTo>
                  <a:pt x="137318" y="229968"/>
                </a:lnTo>
                <a:close/>
              </a:path>
              <a:path w="268604" h="331470">
                <a:moveTo>
                  <a:pt x="268120" y="331270"/>
                </a:moveTo>
                <a:lnTo>
                  <a:pt x="239177" y="331270"/>
                </a:lnTo>
                <a:lnTo>
                  <a:pt x="239177" y="150505"/>
                </a:lnTo>
                <a:lnTo>
                  <a:pt x="268120" y="150505"/>
                </a:lnTo>
                <a:lnTo>
                  <a:pt x="268120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7486201" y="8142828"/>
            <a:ext cx="260985" cy="326390"/>
          </a:xfrm>
          <a:custGeom>
            <a:avLst/>
            <a:gdLst/>
            <a:ahLst/>
            <a:cxnLst/>
            <a:rect l="l" t="t" r="r" b="b"/>
            <a:pathLst>
              <a:path w="260984" h="326390">
                <a:moveTo>
                  <a:pt x="260753" y="184974"/>
                </a:moveTo>
                <a:lnTo>
                  <a:pt x="231546" y="184974"/>
                </a:lnTo>
                <a:lnTo>
                  <a:pt x="231546" y="131034"/>
                </a:lnTo>
                <a:lnTo>
                  <a:pt x="165503" y="131034"/>
                </a:lnTo>
                <a:lnTo>
                  <a:pt x="165503" y="107090"/>
                </a:lnTo>
                <a:lnTo>
                  <a:pt x="231546" y="107090"/>
                </a:lnTo>
                <a:lnTo>
                  <a:pt x="231546" y="67095"/>
                </a:lnTo>
                <a:lnTo>
                  <a:pt x="165503" y="67095"/>
                </a:lnTo>
                <a:lnTo>
                  <a:pt x="165503" y="42888"/>
                </a:lnTo>
                <a:lnTo>
                  <a:pt x="231546" y="42888"/>
                </a:lnTo>
                <a:lnTo>
                  <a:pt x="231546" y="0"/>
                </a:lnTo>
                <a:lnTo>
                  <a:pt x="260753" y="0"/>
                </a:lnTo>
                <a:lnTo>
                  <a:pt x="260753" y="184974"/>
                </a:lnTo>
                <a:close/>
              </a:path>
              <a:path w="260984" h="326390">
                <a:moveTo>
                  <a:pt x="24207" y="174712"/>
                </a:moveTo>
                <a:lnTo>
                  <a:pt x="789" y="174712"/>
                </a:lnTo>
                <a:lnTo>
                  <a:pt x="789" y="81567"/>
                </a:lnTo>
                <a:lnTo>
                  <a:pt x="114457" y="81567"/>
                </a:lnTo>
                <a:lnTo>
                  <a:pt x="114457" y="39205"/>
                </a:lnTo>
                <a:lnTo>
                  <a:pt x="0" y="39205"/>
                </a:lnTo>
                <a:lnTo>
                  <a:pt x="0" y="14997"/>
                </a:lnTo>
                <a:lnTo>
                  <a:pt x="143401" y="14997"/>
                </a:lnTo>
                <a:lnTo>
                  <a:pt x="143401" y="104196"/>
                </a:lnTo>
                <a:lnTo>
                  <a:pt x="29732" y="104196"/>
                </a:lnTo>
                <a:lnTo>
                  <a:pt x="29732" y="150242"/>
                </a:lnTo>
                <a:lnTo>
                  <a:pt x="164170" y="150242"/>
                </a:lnTo>
                <a:lnTo>
                  <a:pt x="165766" y="166555"/>
                </a:lnTo>
                <a:lnTo>
                  <a:pt x="135285" y="170790"/>
                </a:lnTo>
                <a:lnTo>
                  <a:pt x="104064" y="173199"/>
                </a:lnTo>
                <a:lnTo>
                  <a:pt x="68304" y="174326"/>
                </a:lnTo>
                <a:lnTo>
                  <a:pt x="24207" y="174712"/>
                </a:lnTo>
                <a:close/>
              </a:path>
              <a:path w="260984" h="326390">
                <a:moveTo>
                  <a:pt x="164170" y="150242"/>
                </a:moveTo>
                <a:lnTo>
                  <a:pt x="29732" y="150242"/>
                </a:lnTo>
                <a:lnTo>
                  <a:pt x="70839" y="149860"/>
                </a:lnTo>
                <a:lnTo>
                  <a:pt x="104508" y="148762"/>
                </a:lnTo>
                <a:lnTo>
                  <a:pt x="134206" y="146431"/>
                </a:lnTo>
                <a:lnTo>
                  <a:pt x="163398" y="142348"/>
                </a:lnTo>
                <a:lnTo>
                  <a:pt x="164170" y="150242"/>
                </a:lnTo>
                <a:close/>
              </a:path>
              <a:path w="260984" h="326390">
                <a:moveTo>
                  <a:pt x="260753" y="326007"/>
                </a:moveTo>
                <a:lnTo>
                  <a:pt x="44993" y="326007"/>
                </a:lnTo>
                <a:lnTo>
                  <a:pt x="44993" y="198393"/>
                </a:lnTo>
                <a:lnTo>
                  <a:pt x="74200" y="198393"/>
                </a:lnTo>
                <a:lnTo>
                  <a:pt x="74200" y="237072"/>
                </a:lnTo>
                <a:lnTo>
                  <a:pt x="260753" y="237072"/>
                </a:lnTo>
                <a:lnTo>
                  <a:pt x="260753" y="260490"/>
                </a:lnTo>
                <a:lnTo>
                  <a:pt x="74200" y="260490"/>
                </a:lnTo>
                <a:lnTo>
                  <a:pt x="74200" y="302063"/>
                </a:lnTo>
                <a:lnTo>
                  <a:pt x="260753" y="302063"/>
                </a:lnTo>
                <a:lnTo>
                  <a:pt x="260753" y="326007"/>
                </a:lnTo>
                <a:close/>
              </a:path>
              <a:path w="260984" h="326390">
                <a:moveTo>
                  <a:pt x="260753" y="237072"/>
                </a:moveTo>
                <a:lnTo>
                  <a:pt x="231810" y="237072"/>
                </a:lnTo>
                <a:lnTo>
                  <a:pt x="231810" y="198393"/>
                </a:lnTo>
                <a:lnTo>
                  <a:pt x="260753" y="198393"/>
                </a:lnTo>
                <a:lnTo>
                  <a:pt x="260753" y="237072"/>
                </a:lnTo>
                <a:close/>
              </a:path>
              <a:path w="260984" h="326390">
                <a:moveTo>
                  <a:pt x="260753" y="302063"/>
                </a:moveTo>
                <a:lnTo>
                  <a:pt x="231810" y="302063"/>
                </a:lnTo>
                <a:lnTo>
                  <a:pt x="231810" y="260490"/>
                </a:lnTo>
                <a:lnTo>
                  <a:pt x="260753" y="260490"/>
                </a:lnTo>
                <a:lnTo>
                  <a:pt x="260753" y="3020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7816682" y="8142565"/>
            <a:ext cx="297180" cy="331470"/>
          </a:xfrm>
          <a:custGeom>
            <a:avLst/>
            <a:gdLst/>
            <a:ahLst/>
            <a:cxnLst/>
            <a:rect l="l" t="t" r="r" b="b"/>
            <a:pathLst>
              <a:path w="297179" h="331470">
                <a:moveTo>
                  <a:pt x="241545" y="331270"/>
                </a:moveTo>
                <a:lnTo>
                  <a:pt x="212339" y="331270"/>
                </a:lnTo>
                <a:lnTo>
                  <a:pt x="212339" y="0"/>
                </a:lnTo>
                <a:lnTo>
                  <a:pt x="241545" y="0"/>
                </a:lnTo>
                <a:lnTo>
                  <a:pt x="241545" y="130771"/>
                </a:lnTo>
                <a:lnTo>
                  <a:pt x="296801" y="130771"/>
                </a:lnTo>
                <a:lnTo>
                  <a:pt x="296801" y="155241"/>
                </a:lnTo>
                <a:lnTo>
                  <a:pt x="241545" y="155241"/>
                </a:lnTo>
                <a:lnTo>
                  <a:pt x="241545" y="331270"/>
                </a:lnTo>
                <a:close/>
              </a:path>
              <a:path w="297179" h="331470">
                <a:moveTo>
                  <a:pt x="26049" y="248386"/>
                </a:moveTo>
                <a:lnTo>
                  <a:pt x="0" y="248386"/>
                </a:lnTo>
                <a:lnTo>
                  <a:pt x="0" y="32363"/>
                </a:lnTo>
                <a:lnTo>
                  <a:pt x="154452" y="32363"/>
                </a:lnTo>
                <a:lnTo>
                  <a:pt x="154452" y="56308"/>
                </a:lnTo>
                <a:lnTo>
                  <a:pt x="29206" y="56308"/>
                </a:lnTo>
                <a:lnTo>
                  <a:pt x="29206" y="223653"/>
                </a:lnTo>
                <a:lnTo>
                  <a:pt x="182189" y="223653"/>
                </a:lnTo>
                <a:lnTo>
                  <a:pt x="184185" y="237335"/>
                </a:lnTo>
                <a:lnTo>
                  <a:pt x="146451" y="242947"/>
                </a:lnTo>
                <a:lnTo>
                  <a:pt x="109261" y="246314"/>
                </a:lnTo>
                <a:lnTo>
                  <a:pt x="69998" y="247955"/>
                </a:lnTo>
                <a:lnTo>
                  <a:pt x="26049" y="248386"/>
                </a:lnTo>
                <a:close/>
              </a:path>
              <a:path w="297179" h="331470">
                <a:moveTo>
                  <a:pt x="182189" y="223653"/>
                </a:moveTo>
                <a:lnTo>
                  <a:pt x="29206" y="223653"/>
                </a:lnTo>
                <a:lnTo>
                  <a:pt x="71199" y="223065"/>
                </a:lnTo>
                <a:lnTo>
                  <a:pt x="108899" y="221219"/>
                </a:lnTo>
                <a:lnTo>
                  <a:pt x="144577" y="217696"/>
                </a:lnTo>
                <a:lnTo>
                  <a:pt x="180501" y="212075"/>
                </a:lnTo>
                <a:lnTo>
                  <a:pt x="182189" y="2236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8143216" y="8173614"/>
            <a:ext cx="48260" cy="271780"/>
          </a:xfrm>
          <a:custGeom>
            <a:avLst/>
            <a:gdLst/>
            <a:ahLst/>
            <a:cxnLst/>
            <a:rect l="l" t="t" r="r" b="b"/>
            <a:pathLst>
              <a:path w="48259" h="271779">
                <a:moveTo>
                  <a:pt x="39468" y="193394"/>
                </a:moveTo>
                <a:lnTo>
                  <a:pt x="8156" y="193394"/>
                </a:lnTo>
                <a:lnTo>
                  <a:pt x="5525" y="0"/>
                </a:lnTo>
                <a:lnTo>
                  <a:pt x="42099" y="0"/>
                </a:lnTo>
                <a:lnTo>
                  <a:pt x="39468" y="193394"/>
                </a:lnTo>
                <a:close/>
              </a:path>
              <a:path w="48259" h="271779">
                <a:moveTo>
                  <a:pt x="23944" y="271541"/>
                </a:moveTo>
                <a:lnTo>
                  <a:pt x="14615" y="269650"/>
                </a:lnTo>
                <a:lnTo>
                  <a:pt x="6939" y="264502"/>
                </a:lnTo>
                <a:lnTo>
                  <a:pt x="1780" y="256888"/>
                </a:lnTo>
                <a:lnTo>
                  <a:pt x="0" y="247597"/>
                </a:lnTo>
                <a:lnTo>
                  <a:pt x="1780" y="238305"/>
                </a:lnTo>
                <a:lnTo>
                  <a:pt x="6939" y="230691"/>
                </a:lnTo>
                <a:lnTo>
                  <a:pt x="14615" y="225544"/>
                </a:lnTo>
                <a:lnTo>
                  <a:pt x="23944" y="223653"/>
                </a:lnTo>
                <a:lnTo>
                  <a:pt x="33235" y="225544"/>
                </a:lnTo>
                <a:lnTo>
                  <a:pt x="40849" y="230691"/>
                </a:lnTo>
                <a:lnTo>
                  <a:pt x="45996" y="238305"/>
                </a:lnTo>
                <a:lnTo>
                  <a:pt x="47888" y="247597"/>
                </a:lnTo>
                <a:lnTo>
                  <a:pt x="45996" y="256888"/>
                </a:lnTo>
                <a:lnTo>
                  <a:pt x="40849" y="264502"/>
                </a:lnTo>
                <a:lnTo>
                  <a:pt x="33235" y="269650"/>
                </a:lnTo>
                <a:lnTo>
                  <a:pt x="23944" y="2715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028700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2067" y="486427"/>
            <a:ext cx="9682286" cy="9513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6250" y="560610"/>
            <a:ext cx="9334487" cy="91657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5074" y="2418943"/>
            <a:ext cx="8534399" cy="6961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63325" y="684435"/>
            <a:ext cx="2212097" cy="7252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0026" y="898444"/>
            <a:ext cx="174214" cy="1742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60683" y="898444"/>
            <a:ext cx="174214" cy="1742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41341" y="898444"/>
            <a:ext cx="174214" cy="17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1975" y="1304692"/>
            <a:ext cx="9163052" cy="8358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89484" y="1496576"/>
            <a:ext cx="7135034" cy="4520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15916" y="834905"/>
            <a:ext cx="238125" cy="20320"/>
          </a:xfrm>
          <a:custGeom>
            <a:avLst/>
            <a:gdLst/>
            <a:ahLst/>
            <a:cxnLst/>
            <a:rect l="l" t="t" r="r" b="b"/>
            <a:pathLst>
              <a:path w="238125" h="20319">
                <a:moveTo>
                  <a:pt x="0" y="0"/>
                </a:moveTo>
                <a:lnTo>
                  <a:pt x="238124" y="0"/>
                </a:lnTo>
                <a:lnTo>
                  <a:pt x="23812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15916" y="85522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0" y="0"/>
                </a:moveTo>
                <a:lnTo>
                  <a:pt x="20180" y="0"/>
                </a:lnTo>
                <a:lnTo>
                  <a:pt x="20180" y="198119"/>
                </a:lnTo>
                <a:lnTo>
                  <a:pt x="0" y="19811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15916" y="1053345"/>
            <a:ext cx="238125" cy="19050"/>
          </a:xfrm>
          <a:custGeom>
            <a:avLst/>
            <a:gdLst/>
            <a:ahLst/>
            <a:cxnLst/>
            <a:rect l="l" t="t" r="r" b="b"/>
            <a:pathLst>
              <a:path w="238125" h="19050">
                <a:moveTo>
                  <a:pt x="0" y="0"/>
                </a:moveTo>
                <a:lnTo>
                  <a:pt x="238124" y="0"/>
                </a:lnTo>
                <a:lnTo>
                  <a:pt x="23812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033861" y="85508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20180" y="197764"/>
                </a:moveTo>
                <a:lnTo>
                  <a:pt x="0" y="197764"/>
                </a:lnTo>
                <a:lnTo>
                  <a:pt x="0" y="0"/>
                </a:lnTo>
                <a:lnTo>
                  <a:pt x="20180" y="0"/>
                </a:lnTo>
                <a:lnTo>
                  <a:pt x="20180" y="197764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409288" y="1052849"/>
            <a:ext cx="218440" cy="20320"/>
          </a:xfrm>
          <a:custGeom>
            <a:avLst/>
            <a:gdLst/>
            <a:ahLst/>
            <a:cxnLst/>
            <a:rect l="l" t="t" r="r" b="b"/>
            <a:pathLst>
              <a:path w="218440" h="20319">
                <a:moveTo>
                  <a:pt x="217944" y="20180"/>
                </a:moveTo>
                <a:lnTo>
                  <a:pt x="0" y="20180"/>
                </a:lnTo>
                <a:lnTo>
                  <a:pt x="0" y="0"/>
                </a:lnTo>
                <a:lnTo>
                  <a:pt x="217944" y="0"/>
                </a:lnTo>
                <a:lnTo>
                  <a:pt x="217944" y="2018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235292" y="837797"/>
            <a:ext cx="232590" cy="23259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3229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6301" y="286990"/>
                </a:moveTo>
                <a:lnTo>
                  <a:pt x="10195" y="286990"/>
                </a:lnTo>
                <a:lnTo>
                  <a:pt x="7214" y="285881"/>
                </a:lnTo>
                <a:lnTo>
                  <a:pt x="166" y="279107"/>
                </a:lnTo>
                <a:lnTo>
                  <a:pt x="11" y="271547"/>
                </a:lnTo>
                <a:lnTo>
                  <a:pt x="122471" y="144115"/>
                </a:lnTo>
                <a:lnTo>
                  <a:pt x="0" y="16683"/>
                </a:lnTo>
                <a:lnTo>
                  <a:pt x="155" y="9134"/>
                </a:lnTo>
                <a:lnTo>
                  <a:pt x="9647" y="0"/>
                </a:lnTo>
                <a:lnTo>
                  <a:pt x="17184" y="155"/>
                </a:lnTo>
                <a:lnTo>
                  <a:pt x="152021" y="140454"/>
                </a:lnTo>
                <a:lnTo>
                  <a:pt x="152021" y="147740"/>
                </a:lnTo>
                <a:lnTo>
                  <a:pt x="19414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01482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35719" y="286990"/>
                </a:moveTo>
                <a:lnTo>
                  <a:pt x="141825" y="286990"/>
                </a:lnTo>
                <a:lnTo>
                  <a:pt x="144806" y="285881"/>
                </a:lnTo>
                <a:lnTo>
                  <a:pt x="151854" y="279107"/>
                </a:lnTo>
                <a:lnTo>
                  <a:pt x="152009" y="271547"/>
                </a:lnTo>
                <a:lnTo>
                  <a:pt x="29550" y="144115"/>
                </a:lnTo>
                <a:lnTo>
                  <a:pt x="152021" y="16683"/>
                </a:lnTo>
                <a:lnTo>
                  <a:pt x="151866" y="9134"/>
                </a:lnTo>
                <a:lnTo>
                  <a:pt x="142374" y="0"/>
                </a:lnTo>
                <a:lnTo>
                  <a:pt x="134837" y="155"/>
                </a:lnTo>
                <a:lnTo>
                  <a:pt x="0" y="140454"/>
                </a:lnTo>
                <a:lnTo>
                  <a:pt x="0" y="147740"/>
                </a:lnTo>
                <a:lnTo>
                  <a:pt x="132607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26355" y="1565410"/>
            <a:ext cx="314960" cy="314960"/>
          </a:xfrm>
          <a:custGeom>
            <a:avLst/>
            <a:gdLst/>
            <a:ahLst/>
            <a:cxnLst/>
            <a:rect l="l" t="t" r="r" b="b"/>
            <a:pathLst>
              <a:path w="314960" h="314960">
                <a:moveTo>
                  <a:pt x="72486" y="288184"/>
                </a:moveTo>
                <a:lnTo>
                  <a:pt x="157182" y="288184"/>
                </a:lnTo>
                <a:lnTo>
                  <a:pt x="106246" y="277874"/>
                </a:lnTo>
                <a:lnTo>
                  <a:pt x="64604" y="249775"/>
                </a:lnTo>
                <a:lnTo>
                  <a:pt x="36502" y="208133"/>
                </a:lnTo>
                <a:lnTo>
                  <a:pt x="26193" y="157182"/>
                </a:lnTo>
                <a:lnTo>
                  <a:pt x="36502" y="106257"/>
                </a:lnTo>
                <a:lnTo>
                  <a:pt x="64604" y="64615"/>
                </a:lnTo>
                <a:lnTo>
                  <a:pt x="106246" y="36513"/>
                </a:lnTo>
                <a:lnTo>
                  <a:pt x="157186" y="26201"/>
                </a:lnTo>
                <a:lnTo>
                  <a:pt x="242130" y="26201"/>
                </a:lnTo>
                <a:lnTo>
                  <a:pt x="231889" y="18917"/>
                </a:lnTo>
                <a:lnTo>
                  <a:pt x="196107" y="4892"/>
                </a:lnTo>
                <a:lnTo>
                  <a:pt x="157183" y="0"/>
                </a:lnTo>
                <a:lnTo>
                  <a:pt x="107556" y="8027"/>
                </a:lnTo>
                <a:lnTo>
                  <a:pt x="72463" y="26201"/>
                </a:lnTo>
                <a:lnTo>
                  <a:pt x="157186" y="26201"/>
                </a:lnTo>
                <a:lnTo>
                  <a:pt x="72462" y="26202"/>
                </a:lnTo>
                <a:lnTo>
                  <a:pt x="64414" y="30370"/>
                </a:lnTo>
                <a:lnTo>
                  <a:pt x="30369" y="64416"/>
                </a:lnTo>
                <a:lnTo>
                  <a:pt x="8027" y="107556"/>
                </a:lnTo>
                <a:lnTo>
                  <a:pt x="0" y="157199"/>
                </a:lnTo>
                <a:lnTo>
                  <a:pt x="8023" y="206813"/>
                </a:lnTo>
                <a:lnTo>
                  <a:pt x="30364" y="249957"/>
                </a:lnTo>
                <a:lnTo>
                  <a:pt x="64411" y="284002"/>
                </a:lnTo>
                <a:lnTo>
                  <a:pt x="72486" y="288184"/>
                </a:lnTo>
                <a:close/>
              </a:path>
              <a:path w="314960" h="314960">
                <a:moveTo>
                  <a:pt x="209590" y="117891"/>
                </a:moveTo>
                <a:lnTo>
                  <a:pt x="314375" y="117891"/>
                </a:lnTo>
                <a:lnTo>
                  <a:pt x="314364" y="13095"/>
                </a:lnTo>
                <a:lnTo>
                  <a:pt x="288173" y="13095"/>
                </a:lnTo>
                <a:lnTo>
                  <a:pt x="288173" y="70435"/>
                </a:lnTo>
                <a:lnTo>
                  <a:pt x="254056" y="70438"/>
                </a:lnTo>
                <a:lnTo>
                  <a:pt x="270372" y="91692"/>
                </a:lnTo>
                <a:lnTo>
                  <a:pt x="209590" y="91692"/>
                </a:lnTo>
                <a:lnTo>
                  <a:pt x="209590" y="117891"/>
                </a:lnTo>
                <a:close/>
              </a:path>
              <a:path w="314960" h="314960">
                <a:moveTo>
                  <a:pt x="254056" y="70438"/>
                </a:moveTo>
                <a:lnTo>
                  <a:pt x="288173" y="70438"/>
                </a:lnTo>
                <a:lnTo>
                  <a:pt x="263065" y="41092"/>
                </a:lnTo>
                <a:lnTo>
                  <a:pt x="242131" y="26202"/>
                </a:lnTo>
                <a:lnTo>
                  <a:pt x="157193" y="26202"/>
                </a:lnTo>
                <a:lnTo>
                  <a:pt x="191493" y="30789"/>
                </a:lnTo>
                <a:lnTo>
                  <a:pt x="222746" y="43893"/>
                </a:lnTo>
                <a:lnTo>
                  <a:pt x="249515" y="64523"/>
                </a:lnTo>
                <a:lnTo>
                  <a:pt x="254056" y="70438"/>
                </a:lnTo>
                <a:close/>
              </a:path>
              <a:path w="314960" h="314960">
                <a:moveTo>
                  <a:pt x="157186" y="314367"/>
                </a:moveTo>
                <a:lnTo>
                  <a:pt x="201094" y="308146"/>
                </a:lnTo>
                <a:lnTo>
                  <a:pt x="240450" y="290559"/>
                </a:lnTo>
                <a:lnTo>
                  <a:pt x="273310" y="263220"/>
                </a:lnTo>
                <a:lnTo>
                  <a:pt x="297733" y="227745"/>
                </a:lnTo>
                <a:lnTo>
                  <a:pt x="311774" y="185748"/>
                </a:lnTo>
                <a:lnTo>
                  <a:pt x="313079" y="178634"/>
                </a:lnTo>
                <a:lnTo>
                  <a:pt x="308375" y="171816"/>
                </a:lnTo>
                <a:lnTo>
                  <a:pt x="293995" y="169215"/>
                </a:lnTo>
                <a:lnTo>
                  <a:pt x="287309" y="173931"/>
                </a:lnTo>
                <a:lnTo>
                  <a:pt x="286014" y="181026"/>
                </a:lnTo>
                <a:lnTo>
                  <a:pt x="269969" y="223969"/>
                </a:lnTo>
                <a:lnTo>
                  <a:pt x="241042" y="257893"/>
                </a:lnTo>
                <a:lnTo>
                  <a:pt x="202394" y="280173"/>
                </a:lnTo>
                <a:lnTo>
                  <a:pt x="157182" y="288184"/>
                </a:lnTo>
                <a:lnTo>
                  <a:pt x="72486" y="288184"/>
                </a:lnTo>
                <a:lnTo>
                  <a:pt x="107554" y="306341"/>
                </a:lnTo>
                <a:lnTo>
                  <a:pt x="157186" y="314367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922903" y="1591280"/>
            <a:ext cx="274320" cy="263525"/>
          </a:xfrm>
          <a:custGeom>
            <a:avLst/>
            <a:gdLst/>
            <a:ahLst/>
            <a:cxnLst/>
            <a:rect l="l" t="t" r="r" b="b"/>
            <a:pathLst>
              <a:path w="274320" h="263525">
                <a:moveTo>
                  <a:pt x="71829" y="262977"/>
                </a:moveTo>
                <a:lnTo>
                  <a:pt x="42377" y="237922"/>
                </a:lnTo>
                <a:lnTo>
                  <a:pt x="42302" y="236333"/>
                </a:lnTo>
                <a:lnTo>
                  <a:pt x="56658" y="168590"/>
                </a:lnTo>
                <a:lnTo>
                  <a:pt x="5049" y="122060"/>
                </a:lnTo>
                <a:lnTo>
                  <a:pt x="2340" y="117554"/>
                </a:lnTo>
                <a:lnTo>
                  <a:pt x="0" y="107905"/>
                </a:lnTo>
                <a:lnTo>
                  <a:pt x="192" y="103008"/>
                </a:lnTo>
                <a:lnTo>
                  <a:pt x="87391" y="73955"/>
                </a:lnTo>
                <a:lnTo>
                  <a:pt x="115676" y="10509"/>
                </a:lnTo>
                <a:lnTo>
                  <a:pt x="119114" y="6537"/>
                </a:lnTo>
                <a:lnTo>
                  <a:pt x="127605" y="1315"/>
                </a:lnTo>
                <a:lnTo>
                  <a:pt x="132306" y="0"/>
                </a:lnTo>
                <a:lnTo>
                  <a:pt x="141955" y="0"/>
                </a:lnTo>
                <a:lnTo>
                  <a:pt x="146670" y="1315"/>
                </a:lnTo>
                <a:lnTo>
                  <a:pt x="155121" y="6537"/>
                </a:lnTo>
                <a:lnTo>
                  <a:pt x="158572" y="10509"/>
                </a:lnTo>
                <a:lnTo>
                  <a:pt x="164490" y="23779"/>
                </a:lnTo>
                <a:lnTo>
                  <a:pt x="136278" y="23779"/>
                </a:lnTo>
                <a:lnTo>
                  <a:pt x="135640" y="24195"/>
                </a:lnTo>
                <a:lnTo>
                  <a:pt x="104607" y="93775"/>
                </a:lnTo>
                <a:lnTo>
                  <a:pt x="100921" y="96445"/>
                </a:lnTo>
                <a:lnTo>
                  <a:pt x="25156" y="104441"/>
                </a:lnTo>
                <a:lnTo>
                  <a:pt x="24570" y="104922"/>
                </a:lnTo>
                <a:lnTo>
                  <a:pt x="24023" y="106602"/>
                </a:lnTo>
                <a:lnTo>
                  <a:pt x="24218" y="107345"/>
                </a:lnTo>
                <a:lnTo>
                  <a:pt x="80806" y="158341"/>
                </a:lnTo>
                <a:lnTo>
                  <a:pt x="82208" y="162665"/>
                </a:lnTo>
                <a:lnTo>
                  <a:pt x="66404" y="237219"/>
                </a:lnTo>
                <a:lnTo>
                  <a:pt x="66690" y="237922"/>
                </a:lnTo>
                <a:lnTo>
                  <a:pt x="68117" y="238938"/>
                </a:lnTo>
                <a:lnTo>
                  <a:pt x="68873" y="238977"/>
                </a:lnTo>
                <a:lnTo>
                  <a:pt x="116538" y="238977"/>
                </a:lnTo>
                <a:lnTo>
                  <a:pt x="76960" y="261792"/>
                </a:lnTo>
                <a:lnTo>
                  <a:pt x="71829" y="262977"/>
                </a:lnTo>
                <a:close/>
              </a:path>
              <a:path w="274320" h="263525">
                <a:moveTo>
                  <a:pt x="231830" y="239211"/>
                </a:moveTo>
                <a:lnTo>
                  <a:pt x="205831" y="239211"/>
                </a:lnTo>
                <a:lnTo>
                  <a:pt x="207633" y="237909"/>
                </a:lnTo>
                <a:lnTo>
                  <a:pt x="207886" y="237206"/>
                </a:lnTo>
                <a:lnTo>
                  <a:pt x="192079" y="162665"/>
                </a:lnTo>
                <a:lnTo>
                  <a:pt x="193513" y="158328"/>
                </a:lnTo>
                <a:lnTo>
                  <a:pt x="250082" y="107332"/>
                </a:lnTo>
                <a:lnTo>
                  <a:pt x="250277" y="106602"/>
                </a:lnTo>
                <a:lnTo>
                  <a:pt x="249730" y="104922"/>
                </a:lnTo>
                <a:lnTo>
                  <a:pt x="249144" y="104441"/>
                </a:lnTo>
                <a:lnTo>
                  <a:pt x="173374" y="96445"/>
                </a:lnTo>
                <a:lnTo>
                  <a:pt x="169701" y="93775"/>
                </a:lnTo>
                <a:lnTo>
                  <a:pt x="138674" y="24195"/>
                </a:lnTo>
                <a:lnTo>
                  <a:pt x="138049" y="23779"/>
                </a:lnTo>
                <a:lnTo>
                  <a:pt x="164490" y="23779"/>
                </a:lnTo>
                <a:lnTo>
                  <a:pt x="186870" y="73968"/>
                </a:lnTo>
                <a:lnTo>
                  <a:pt x="255981" y="81273"/>
                </a:lnTo>
                <a:lnTo>
                  <a:pt x="260813" y="83331"/>
                </a:lnTo>
                <a:lnTo>
                  <a:pt x="268379" y="89751"/>
                </a:lnTo>
                <a:lnTo>
                  <a:pt x="271087" y="93827"/>
                </a:lnTo>
                <a:lnTo>
                  <a:pt x="274078" y="103008"/>
                </a:lnTo>
                <a:lnTo>
                  <a:pt x="274278" y="107905"/>
                </a:lnTo>
                <a:lnTo>
                  <a:pt x="273171" y="112593"/>
                </a:lnTo>
                <a:lnTo>
                  <a:pt x="271947" y="117606"/>
                </a:lnTo>
                <a:lnTo>
                  <a:pt x="269238" y="122112"/>
                </a:lnTo>
                <a:lnTo>
                  <a:pt x="217656" y="168616"/>
                </a:lnTo>
                <a:lnTo>
                  <a:pt x="232006" y="236333"/>
                </a:lnTo>
                <a:lnTo>
                  <a:pt x="231942" y="237922"/>
                </a:lnTo>
                <a:lnTo>
                  <a:pt x="231830" y="239211"/>
                </a:lnTo>
                <a:close/>
              </a:path>
              <a:path w="274320" h="263525">
                <a:moveTo>
                  <a:pt x="116538" y="238977"/>
                </a:moveTo>
                <a:lnTo>
                  <a:pt x="68873" y="238977"/>
                </a:lnTo>
                <a:lnTo>
                  <a:pt x="131212" y="203035"/>
                </a:lnTo>
                <a:lnTo>
                  <a:pt x="133035" y="202006"/>
                </a:lnTo>
                <a:lnTo>
                  <a:pt x="135080" y="201459"/>
                </a:lnTo>
                <a:lnTo>
                  <a:pt x="139234" y="201459"/>
                </a:lnTo>
                <a:lnTo>
                  <a:pt x="141278" y="202006"/>
                </a:lnTo>
                <a:lnTo>
                  <a:pt x="184796" y="227087"/>
                </a:lnTo>
                <a:lnTo>
                  <a:pt x="137163" y="227087"/>
                </a:lnTo>
                <a:lnTo>
                  <a:pt x="116538" y="238977"/>
                </a:lnTo>
                <a:close/>
              </a:path>
              <a:path w="274320" h="263525">
                <a:moveTo>
                  <a:pt x="206391" y="262652"/>
                </a:moveTo>
                <a:lnTo>
                  <a:pt x="201221" y="262652"/>
                </a:lnTo>
                <a:lnTo>
                  <a:pt x="196755" y="261441"/>
                </a:lnTo>
                <a:lnTo>
                  <a:pt x="137163" y="227087"/>
                </a:lnTo>
                <a:lnTo>
                  <a:pt x="184796" y="227087"/>
                </a:lnTo>
                <a:lnTo>
                  <a:pt x="205831" y="239211"/>
                </a:lnTo>
                <a:lnTo>
                  <a:pt x="231830" y="239211"/>
                </a:lnTo>
                <a:lnTo>
                  <a:pt x="207029" y="262626"/>
                </a:lnTo>
                <a:lnTo>
                  <a:pt x="206391" y="262652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29684" y="814138"/>
            <a:ext cx="379901" cy="37990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49098" y="4264705"/>
            <a:ext cx="8106269" cy="476498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574573" y="3447976"/>
            <a:ext cx="374650" cy="514350"/>
          </a:xfrm>
          <a:custGeom>
            <a:avLst/>
            <a:gdLst/>
            <a:ahLst/>
            <a:cxnLst/>
            <a:rect l="l" t="t" r="r" b="b"/>
            <a:pathLst>
              <a:path w="374650" h="514350">
                <a:moveTo>
                  <a:pt x="70273" y="514350"/>
                </a:moveTo>
                <a:lnTo>
                  <a:pt x="0" y="514350"/>
                </a:lnTo>
                <a:lnTo>
                  <a:pt x="0" y="0"/>
                </a:lnTo>
                <a:lnTo>
                  <a:pt x="239395" y="0"/>
                </a:lnTo>
                <a:lnTo>
                  <a:pt x="252035" y="297"/>
                </a:lnTo>
                <a:lnTo>
                  <a:pt x="301128" y="7600"/>
                </a:lnTo>
                <a:lnTo>
                  <a:pt x="341788" y="28098"/>
                </a:lnTo>
                <a:lnTo>
                  <a:pt x="367462" y="62230"/>
                </a:lnTo>
                <a:lnTo>
                  <a:pt x="74295" y="62230"/>
                </a:lnTo>
                <a:lnTo>
                  <a:pt x="74295" y="238760"/>
                </a:lnTo>
                <a:lnTo>
                  <a:pt x="363673" y="238760"/>
                </a:lnTo>
                <a:lnTo>
                  <a:pt x="362585" y="240982"/>
                </a:lnTo>
                <a:lnTo>
                  <a:pt x="331470" y="274955"/>
                </a:lnTo>
                <a:lnTo>
                  <a:pt x="288290" y="294957"/>
                </a:lnTo>
                <a:lnTo>
                  <a:pt x="239395" y="301625"/>
                </a:lnTo>
                <a:lnTo>
                  <a:pt x="74295" y="301625"/>
                </a:lnTo>
                <a:lnTo>
                  <a:pt x="74295" y="510540"/>
                </a:lnTo>
                <a:lnTo>
                  <a:pt x="70273" y="514350"/>
                </a:lnTo>
                <a:close/>
              </a:path>
              <a:path w="374650" h="514350">
                <a:moveTo>
                  <a:pt x="363673" y="238760"/>
                </a:moveTo>
                <a:lnTo>
                  <a:pt x="233680" y="238760"/>
                </a:lnTo>
                <a:lnTo>
                  <a:pt x="247411" y="237946"/>
                </a:lnTo>
                <a:lnTo>
                  <a:pt x="260032" y="235505"/>
                </a:lnTo>
                <a:lnTo>
                  <a:pt x="296703" y="208835"/>
                </a:lnTo>
                <a:lnTo>
                  <a:pt x="301625" y="184150"/>
                </a:lnTo>
                <a:lnTo>
                  <a:pt x="301537" y="102870"/>
                </a:lnTo>
                <a:lnTo>
                  <a:pt x="277177" y="69215"/>
                </a:lnTo>
                <a:lnTo>
                  <a:pt x="236855" y="62230"/>
                </a:lnTo>
                <a:lnTo>
                  <a:pt x="367462" y="62230"/>
                </a:lnTo>
                <a:lnTo>
                  <a:pt x="368220" y="63817"/>
                </a:lnTo>
                <a:lnTo>
                  <a:pt x="371792" y="75565"/>
                </a:lnTo>
                <a:lnTo>
                  <a:pt x="373935" y="88582"/>
                </a:lnTo>
                <a:lnTo>
                  <a:pt x="374650" y="102870"/>
                </a:lnTo>
                <a:lnTo>
                  <a:pt x="374650" y="192405"/>
                </a:lnTo>
                <a:lnTo>
                  <a:pt x="373895" y="205918"/>
                </a:lnTo>
                <a:lnTo>
                  <a:pt x="371633" y="218519"/>
                </a:lnTo>
                <a:lnTo>
                  <a:pt x="367863" y="230207"/>
                </a:lnTo>
                <a:lnTo>
                  <a:pt x="363673" y="238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12724" y="3595296"/>
            <a:ext cx="294005" cy="367665"/>
          </a:xfrm>
          <a:custGeom>
            <a:avLst/>
            <a:gdLst/>
            <a:ahLst/>
            <a:cxnLst/>
            <a:rect l="l" t="t" r="r" b="b"/>
            <a:pathLst>
              <a:path w="294004" h="367664">
                <a:moveTo>
                  <a:pt x="26670" y="66039"/>
                </a:moveTo>
                <a:lnTo>
                  <a:pt x="26670" y="5079"/>
                </a:lnTo>
                <a:lnTo>
                  <a:pt x="69453" y="1944"/>
                </a:lnTo>
                <a:lnTo>
                  <a:pt x="114935" y="158"/>
                </a:lnTo>
                <a:lnTo>
                  <a:pt x="133985" y="0"/>
                </a:lnTo>
                <a:lnTo>
                  <a:pt x="147855" y="119"/>
                </a:lnTo>
                <a:lnTo>
                  <a:pt x="188277" y="1905"/>
                </a:lnTo>
                <a:lnTo>
                  <a:pt x="236220" y="10477"/>
                </a:lnTo>
                <a:lnTo>
                  <a:pt x="272097" y="30162"/>
                </a:lnTo>
                <a:lnTo>
                  <a:pt x="288992" y="60960"/>
                </a:lnTo>
                <a:lnTo>
                  <a:pt x="132715" y="60960"/>
                </a:lnTo>
                <a:lnTo>
                  <a:pt x="116681" y="61118"/>
                </a:lnTo>
                <a:lnTo>
                  <a:pt x="99060" y="61595"/>
                </a:lnTo>
                <a:lnTo>
                  <a:pt x="89971" y="61952"/>
                </a:lnTo>
                <a:lnTo>
                  <a:pt x="81121" y="62388"/>
                </a:lnTo>
                <a:lnTo>
                  <a:pt x="72509" y="62904"/>
                </a:lnTo>
                <a:lnTo>
                  <a:pt x="26670" y="66039"/>
                </a:lnTo>
                <a:close/>
              </a:path>
              <a:path w="294004" h="367664">
                <a:moveTo>
                  <a:pt x="294005" y="129540"/>
                </a:moveTo>
                <a:lnTo>
                  <a:pt x="220980" y="129540"/>
                </a:lnTo>
                <a:lnTo>
                  <a:pt x="220980" y="110490"/>
                </a:lnTo>
                <a:lnTo>
                  <a:pt x="220067" y="97948"/>
                </a:lnTo>
                <a:lnTo>
                  <a:pt x="197008" y="65881"/>
                </a:lnTo>
                <a:lnTo>
                  <a:pt x="166264" y="60960"/>
                </a:lnTo>
                <a:lnTo>
                  <a:pt x="288992" y="60960"/>
                </a:lnTo>
                <a:lnTo>
                  <a:pt x="293766" y="106521"/>
                </a:lnTo>
                <a:lnTo>
                  <a:pt x="294005" y="123190"/>
                </a:lnTo>
                <a:lnTo>
                  <a:pt x="294005" y="129540"/>
                </a:lnTo>
                <a:close/>
              </a:path>
              <a:path w="294004" h="367664">
                <a:moveTo>
                  <a:pt x="99695" y="367665"/>
                </a:moveTo>
                <a:lnTo>
                  <a:pt x="59055" y="363299"/>
                </a:lnTo>
                <a:lnTo>
                  <a:pt x="15359" y="337442"/>
                </a:lnTo>
                <a:lnTo>
                  <a:pt x="0" y="281305"/>
                </a:lnTo>
                <a:lnTo>
                  <a:pt x="0" y="207010"/>
                </a:lnTo>
                <a:lnTo>
                  <a:pt x="12243" y="166330"/>
                </a:lnTo>
                <a:lnTo>
                  <a:pt x="43576" y="139541"/>
                </a:lnTo>
                <a:lnTo>
                  <a:pt x="87094" y="127000"/>
                </a:lnTo>
                <a:lnTo>
                  <a:pt x="116284" y="126047"/>
                </a:lnTo>
                <a:lnTo>
                  <a:pt x="126702" y="126126"/>
                </a:lnTo>
                <a:lnTo>
                  <a:pt x="158511" y="127000"/>
                </a:lnTo>
                <a:lnTo>
                  <a:pt x="177800" y="127635"/>
                </a:lnTo>
                <a:lnTo>
                  <a:pt x="184996" y="128058"/>
                </a:lnTo>
                <a:lnTo>
                  <a:pt x="192193" y="128375"/>
                </a:lnTo>
                <a:lnTo>
                  <a:pt x="206586" y="128799"/>
                </a:lnTo>
                <a:lnTo>
                  <a:pt x="213783" y="129116"/>
                </a:lnTo>
                <a:lnTo>
                  <a:pt x="220980" y="129540"/>
                </a:lnTo>
                <a:lnTo>
                  <a:pt x="294005" y="129540"/>
                </a:lnTo>
                <a:lnTo>
                  <a:pt x="294005" y="187642"/>
                </a:lnTo>
                <a:lnTo>
                  <a:pt x="131445" y="187642"/>
                </a:lnTo>
                <a:lnTo>
                  <a:pt x="122713" y="187721"/>
                </a:lnTo>
                <a:lnTo>
                  <a:pt x="83502" y="197485"/>
                </a:lnTo>
                <a:lnTo>
                  <a:pt x="71120" y="225425"/>
                </a:lnTo>
                <a:lnTo>
                  <a:pt x="71120" y="267335"/>
                </a:lnTo>
                <a:lnTo>
                  <a:pt x="92154" y="300017"/>
                </a:lnTo>
                <a:lnTo>
                  <a:pt x="131048" y="305831"/>
                </a:lnTo>
                <a:lnTo>
                  <a:pt x="294005" y="305851"/>
                </a:lnTo>
                <a:lnTo>
                  <a:pt x="294005" y="346286"/>
                </a:lnTo>
                <a:lnTo>
                  <a:pt x="291782" y="352530"/>
                </a:lnTo>
                <a:lnTo>
                  <a:pt x="282892" y="363114"/>
                </a:lnTo>
                <a:lnTo>
                  <a:pt x="277071" y="365760"/>
                </a:lnTo>
                <a:lnTo>
                  <a:pt x="269875" y="365760"/>
                </a:lnTo>
                <a:lnTo>
                  <a:pt x="99695" y="367665"/>
                </a:lnTo>
                <a:close/>
              </a:path>
              <a:path w="294004" h="367664">
                <a:moveTo>
                  <a:pt x="294005" y="305851"/>
                </a:moveTo>
                <a:lnTo>
                  <a:pt x="139600" y="305851"/>
                </a:lnTo>
                <a:lnTo>
                  <a:pt x="156825" y="305573"/>
                </a:lnTo>
                <a:lnTo>
                  <a:pt x="180340" y="304800"/>
                </a:lnTo>
                <a:lnTo>
                  <a:pt x="186266" y="304376"/>
                </a:lnTo>
                <a:lnTo>
                  <a:pt x="191981" y="304165"/>
                </a:lnTo>
                <a:lnTo>
                  <a:pt x="202988" y="304165"/>
                </a:lnTo>
                <a:lnTo>
                  <a:pt x="208491" y="303953"/>
                </a:lnTo>
                <a:lnTo>
                  <a:pt x="213995" y="303530"/>
                </a:lnTo>
                <a:lnTo>
                  <a:pt x="219075" y="303530"/>
                </a:lnTo>
                <a:lnTo>
                  <a:pt x="221615" y="301201"/>
                </a:lnTo>
                <a:lnTo>
                  <a:pt x="221615" y="191135"/>
                </a:lnTo>
                <a:lnTo>
                  <a:pt x="215688" y="190711"/>
                </a:lnTo>
                <a:lnTo>
                  <a:pt x="209550" y="190394"/>
                </a:lnTo>
                <a:lnTo>
                  <a:pt x="196850" y="189970"/>
                </a:lnTo>
                <a:lnTo>
                  <a:pt x="190711" y="189653"/>
                </a:lnTo>
                <a:lnTo>
                  <a:pt x="184785" y="189230"/>
                </a:lnTo>
                <a:lnTo>
                  <a:pt x="140493" y="187721"/>
                </a:lnTo>
                <a:lnTo>
                  <a:pt x="131445" y="187642"/>
                </a:lnTo>
                <a:lnTo>
                  <a:pt x="294005" y="187642"/>
                </a:lnTo>
                <a:lnTo>
                  <a:pt x="294005" y="3058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392453" y="3448611"/>
            <a:ext cx="81280" cy="91440"/>
          </a:xfrm>
          <a:custGeom>
            <a:avLst/>
            <a:gdLst/>
            <a:ahLst/>
            <a:cxnLst/>
            <a:rect l="l" t="t" r="r" b="b"/>
            <a:pathLst>
              <a:path w="81279" h="91439">
                <a:moveTo>
                  <a:pt x="81279" y="91440"/>
                </a:moveTo>
                <a:lnTo>
                  <a:pt x="0" y="91440"/>
                </a:lnTo>
                <a:lnTo>
                  <a:pt x="0" y="0"/>
                </a:lnTo>
                <a:lnTo>
                  <a:pt x="81279" y="0"/>
                </a:lnTo>
                <a:lnTo>
                  <a:pt x="81279" y="91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396899" y="3596640"/>
            <a:ext cx="73660" cy="365760"/>
          </a:xfrm>
          <a:custGeom>
            <a:avLst/>
            <a:gdLst/>
            <a:ahLst/>
            <a:cxnLst/>
            <a:rect l="l" t="t" r="r" b="b"/>
            <a:pathLst>
              <a:path w="73660" h="365760">
                <a:moveTo>
                  <a:pt x="0" y="0"/>
                </a:moveTo>
                <a:lnTo>
                  <a:pt x="73659" y="0"/>
                </a:lnTo>
                <a:lnTo>
                  <a:pt x="73659" y="365759"/>
                </a:lnTo>
                <a:lnTo>
                  <a:pt x="0" y="3657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566443" y="3596566"/>
            <a:ext cx="308610" cy="366395"/>
          </a:xfrm>
          <a:custGeom>
            <a:avLst/>
            <a:gdLst/>
            <a:ahLst/>
            <a:cxnLst/>
            <a:rect l="l" t="t" r="r" b="b"/>
            <a:pathLst>
              <a:path w="308610" h="366395">
                <a:moveTo>
                  <a:pt x="305223" y="366395"/>
                </a:moveTo>
                <a:lnTo>
                  <a:pt x="234949" y="366395"/>
                </a:lnTo>
                <a:lnTo>
                  <a:pt x="234949" y="131444"/>
                </a:lnTo>
                <a:lnTo>
                  <a:pt x="233699" y="112772"/>
                </a:lnTo>
                <a:lnTo>
                  <a:pt x="214947" y="76517"/>
                </a:lnTo>
                <a:lnTo>
                  <a:pt x="175478" y="63122"/>
                </a:lnTo>
                <a:lnTo>
                  <a:pt x="158114" y="62230"/>
                </a:lnTo>
                <a:lnTo>
                  <a:pt x="75988" y="63500"/>
                </a:lnTo>
                <a:lnTo>
                  <a:pt x="74294" y="64981"/>
                </a:lnTo>
                <a:lnTo>
                  <a:pt x="74294" y="362796"/>
                </a:lnTo>
                <a:lnTo>
                  <a:pt x="71119" y="366395"/>
                </a:lnTo>
                <a:lnTo>
                  <a:pt x="0" y="366395"/>
                </a:lnTo>
                <a:lnTo>
                  <a:pt x="0" y="16298"/>
                </a:lnTo>
                <a:lnTo>
                  <a:pt x="1799" y="11429"/>
                </a:lnTo>
                <a:lnTo>
                  <a:pt x="8995" y="3810"/>
                </a:lnTo>
                <a:lnTo>
                  <a:pt x="13758" y="1904"/>
                </a:lnTo>
                <a:lnTo>
                  <a:pt x="169544" y="0"/>
                </a:lnTo>
                <a:lnTo>
                  <a:pt x="188436" y="416"/>
                </a:lnTo>
                <a:lnTo>
                  <a:pt x="235584" y="6667"/>
                </a:lnTo>
                <a:lnTo>
                  <a:pt x="278447" y="28575"/>
                </a:lnTo>
                <a:lnTo>
                  <a:pt x="301624" y="68897"/>
                </a:lnTo>
                <a:lnTo>
                  <a:pt x="308173" y="113129"/>
                </a:lnTo>
                <a:lnTo>
                  <a:pt x="308609" y="130810"/>
                </a:lnTo>
                <a:lnTo>
                  <a:pt x="308609" y="3625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138311" y="3447976"/>
            <a:ext cx="374650" cy="514350"/>
          </a:xfrm>
          <a:custGeom>
            <a:avLst/>
            <a:gdLst/>
            <a:ahLst/>
            <a:cxnLst/>
            <a:rect l="l" t="t" r="r" b="b"/>
            <a:pathLst>
              <a:path w="374650" h="514350">
                <a:moveTo>
                  <a:pt x="70273" y="514350"/>
                </a:moveTo>
                <a:lnTo>
                  <a:pt x="0" y="514350"/>
                </a:lnTo>
                <a:lnTo>
                  <a:pt x="0" y="0"/>
                </a:lnTo>
                <a:lnTo>
                  <a:pt x="239395" y="0"/>
                </a:lnTo>
                <a:lnTo>
                  <a:pt x="252035" y="297"/>
                </a:lnTo>
                <a:lnTo>
                  <a:pt x="301128" y="7600"/>
                </a:lnTo>
                <a:lnTo>
                  <a:pt x="341788" y="28098"/>
                </a:lnTo>
                <a:lnTo>
                  <a:pt x="367462" y="62230"/>
                </a:lnTo>
                <a:lnTo>
                  <a:pt x="74295" y="62230"/>
                </a:lnTo>
                <a:lnTo>
                  <a:pt x="74295" y="238760"/>
                </a:lnTo>
                <a:lnTo>
                  <a:pt x="363673" y="238760"/>
                </a:lnTo>
                <a:lnTo>
                  <a:pt x="362585" y="240982"/>
                </a:lnTo>
                <a:lnTo>
                  <a:pt x="331470" y="274955"/>
                </a:lnTo>
                <a:lnTo>
                  <a:pt x="288290" y="294957"/>
                </a:lnTo>
                <a:lnTo>
                  <a:pt x="239395" y="301625"/>
                </a:lnTo>
                <a:lnTo>
                  <a:pt x="74295" y="301625"/>
                </a:lnTo>
                <a:lnTo>
                  <a:pt x="74295" y="510540"/>
                </a:lnTo>
                <a:lnTo>
                  <a:pt x="70273" y="514350"/>
                </a:lnTo>
                <a:close/>
              </a:path>
              <a:path w="374650" h="514350">
                <a:moveTo>
                  <a:pt x="363673" y="238760"/>
                </a:moveTo>
                <a:lnTo>
                  <a:pt x="233680" y="238760"/>
                </a:lnTo>
                <a:lnTo>
                  <a:pt x="247411" y="237946"/>
                </a:lnTo>
                <a:lnTo>
                  <a:pt x="260032" y="235505"/>
                </a:lnTo>
                <a:lnTo>
                  <a:pt x="296703" y="208835"/>
                </a:lnTo>
                <a:lnTo>
                  <a:pt x="301625" y="184150"/>
                </a:lnTo>
                <a:lnTo>
                  <a:pt x="301537" y="102870"/>
                </a:lnTo>
                <a:lnTo>
                  <a:pt x="277177" y="69215"/>
                </a:lnTo>
                <a:lnTo>
                  <a:pt x="236855" y="62230"/>
                </a:lnTo>
                <a:lnTo>
                  <a:pt x="367462" y="62230"/>
                </a:lnTo>
                <a:lnTo>
                  <a:pt x="368220" y="63817"/>
                </a:lnTo>
                <a:lnTo>
                  <a:pt x="371792" y="75565"/>
                </a:lnTo>
                <a:lnTo>
                  <a:pt x="373935" y="88582"/>
                </a:lnTo>
                <a:lnTo>
                  <a:pt x="374650" y="102870"/>
                </a:lnTo>
                <a:lnTo>
                  <a:pt x="374650" y="192405"/>
                </a:lnTo>
                <a:lnTo>
                  <a:pt x="373895" y="205918"/>
                </a:lnTo>
                <a:lnTo>
                  <a:pt x="371633" y="218519"/>
                </a:lnTo>
                <a:lnTo>
                  <a:pt x="367863" y="230207"/>
                </a:lnTo>
                <a:lnTo>
                  <a:pt x="363673" y="238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573286" y="3596566"/>
            <a:ext cx="330200" cy="366395"/>
          </a:xfrm>
          <a:custGeom>
            <a:avLst/>
            <a:gdLst/>
            <a:ahLst/>
            <a:cxnLst/>
            <a:rect l="l" t="t" r="r" b="b"/>
            <a:pathLst>
              <a:path w="330200" h="366395">
                <a:moveTo>
                  <a:pt x="194310" y="366395"/>
                </a:moveTo>
                <a:lnTo>
                  <a:pt x="137160" y="366395"/>
                </a:lnTo>
                <a:lnTo>
                  <a:pt x="121979" y="365164"/>
                </a:lnTo>
                <a:lnTo>
                  <a:pt x="80962" y="354330"/>
                </a:lnTo>
                <a:lnTo>
                  <a:pt x="47267" y="333494"/>
                </a:lnTo>
                <a:lnTo>
                  <a:pt x="21748" y="303688"/>
                </a:lnTo>
                <a:lnTo>
                  <a:pt x="5536" y="266025"/>
                </a:lnTo>
                <a:lnTo>
                  <a:pt x="0" y="221615"/>
                </a:lnTo>
                <a:lnTo>
                  <a:pt x="45" y="146050"/>
                </a:lnTo>
                <a:lnTo>
                  <a:pt x="5179" y="101183"/>
                </a:lnTo>
                <a:lnTo>
                  <a:pt x="20478" y="62230"/>
                </a:lnTo>
                <a:lnTo>
                  <a:pt x="45124" y="31809"/>
                </a:lnTo>
                <a:lnTo>
                  <a:pt x="79057" y="10795"/>
                </a:lnTo>
                <a:lnTo>
                  <a:pt x="121384" y="674"/>
                </a:lnTo>
                <a:lnTo>
                  <a:pt x="137160" y="0"/>
                </a:lnTo>
                <a:lnTo>
                  <a:pt x="194310" y="0"/>
                </a:lnTo>
                <a:lnTo>
                  <a:pt x="241339" y="6250"/>
                </a:lnTo>
                <a:lnTo>
                  <a:pt x="277891" y="24447"/>
                </a:lnTo>
                <a:lnTo>
                  <a:pt x="304740" y="52665"/>
                </a:lnTo>
                <a:lnTo>
                  <a:pt x="308967" y="59690"/>
                </a:lnTo>
                <a:lnTo>
                  <a:pt x="147955" y="59690"/>
                </a:lnTo>
                <a:lnTo>
                  <a:pt x="129043" y="61198"/>
                </a:lnTo>
                <a:lnTo>
                  <a:pt x="89217" y="83820"/>
                </a:lnTo>
                <a:lnTo>
                  <a:pt x="72251" y="127873"/>
                </a:lnTo>
                <a:lnTo>
                  <a:pt x="71120" y="146050"/>
                </a:lnTo>
                <a:lnTo>
                  <a:pt x="71120" y="219710"/>
                </a:lnTo>
                <a:lnTo>
                  <a:pt x="82907" y="270609"/>
                </a:lnTo>
                <a:lnTo>
                  <a:pt x="116840" y="301386"/>
                </a:lnTo>
                <a:lnTo>
                  <a:pt x="149225" y="307340"/>
                </a:lnTo>
                <a:lnTo>
                  <a:pt x="307844" y="307340"/>
                </a:lnTo>
                <a:lnTo>
                  <a:pt x="307260" y="308371"/>
                </a:lnTo>
                <a:lnTo>
                  <a:pt x="281225" y="337581"/>
                </a:lnTo>
                <a:lnTo>
                  <a:pt x="247650" y="356870"/>
                </a:lnTo>
                <a:lnTo>
                  <a:pt x="208359" y="365799"/>
                </a:lnTo>
                <a:lnTo>
                  <a:pt x="194310" y="366395"/>
                </a:lnTo>
                <a:close/>
              </a:path>
              <a:path w="330200" h="366395">
                <a:moveTo>
                  <a:pt x="307844" y="307340"/>
                </a:moveTo>
                <a:lnTo>
                  <a:pt x="180975" y="307340"/>
                </a:lnTo>
                <a:lnTo>
                  <a:pt x="198874" y="304522"/>
                </a:lnTo>
                <a:lnTo>
                  <a:pt x="214471" y="299243"/>
                </a:lnTo>
                <a:lnTo>
                  <a:pt x="247372" y="268803"/>
                </a:lnTo>
                <a:lnTo>
                  <a:pt x="258362" y="219710"/>
                </a:lnTo>
                <a:lnTo>
                  <a:pt x="258387" y="146050"/>
                </a:lnTo>
                <a:lnTo>
                  <a:pt x="258206" y="140017"/>
                </a:lnTo>
                <a:lnTo>
                  <a:pt x="249465" y="101183"/>
                </a:lnTo>
                <a:lnTo>
                  <a:pt x="224591" y="71874"/>
                </a:lnTo>
                <a:lnTo>
                  <a:pt x="180975" y="59690"/>
                </a:lnTo>
                <a:lnTo>
                  <a:pt x="308967" y="59690"/>
                </a:lnTo>
                <a:lnTo>
                  <a:pt x="325556" y="102969"/>
                </a:lnTo>
                <a:lnTo>
                  <a:pt x="330157" y="146050"/>
                </a:lnTo>
                <a:lnTo>
                  <a:pt x="330200" y="221615"/>
                </a:lnTo>
                <a:lnTo>
                  <a:pt x="329530" y="238700"/>
                </a:lnTo>
                <a:lnTo>
                  <a:pt x="327580" y="254555"/>
                </a:lnTo>
                <a:lnTo>
                  <a:pt x="324306" y="269537"/>
                </a:lnTo>
                <a:lnTo>
                  <a:pt x="319722" y="283527"/>
                </a:lnTo>
                <a:lnTo>
                  <a:pt x="313987" y="296485"/>
                </a:lnTo>
                <a:lnTo>
                  <a:pt x="307844" y="307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982225" y="3448611"/>
            <a:ext cx="81280" cy="91440"/>
          </a:xfrm>
          <a:custGeom>
            <a:avLst/>
            <a:gdLst/>
            <a:ahLst/>
            <a:cxnLst/>
            <a:rect l="l" t="t" r="r" b="b"/>
            <a:pathLst>
              <a:path w="81279" h="91439">
                <a:moveTo>
                  <a:pt x="81280" y="91440"/>
                </a:moveTo>
                <a:lnTo>
                  <a:pt x="0" y="91440"/>
                </a:lnTo>
                <a:lnTo>
                  <a:pt x="0" y="0"/>
                </a:lnTo>
                <a:lnTo>
                  <a:pt x="81280" y="0"/>
                </a:lnTo>
                <a:lnTo>
                  <a:pt x="81280" y="91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986671" y="3596640"/>
            <a:ext cx="73660" cy="365760"/>
          </a:xfrm>
          <a:custGeom>
            <a:avLst/>
            <a:gdLst/>
            <a:ahLst/>
            <a:cxnLst/>
            <a:rect l="l" t="t" r="r" b="b"/>
            <a:pathLst>
              <a:path w="73660" h="365760">
                <a:moveTo>
                  <a:pt x="0" y="0"/>
                </a:moveTo>
                <a:lnTo>
                  <a:pt x="73659" y="0"/>
                </a:lnTo>
                <a:lnTo>
                  <a:pt x="73659" y="365759"/>
                </a:lnTo>
                <a:lnTo>
                  <a:pt x="0" y="3657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156215" y="3596566"/>
            <a:ext cx="308610" cy="366395"/>
          </a:xfrm>
          <a:custGeom>
            <a:avLst/>
            <a:gdLst/>
            <a:ahLst/>
            <a:cxnLst/>
            <a:rect l="l" t="t" r="r" b="b"/>
            <a:pathLst>
              <a:path w="308610" h="366395">
                <a:moveTo>
                  <a:pt x="305223" y="366395"/>
                </a:moveTo>
                <a:lnTo>
                  <a:pt x="234950" y="366395"/>
                </a:lnTo>
                <a:lnTo>
                  <a:pt x="234950" y="131444"/>
                </a:lnTo>
                <a:lnTo>
                  <a:pt x="233699" y="112772"/>
                </a:lnTo>
                <a:lnTo>
                  <a:pt x="214947" y="76517"/>
                </a:lnTo>
                <a:lnTo>
                  <a:pt x="175478" y="63122"/>
                </a:lnTo>
                <a:lnTo>
                  <a:pt x="158115" y="62230"/>
                </a:lnTo>
                <a:lnTo>
                  <a:pt x="75988" y="63500"/>
                </a:lnTo>
                <a:lnTo>
                  <a:pt x="74295" y="64981"/>
                </a:lnTo>
                <a:lnTo>
                  <a:pt x="74295" y="362796"/>
                </a:lnTo>
                <a:lnTo>
                  <a:pt x="71120" y="366395"/>
                </a:lnTo>
                <a:lnTo>
                  <a:pt x="0" y="366395"/>
                </a:lnTo>
                <a:lnTo>
                  <a:pt x="0" y="16298"/>
                </a:lnTo>
                <a:lnTo>
                  <a:pt x="1799" y="11429"/>
                </a:lnTo>
                <a:lnTo>
                  <a:pt x="8995" y="3810"/>
                </a:lnTo>
                <a:lnTo>
                  <a:pt x="13758" y="1904"/>
                </a:lnTo>
                <a:lnTo>
                  <a:pt x="169545" y="0"/>
                </a:lnTo>
                <a:lnTo>
                  <a:pt x="188436" y="416"/>
                </a:lnTo>
                <a:lnTo>
                  <a:pt x="235584" y="6667"/>
                </a:lnTo>
                <a:lnTo>
                  <a:pt x="278447" y="28575"/>
                </a:lnTo>
                <a:lnTo>
                  <a:pt x="301625" y="68897"/>
                </a:lnTo>
                <a:lnTo>
                  <a:pt x="308173" y="113129"/>
                </a:lnTo>
                <a:lnTo>
                  <a:pt x="308610" y="130810"/>
                </a:lnTo>
                <a:lnTo>
                  <a:pt x="308610" y="3625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516261" y="3487346"/>
            <a:ext cx="243840" cy="475615"/>
          </a:xfrm>
          <a:custGeom>
            <a:avLst/>
            <a:gdLst/>
            <a:ahLst/>
            <a:cxnLst/>
            <a:rect l="l" t="t" r="r" b="b"/>
            <a:pathLst>
              <a:path w="243840" h="475614">
                <a:moveTo>
                  <a:pt x="235373" y="475614"/>
                </a:moveTo>
                <a:lnTo>
                  <a:pt x="151130" y="475614"/>
                </a:lnTo>
                <a:lnTo>
                  <a:pt x="110013" y="469939"/>
                </a:lnTo>
                <a:lnTo>
                  <a:pt x="80645" y="452913"/>
                </a:lnTo>
                <a:lnTo>
                  <a:pt x="63023" y="424537"/>
                </a:lnTo>
                <a:lnTo>
                  <a:pt x="57150" y="384809"/>
                </a:lnTo>
                <a:lnTo>
                  <a:pt x="57150" y="171449"/>
                </a:lnTo>
                <a:lnTo>
                  <a:pt x="0" y="171449"/>
                </a:lnTo>
                <a:lnTo>
                  <a:pt x="0" y="109219"/>
                </a:lnTo>
                <a:lnTo>
                  <a:pt x="57150" y="109219"/>
                </a:lnTo>
                <a:lnTo>
                  <a:pt x="57150" y="0"/>
                </a:lnTo>
                <a:lnTo>
                  <a:pt x="131444" y="0"/>
                </a:lnTo>
                <a:lnTo>
                  <a:pt x="131444" y="109219"/>
                </a:lnTo>
                <a:lnTo>
                  <a:pt x="220344" y="109219"/>
                </a:lnTo>
                <a:lnTo>
                  <a:pt x="220344" y="168274"/>
                </a:lnTo>
                <a:lnTo>
                  <a:pt x="217381" y="171449"/>
                </a:lnTo>
                <a:lnTo>
                  <a:pt x="131444" y="171449"/>
                </a:lnTo>
                <a:lnTo>
                  <a:pt x="131444" y="379729"/>
                </a:lnTo>
                <a:lnTo>
                  <a:pt x="155495" y="411797"/>
                </a:lnTo>
                <a:lnTo>
                  <a:pt x="172085" y="413384"/>
                </a:lnTo>
                <a:lnTo>
                  <a:pt x="243839" y="413384"/>
                </a:lnTo>
                <a:lnTo>
                  <a:pt x="243839" y="466936"/>
                </a:lnTo>
                <a:lnTo>
                  <a:pt x="242675" y="469794"/>
                </a:lnTo>
                <a:lnTo>
                  <a:pt x="238019" y="474450"/>
                </a:lnTo>
                <a:lnTo>
                  <a:pt x="235373" y="475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606047" y="4894812"/>
            <a:ext cx="267970" cy="422909"/>
          </a:xfrm>
          <a:custGeom>
            <a:avLst/>
            <a:gdLst/>
            <a:ahLst/>
            <a:cxnLst/>
            <a:rect l="l" t="t" r="r" b="b"/>
            <a:pathLst>
              <a:path w="267969" h="422910">
                <a:moveTo>
                  <a:pt x="112267" y="422369"/>
                </a:moveTo>
                <a:lnTo>
                  <a:pt x="70357" y="419829"/>
                </a:lnTo>
                <a:lnTo>
                  <a:pt x="11006" y="408315"/>
                </a:lnTo>
                <a:lnTo>
                  <a:pt x="0" y="405097"/>
                </a:lnTo>
                <a:lnTo>
                  <a:pt x="0" y="354298"/>
                </a:lnTo>
                <a:lnTo>
                  <a:pt x="9567" y="357515"/>
                </a:lnTo>
                <a:lnTo>
                  <a:pt x="24722" y="361579"/>
                </a:lnTo>
                <a:lnTo>
                  <a:pt x="65023" y="369030"/>
                </a:lnTo>
                <a:lnTo>
                  <a:pt x="109219" y="371570"/>
                </a:lnTo>
                <a:lnTo>
                  <a:pt x="118348" y="371300"/>
                </a:lnTo>
                <a:lnTo>
                  <a:pt x="162750" y="361791"/>
                </a:lnTo>
                <a:lnTo>
                  <a:pt x="197262" y="338137"/>
                </a:lnTo>
                <a:lnTo>
                  <a:pt x="211327" y="299942"/>
                </a:lnTo>
                <a:lnTo>
                  <a:pt x="211327" y="284702"/>
                </a:lnTo>
                <a:lnTo>
                  <a:pt x="194690" y="245586"/>
                </a:lnTo>
                <a:lnTo>
                  <a:pt x="160353" y="226536"/>
                </a:lnTo>
                <a:lnTo>
                  <a:pt x="113283" y="220186"/>
                </a:lnTo>
                <a:lnTo>
                  <a:pt x="26415" y="220186"/>
                </a:lnTo>
                <a:lnTo>
                  <a:pt x="26415" y="170910"/>
                </a:lnTo>
                <a:lnTo>
                  <a:pt x="116331" y="170910"/>
                </a:lnTo>
                <a:lnTo>
                  <a:pt x="124158" y="170687"/>
                </a:lnTo>
                <a:lnTo>
                  <a:pt x="167687" y="159877"/>
                </a:lnTo>
                <a:lnTo>
                  <a:pt x="195643" y="131619"/>
                </a:lnTo>
                <a:lnTo>
                  <a:pt x="199643" y="109950"/>
                </a:lnTo>
                <a:lnTo>
                  <a:pt x="199643" y="100298"/>
                </a:lnTo>
                <a:lnTo>
                  <a:pt x="181736" y="66643"/>
                </a:lnTo>
                <a:lnTo>
                  <a:pt x="140969" y="49752"/>
                </a:lnTo>
                <a:lnTo>
                  <a:pt x="110235" y="46958"/>
                </a:lnTo>
                <a:lnTo>
                  <a:pt x="101314" y="47116"/>
                </a:lnTo>
                <a:lnTo>
                  <a:pt x="56641" y="52165"/>
                </a:lnTo>
                <a:lnTo>
                  <a:pt x="17610" y="60081"/>
                </a:lnTo>
                <a:lnTo>
                  <a:pt x="6095" y="63214"/>
                </a:lnTo>
                <a:lnTo>
                  <a:pt x="6095" y="14446"/>
                </a:lnTo>
                <a:lnTo>
                  <a:pt x="52339" y="4825"/>
                </a:lnTo>
                <a:lnTo>
                  <a:pt x="94932" y="349"/>
                </a:lnTo>
                <a:lnTo>
                  <a:pt x="110347" y="0"/>
                </a:lnTo>
                <a:lnTo>
                  <a:pt x="126491" y="222"/>
                </a:lnTo>
                <a:lnTo>
                  <a:pt x="164687" y="4794"/>
                </a:lnTo>
                <a:lnTo>
                  <a:pt x="209311" y="18716"/>
                </a:lnTo>
                <a:lnTo>
                  <a:pt x="241458" y="44084"/>
                </a:lnTo>
                <a:lnTo>
                  <a:pt x="256904" y="83788"/>
                </a:lnTo>
                <a:lnTo>
                  <a:pt x="257555" y="96234"/>
                </a:lnTo>
                <a:lnTo>
                  <a:pt x="257555" y="122819"/>
                </a:lnTo>
                <a:lnTo>
                  <a:pt x="235711" y="166592"/>
                </a:lnTo>
                <a:lnTo>
                  <a:pt x="204723" y="190214"/>
                </a:lnTo>
                <a:lnTo>
                  <a:pt x="210327" y="192928"/>
                </a:lnTo>
                <a:lnTo>
                  <a:pt x="243046" y="216979"/>
                </a:lnTo>
                <a:lnTo>
                  <a:pt x="264572" y="256254"/>
                </a:lnTo>
                <a:lnTo>
                  <a:pt x="267715" y="282162"/>
                </a:lnTo>
                <a:lnTo>
                  <a:pt x="267715" y="301466"/>
                </a:lnTo>
                <a:lnTo>
                  <a:pt x="260143" y="346852"/>
                </a:lnTo>
                <a:lnTo>
                  <a:pt x="238632" y="380015"/>
                </a:lnTo>
                <a:lnTo>
                  <a:pt x="207279" y="403050"/>
                </a:lnTo>
                <a:lnTo>
                  <a:pt x="168655" y="416527"/>
                </a:lnTo>
                <a:lnTo>
                  <a:pt x="126460" y="422004"/>
                </a:lnTo>
                <a:lnTo>
                  <a:pt x="112267" y="4223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931167" y="5256222"/>
            <a:ext cx="58419" cy="56515"/>
          </a:xfrm>
          <a:custGeom>
            <a:avLst/>
            <a:gdLst/>
            <a:ahLst/>
            <a:cxnLst/>
            <a:rect l="l" t="t" r="r" b="b"/>
            <a:pathLst>
              <a:path w="58419" h="56514">
                <a:moveTo>
                  <a:pt x="57911" y="56387"/>
                </a:moveTo>
                <a:lnTo>
                  <a:pt x="0" y="56387"/>
                </a:lnTo>
                <a:lnTo>
                  <a:pt x="0" y="0"/>
                </a:lnTo>
                <a:lnTo>
                  <a:pt x="57911" y="0"/>
                </a:lnTo>
                <a:lnTo>
                  <a:pt x="57911" y="563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66296" y="4869126"/>
            <a:ext cx="457834" cy="488315"/>
          </a:xfrm>
          <a:custGeom>
            <a:avLst/>
            <a:gdLst/>
            <a:ahLst/>
            <a:cxnLst/>
            <a:rect l="l" t="t" r="r" b="b"/>
            <a:pathLst>
              <a:path w="457835" h="488314">
                <a:moveTo>
                  <a:pt x="372702" y="198119"/>
                </a:moveTo>
                <a:lnTo>
                  <a:pt x="87883" y="198119"/>
                </a:lnTo>
                <a:lnTo>
                  <a:pt x="80433" y="195156"/>
                </a:lnTo>
                <a:lnTo>
                  <a:pt x="68918" y="183303"/>
                </a:lnTo>
                <a:lnTo>
                  <a:pt x="66039" y="176106"/>
                </a:lnTo>
                <a:lnTo>
                  <a:pt x="66039" y="0"/>
                </a:lnTo>
                <a:lnTo>
                  <a:pt x="121919" y="0"/>
                </a:lnTo>
                <a:lnTo>
                  <a:pt x="121919" y="57911"/>
                </a:lnTo>
                <a:lnTo>
                  <a:pt x="395223" y="57911"/>
                </a:lnTo>
                <a:lnTo>
                  <a:pt x="395223" y="104139"/>
                </a:lnTo>
                <a:lnTo>
                  <a:pt x="121919" y="104139"/>
                </a:lnTo>
                <a:lnTo>
                  <a:pt x="121919" y="151214"/>
                </a:lnTo>
                <a:lnTo>
                  <a:pt x="123613" y="152907"/>
                </a:lnTo>
                <a:lnTo>
                  <a:pt x="395223" y="152907"/>
                </a:lnTo>
                <a:lnTo>
                  <a:pt x="395223" y="176445"/>
                </a:lnTo>
                <a:lnTo>
                  <a:pt x="392175" y="183726"/>
                </a:lnTo>
                <a:lnTo>
                  <a:pt x="379983" y="195241"/>
                </a:lnTo>
                <a:lnTo>
                  <a:pt x="372702" y="198119"/>
                </a:lnTo>
                <a:close/>
              </a:path>
              <a:path w="457835" h="488314">
                <a:moveTo>
                  <a:pt x="395223" y="57911"/>
                </a:moveTo>
                <a:lnTo>
                  <a:pt x="337819" y="57911"/>
                </a:lnTo>
                <a:lnTo>
                  <a:pt x="337819" y="0"/>
                </a:lnTo>
                <a:lnTo>
                  <a:pt x="395223" y="0"/>
                </a:lnTo>
                <a:lnTo>
                  <a:pt x="395223" y="57911"/>
                </a:lnTo>
                <a:close/>
              </a:path>
              <a:path w="457835" h="488314">
                <a:moveTo>
                  <a:pt x="395223" y="152907"/>
                </a:moveTo>
                <a:lnTo>
                  <a:pt x="336126" y="152907"/>
                </a:lnTo>
                <a:lnTo>
                  <a:pt x="337819" y="151214"/>
                </a:lnTo>
                <a:lnTo>
                  <a:pt x="337819" y="104139"/>
                </a:lnTo>
                <a:lnTo>
                  <a:pt x="395223" y="104139"/>
                </a:lnTo>
                <a:lnTo>
                  <a:pt x="395223" y="152907"/>
                </a:lnTo>
                <a:close/>
              </a:path>
              <a:path w="457835" h="488314">
                <a:moveTo>
                  <a:pt x="259079" y="240791"/>
                </a:moveTo>
                <a:lnTo>
                  <a:pt x="201167" y="240791"/>
                </a:lnTo>
                <a:lnTo>
                  <a:pt x="201167" y="198119"/>
                </a:lnTo>
                <a:lnTo>
                  <a:pt x="259079" y="198119"/>
                </a:lnTo>
                <a:lnTo>
                  <a:pt x="259079" y="240791"/>
                </a:lnTo>
                <a:close/>
              </a:path>
              <a:path w="457835" h="488314">
                <a:moveTo>
                  <a:pt x="450257" y="288543"/>
                </a:moveTo>
                <a:lnTo>
                  <a:pt x="0" y="288543"/>
                </a:lnTo>
                <a:lnTo>
                  <a:pt x="0" y="240791"/>
                </a:lnTo>
                <a:lnTo>
                  <a:pt x="457707" y="240791"/>
                </a:lnTo>
                <a:lnTo>
                  <a:pt x="457707" y="281093"/>
                </a:lnTo>
                <a:lnTo>
                  <a:pt x="456691" y="283463"/>
                </a:lnTo>
                <a:lnTo>
                  <a:pt x="452627" y="287527"/>
                </a:lnTo>
                <a:lnTo>
                  <a:pt x="450257" y="288543"/>
                </a:lnTo>
                <a:close/>
              </a:path>
              <a:path w="457835" h="488314">
                <a:moveTo>
                  <a:pt x="388281" y="488187"/>
                </a:moveTo>
                <a:lnTo>
                  <a:pt x="338327" y="488187"/>
                </a:lnTo>
                <a:lnTo>
                  <a:pt x="338327" y="371009"/>
                </a:lnTo>
                <a:lnTo>
                  <a:pt x="336634" y="369315"/>
                </a:lnTo>
                <a:lnTo>
                  <a:pt x="61467" y="369315"/>
                </a:lnTo>
                <a:lnTo>
                  <a:pt x="61467" y="321563"/>
                </a:lnTo>
                <a:lnTo>
                  <a:pt x="373210" y="321563"/>
                </a:lnTo>
                <a:lnTo>
                  <a:pt x="380491" y="324442"/>
                </a:lnTo>
                <a:lnTo>
                  <a:pt x="392683" y="335957"/>
                </a:lnTo>
                <a:lnTo>
                  <a:pt x="395731" y="343238"/>
                </a:lnTo>
                <a:lnTo>
                  <a:pt x="395731" y="480737"/>
                </a:lnTo>
                <a:lnTo>
                  <a:pt x="394715" y="483107"/>
                </a:lnTo>
                <a:lnTo>
                  <a:pt x="390651" y="487171"/>
                </a:lnTo>
                <a:lnTo>
                  <a:pt x="388281" y="4881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628576" y="4873699"/>
            <a:ext cx="467995" cy="485140"/>
          </a:xfrm>
          <a:custGeom>
            <a:avLst/>
            <a:gdLst/>
            <a:ahLst/>
            <a:cxnLst/>
            <a:rect l="l" t="t" r="r" b="b"/>
            <a:pathLst>
              <a:path w="467994" h="485139">
                <a:moveTo>
                  <a:pt x="281431" y="60451"/>
                </a:moveTo>
                <a:lnTo>
                  <a:pt x="30479" y="60451"/>
                </a:lnTo>
                <a:lnTo>
                  <a:pt x="30479" y="13715"/>
                </a:lnTo>
                <a:lnTo>
                  <a:pt x="281431" y="13715"/>
                </a:lnTo>
                <a:lnTo>
                  <a:pt x="281431" y="60451"/>
                </a:lnTo>
                <a:close/>
              </a:path>
              <a:path w="467994" h="485139">
                <a:moveTo>
                  <a:pt x="35559" y="255523"/>
                </a:moveTo>
                <a:lnTo>
                  <a:pt x="0" y="218947"/>
                </a:lnTo>
                <a:lnTo>
                  <a:pt x="13446" y="212915"/>
                </a:lnTo>
                <a:lnTo>
                  <a:pt x="26352" y="206501"/>
                </a:lnTo>
                <a:lnTo>
                  <a:pt x="61690" y="185054"/>
                </a:lnTo>
                <a:lnTo>
                  <a:pt x="97980" y="152987"/>
                </a:lnTo>
                <a:lnTo>
                  <a:pt x="120189" y="118903"/>
                </a:lnTo>
                <a:lnTo>
                  <a:pt x="125475" y="93471"/>
                </a:lnTo>
                <a:lnTo>
                  <a:pt x="125475" y="60451"/>
                </a:lnTo>
                <a:lnTo>
                  <a:pt x="184403" y="60451"/>
                </a:lnTo>
                <a:lnTo>
                  <a:pt x="184403" y="93471"/>
                </a:lnTo>
                <a:lnTo>
                  <a:pt x="185150" y="102996"/>
                </a:lnTo>
                <a:lnTo>
                  <a:pt x="202691" y="138509"/>
                </a:lnTo>
                <a:lnTo>
                  <a:pt x="227973" y="163067"/>
                </a:lnTo>
                <a:lnTo>
                  <a:pt x="156971" y="163067"/>
                </a:lnTo>
                <a:lnTo>
                  <a:pt x="124126" y="197278"/>
                </a:lnTo>
                <a:lnTo>
                  <a:pt x="92773" y="222741"/>
                </a:lnTo>
                <a:lnTo>
                  <a:pt x="59420" y="244093"/>
                </a:lnTo>
                <a:lnTo>
                  <a:pt x="43291" y="252221"/>
                </a:lnTo>
                <a:lnTo>
                  <a:pt x="35559" y="255523"/>
                </a:lnTo>
                <a:close/>
              </a:path>
              <a:path w="467994" h="485139">
                <a:moveTo>
                  <a:pt x="268731" y="243839"/>
                </a:moveTo>
                <a:lnTo>
                  <a:pt x="230441" y="223440"/>
                </a:lnTo>
                <a:lnTo>
                  <a:pt x="193342" y="197738"/>
                </a:lnTo>
                <a:lnTo>
                  <a:pt x="161951" y="168830"/>
                </a:lnTo>
                <a:lnTo>
                  <a:pt x="156971" y="163067"/>
                </a:lnTo>
                <a:lnTo>
                  <a:pt x="227973" y="163067"/>
                </a:lnTo>
                <a:lnTo>
                  <a:pt x="235619" y="168909"/>
                </a:lnTo>
                <a:lnTo>
                  <a:pt x="245046" y="175450"/>
                </a:lnTo>
                <a:lnTo>
                  <a:pt x="285241" y="197738"/>
                </a:lnTo>
                <a:lnTo>
                  <a:pt x="303783" y="206247"/>
                </a:lnTo>
                <a:lnTo>
                  <a:pt x="268731" y="243839"/>
                </a:lnTo>
                <a:close/>
              </a:path>
              <a:path w="467994" h="485139">
                <a:moveTo>
                  <a:pt x="392853" y="253491"/>
                </a:moveTo>
                <a:lnTo>
                  <a:pt x="342899" y="253491"/>
                </a:lnTo>
                <a:lnTo>
                  <a:pt x="342899" y="0"/>
                </a:lnTo>
                <a:lnTo>
                  <a:pt x="400303" y="0"/>
                </a:lnTo>
                <a:lnTo>
                  <a:pt x="400303" y="93979"/>
                </a:lnTo>
                <a:lnTo>
                  <a:pt x="467867" y="93979"/>
                </a:lnTo>
                <a:lnTo>
                  <a:pt x="467867" y="141731"/>
                </a:lnTo>
                <a:lnTo>
                  <a:pt x="400303" y="141731"/>
                </a:lnTo>
                <a:lnTo>
                  <a:pt x="400303" y="246041"/>
                </a:lnTo>
                <a:lnTo>
                  <a:pt x="399287" y="248411"/>
                </a:lnTo>
                <a:lnTo>
                  <a:pt x="395223" y="252475"/>
                </a:lnTo>
                <a:lnTo>
                  <a:pt x="392853" y="253491"/>
                </a:lnTo>
                <a:close/>
              </a:path>
              <a:path w="467994" h="485139">
                <a:moveTo>
                  <a:pt x="378629" y="485139"/>
                </a:moveTo>
                <a:lnTo>
                  <a:pt x="108034" y="485139"/>
                </a:lnTo>
                <a:lnTo>
                  <a:pt x="100668" y="482261"/>
                </a:lnTo>
                <a:lnTo>
                  <a:pt x="88815" y="470746"/>
                </a:lnTo>
                <a:lnTo>
                  <a:pt x="85851" y="463465"/>
                </a:lnTo>
                <a:lnTo>
                  <a:pt x="85851" y="284987"/>
                </a:lnTo>
                <a:lnTo>
                  <a:pt x="143763" y="284987"/>
                </a:lnTo>
                <a:lnTo>
                  <a:pt x="143763" y="335279"/>
                </a:lnTo>
                <a:lnTo>
                  <a:pt x="400811" y="335279"/>
                </a:lnTo>
                <a:lnTo>
                  <a:pt x="400811" y="382523"/>
                </a:lnTo>
                <a:lnTo>
                  <a:pt x="143763" y="382523"/>
                </a:lnTo>
                <a:lnTo>
                  <a:pt x="143763" y="436202"/>
                </a:lnTo>
                <a:lnTo>
                  <a:pt x="145457" y="437895"/>
                </a:lnTo>
                <a:lnTo>
                  <a:pt x="400811" y="437895"/>
                </a:lnTo>
                <a:lnTo>
                  <a:pt x="400811" y="463465"/>
                </a:lnTo>
                <a:lnTo>
                  <a:pt x="397848" y="470746"/>
                </a:lnTo>
                <a:lnTo>
                  <a:pt x="385995" y="482261"/>
                </a:lnTo>
                <a:lnTo>
                  <a:pt x="378629" y="485139"/>
                </a:lnTo>
                <a:close/>
              </a:path>
              <a:path w="467994" h="485139">
                <a:moveTo>
                  <a:pt x="400811" y="335279"/>
                </a:moveTo>
                <a:lnTo>
                  <a:pt x="342899" y="335279"/>
                </a:lnTo>
                <a:lnTo>
                  <a:pt x="342899" y="284987"/>
                </a:lnTo>
                <a:lnTo>
                  <a:pt x="400811" y="284987"/>
                </a:lnTo>
                <a:lnTo>
                  <a:pt x="400811" y="335279"/>
                </a:lnTo>
                <a:close/>
              </a:path>
              <a:path w="467994" h="485139">
                <a:moveTo>
                  <a:pt x="400811" y="437895"/>
                </a:moveTo>
                <a:lnTo>
                  <a:pt x="341206" y="437895"/>
                </a:lnTo>
                <a:lnTo>
                  <a:pt x="342899" y="436202"/>
                </a:lnTo>
                <a:lnTo>
                  <a:pt x="342899" y="382523"/>
                </a:lnTo>
                <a:lnTo>
                  <a:pt x="400811" y="382523"/>
                </a:lnTo>
                <a:lnTo>
                  <a:pt x="400811" y="437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112700" y="4863031"/>
            <a:ext cx="447675" cy="494665"/>
          </a:xfrm>
          <a:custGeom>
            <a:avLst/>
            <a:gdLst/>
            <a:ahLst/>
            <a:cxnLst/>
            <a:rect l="l" t="t" r="r" b="b"/>
            <a:pathLst>
              <a:path w="447675" h="494664">
                <a:moveTo>
                  <a:pt x="133095" y="314959"/>
                </a:moveTo>
                <a:lnTo>
                  <a:pt x="86359" y="308101"/>
                </a:lnTo>
                <a:lnTo>
                  <a:pt x="48005" y="288289"/>
                </a:lnTo>
                <a:lnTo>
                  <a:pt x="22097" y="257301"/>
                </a:lnTo>
                <a:lnTo>
                  <a:pt x="12699" y="216407"/>
                </a:lnTo>
                <a:lnTo>
                  <a:pt x="13287" y="205708"/>
                </a:lnTo>
                <a:lnTo>
                  <a:pt x="27241" y="167465"/>
                </a:lnTo>
                <a:lnTo>
                  <a:pt x="56594" y="138922"/>
                </a:lnTo>
                <a:lnTo>
                  <a:pt x="97472" y="121856"/>
                </a:lnTo>
                <a:lnTo>
                  <a:pt x="133095" y="117855"/>
                </a:lnTo>
                <a:lnTo>
                  <a:pt x="145367" y="118300"/>
                </a:lnTo>
                <a:lnTo>
                  <a:pt x="190769" y="128889"/>
                </a:lnTo>
                <a:lnTo>
                  <a:pt x="226139" y="151844"/>
                </a:lnTo>
                <a:lnTo>
                  <a:pt x="236854" y="164591"/>
                </a:lnTo>
                <a:lnTo>
                  <a:pt x="133095" y="164591"/>
                </a:lnTo>
                <a:lnTo>
                  <a:pt x="119967" y="165401"/>
                </a:lnTo>
                <a:lnTo>
                  <a:pt x="79740" y="184832"/>
                </a:lnTo>
                <a:lnTo>
                  <a:pt x="69595" y="216407"/>
                </a:lnTo>
                <a:lnTo>
                  <a:pt x="70723" y="228536"/>
                </a:lnTo>
                <a:lnTo>
                  <a:pt x="97234" y="260572"/>
                </a:lnTo>
                <a:lnTo>
                  <a:pt x="133095" y="267715"/>
                </a:lnTo>
                <a:lnTo>
                  <a:pt x="237316" y="267715"/>
                </a:lnTo>
                <a:lnTo>
                  <a:pt x="232981" y="273557"/>
                </a:lnTo>
                <a:lnTo>
                  <a:pt x="200723" y="299275"/>
                </a:lnTo>
                <a:lnTo>
                  <a:pt x="157289" y="313181"/>
                </a:lnTo>
                <a:lnTo>
                  <a:pt x="145367" y="314515"/>
                </a:lnTo>
                <a:lnTo>
                  <a:pt x="133095" y="314959"/>
                </a:lnTo>
                <a:close/>
              </a:path>
              <a:path w="447675" h="494664">
                <a:moveTo>
                  <a:pt x="237316" y="267715"/>
                </a:moveTo>
                <a:lnTo>
                  <a:pt x="141562" y="267715"/>
                </a:lnTo>
                <a:lnTo>
                  <a:pt x="149775" y="266615"/>
                </a:lnTo>
                <a:lnTo>
                  <a:pt x="165692" y="262212"/>
                </a:lnTo>
                <a:lnTo>
                  <a:pt x="196341" y="231817"/>
                </a:lnTo>
                <a:lnTo>
                  <a:pt x="198119" y="224535"/>
                </a:lnTo>
                <a:lnTo>
                  <a:pt x="198119" y="208279"/>
                </a:lnTo>
                <a:lnTo>
                  <a:pt x="172635" y="173989"/>
                </a:lnTo>
                <a:lnTo>
                  <a:pt x="141562" y="164591"/>
                </a:lnTo>
                <a:lnTo>
                  <a:pt x="236854" y="164591"/>
                </a:lnTo>
                <a:lnTo>
                  <a:pt x="252904" y="205708"/>
                </a:lnTo>
                <a:lnTo>
                  <a:pt x="253491" y="216407"/>
                </a:lnTo>
                <a:lnTo>
                  <a:pt x="252904" y="227313"/>
                </a:lnTo>
                <a:lnTo>
                  <a:pt x="251142" y="237680"/>
                </a:lnTo>
                <a:lnTo>
                  <a:pt x="248205" y="247506"/>
                </a:lnTo>
                <a:lnTo>
                  <a:pt x="244093" y="256793"/>
                </a:lnTo>
                <a:lnTo>
                  <a:pt x="238966" y="265493"/>
                </a:lnTo>
                <a:lnTo>
                  <a:pt x="237316" y="267715"/>
                </a:lnTo>
                <a:close/>
              </a:path>
              <a:path w="447675" h="494664">
                <a:moveTo>
                  <a:pt x="161035" y="57403"/>
                </a:moveTo>
                <a:lnTo>
                  <a:pt x="102107" y="57403"/>
                </a:lnTo>
                <a:lnTo>
                  <a:pt x="102107" y="0"/>
                </a:lnTo>
                <a:lnTo>
                  <a:pt x="161035" y="0"/>
                </a:lnTo>
                <a:lnTo>
                  <a:pt x="161035" y="57403"/>
                </a:lnTo>
                <a:close/>
              </a:path>
              <a:path w="447675" h="494664">
                <a:moveTo>
                  <a:pt x="263651" y="103123"/>
                </a:moveTo>
                <a:lnTo>
                  <a:pt x="0" y="103123"/>
                </a:lnTo>
                <a:lnTo>
                  <a:pt x="0" y="57403"/>
                </a:lnTo>
                <a:lnTo>
                  <a:pt x="263651" y="57403"/>
                </a:lnTo>
                <a:lnTo>
                  <a:pt x="263651" y="103123"/>
                </a:lnTo>
                <a:close/>
              </a:path>
              <a:path w="447675" h="494664">
                <a:moveTo>
                  <a:pt x="368469" y="366267"/>
                </a:moveTo>
                <a:lnTo>
                  <a:pt x="318515" y="366267"/>
                </a:lnTo>
                <a:lnTo>
                  <a:pt x="318515" y="10667"/>
                </a:lnTo>
                <a:lnTo>
                  <a:pt x="375919" y="10667"/>
                </a:lnTo>
                <a:lnTo>
                  <a:pt x="375919" y="157987"/>
                </a:lnTo>
                <a:lnTo>
                  <a:pt x="447547" y="157987"/>
                </a:lnTo>
                <a:lnTo>
                  <a:pt x="447547" y="206755"/>
                </a:lnTo>
                <a:lnTo>
                  <a:pt x="375919" y="206755"/>
                </a:lnTo>
                <a:lnTo>
                  <a:pt x="375919" y="358817"/>
                </a:lnTo>
                <a:lnTo>
                  <a:pt x="374903" y="361187"/>
                </a:lnTo>
                <a:lnTo>
                  <a:pt x="370839" y="365251"/>
                </a:lnTo>
                <a:lnTo>
                  <a:pt x="368469" y="366267"/>
                </a:lnTo>
                <a:close/>
              </a:path>
              <a:path w="447675" h="494664">
                <a:moveTo>
                  <a:pt x="381169" y="494283"/>
                </a:moveTo>
                <a:lnTo>
                  <a:pt x="87883" y="494283"/>
                </a:lnTo>
                <a:lnTo>
                  <a:pt x="80687" y="491320"/>
                </a:lnTo>
                <a:lnTo>
                  <a:pt x="68156" y="479467"/>
                </a:lnTo>
                <a:lnTo>
                  <a:pt x="65023" y="472101"/>
                </a:lnTo>
                <a:lnTo>
                  <a:pt x="65023" y="348995"/>
                </a:lnTo>
                <a:lnTo>
                  <a:pt x="122935" y="348995"/>
                </a:lnTo>
                <a:lnTo>
                  <a:pt x="122935" y="442129"/>
                </a:lnTo>
                <a:lnTo>
                  <a:pt x="123443" y="443399"/>
                </a:lnTo>
                <a:lnTo>
                  <a:pt x="125475" y="445092"/>
                </a:lnTo>
                <a:lnTo>
                  <a:pt x="126491" y="445515"/>
                </a:lnTo>
                <a:lnTo>
                  <a:pt x="388619" y="445515"/>
                </a:lnTo>
                <a:lnTo>
                  <a:pt x="388619" y="486833"/>
                </a:lnTo>
                <a:lnTo>
                  <a:pt x="387603" y="489203"/>
                </a:lnTo>
                <a:lnTo>
                  <a:pt x="383539" y="493267"/>
                </a:lnTo>
                <a:lnTo>
                  <a:pt x="381169" y="494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704252" y="4873699"/>
            <a:ext cx="433070" cy="484505"/>
          </a:xfrm>
          <a:custGeom>
            <a:avLst/>
            <a:gdLst/>
            <a:ahLst/>
            <a:cxnLst/>
            <a:rect l="l" t="t" r="r" b="b"/>
            <a:pathLst>
              <a:path w="433070" h="484504">
                <a:moveTo>
                  <a:pt x="38607" y="295147"/>
                </a:moveTo>
                <a:lnTo>
                  <a:pt x="0" y="258571"/>
                </a:lnTo>
                <a:lnTo>
                  <a:pt x="11652" y="252745"/>
                </a:lnTo>
                <a:lnTo>
                  <a:pt x="23348" y="246379"/>
                </a:lnTo>
                <a:lnTo>
                  <a:pt x="57356" y="224742"/>
                </a:lnTo>
                <a:lnTo>
                  <a:pt x="87121" y="199643"/>
                </a:lnTo>
                <a:lnTo>
                  <a:pt x="116077" y="161797"/>
                </a:lnTo>
                <a:lnTo>
                  <a:pt x="126935" y="120903"/>
                </a:lnTo>
                <a:lnTo>
                  <a:pt x="126999" y="6603"/>
                </a:lnTo>
                <a:lnTo>
                  <a:pt x="185927" y="6603"/>
                </a:lnTo>
                <a:lnTo>
                  <a:pt x="185927" y="120903"/>
                </a:lnTo>
                <a:lnTo>
                  <a:pt x="186547" y="131349"/>
                </a:lnTo>
                <a:lnTo>
                  <a:pt x="201247" y="168751"/>
                </a:lnTo>
                <a:lnTo>
                  <a:pt x="229067" y="198119"/>
                </a:lnTo>
                <a:lnTo>
                  <a:pt x="157987" y="198119"/>
                </a:lnTo>
                <a:lnTo>
                  <a:pt x="123930" y="235457"/>
                </a:lnTo>
                <a:lnTo>
                  <a:pt x="94043" y="260714"/>
                </a:lnTo>
                <a:lnTo>
                  <a:pt x="58483" y="284209"/>
                </a:lnTo>
                <a:lnTo>
                  <a:pt x="38607" y="295147"/>
                </a:lnTo>
                <a:close/>
              </a:path>
              <a:path w="433070" h="484504">
                <a:moveTo>
                  <a:pt x="278383" y="284479"/>
                </a:moveTo>
                <a:lnTo>
                  <a:pt x="237664" y="262905"/>
                </a:lnTo>
                <a:lnTo>
                  <a:pt x="204835" y="240490"/>
                </a:lnTo>
                <a:lnTo>
                  <a:pt x="175180" y="216074"/>
                </a:lnTo>
                <a:lnTo>
                  <a:pt x="157987" y="198119"/>
                </a:lnTo>
                <a:lnTo>
                  <a:pt x="229067" y="198119"/>
                </a:lnTo>
                <a:lnTo>
                  <a:pt x="231981" y="200564"/>
                </a:lnTo>
                <a:lnTo>
                  <a:pt x="241617" y="207898"/>
                </a:lnTo>
                <a:lnTo>
                  <a:pt x="274367" y="228790"/>
                </a:lnTo>
                <a:lnTo>
                  <a:pt x="310895" y="248411"/>
                </a:lnTo>
                <a:lnTo>
                  <a:pt x="278383" y="284479"/>
                </a:lnTo>
                <a:close/>
              </a:path>
              <a:path w="433070" h="484504">
                <a:moveTo>
                  <a:pt x="412665" y="351027"/>
                </a:moveTo>
                <a:lnTo>
                  <a:pt x="361695" y="351027"/>
                </a:lnTo>
                <a:lnTo>
                  <a:pt x="361695" y="0"/>
                </a:lnTo>
                <a:lnTo>
                  <a:pt x="420115" y="0"/>
                </a:lnTo>
                <a:lnTo>
                  <a:pt x="420115" y="343577"/>
                </a:lnTo>
                <a:lnTo>
                  <a:pt x="419099" y="345947"/>
                </a:lnTo>
                <a:lnTo>
                  <a:pt x="415035" y="350011"/>
                </a:lnTo>
                <a:lnTo>
                  <a:pt x="412665" y="351027"/>
                </a:lnTo>
                <a:close/>
              </a:path>
              <a:path w="433070" h="484504">
                <a:moveTo>
                  <a:pt x="425365" y="484123"/>
                </a:moveTo>
                <a:lnTo>
                  <a:pt x="119887" y="484123"/>
                </a:lnTo>
                <a:lnTo>
                  <a:pt x="112691" y="481160"/>
                </a:lnTo>
                <a:lnTo>
                  <a:pt x="100160" y="469307"/>
                </a:lnTo>
                <a:lnTo>
                  <a:pt x="97027" y="461941"/>
                </a:lnTo>
                <a:lnTo>
                  <a:pt x="97027" y="325119"/>
                </a:lnTo>
                <a:lnTo>
                  <a:pt x="155447" y="325119"/>
                </a:lnTo>
                <a:lnTo>
                  <a:pt x="155447" y="431969"/>
                </a:lnTo>
                <a:lnTo>
                  <a:pt x="155955" y="433239"/>
                </a:lnTo>
                <a:lnTo>
                  <a:pt x="157987" y="434932"/>
                </a:lnTo>
                <a:lnTo>
                  <a:pt x="159003" y="435355"/>
                </a:lnTo>
                <a:lnTo>
                  <a:pt x="432815" y="435355"/>
                </a:lnTo>
                <a:lnTo>
                  <a:pt x="432815" y="476673"/>
                </a:lnTo>
                <a:lnTo>
                  <a:pt x="431799" y="479043"/>
                </a:lnTo>
                <a:lnTo>
                  <a:pt x="427735" y="483107"/>
                </a:lnTo>
                <a:lnTo>
                  <a:pt x="425365" y="484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193456" y="4898082"/>
            <a:ext cx="459105" cy="397510"/>
          </a:xfrm>
          <a:custGeom>
            <a:avLst/>
            <a:gdLst/>
            <a:ahLst/>
            <a:cxnLst/>
            <a:rect l="l" t="t" r="r" b="b"/>
            <a:pathLst>
              <a:path w="459104" h="397510">
                <a:moveTo>
                  <a:pt x="358139" y="295147"/>
                </a:moveTo>
                <a:lnTo>
                  <a:pt x="302259" y="295147"/>
                </a:lnTo>
                <a:lnTo>
                  <a:pt x="305815" y="288273"/>
                </a:lnTo>
                <a:lnTo>
                  <a:pt x="309371" y="280352"/>
                </a:lnTo>
                <a:lnTo>
                  <a:pt x="323278" y="239585"/>
                </a:lnTo>
                <a:lnTo>
                  <a:pt x="334708" y="192404"/>
                </a:lnTo>
                <a:lnTo>
                  <a:pt x="341502" y="145033"/>
                </a:lnTo>
                <a:lnTo>
                  <a:pt x="342391" y="124459"/>
                </a:lnTo>
                <a:lnTo>
                  <a:pt x="342391" y="50461"/>
                </a:lnTo>
                <a:lnTo>
                  <a:pt x="340698" y="48767"/>
                </a:lnTo>
                <a:lnTo>
                  <a:pt x="56895" y="48767"/>
                </a:lnTo>
                <a:lnTo>
                  <a:pt x="56895" y="0"/>
                </a:lnTo>
                <a:lnTo>
                  <a:pt x="378629" y="0"/>
                </a:lnTo>
                <a:lnTo>
                  <a:pt x="385995" y="2878"/>
                </a:lnTo>
                <a:lnTo>
                  <a:pt x="397848" y="14393"/>
                </a:lnTo>
                <a:lnTo>
                  <a:pt x="400811" y="21674"/>
                </a:lnTo>
                <a:lnTo>
                  <a:pt x="400765" y="124459"/>
                </a:lnTo>
                <a:lnTo>
                  <a:pt x="397763" y="166115"/>
                </a:lnTo>
                <a:lnTo>
                  <a:pt x="389127" y="213613"/>
                </a:lnTo>
                <a:lnTo>
                  <a:pt x="375665" y="258571"/>
                </a:lnTo>
                <a:lnTo>
                  <a:pt x="362854" y="287146"/>
                </a:lnTo>
                <a:lnTo>
                  <a:pt x="358139" y="295147"/>
                </a:lnTo>
                <a:close/>
              </a:path>
              <a:path w="459104" h="397510">
                <a:moveTo>
                  <a:pt x="216407" y="348487"/>
                </a:moveTo>
                <a:lnTo>
                  <a:pt x="158495" y="348487"/>
                </a:lnTo>
                <a:lnTo>
                  <a:pt x="158495" y="149859"/>
                </a:lnTo>
                <a:lnTo>
                  <a:pt x="216407" y="149859"/>
                </a:lnTo>
                <a:lnTo>
                  <a:pt x="216407" y="348487"/>
                </a:lnTo>
                <a:close/>
              </a:path>
              <a:path w="459104" h="397510">
                <a:moveTo>
                  <a:pt x="451273" y="397255"/>
                </a:moveTo>
                <a:lnTo>
                  <a:pt x="0" y="397255"/>
                </a:lnTo>
                <a:lnTo>
                  <a:pt x="0" y="348487"/>
                </a:lnTo>
                <a:lnTo>
                  <a:pt x="458723" y="348487"/>
                </a:lnTo>
                <a:lnTo>
                  <a:pt x="458723" y="389805"/>
                </a:lnTo>
                <a:lnTo>
                  <a:pt x="457707" y="392175"/>
                </a:lnTo>
                <a:lnTo>
                  <a:pt x="453643" y="396239"/>
                </a:lnTo>
                <a:lnTo>
                  <a:pt x="451273" y="397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795377" y="4873699"/>
            <a:ext cx="426720" cy="487680"/>
          </a:xfrm>
          <a:custGeom>
            <a:avLst/>
            <a:gdLst/>
            <a:ahLst/>
            <a:cxnLst/>
            <a:rect l="l" t="t" r="r" b="b"/>
            <a:pathLst>
              <a:path w="426720" h="487679">
                <a:moveTo>
                  <a:pt x="410802" y="249427"/>
                </a:moveTo>
                <a:lnTo>
                  <a:pt x="361695" y="249427"/>
                </a:lnTo>
                <a:lnTo>
                  <a:pt x="361695" y="139191"/>
                </a:lnTo>
                <a:lnTo>
                  <a:pt x="260095" y="139191"/>
                </a:lnTo>
                <a:lnTo>
                  <a:pt x="260095" y="89915"/>
                </a:lnTo>
                <a:lnTo>
                  <a:pt x="361695" y="89915"/>
                </a:lnTo>
                <a:lnTo>
                  <a:pt x="361695" y="0"/>
                </a:lnTo>
                <a:lnTo>
                  <a:pt x="419607" y="0"/>
                </a:lnTo>
                <a:lnTo>
                  <a:pt x="419607" y="239267"/>
                </a:lnTo>
                <a:lnTo>
                  <a:pt x="419269" y="243670"/>
                </a:lnTo>
                <a:lnTo>
                  <a:pt x="417829" y="246464"/>
                </a:lnTo>
                <a:lnTo>
                  <a:pt x="412749" y="248835"/>
                </a:lnTo>
                <a:lnTo>
                  <a:pt x="410802" y="249427"/>
                </a:lnTo>
                <a:close/>
              </a:path>
              <a:path w="426720" h="487679">
                <a:moveTo>
                  <a:pt x="280923" y="57911"/>
                </a:moveTo>
                <a:lnTo>
                  <a:pt x="29971" y="57911"/>
                </a:lnTo>
                <a:lnTo>
                  <a:pt x="29971" y="12191"/>
                </a:lnTo>
                <a:lnTo>
                  <a:pt x="280923" y="12191"/>
                </a:lnTo>
                <a:lnTo>
                  <a:pt x="280923" y="57911"/>
                </a:lnTo>
                <a:close/>
              </a:path>
              <a:path w="426720" h="487679">
                <a:moveTo>
                  <a:pt x="35051" y="254507"/>
                </a:moveTo>
                <a:lnTo>
                  <a:pt x="0" y="217931"/>
                </a:lnTo>
                <a:lnTo>
                  <a:pt x="13430" y="211883"/>
                </a:lnTo>
                <a:lnTo>
                  <a:pt x="26288" y="205422"/>
                </a:lnTo>
                <a:lnTo>
                  <a:pt x="61340" y="183673"/>
                </a:lnTo>
                <a:lnTo>
                  <a:pt x="97837" y="151463"/>
                </a:lnTo>
                <a:lnTo>
                  <a:pt x="120189" y="117379"/>
                </a:lnTo>
                <a:lnTo>
                  <a:pt x="125475" y="91947"/>
                </a:lnTo>
                <a:lnTo>
                  <a:pt x="125475" y="57911"/>
                </a:lnTo>
                <a:lnTo>
                  <a:pt x="183895" y="57911"/>
                </a:lnTo>
                <a:lnTo>
                  <a:pt x="183895" y="91947"/>
                </a:lnTo>
                <a:lnTo>
                  <a:pt x="184657" y="101679"/>
                </a:lnTo>
                <a:lnTo>
                  <a:pt x="202549" y="137128"/>
                </a:lnTo>
                <a:lnTo>
                  <a:pt x="227973" y="161543"/>
                </a:lnTo>
                <a:lnTo>
                  <a:pt x="156463" y="161543"/>
                </a:lnTo>
                <a:lnTo>
                  <a:pt x="123618" y="195627"/>
                </a:lnTo>
                <a:lnTo>
                  <a:pt x="92265" y="221583"/>
                </a:lnTo>
                <a:lnTo>
                  <a:pt x="58912" y="243077"/>
                </a:lnTo>
                <a:lnTo>
                  <a:pt x="42783" y="251205"/>
                </a:lnTo>
                <a:lnTo>
                  <a:pt x="35051" y="254507"/>
                </a:lnTo>
                <a:close/>
              </a:path>
              <a:path w="426720" h="487679">
                <a:moveTo>
                  <a:pt x="268223" y="242315"/>
                </a:moveTo>
                <a:lnTo>
                  <a:pt x="230282" y="223138"/>
                </a:lnTo>
                <a:lnTo>
                  <a:pt x="192976" y="197294"/>
                </a:lnTo>
                <a:lnTo>
                  <a:pt x="161512" y="167624"/>
                </a:lnTo>
                <a:lnTo>
                  <a:pt x="156463" y="161543"/>
                </a:lnTo>
                <a:lnTo>
                  <a:pt x="227973" y="161543"/>
                </a:lnTo>
                <a:lnTo>
                  <a:pt x="235505" y="167306"/>
                </a:lnTo>
                <a:lnTo>
                  <a:pt x="245046" y="173926"/>
                </a:lnTo>
                <a:lnTo>
                  <a:pt x="285241" y="196214"/>
                </a:lnTo>
                <a:lnTo>
                  <a:pt x="303783" y="204723"/>
                </a:lnTo>
                <a:lnTo>
                  <a:pt x="268223" y="242315"/>
                </a:lnTo>
                <a:close/>
              </a:path>
              <a:path w="426720" h="487679">
                <a:moveTo>
                  <a:pt x="419269" y="487679"/>
                </a:moveTo>
                <a:lnTo>
                  <a:pt x="127507" y="487679"/>
                </a:lnTo>
                <a:lnTo>
                  <a:pt x="113950" y="485774"/>
                </a:lnTo>
                <a:lnTo>
                  <a:pt x="104266" y="480059"/>
                </a:lnTo>
                <a:lnTo>
                  <a:pt x="98456" y="470534"/>
                </a:lnTo>
                <a:lnTo>
                  <a:pt x="96519" y="457199"/>
                </a:lnTo>
                <a:lnTo>
                  <a:pt x="96519" y="358139"/>
                </a:lnTo>
                <a:lnTo>
                  <a:pt x="355938" y="358139"/>
                </a:lnTo>
                <a:lnTo>
                  <a:pt x="357631" y="356446"/>
                </a:lnTo>
                <a:lnTo>
                  <a:pt x="357631" y="321563"/>
                </a:lnTo>
                <a:lnTo>
                  <a:pt x="97027" y="321563"/>
                </a:lnTo>
                <a:lnTo>
                  <a:pt x="97027" y="274319"/>
                </a:lnTo>
                <a:lnTo>
                  <a:pt x="416051" y="274319"/>
                </a:lnTo>
                <a:lnTo>
                  <a:pt x="416051" y="382354"/>
                </a:lnTo>
                <a:lnTo>
                  <a:pt x="413088" y="389805"/>
                </a:lnTo>
                <a:lnTo>
                  <a:pt x="401235" y="400642"/>
                </a:lnTo>
                <a:lnTo>
                  <a:pt x="393869" y="403351"/>
                </a:lnTo>
                <a:lnTo>
                  <a:pt x="155447" y="403351"/>
                </a:lnTo>
                <a:lnTo>
                  <a:pt x="155447" y="439250"/>
                </a:lnTo>
                <a:lnTo>
                  <a:pt x="157141" y="440943"/>
                </a:lnTo>
                <a:lnTo>
                  <a:pt x="426719" y="440943"/>
                </a:lnTo>
                <a:lnTo>
                  <a:pt x="426719" y="480229"/>
                </a:lnTo>
                <a:lnTo>
                  <a:pt x="425703" y="482599"/>
                </a:lnTo>
                <a:lnTo>
                  <a:pt x="421639" y="486663"/>
                </a:lnTo>
                <a:lnTo>
                  <a:pt x="419269" y="4876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261212" y="4867094"/>
            <a:ext cx="469265" cy="490220"/>
          </a:xfrm>
          <a:custGeom>
            <a:avLst/>
            <a:gdLst/>
            <a:ahLst/>
            <a:cxnLst/>
            <a:rect l="l" t="t" r="r" b="b"/>
            <a:pathLst>
              <a:path w="469264" h="490220">
                <a:moveTo>
                  <a:pt x="189991" y="59943"/>
                </a:moveTo>
                <a:lnTo>
                  <a:pt x="130555" y="59943"/>
                </a:lnTo>
                <a:lnTo>
                  <a:pt x="130555" y="0"/>
                </a:lnTo>
                <a:lnTo>
                  <a:pt x="189991" y="0"/>
                </a:lnTo>
                <a:lnTo>
                  <a:pt x="189991" y="59943"/>
                </a:lnTo>
                <a:close/>
              </a:path>
              <a:path w="469264" h="490220">
                <a:moveTo>
                  <a:pt x="301751" y="108203"/>
                </a:moveTo>
                <a:lnTo>
                  <a:pt x="189991" y="107695"/>
                </a:lnTo>
                <a:lnTo>
                  <a:pt x="18795" y="107695"/>
                </a:lnTo>
                <a:lnTo>
                  <a:pt x="18795" y="59943"/>
                </a:lnTo>
                <a:lnTo>
                  <a:pt x="301751" y="59943"/>
                </a:lnTo>
                <a:lnTo>
                  <a:pt x="301751" y="108203"/>
                </a:lnTo>
                <a:close/>
              </a:path>
              <a:path w="469264" h="490220">
                <a:moveTo>
                  <a:pt x="40639" y="384047"/>
                </a:moveTo>
                <a:lnTo>
                  <a:pt x="0" y="345947"/>
                </a:lnTo>
                <a:lnTo>
                  <a:pt x="12128" y="338391"/>
                </a:lnTo>
                <a:lnTo>
                  <a:pt x="24129" y="329945"/>
                </a:lnTo>
                <a:lnTo>
                  <a:pt x="59118" y="299592"/>
                </a:lnTo>
                <a:lnTo>
                  <a:pt x="89407" y="265683"/>
                </a:lnTo>
                <a:lnTo>
                  <a:pt x="112982" y="231060"/>
                </a:lnTo>
                <a:lnTo>
                  <a:pt x="129841" y="189087"/>
                </a:lnTo>
                <a:lnTo>
                  <a:pt x="130555" y="180339"/>
                </a:lnTo>
                <a:lnTo>
                  <a:pt x="130555" y="107695"/>
                </a:lnTo>
                <a:lnTo>
                  <a:pt x="189991" y="107695"/>
                </a:lnTo>
                <a:lnTo>
                  <a:pt x="190067" y="180339"/>
                </a:lnTo>
                <a:lnTo>
                  <a:pt x="201675" y="220725"/>
                </a:lnTo>
                <a:lnTo>
                  <a:pt x="222916" y="253444"/>
                </a:lnTo>
                <a:lnTo>
                  <a:pt x="225438" y="256539"/>
                </a:lnTo>
                <a:lnTo>
                  <a:pt x="161035" y="256539"/>
                </a:lnTo>
                <a:lnTo>
                  <a:pt x="139445" y="289813"/>
                </a:lnTo>
                <a:lnTo>
                  <a:pt x="108965" y="326643"/>
                </a:lnTo>
                <a:lnTo>
                  <a:pt x="74421" y="360425"/>
                </a:lnTo>
                <a:lnTo>
                  <a:pt x="48656" y="379523"/>
                </a:lnTo>
                <a:lnTo>
                  <a:pt x="40639" y="384047"/>
                </a:lnTo>
                <a:close/>
              </a:path>
              <a:path w="469264" h="490220">
                <a:moveTo>
                  <a:pt x="278383" y="375411"/>
                </a:moveTo>
                <a:lnTo>
                  <a:pt x="242569" y="348995"/>
                </a:lnTo>
                <a:lnTo>
                  <a:pt x="208533" y="317245"/>
                </a:lnTo>
                <a:lnTo>
                  <a:pt x="180085" y="284733"/>
                </a:lnTo>
                <a:lnTo>
                  <a:pt x="161035" y="256539"/>
                </a:lnTo>
                <a:lnTo>
                  <a:pt x="225438" y="256539"/>
                </a:lnTo>
                <a:lnTo>
                  <a:pt x="231647" y="264159"/>
                </a:lnTo>
                <a:lnTo>
                  <a:pt x="241029" y="274669"/>
                </a:lnTo>
                <a:lnTo>
                  <a:pt x="272033" y="304291"/>
                </a:lnTo>
                <a:lnTo>
                  <a:pt x="304752" y="329056"/>
                </a:lnTo>
                <a:lnTo>
                  <a:pt x="315467" y="335787"/>
                </a:lnTo>
                <a:lnTo>
                  <a:pt x="278383" y="375411"/>
                </a:lnTo>
                <a:close/>
              </a:path>
              <a:path w="469264" h="490220">
                <a:moveTo>
                  <a:pt x="396409" y="490219"/>
                </a:moveTo>
                <a:lnTo>
                  <a:pt x="345439" y="490219"/>
                </a:lnTo>
                <a:lnTo>
                  <a:pt x="345439" y="6603"/>
                </a:lnTo>
                <a:lnTo>
                  <a:pt x="403859" y="6603"/>
                </a:lnTo>
                <a:lnTo>
                  <a:pt x="403859" y="175767"/>
                </a:lnTo>
                <a:lnTo>
                  <a:pt x="468883" y="175767"/>
                </a:lnTo>
                <a:lnTo>
                  <a:pt x="468883" y="224027"/>
                </a:lnTo>
                <a:lnTo>
                  <a:pt x="403859" y="224027"/>
                </a:lnTo>
                <a:lnTo>
                  <a:pt x="403859" y="482769"/>
                </a:lnTo>
                <a:lnTo>
                  <a:pt x="402843" y="485139"/>
                </a:lnTo>
                <a:lnTo>
                  <a:pt x="398779" y="489203"/>
                </a:lnTo>
                <a:lnTo>
                  <a:pt x="396409" y="4902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534603" y="2927504"/>
            <a:ext cx="95885" cy="120650"/>
          </a:xfrm>
          <a:custGeom>
            <a:avLst/>
            <a:gdLst/>
            <a:ahLst/>
            <a:cxnLst/>
            <a:rect l="l" t="t" r="r" b="b"/>
            <a:pathLst>
              <a:path w="95885" h="120650">
                <a:moveTo>
                  <a:pt x="48448" y="120598"/>
                </a:moveTo>
                <a:lnTo>
                  <a:pt x="12938" y="105402"/>
                </a:lnTo>
                <a:lnTo>
                  <a:pt x="0" y="63684"/>
                </a:lnTo>
                <a:lnTo>
                  <a:pt x="0" y="56510"/>
                </a:lnTo>
                <a:lnTo>
                  <a:pt x="13210" y="15286"/>
                </a:lnTo>
                <a:lnTo>
                  <a:pt x="48771" y="0"/>
                </a:lnTo>
                <a:lnTo>
                  <a:pt x="58434" y="680"/>
                </a:lnTo>
                <a:lnTo>
                  <a:pt x="91294" y="23962"/>
                </a:lnTo>
                <a:lnTo>
                  <a:pt x="95849" y="41435"/>
                </a:lnTo>
                <a:lnTo>
                  <a:pt x="71665" y="41435"/>
                </a:lnTo>
                <a:lnTo>
                  <a:pt x="71074" y="33857"/>
                </a:lnTo>
                <a:lnTo>
                  <a:pt x="68965" y="28362"/>
                </a:lnTo>
                <a:lnTo>
                  <a:pt x="61709" y="21537"/>
                </a:lnTo>
                <a:lnTo>
                  <a:pt x="56187" y="19830"/>
                </a:lnTo>
                <a:lnTo>
                  <a:pt x="40709" y="19830"/>
                </a:lnTo>
                <a:lnTo>
                  <a:pt x="24506" y="55381"/>
                </a:lnTo>
                <a:lnTo>
                  <a:pt x="24506" y="64249"/>
                </a:lnTo>
                <a:lnTo>
                  <a:pt x="40172" y="100847"/>
                </a:lnTo>
                <a:lnTo>
                  <a:pt x="55919" y="100847"/>
                </a:lnTo>
                <a:lnTo>
                  <a:pt x="61494" y="99141"/>
                </a:lnTo>
                <a:lnTo>
                  <a:pt x="68857" y="92316"/>
                </a:lnTo>
                <a:lnTo>
                  <a:pt x="70966" y="87035"/>
                </a:lnTo>
                <a:lnTo>
                  <a:pt x="71504" y="79888"/>
                </a:lnTo>
                <a:lnTo>
                  <a:pt x="95688" y="79888"/>
                </a:lnTo>
                <a:lnTo>
                  <a:pt x="74892" y="114476"/>
                </a:lnTo>
                <a:lnTo>
                  <a:pt x="58266" y="119917"/>
                </a:lnTo>
                <a:lnTo>
                  <a:pt x="48448" y="120598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644076" y="2922667"/>
            <a:ext cx="75565" cy="123825"/>
          </a:xfrm>
          <a:custGeom>
            <a:avLst/>
            <a:gdLst/>
            <a:ahLst/>
            <a:cxnLst/>
            <a:rect l="l" t="t" r="r" b="b"/>
            <a:pathLst>
              <a:path w="75564" h="123825">
                <a:moveTo>
                  <a:pt x="75373" y="123822"/>
                </a:moveTo>
                <a:lnTo>
                  <a:pt x="52076" y="123822"/>
                </a:lnTo>
                <a:lnTo>
                  <a:pt x="52076" y="63604"/>
                </a:lnTo>
                <a:lnTo>
                  <a:pt x="51001" y="59909"/>
                </a:lnTo>
                <a:lnTo>
                  <a:pt x="46702" y="55126"/>
                </a:lnTo>
                <a:lnTo>
                  <a:pt x="43128" y="53930"/>
                </a:lnTo>
                <a:lnTo>
                  <a:pt x="31304" y="53930"/>
                </a:lnTo>
                <a:lnTo>
                  <a:pt x="26360" y="56563"/>
                </a:lnTo>
                <a:lnTo>
                  <a:pt x="23297" y="61830"/>
                </a:lnTo>
                <a:lnTo>
                  <a:pt x="23297" y="123822"/>
                </a:lnTo>
                <a:lnTo>
                  <a:pt x="0" y="123822"/>
                </a:lnTo>
                <a:lnTo>
                  <a:pt x="0" y="0"/>
                </a:lnTo>
                <a:lnTo>
                  <a:pt x="23297" y="0"/>
                </a:lnTo>
                <a:lnTo>
                  <a:pt x="23297" y="46111"/>
                </a:lnTo>
                <a:lnTo>
                  <a:pt x="28229" y="41243"/>
                </a:lnTo>
                <a:lnTo>
                  <a:pt x="33756" y="37767"/>
                </a:lnTo>
                <a:lnTo>
                  <a:pt x="39878" y="35681"/>
                </a:lnTo>
                <a:lnTo>
                  <a:pt x="46594" y="34986"/>
                </a:lnTo>
                <a:lnTo>
                  <a:pt x="59034" y="37047"/>
                </a:lnTo>
                <a:lnTo>
                  <a:pt x="67977" y="43229"/>
                </a:lnTo>
                <a:lnTo>
                  <a:pt x="73423" y="53532"/>
                </a:lnTo>
                <a:lnTo>
                  <a:pt x="75373" y="67957"/>
                </a:lnTo>
                <a:lnTo>
                  <a:pt x="75373" y="123822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733557" y="2957653"/>
            <a:ext cx="78105" cy="90805"/>
          </a:xfrm>
          <a:custGeom>
            <a:avLst/>
            <a:gdLst/>
            <a:ahLst/>
            <a:cxnLst/>
            <a:rect l="l" t="t" r="r" b="b"/>
            <a:pathLst>
              <a:path w="78104" h="90805">
                <a:moveTo>
                  <a:pt x="25232" y="27811"/>
                </a:moveTo>
                <a:lnTo>
                  <a:pt x="1934" y="27811"/>
                </a:lnTo>
                <a:lnTo>
                  <a:pt x="1934" y="22759"/>
                </a:lnTo>
                <a:lnTo>
                  <a:pt x="31923" y="0"/>
                </a:lnTo>
                <a:lnTo>
                  <a:pt x="39017" y="0"/>
                </a:lnTo>
                <a:lnTo>
                  <a:pt x="72485" y="17251"/>
                </a:lnTo>
                <a:lnTo>
                  <a:pt x="33884" y="17251"/>
                </a:lnTo>
                <a:lnTo>
                  <a:pt x="30807" y="18191"/>
                </a:lnTo>
                <a:lnTo>
                  <a:pt x="26347" y="21953"/>
                </a:lnTo>
                <a:lnTo>
                  <a:pt x="25232" y="24533"/>
                </a:lnTo>
                <a:lnTo>
                  <a:pt x="25232" y="27811"/>
                </a:lnTo>
                <a:close/>
              </a:path>
              <a:path w="78104" h="90805">
                <a:moveTo>
                  <a:pt x="38694" y="90448"/>
                </a:moveTo>
                <a:lnTo>
                  <a:pt x="21120" y="90448"/>
                </a:lnTo>
                <a:lnTo>
                  <a:pt x="14040" y="87976"/>
                </a:lnTo>
                <a:lnTo>
                  <a:pt x="2808" y="78087"/>
                </a:lnTo>
                <a:lnTo>
                  <a:pt x="6" y="71867"/>
                </a:lnTo>
                <a:lnTo>
                  <a:pt x="0" y="55086"/>
                </a:lnTo>
                <a:lnTo>
                  <a:pt x="3426" y="47992"/>
                </a:lnTo>
                <a:lnTo>
                  <a:pt x="39984" y="35550"/>
                </a:lnTo>
                <a:lnTo>
                  <a:pt x="50706" y="35550"/>
                </a:lnTo>
                <a:lnTo>
                  <a:pt x="50706" y="26521"/>
                </a:lnTo>
                <a:lnTo>
                  <a:pt x="49671" y="23297"/>
                </a:lnTo>
                <a:lnTo>
                  <a:pt x="45533" y="18460"/>
                </a:lnTo>
                <a:lnTo>
                  <a:pt x="42268" y="17251"/>
                </a:lnTo>
                <a:lnTo>
                  <a:pt x="72485" y="17251"/>
                </a:lnTo>
                <a:lnTo>
                  <a:pt x="74083" y="21093"/>
                </a:lnTo>
                <a:lnTo>
                  <a:pt x="74083" y="49174"/>
                </a:lnTo>
                <a:lnTo>
                  <a:pt x="30337" y="49174"/>
                </a:lnTo>
                <a:lnTo>
                  <a:pt x="24130" y="53205"/>
                </a:lnTo>
                <a:lnTo>
                  <a:pt x="23377" y="61266"/>
                </a:lnTo>
                <a:lnTo>
                  <a:pt x="23297" y="65538"/>
                </a:lnTo>
                <a:lnTo>
                  <a:pt x="24318" y="67930"/>
                </a:lnTo>
                <a:lnTo>
                  <a:pt x="28402" y="71692"/>
                </a:lnTo>
                <a:lnTo>
                  <a:pt x="31197" y="72632"/>
                </a:lnTo>
                <a:lnTo>
                  <a:pt x="74109" y="72632"/>
                </a:lnTo>
                <a:lnTo>
                  <a:pt x="74137" y="76959"/>
                </a:lnTo>
                <a:lnTo>
                  <a:pt x="74886" y="81016"/>
                </a:lnTo>
                <a:lnTo>
                  <a:pt x="51673" y="81016"/>
                </a:lnTo>
                <a:lnTo>
                  <a:pt x="46030" y="87304"/>
                </a:lnTo>
                <a:lnTo>
                  <a:pt x="38694" y="90448"/>
                </a:lnTo>
                <a:close/>
              </a:path>
              <a:path w="78104" h="90805">
                <a:moveTo>
                  <a:pt x="74109" y="72632"/>
                </a:moveTo>
                <a:lnTo>
                  <a:pt x="38184" y="72632"/>
                </a:lnTo>
                <a:lnTo>
                  <a:pt x="41380" y="71853"/>
                </a:lnTo>
                <a:lnTo>
                  <a:pt x="47159" y="68803"/>
                </a:lnTo>
                <a:lnTo>
                  <a:pt x="49308" y="66748"/>
                </a:lnTo>
                <a:lnTo>
                  <a:pt x="50706" y="64168"/>
                </a:lnTo>
                <a:lnTo>
                  <a:pt x="50706" y="49174"/>
                </a:lnTo>
                <a:lnTo>
                  <a:pt x="74083" y="49174"/>
                </a:lnTo>
                <a:lnTo>
                  <a:pt x="74109" y="72632"/>
                </a:lnTo>
                <a:close/>
              </a:path>
              <a:path w="78104" h="90805">
                <a:moveTo>
                  <a:pt x="77550" y="88836"/>
                </a:moveTo>
                <a:lnTo>
                  <a:pt x="54011" y="88836"/>
                </a:lnTo>
                <a:lnTo>
                  <a:pt x="52936" y="86740"/>
                </a:lnTo>
                <a:lnTo>
                  <a:pt x="52157" y="84133"/>
                </a:lnTo>
                <a:lnTo>
                  <a:pt x="51673" y="81016"/>
                </a:lnTo>
                <a:lnTo>
                  <a:pt x="74886" y="81016"/>
                </a:lnTo>
                <a:lnTo>
                  <a:pt x="75293" y="83220"/>
                </a:lnTo>
                <a:lnTo>
                  <a:pt x="77464" y="87304"/>
                </a:lnTo>
                <a:lnTo>
                  <a:pt x="77550" y="88836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825538" y="2957653"/>
            <a:ext cx="78740" cy="122555"/>
          </a:xfrm>
          <a:custGeom>
            <a:avLst/>
            <a:gdLst/>
            <a:ahLst/>
            <a:cxnLst/>
            <a:rect l="l" t="t" r="r" b="b"/>
            <a:pathLst>
              <a:path w="78739" h="122555">
                <a:moveTo>
                  <a:pt x="67897" y="10157"/>
                </a:moveTo>
                <a:lnTo>
                  <a:pt x="22410" y="10157"/>
                </a:lnTo>
                <a:lnTo>
                  <a:pt x="28053" y="3385"/>
                </a:lnTo>
                <a:lnTo>
                  <a:pt x="35416" y="0"/>
                </a:lnTo>
                <a:lnTo>
                  <a:pt x="44498" y="0"/>
                </a:lnTo>
                <a:lnTo>
                  <a:pt x="52111" y="745"/>
                </a:lnTo>
                <a:lnTo>
                  <a:pt x="58827" y="2982"/>
                </a:lnTo>
                <a:lnTo>
                  <a:pt x="64647" y="6711"/>
                </a:lnTo>
                <a:lnTo>
                  <a:pt x="67897" y="10157"/>
                </a:lnTo>
                <a:close/>
              </a:path>
              <a:path w="78739" h="122555">
                <a:moveTo>
                  <a:pt x="23297" y="122371"/>
                </a:moveTo>
                <a:lnTo>
                  <a:pt x="0" y="122371"/>
                </a:lnTo>
                <a:lnTo>
                  <a:pt x="0" y="1612"/>
                </a:lnTo>
                <a:lnTo>
                  <a:pt x="21604" y="1612"/>
                </a:lnTo>
                <a:lnTo>
                  <a:pt x="22410" y="10157"/>
                </a:lnTo>
                <a:lnTo>
                  <a:pt x="67897" y="10157"/>
                </a:lnTo>
                <a:lnTo>
                  <a:pt x="69569" y="11930"/>
                </a:lnTo>
                <a:lnTo>
                  <a:pt x="73484" y="18460"/>
                </a:lnTo>
                <a:lnTo>
                  <a:pt x="73661" y="18944"/>
                </a:lnTo>
                <a:lnTo>
                  <a:pt x="31063" y="18944"/>
                </a:lnTo>
                <a:lnTo>
                  <a:pt x="26038" y="21738"/>
                </a:lnTo>
                <a:lnTo>
                  <a:pt x="23297" y="27328"/>
                </a:lnTo>
                <a:lnTo>
                  <a:pt x="23297" y="63039"/>
                </a:lnTo>
                <a:lnTo>
                  <a:pt x="26145" y="68790"/>
                </a:lnTo>
                <a:lnTo>
                  <a:pt x="31224" y="71665"/>
                </a:lnTo>
                <a:lnTo>
                  <a:pt x="73402" y="71665"/>
                </a:lnTo>
                <a:lnTo>
                  <a:pt x="69368" y="78316"/>
                </a:lnTo>
                <a:lnTo>
                  <a:pt x="66610" y="81258"/>
                </a:lnTo>
                <a:lnTo>
                  <a:pt x="23297" y="81258"/>
                </a:lnTo>
                <a:lnTo>
                  <a:pt x="23297" y="122371"/>
                </a:lnTo>
                <a:close/>
              </a:path>
              <a:path w="78739" h="122555">
                <a:moveTo>
                  <a:pt x="73402" y="71665"/>
                </a:moveTo>
                <a:lnTo>
                  <a:pt x="38533" y="71665"/>
                </a:lnTo>
                <a:lnTo>
                  <a:pt x="45833" y="69957"/>
                </a:lnTo>
                <a:lnTo>
                  <a:pt x="51048" y="64833"/>
                </a:lnTo>
                <a:lnTo>
                  <a:pt x="54177" y="56293"/>
                </a:lnTo>
                <a:lnTo>
                  <a:pt x="55178" y="44821"/>
                </a:lnTo>
                <a:lnTo>
                  <a:pt x="55220" y="36222"/>
                </a:lnTo>
                <a:lnTo>
                  <a:pt x="53782" y="29961"/>
                </a:lnTo>
                <a:lnTo>
                  <a:pt x="48032" y="21147"/>
                </a:lnTo>
                <a:lnTo>
                  <a:pt x="43853" y="18944"/>
                </a:lnTo>
                <a:lnTo>
                  <a:pt x="73661" y="18944"/>
                </a:lnTo>
                <a:lnTo>
                  <a:pt x="76280" y="26118"/>
                </a:lnTo>
                <a:lnTo>
                  <a:pt x="77958" y="34905"/>
                </a:lnTo>
                <a:lnTo>
                  <a:pt x="78490" y="44337"/>
                </a:lnTo>
                <a:lnTo>
                  <a:pt x="78517" y="46030"/>
                </a:lnTo>
                <a:lnTo>
                  <a:pt x="77945" y="55605"/>
                </a:lnTo>
                <a:lnTo>
                  <a:pt x="76230" y="64178"/>
                </a:lnTo>
                <a:lnTo>
                  <a:pt x="73402" y="71665"/>
                </a:lnTo>
                <a:close/>
              </a:path>
              <a:path w="78739" h="122555">
                <a:moveTo>
                  <a:pt x="44659" y="90448"/>
                </a:moveTo>
                <a:lnTo>
                  <a:pt x="35846" y="90448"/>
                </a:lnTo>
                <a:lnTo>
                  <a:pt x="28725" y="87385"/>
                </a:lnTo>
                <a:lnTo>
                  <a:pt x="23297" y="81258"/>
                </a:lnTo>
                <a:lnTo>
                  <a:pt x="66610" y="81258"/>
                </a:lnTo>
                <a:lnTo>
                  <a:pt x="64392" y="83624"/>
                </a:lnTo>
                <a:lnTo>
                  <a:pt x="58616" y="87415"/>
                </a:lnTo>
                <a:lnTo>
                  <a:pt x="52038" y="89690"/>
                </a:lnTo>
                <a:lnTo>
                  <a:pt x="44659" y="90448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910343" y="2937822"/>
            <a:ext cx="52069" cy="110489"/>
          </a:xfrm>
          <a:custGeom>
            <a:avLst/>
            <a:gdLst/>
            <a:ahLst/>
            <a:cxnLst/>
            <a:rect l="l" t="t" r="r" b="b"/>
            <a:pathLst>
              <a:path w="52070" h="110489">
                <a:moveTo>
                  <a:pt x="42564" y="110279"/>
                </a:moveTo>
                <a:lnTo>
                  <a:pt x="37727" y="110279"/>
                </a:lnTo>
                <a:lnTo>
                  <a:pt x="26975" y="108732"/>
                </a:lnTo>
                <a:lnTo>
                  <a:pt x="19226" y="104092"/>
                </a:lnTo>
                <a:lnTo>
                  <a:pt x="14480" y="96358"/>
                </a:lnTo>
                <a:lnTo>
                  <a:pt x="12736" y="85531"/>
                </a:lnTo>
                <a:lnTo>
                  <a:pt x="12736" y="38533"/>
                </a:lnTo>
                <a:lnTo>
                  <a:pt x="0" y="38533"/>
                </a:lnTo>
                <a:lnTo>
                  <a:pt x="0" y="21443"/>
                </a:lnTo>
                <a:lnTo>
                  <a:pt x="12736" y="21443"/>
                </a:lnTo>
                <a:lnTo>
                  <a:pt x="12736" y="0"/>
                </a:lnTo>
                <a:lnTo>
                  <a:pt x="36034" y="0"/>
                </a:lnTo>
                <a:lnTo>
                  <a:pt x="36034" y="21443"/>
                </a:lnTo>
                <a:lnTo>
                  <a:pt x="50947" y="21443"/>
                </a:lnTo>
                <a:lnTo>
                  <a:pt x="50947" y="38533"/>
                </a:lnTo>
                <a:lnTo>
                  <a:pt x="36034" y="38533"/>
                </a:lnTo>
                <a:lnTo>
                  <a:pt x="36034" y="85289"/>
                </a:lnTo>
                <a:lnTo>
                  <a:pt x="36652" y="87600"/>
                </a:lnTo>
                <a:lnTo>
                  <a:pt x="39124" y="90394"/>
                </a:lnTo>
                <a:lnTo>
                  <a:pt x="41489" y="91093"/>
                </a:lnTo>
                <a:lnTo>
                  <a:pt x="47562" y="91093"/>
                </a:lnTo>
                <a:lnTo>
                  <a:pt x="49846" y="90905"/>
                </a:lnTo>
                <a:lnTo>
                  <a:pt x="51834" y="90529"/>
                </a:lnTo>
                <a:lnTo>
                  <a:pt x="51834" y="108183"/>
                </a:lnTo>
                <a:lnTo>
                  <a:pt x="47266" y="109580"/>
                </a:lnTo>
                <a:lnTo>
                  <a:pt x="42564" y="110279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971126" y="2957653"/>
            <a:ext cx="79375" cy="90805"/>
          </a:xfrm>
          <a:custGeom>
            <a:avLst/>
            <a:gdLst/>
            <a:ahLst/>
            <a:cxnLst/>
            <a:rect l="l" t="t" r="r" b="b"/>
            <a:pathLst>
              <a:path w="79375" h="90805">
                <a:moveTo>
                  <a:pt x="50544" y="90448"/>
                </a:moveTo>
                <a:lnTo>
                  <a:pt x="43289" y="90448"/>
                </a:lnTo>
                <a:lnTo>
                  <a:pt x="34142" y="89712"/>
                </a:lnTo>
                <a:lnTo>
                  <a:pt x="3012" y="64954"/>
                </a:lnTo>
                <a:lnTo>
                  <a:pt x="0" y="47320"/>
                </a:lnTo>
                <a:lnTo>
                  <a:pt x="0" y="36303"/>
                </a:lnTo>
                <a:lnTo>
                  <a:pt x="25675" y="1867"/>
                </a:lnTo>
                <a:lnTo>
                  <a:pt x="32756" y="0"/>
                </a:lnTo>
                <a:lnTo>
                  <a:pt x="40709" y="0"/>
                </a:lnTo>
                <a:lnTo>
                  <a:pt x="73964" y="18863"/>
                </a:lnTo>
                <a:lnTo>
                  <a:pt x="36007" y="18863"/>
                </a:lnTo>
                <a:lnTo>
                  <a:pt x="32258" y="20422"/>
                </a:lnTo>
                <a:lnTo>
                  <a:pt x="26508" y="26656"/>
                </a:lnTo>
                <a:lnTo>
                  <a:pt x="24667" y="31116"/>
                </a:lnTo>
                <a:lnTo>
                  <a:pt x="23861" y="36921"/>
                </a:lnTo>
                <a:lnTo>
                  <a:pt x="78743" y="36921"/>
                </a:lnTo>
                <a:lnTo>
                  <a:pt x="79162" y="43289"/>
                </a:lnTo>
                <a:lnTo>
                  <a:pt x="79162" y="52801"/>
                </a:lnTo>
                <a:lnTo>
                  <a:pt x="23619" y="52801"/>
                </a:lnTo>
                <a:lnTo>
                  <a:pt x="24372" y="58498"/>
                </a:lnTo>
                <a:lnTo>
                  <a:pt x="26642" y="63066"/>
                </a:lnTo>
                <a:lnTo>
                  <a:pt x="34220" y="69945"/>
                </a:lnTo>
                <a:lnTo>
                  <a:pt x="39017" y="71665"/>
                </a:lnTo>
                <a:lnTo>
                  <a:pt x="74572" y="71665"/>
                </a:lnTo>
                <a:lnTo>
                  <a:pt x="77308" y="74728"/>
                </a:lnTo>
                <a:lnTo>
                  <a:pt x="73815" y="79673"/>
                </a:lnTo>
                <a:lnTo>
                  <a:pt x="69085" y="83529"/>
                </a:lnTo>
                <a:lnTo>
                  <a:pt x="57155" y="89064"/>
                </a:lnTo>
                <a:lnTo>
                  <a:pt x="50544" y="90448"/>
                </a:lnTo>
                <a:close/>
              </a:path>
              <a:path w="79375" h="90805">
                <a:moveTo>
                  <a:pt x="78743" y="36921"/>
                </a:moveTo>
                <a:lnTo>
                  <a:pt x="56268" y="36921"/>
                </a:lnTo>
                <a:lnTo>
                  <a:pt x="56160" y="29907"/>
                </a:lnTo>
                <a:lnTo>
                  <a:pt x="54763" y="25917"/>
                </a:lnTo>
                <a:lnTo>
                  <a:pt x="49389" y="20274"/>
                </a:lnTo>
                <a:lnTo>
                  <a:pt x="45573" y="18863"/>
                </a:lnTo>
                <a:lnTo>
                  <a:pt x="73964" y="18863"/>
                </a:lnTo>
                <a:lnTo>
                  <a:pt x="76593" y="24929"/>
                </a:lnTo>
                <a:lnTo>
                  <a:pt x="78520" y="33520"/>
                </a:lnTo>
                <a:lnTo>
                  <a:pt x="78743" y="36921"/>
                </a:lnTo>
                <a:close/>
              </a:path>
              <a:path w="79375" h="90805">
                <a:moveTo>
                  <a:pt x="74572" y="71665"/>
                </a:moveTo>
                <a:lnTo>
                  <a:pt x="53796" y="71665"/>
                </a:lnTo>
                <a:lnTo>
                  <a:pt x="60809" y="68414"/>
                </a:lnTo>
                <a:lnTo>
                  <a:pt x="65861" y="61911"/>
                </a:lnTo>
                <a:lnTo>
                  <a:pt x="74572" y="71665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063509" y="2957653"/>
            <a:ext cx="49530" cy="88900"/>
          </a:xfrm>
          <a:custGeom>
            <a:avLst/>
            <a:gdLst/>
            <a:ahLst/>
            <a:cxnLst/>
            <a:rect l="l" t="t" r="r" b="b"/>
            <a:pathLst>
              <a:path w="49529" h="88900">
                <a:moveTo>
                  <a:pt x="23297" y="88836"/>
                </a:moveTo>
                <a:lnTo>
                  <a:pt x="0" y="88836"/>
                </a:lnTo>
                <a:lnTo>
                  <a:pt x="0" y="1612"/>
                </a:lnTo>
                <a:lnTo>
                  <a:pt x="22007" y="1612"/>
                </a:lnTo>
                <a:lnTo>
                  <a:pt x="22652" y="12011"/>
                </a:lnTo>
                <a:lnTo>
                  <a:pt x="27328" y="4003"/>
                </a:lnTo>
                <a:lnTo>
                  <a:pt x="33804" y="0"/>
                </a:lnTo>
                <a:lnTo>
                  <a:pt x="44659" y="0"/>
                </a:lnTo>
                <a:lnTo>
                  <a:pt x="47078" y="349"/>
                </a:lnTo>
                <a:lnTo>
                  <a:pt x="49335" y="1047"/>
                </a:lnTo>
                <a:lnTo>
                  <a:pt x="49013" y="23458"/>
                </a:lnTo>
                <a:lnTo>
                  <a:pt x="43047" y="22813"/>
                </a:lnTo>
                <a:lnTo>
                  <a:pt x="31815" y="22813"/>
                </a:lnTo>
                <a:lnTo>
                  <a:pt x="26038" y="25796"/>
                </a:lnTo>
                <a:lnTo>
                  <a:pt x="23297" y="31761"/>
                </a:lnTo>
                <a:lnTo>
                  <a:pt x="23297" y="88836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163234" y="2927504"/>
            <a:ext cx="218301" cy="12059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628448" y="6008965"/>
            <a:ext cx="274320" cy="330835"/>
          </a:xfrm>
          <a:custGeom>
            <a:avLst/>
            <a:gdLst/>
            <a:ahLst/>
            <a:cxnLst/>
            <a:rect l="l" t="t" r="r" b="b"/>
            <a:pathLst>
              <a:path w="274319" h="330835">
                <a:moveTo>
                  <a:pt x="273909" y="330743"/>
                </a:moveTo>
                <a:lnTo>
                  <a:pt x="244703" y="330743"/>
                </a:lnTo>
                <a:lnTo>
                  <a:pt x="244703" y="0"/>
                </a:lnTo>
                <a:lnTo>
                  <a:pt x="273909" y="0"/>
                </a:lnTo>
                <a:lnTo>
                  <a:pt x="273909" y="330743"/>
                </a:lnTo>
                <a:close/>
              </a:path>
              <a:path w="274319" h="330835">
                <a:moveTo>
                  <a:pt x="197604" y="59991"/>
                </a:moveTo>
                <a:lnTo>
                  <a:pt x="8683" y="59991"/>
                </a:lnTo>
                <a:lnTo>
                  <a:pt x="8683" y="35784"/>
                </a:lnTo>
                <a:lnTo>
                  <a:pt x="197604" y="35784"/>
                </a:lnTo>
                <a:lnTo>
                  <a:pt x="197604" y="59991"/>
                </a:lnTo>
                <a:close/>
              </a:path>
              <a:path w="274319" h="330835">
                <a:moveTo>
                  <a:pt x="3420" y="248649"/>
                </a:moveTo>
                <a:lnTo>
                  <a:pt x="0" y="223653"/>
                </a:lnTo>
                <a:lnTo>
                  <a:pt x="46046" y="223390"/>
                </a:lnTo>
                <a:lnTo>
                  <a:pt x="46046" y="59991"/>
                </a:lnTo>
                <a:lnTo>
                  <a:pt x="74463" y="59991"/>
                </a:lnTo>
                <a:lnTo>
                  <a:pt x="74463" y="222863"/>
                </a:lnTo>
                <a:lnTo>
                  <a:pt x="215598" y="222863"/>
                </a:lnTo>
                <a:lnTo>
                  <a:pt x="216549" y="236020"/>
                </a:lnTo>
                <a:lnTo>
                  <a:pt x="161453" y="242729"/>
                </a:lnTo>
                <a:lnTo>
                  <a:pt x="105939" y="246479"/>
                </a:lnTo>
                <a:lnTo>
                  <a:pt x="52447" y="248156"/>
                </a:lnTo>
                <a:lnTo>
                  <a:pt x="3420" y="248649"/>
                </a:lnTo>
                <a:close/>
              </a:path>
              <a:path w="274319" h="330835">
                <a:moveTo>
                  <a:pt x="215598" y="222863"/>
                </a:moveTo>
                <a:lnTo>
                  <a:pt x="74463" y="222863"/>
                </a:lnTo>
                <a:lnTo>
                  <a:pt x="102814" y="222074"/>
                </a:lnTo>
                <a:lnTo>
                  <a:pt x="131560" y="220890"/>
                </a:lnTo>
                <a:lnTo>
                  <a:pt x="131560" y="59991"/>
                </a:lnTo>
                <a:lnTo>
                  <a:pt x="160241" y="59991"/>
                </a:lnTo>
                <a:lnTo>
                  <a:pt x="160241" y="219180"/>
                </a:lnTo>
                <a:lnTo>
                  <a:pt x="215331" y="219180"/>
                </a:lnTo>
                <a:lnTo>
                  <a:pt x="215598" y="222863"/>
                </a:lnTo>
                <a:close/>
              </a:path>
              <a:path w="274319" h="330835">
                <a:moveTo>
                  <a:pt x="215331" y="219180"/>
                </a:moveTo>
                <a:lnTo>
                  <a:pt x="160241" y="219180"/>
                </a:lnTo>
                <a:lnTo>
                  <a:pt x="188000" y="216976"/>
                </a:lnTo>
                <a:lnTo>
                  <a:pt x="201608" y="215665"/>
                </a:lnTo>
                <a:lnTo>
                  <a:pt x="214970" y="214180"/>
                </a:lnTo>
                <a:lnTo>
                  <a:pt x="215331" y="219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957613" y="6008965"/>
            <a:ext cx="283210" cy="330835"/>
          </a:xfrm>
          <a:custGeom>
            <a:avLst/>
            <a:gdLst/>
            <a:ahLst/>
            <a:cxnLst/>
            <a:rect l="l" t="t" r="r" b="b"/>
            <a:pathLst>
              <a:path w="283210" h="330835">
                <a:moveTo>
                  <a:pt x="282592" y="139454"/>
                </a:moveTo>
                <a:lnTo>
                  <a:pt x="254701" y="139454"/>
                </a:lnTo>
                <a:lnTo>
                  <a:pt x="254701" y="0"/>
                </a:lnTo>
                <a:lnTo>
                  <a:pt x="282592" y="0"/>
                </a:lnTo>
                <a:lnTo>
                  <a:pt x="282592" y="139454"/>
                </a:lnTo>
                <a:close/>
              </a:path>
              <a:path w="283210" h="330835">
                <a:moveTo>
                  <a:pt x="210760" y="314430"/>
                </a:moveTo>
                <a:lnTo>
                  <a:pt x="183132" y="314430"/>
                </a:lnTo>
                <a:lnTo>
                  <a:pt x="183132" y="7893"/>
                </a:lnTo>
                <a:lnTo>
                  <a:pt x="210760" y="7893"/>
                </a:lnTo>
                <a:lnTo>
                  <a:pt x="210760" y="139454"/>
                </a:lnTo>
                <a:lnTo>
                  <a:pt x="282592" y="139454"/>
                </a:lnTo>
                <a:lnTo>
                  <a:pt x="282592" y="163661"/>
                </a:lnTo>
                <a:lnTo>
                  <a:pt x="210760" y="163661"/>
                </a:lnTo>
                <a:lnTo>
                  <a:pt x="210760" y="314430"/>
                </a:lnTo>
                <a:close/>
              </a:path>
              <a:path w="283210" h="330835">
                <a:moveTo>
                  <a:pt x="282592" y="330743"/>
                </a:moveTo>
                <a:lnTo>
                  <a:pt x="254701" y="330743"/>
                </a:lnTo>
                <a:lnTo>
                  <a:pt x="254701" y="163661"/>
                </a:lnTo>
                <a:lnTo>
                  <a:pt x="282592" y="163661"/>
                </a:lnTo>
                <a:lnTo>
                  <a:pt x="282592" y="330743"/>
                </a:lnTo>
                <a:close/>
              </a:path>
              <a:path w="283210" h="330835">
                <a:moveTo>
                  <a:pt x="97881" y="57097"/>
                </a:moveTo>
                <a:lnTo>
                  <a:pt x="68674" y="57097"/>
                </a:lnTo>
                <a:lnTo>
                  <a:pt x="68674" y="9998"/>
                </a:lnTo>
                <a:lnTo>
                  <a:pt x="97881" y="9998"/>
                </a:lnTo>
                <a:lnTo>
                  <a:pt x="97881" y="57097"/>
                </a:lnTo>
                <a:close/>
              </a:path>
              <a:path w="283210" h="330835">
                <a:moveTo>
                  <a:pt x="166029" y="81041"/>
                </a:moveTo>
                <a:lnTo>
                  <a:pt x="0" y="81041"/>
                </a:lnTo>
                <a:lnTo>
                  <a:pt x="0" y="57097"/>
                </a:lnTo>
                <a:lnTo>
                  <a:pt x="166029" y="57097"/>
                </a:lnTo>
                <a:lnTo>
                  <a:pt x="166029" y="81041"/>
                </a:lnTo>
                <a:close/>
              </a:path>
              <a:path w="283210" h="330835">
                <a:moveTo>
                  <a:pt x="83146" y="254175"/>
                </a:moveTo>
                <a:lnTo>
                  <a:pt x="54581" y="248588"/>
                </a:lnTo>
                <a:lnTo>
                  <a:pt x="32035" y="232961"/>
                </a:lnTo>
                <a:lnTo>
                  <a:pt x="17283" y="208996"/>
                </a:lnTo>
                <a:lnTo>
                  <a:pt x="12103" y="178396"/>
                </a:lnTo>
                <a:lnTo>
                  <a:pt x="17283" y="148141"/>
                </a:lnTo>
                <a:lnTo>
                  <a:pt x="32035" y="124423"/>
                </a:lnTo>
                <a:lnTo>
                  <a:pt x="54581" y="108944"/>
                </a:lnTo>
                <a:lnTo>
                  <a:pt x="83146" y="103406"/>
                </a:lnTo>
                <a:lnTo>
                  <a:pt x="111830" y="108944"/>
                </a:lnTo>
                <a:lnTo>
                  <a:pt x="134422" y="124423"/>
                </a:lnTo>
                <a:lnTo>
                  <a:pt x="136583" y="127877"/>
                </a:lnTo>
                <a:lnTo>
                  <a:pt x="83146" y="127877"/>
                </a:lnTo>
                <a:lnTo>
                  <a:pt x="64974" y="131811"/>
                </a:lnTo>
                <a:lnTo>
                  <a:pt x="50650" y="142381"/>
                </a:lnTo>
                <a:lnTo>
                  <a:pt x="41260" y="158329"/>
                </a:lnTo>
                <a:lnTo>
                  <a:pt x="37889" y="178396"/>
                </a:lnTo>
                <a:lnTo>
                  <a:pt x="41260" y="198718"/>
                </a:lnTo>
                <a:lnTo>
                  <a:pt x="50650" y="214674"/>
                </a:lnTo>
                <a:lnTo>
                  <a:pt x="64974" y="225055"/>
                </a:lnTo>
                <a:lnTo>
                  <a:pt x="83146" y="228652"/>
                </a:lnTo>
                <a:lnTo>
                  <a:pt x="137091" y="228652"/>
                </a:lnTo>
                <a:lnTo>
                  <a:pt x="134422" y="232961"/>
                </a:lnTo>
                <a:lnTo>
                  <a:pt x="111830" y="248588"/>
                </a:lnTo>
                <a:lnTo>
                  <a:pt x="83146" y="254175"/>
                </a:lnTo>
                <a:close/>
              </a:path>
              <a:path w="283210" h="330835">
                <a:moveTo>
                  <a:pt x="137091" y="228652"/>
                </a:moveTo>
                <a:lnTo>
                  <a:pt x="83146" y="228652"/>
                </a:lnTo>
                <a:lnTo>
                  <a:pt x="101359" y="225055"/>
                </a:lnTo>
                <a:lnTo>
                  <a:pt x="115773" y="214674"/>
                </a:lnTo>
                <a:lnTo>
                  <a:pt x="125254" y="198718"/>
                </a:lnTo>
                <a:lnTo>
                  <a:pt x="128666" y="178396"/>
                </a:lnTo>
                <a:lnTo>
                  <a:pt x="125254" y="158329"/>
                </a:lnTo>
                <a:lnTo>
                  <a:pt x="115773" y="142381"/>
                </a:lnTo>
                <a:lnTo>
                  <a:pt x="101359" y="131811"/>
                </a:lnTo>
                <a:lnTo>
                  <a:pt x="83146" y="127877"/>
                </a:lnTo>
                <a:lnTo>
                  <a:pt x="136583" y="127877"/>
                </a:lnTo>
                <a:lnTo>
                  <a:pt x="149268" y="148141"/>
                </a:lnTo>
                <a:lnTo>
                  <a:pt x="154715" y="178396"/>
                </a:lnTo>
                <a:lnTo>
                  <a:pt x="149268" y="208996"/>
                </a:lnTo>
                <a:lnTo>
                  <a:pt x="137091" y="228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283094" y="6008965"/>
            <a:ext cx="316230" cy="330835"/>
          </a:xfrm>
          <a:custGeom>
            <a:avLst/>
            <a:gdLst/>
            <a:ahLst/>
            <a:cxnLst/>
            <a:rect l="l" t="t" r="r" b="b"/>
            <a:pathLst>
              <a:path w="316230" h="330835">
                <a:moveTo>
                  <a:pt x="260753" y="330743"/>
                </a:moveTo>
                <a:lnTo>
                  <a:pt x="231546" y="330743"/>
                </a:lnTo>
                <a:lnTo>
                  <a:pt x="231546" y="0"/>
                </a:lnTo>
                <a:lnTo>
                  <a:pt x="260753" y="0"/>
                </a:lnTo>
                <a:lnTo>
                  <a:pt x="260753" y="134191"/>
                </a:lnTo>
                <a:lnTo>
                  <a:pt x="316008" y="134191"/>
                </a:lnTo>
                <a:lnTo>
                  <a:pt x="316008" y="159451"/>
                </a:lnTo>
                <a:lnTo>
                  <a:pt x="260753" y="159451"/>
                </a:lnTo>
                <a:lnTo>
                  <a:pt x="260753" y="330743"/>
                </a:lnTo>
                <a:close/>
              </a:path>
              <a:path w="316230" h="330835">
                <a:moveTo>
                  <a:pt x="18418" y="259964"/>
                </a:moveTo>
                <a:lnTo>
                  <a:pt x="0" y="236546"/>
                </a:lnTo>
                <a:lnTo>
                  <a:pt x="33844" y="211853"/>
                </a:lnTo>
                <a:lnTo>
                  <a:pt x="61373" y="176357"/>
                </a:lnTo>
                <a:lnTo>
                  <a:pt x="79923" y="134052"/>
                </a:lnTo>
                <a:lnTo>
                  <a:pt x="86830" y="88935"/>
                </a:lnTo>
                <a:lnTo>
                  <a:pt x="86830" y="28680"/>
                </a:lnTo>
                <a:lnTo>
                  <a:pt x="115773" y="28680"/>
                </a:lnTo>
                <a:lnTo>
                  <a:pt x="115773" y="88935"/>
                </a:lnTo>
                <a:lnTo>
                  <a:pt x="122400" y="132288"/>
                </a:lnTo>
                <a:lnTo>
                  <a:pt x="130201" y="149453"/>
                </a:lnTo>
                <a:lnTo>
                  <a:pt x="101696" y="149453"/>
                </a:lnTo>
                <a:lnTo>
                  <a:pt x="87703" y="184499"/>
                </a:lnTo>
                <a:lnTo>
                  <a:pt x="68493" y="215512"/>
                </a:lnTo>
                <a:lnTo>
                  <a:pt x="45065" y="241124"/>
                </a:lnTo>
                <a:lnTo>
                  <a:pt x="18418" y="259964"/>
                </a:lnTo>
                <a:close/>
              </a:path>
              <a:path w="316230" h="330835">
                <a:moveTo>
                  <a:pt x="183132" y="253649"/>
                </a:moveTo>
                <a:lnTo>
                  <a:pt x="157161" y="235777"/>
                </a:lnTo>
                <a:lnTo>
                  <a:pt x="134323" y="211615"/>
                </a:lnTo>
                <a:lnTo>
                  <a:pt x="115530" y="182421"/>
                </a:lnTo>
                <a:lnTo>
                  <a:pt x="101696" y="149453"/>
                </a:lnTo>
                <a:lnTo>
                  <a:pt x="130201" y="149453"/>
                </a:lnTo>
                <a:lnTo>
                  <a:pt x="140770" y="172706"/>
                </a:lnTo>
                <a:lnTo>
                  <a:pt x="168019" y="206562"/>
                </a:lnTo>
                <a:lnTo>
                  <a:pt x="201287" y="230231"/>
                </a:lnTo>
                <a:lnTo>
                  <a:pt x="183132" y="2536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619627" y="6008965"/>
            <a:ext cx="283210" cy="327660"/>
          </a:xfrm>
          <a:custGeom>
            <a:avLst/>
            <a:gdLst/>
            <a:ahLst/>
            <a:cxnLst/>
            <a:rect l="l" t="t" r="r" b="b"/>
            <a:pathLst>
              <a:path w="283210" h="327660">
                <a:moveTo>
                  <a:pt x="270225" y="171555"/>
                </a:moveTo>
                <a:lnTo>
                  <a:pt x="241545" y="171555"/>
                </a:lnTo>
                <a:lnTo>
                  <a:pt x="241545" y="0"/>
                </a:lnTo>
                <a:lnTo>
                  <a:pt x="270225" y="0"/>
                </a:lnTo>
                <a:lnTo>
                  <a:pt x="270225" y="171555"/>
                </a:lnTo>
                <a:close/>
              </a:path>
              <a:path w="283210" h="327660">
                <a:moveTo>
                  <a:pt x="15261" y="168134"/>
                </a:moveTo>
                <a:lnTo>
                  <a:pt x="0" y="144979"/>
                </a:lnTo>
                <a:lnTo>
                  <a:pt x="34259" y="127276"/>
                </a:lnTo>
                <a:lnTo>
                  <a:pt x="61142" y="101630"/>
                </a:lnTo>
                <a:lnTo>
                  <a:pt x="78702" y="70163"/>
                </a:lnTo>
                <a:lnTo>
                  <a:pt x="84988" y="34995"/>
                </a:lnTo>
                <a:lnTo>
                  <a:pt x="84988" y="9472"/>
                </a:lnTo>
                <a:lnTo>
                  <a:pt x="114720" y="9472"/>
                </a:lnTo>
                <a:lnTo>
                  <a:pt x="114720" y="34995"/>
                </a:lnTo>
                <a:lnTo>
                  <a:pt x="120929" y="68625"/>
                </a:lnTo>
                <a:lnTo>
                  <a:pt x="130601" y="84988"/>
                </a:lnTo>
                <a:lnTo>
                  <a:pt x="100249" y="84988"/>
                </a:lnTo>
                <a:lnTo>
                  <a:pt x="86266" y="112243"/>
                </a:lnTo>
                <a:lnTo>
                  <a:pt x="66931" y="135688"/>
                </a:lnTo>
                <a:lnTo>
                  <a:pt x="43008" y="154569"/>
                </a:lnTo>
                <a:lnTo>
                  <a:pt x="15261" y="168134"/>
                </a:lnTo>
                <a:close/>
              </a:path>
              <a:path w="283210" h="327660">
                <a:moveTo>
                  <a:pt x="184711" y="161819"/>
                </a:moveTo>
                <a:lnTo>
                  <a:pt x="157231" y="149241"/>
                </a:lnTo>
                <a:lnTo>
                  <a:pt x="133501" y="131840"/>
                </a:lnTo>
                <a:lnTo>
                  <a:pt x="114260" y="110221"/>
                </a:lnTo>
                <a:lnTo>
                  <a:pt x="100249" y="84988"/>
                </a:lnTo>
                <a:lnTo>
                  <a:pt x="130601" y="84988"/>
                </a:lnTo>
                <a:lnTo>
                  <a:pt x="138533" y="98407"/>
                </a:lnTo>
                <a:lnTo>
                  <a:pt x="165413" y="122466"/>
                </a:lnTo>
                <a:lnTo>
                  <a:pt x="199446" y="138928"/>
                </a:lnTo>
                <a:lnTo>
                  <a:pt x="184711" y="161819"/>
                </a:lnTo>
                <a:close/>
              </a:path>
              <a:path w="283210" h="327660">
                <a:moveTo>
                  <a:pt x="282592" y="327060"/>
                </a:moveTo>
                <a:lnTo>
                  <a:pt x="56571" y="327060"/>
                </a:lnTo>
                <a:lnTo>
                  <a:pt x="56571" y="244703"/>
                </a:lnTo>
                <a:lnTo>
                  <a:pt x="241808" y="244703"/>
                </a:lnTo>
                <a:lnTo>
                  <a:pt x="241808" y="211549"/>
                </a:lnTo>
                <a:lnTo>
                  <a:pt x="55518" y="211549"/>
                </a:lnTo>
                <a:lnTo>
                  <a:pt x="55518" y="188131"/>
                </a:lnTo>
                <a:lnTo>
                  <a:pt x="270752" y="188131"/>
                </a:lnTo>
                <a:lnTo>
                  <a:pt x="270752" y="267331"/>
                </a:lnTo>
                <a:lnTo>
                  <a:pt x="84988" y="267331"/>
                </a:lnTo>
                <a:lnTo>
                  <a:pt x="84988" y="303116"/>
                </a:lnTo>
                <a:lnTo>
                  <a:pt x="282592" y="303116"/>
                </a:lnTo>
                <a:lnTo>
                  <a:pt x="282592" y="327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945108" y="6006334"/>
            <a:ext cx="309245" cy="333375"/>
          </a:xfrm>
          <a:custGeom>
            <a:avLst/>
            <a:gdLst/>
            <a:ahLst/>
            <a:cxnLst/>
            <a:rect l="l" t="t" r="r" b="b"/>
            <a:pathLst>
              <a:path w="309245" h="333375">
                <a:moveTo>
                  <a:pt x="118930" y="32890"/>
                </a:moveTo>
                <a:lnTo>
                  <a:pt x="89724" y="32890"/>
                </a:lnTo>
                <a:lnTo>
                  <a:pt x="89724" y="0"/>
                </a:lnTo>
                <a:lnTo>
                  <a:pt x="118930" y="0"/>
                </a:lnTo>
                <a:lnTo>
                  <a:pt x="118930" y="32890"/>
                </a:lnTo>
                <a:close/>
              </a:path>
              <a:path w="309245" h="333375">
                <a:moveTo>
                  <a:pt x="199972" y="55255"/>
                </a:moveTo>
                <a:lnTo>
                  <a:pt x="8419" y="55255"/>
                </a:lnTo>
                <a:lnTo>
                  <a:pt x="8419" y="32890"/>
                </a:lnTo>
                <a:lnTo>
                  <a:pt x="199972" y="32890"/>
                </a:lnTo>
                <a:lnTo>
                  <a:pt x="199972" y="55255"/>
                </a:lnTo>
                <a:close/>
              </a:path>
              <a:path w="309245" h="333375">
                <a:moveTo>
                  <a:pt x="259700" y="224442"/>
                </a:moveTo>
                <a:lnTo>
                  <a:pt x="230494" y="224442"/>
                </a:lnTo>
                <a:lnTo>
                  <a:pt x="230494" y="2894"/>
                </a:lnTo>
                <a:lnTo>
                  <a:pt x="259700" y="2894"/>
                </a:lnTo>
                <a:lnTo>
                  <a:pt x="259700" y="102880"/>
                </a:lnTo>
                <a:lnTo>
                  <a:pt x="309167" y="102880"/>
                </a:lnTo>
                <a:lnTo>
                  <a:pt x="309167" y="127350"/>
                </a:lnTo>
                <a:lnTo>
                  <a:pt x="259700" y="127350"/>
                </a:lnTo>
                <a:lnTo>
                  <a:pt x="259700" y="224442"/>
                </a:lnTo>
                <a:close/>
              </a:path>
              <a:path w="309245" h="333375">
                <a:moveTo>
                  <a:pt x="3420" y="214707"/>
                </a:moveTo>
                <a:lnTo>
                  <a:pt x="0" y="190763"/>
                </a:lnTo>
                <a:lnTo>
                  <a:pt x="65770" y="190319"/>
                </a:lnTo>
                <a:lnTo>
                  <a:pt x="89724" y="189710"/>
                </a:lnTo>
                <a:lnTo>
                  <a:pt x="89724" y="165371"/>
                </a:lnTo>
                <a:lnTo>
                  <a:pt x="63558" y="160191"/>
                </a:lnTo>
                <a:lnTo>
                  <a:pt x="43595" y="150077"/>
                </a:lnTo>
                <a:lnTo>
                  <a:pt x="30910" y="135474"/>
                </a:lnTo>
                <a:lnTo>
                  <a:pt x="26575" y="116825"/>
                </a:lnTo>
                <a:lnTo>
                  <a:pt x="32002" y="96417"/>
                </a:lnTo>
                <a:lnTo>
                  <a:pt x="47690" y="81041"/>
                </a:lnTo>
                <a:lnTo>
                  <a:pt x="72161" y="71388"/>
                </a:lnTo>
                <a:lnTo>
                  <a:pt x="103933" y="68148"/>
                </a:lnTo>
                <a:lnTo>
                  <a:pt x="135783" y="71388"/>
                </a:lnTo>
                <a:lnTo>
                  <a:pt x="160208" y="81041"/>
                </a:lnTo>
                <a:lnTo>
                  <a:pt x="167995" y="88671"/>
                </a:lnTo>
                <a:lnTo>
                  <a:pt x="103933" y="88671"/>
                </a:lnTo>
                <a:lnTo>
                  <a:pt x="83290" y="90480"/>
                </a:lnTo>
                <a:lnTo>
                  <a:pt x="67655" y="96039"/>
                </a:lnTo>
                <a:lnTo>
                  <a:pt x="57792" y="104952"/>
                </a:lnTo>
                <a:lnTo>
                  <a:pt x="54466" y="116825"/>
                </a:lnTo>
                <a:lnTo>
                  <a:pt x="57792" y="128559"/>
                </a:lnTo>
                <a:lnTo>
                  <a:pt x="67655" y="137678"/>
                </a:lnTo>
                <a:lnTo>
                  <a:pt x="83290" y="143541"/>
                </a:lnTo>
                <a:lnTo>
                  <a:pt x="103933" y="145506"/>
                </a:lnTo>
                <a:lnTo>
                  <a:pt x="168269" y="145506"/>
                </a:lnTo>
                <a:lnTo>
                  <a:pt x="164500" y="149880"/>
                </a:lnTo>
                <a:lnTo>
                  <a:pt x="144829" y="160043"/>
                </a:lnTo>
                <a:lnTo>
                  <a:pt x="118930" y="165371"/>
                </a:lnTo>
                <a:lnTo>
                  <a:pt x="118930" y="188658"/>
                </a:lnTo>
                <a:lnTo>
                  <a:pt x="210906" y="188658"/>
                </a:lnTo>
                <a:lnTo>
                  <a:pt x="212339" y="201551"/>
                </a:lnTo>
                <a:lnTo>
                  <a:pt x="157679" y="208934"/>
                </a:lnTo>
                <a:lnTo>
                  <a:pt x="102847" y="212865"/>
                </a:lnTo>
                <a:lnTo>
                  <a:pt x="50531" y="214427"/>
                </a:lnTo>
                <a:lnTo>
                  <a:pt x="3420" y="214707"/>
                </a:lnTo>
                <a:close/>
              </a:path>
              <a:path w="309245" h="333375">
                <a:moveTo>
                  <a:pt x="168269" y="145506"/>
                </a:moveTo>
                <a:lnTo>
                  <a:pt x="103933" y="145506"/>
                </a:lnTo>
                <a:lnTo>
                  <a:pt x="124579" y="143541"/>
                </a:lnTo>
                <a:lnTo>
                  <a:pt x="140243" y="137678"/>
                </a:lnTo>
                <a:lnTo>
                  <a:pt x="150184" y="128559"/>
                </a:lnTo>
                <a:lnTo>
                  <a:pt x="153662" y="116825"/>
                </a:lnTo>
                <a:lnTo>
                  <a:pt x="150184" y="104952"/>
                </a:lnTo>
                <a:lnTo>
                  <a:pt x="140243" y="96039"/>
                </a:lnTo>
                <a:lnTo>
                  <a:pt x="124579" y="90480"/>
                </a:lnTo>
                <a:lnTo>
                  <a:pt x="103933" y="88671"/>
                </a:lnTo>
                <a:lnTo>
                  <a:pt x="167995" y="88671"/>
                </a:lnTo>
                <a:lnTo>
                  <a:pt x="175900" y="96417"/>
                </a:lnTo>
                <a:lnTo>
                  <a:pt x="181553" y="116825"/>
                </a:lnTo>
                <a:lnTo>
                  <a:pt x="177041" y="135326"/>
                </a:lnTo>
                <a:lnTo>
                  <a:pt x="168269" y="145506"/>
                </a:lnTo>
                <a:close/>
              </a:path>
              <a:path w="309245" h="333375">
                <a:moveTo>
                  <a:pt x="210906" y="188658"/>
                </a:moveTo>
                <a:lnTo>
                  <a:pt x="118930" y="188658"/>
                </a:lnTo>
                <a:lnTo>
                  <a:pt x="142128" y="187287"/>
                </a:lnTo>
                <a:lnTo>
                  <a:pt x="165191" y="185484"/>
                </a:lnTo>
                <a:lnTo>
                  <a:pt x="187883" y="183163"/>
                </a:lnTo>
                <a:lnTo>
                  <a:pt x="209971" y="180238"/>
                </a:lnTo>
                <a:lnTo>
                  <a:pt x="210906" y="188658"/>
                </a:lnTo>
                <a:close/>
              </a:path>
              <a:path w="309245" h="333375">
                <a:moveTo>
                  <a:pt x="259700" y="333375"/>
                </a:moveTo>
                <a:lnTo>
                  <a:pt x="230494" y="333375"/>
                </a:lnTo>
                <a:lnTo>
                  <a:pt x="230494" y="264437"/>
                </a:lnTo>
                <a:lnTo>
                  <a:pt x="40783" y="264437"/>
                </a:lnTo>
                <a:lnTo>
                  <a:pt x="40783" y="241019"/>
                </a:lnTo>
                <a:lnTo>
                  <a:pt x="259700" y="241019"/>
                </a:lnTo>
                <a:lnTo>
                  <a:pt x="259700" y="333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283745" y="6009228"/>
            <a:ext cx="276225" cy="323215"/>
          </a:xfrm>
          <a:custGeom>
            <a:avLst/>
            <a:gdLst/>
            <a:ahLst/>
            <a:cxnLst/>
            <a:rect l="l" t="t" r="r" b="b"/>
            <a:pathLst>
              <a:path w="276225" h="323214">
                <a:moveTo>
                  <a:pt x="265489" y="241808"/>
                </a:moveTo>
                <a:lnTo>
                  <a:pt x="236283" y="241808"/>
                </a:lnTo>
                <a:lnTo>
                  <a:pt x="236283" y="0"/>
                </a:lnTo>
                <a:lnTo>
                  <a:pt x="265489" y="0"/>
                </a:lnTo>
                <a:lnTo>
                  <a:pt x="265489" y="241808"/>
                </a:lnTo>
                <a:close/>
              </a:path>
              <a:path w="276225" h="323214">
                <a:moveTo>
                  <a:pt x="86830" y="185500"/>
                </a:moveTo>
                <a:lnTo>
                  <a:pt x="52394" y="179679"/>
                </a:lnTo>
                <a:lnTo>
                  <a:pt x="24864" y="163003"/>
                </a:lnTo>
                <a:lnTo>
                  <a:pt x="6610" y="137250"/>
                </a:lnTo>
                <a:lnTo>
                  <a:pt x="0" y="104196"/>
                </a:lnTo>
                <a:lnTo>
                  <a:pt x="6610" y="71441"/>
                </a:lnTo>
                <a:lnTo>
                  <a:pt x="24864" y="45816"/>
                </a:lnTo>
                <a:lnTo>
                  <a:pt x="52394" y="29120"/>
                </a:lnTo>
                <a:lnTo>
                  <a:pt x="86830" y="23154"/>
                </a:lnTo>
                <a:lnTo>
                  <a:pt x="121225" y="29120"/>
                </a:lnTo>
                <a:lnTo>
                  <a:pt x="148663" y="45816"/>
                </a:lnTo>
                <a:lnTo>
                  <a:pt x="150691" y="48677"/>
                </a:lnTo>
                <a:lnTo>
                  <a:pt x="86830" y="48677"/>
                </a:lnTo>
                <a:lnTo>
                  <a:pt x="63609" y="52801"/>
                </a:lnTo>
                <a:lnTo>
                  <a:pt x="45125" y="64300"/>
                </a:lnTo>
                <a:lnTo>
                  <a:pt x="32955" y="81867"/>
                </a:lnTo>
                <a:lnTo>
                  <a:pt x="28680" y="104196"/>
                </a:lnTo>
                <a:lnTo>
                  <a:pt x="32955" y="126787"/>
                </a:lnTo>
                <a:lnTo>
                  <a:pt x="45125" y="144420"/>
                </a:lnTo>
                <a:lnTo>
                  <a:pt x="63609" y="155887"/>
                </a:lnTo>
                <a:lnTo>
                  <a:pt x="86830" y="159977"/>
                </a:lnTo>
                <a:lnTo>
                  <a:pt x="150797" y="159977"/>
                </a:lnTo>
                <a:lnTo>
                  <a:pt x="148663" y="163003"/>
                </a:lnTo>
                <a:lnTo>
                  <a:pt x="121225" y="179679"/>
                </a:lnTo>
                <a:lnTo>
                  <a:pt x="86830" y="185500"/>
                </a:lnTo>
                <a:close/>
              </a:path>
              <a:path w="276225" h="323214">
                <a:moveTo>
                  <a:pt x="150797" y="159977"/>
                </a:moveTo>
                <a:lnTo>
                  <a:pt x="86830" y="159977"/>
                </a:lnTo>
                <a:lnTo>
                  <a:pt x="109791" y="155887"/>
                </a:lnTo>
                <a:lnTo>
                  <a:pt x="128238" y="144420"/>
                </a:lnTo>
                <a:lnTo>
                  <a:pt x="140519" y="126787"/>
                </a:lnTo>
                <a:lnTo>
                  <a:pt x="144979" y="104196"/>
                </a:lnTo>
                <a:lnTo>
                  <a:pt x="140519" y="81867"/>
                </a:lnTo>
                <a:lnTo>
                  <a:pt x="128238" y="64300"/>
                </a:lnTo>
                <a:lnTo>
                  <a:pt x="109791" y="52801"/>
                </a:lnTo>
                <a:lnTo>
                  <a:pt x="86830" y="48677"/>
                </a:lnTo>
                <a:lnTo>
                  <a:pt x="150691" y="48677"/>
                </a:lnTo>
                <a:lnTo>
                  <a:pt x="166827" y="71441"/>
                </a:lnTo>
                <a:lnTo>
                  <a:pt x="173397" y="104196"/>
                </a:lnTo>
                <a:lnTo>
                  <a:pt x="166827" y="137250"/>
                </a:lnTo>
                <a:lnTo>
                  <a:pt x="150797" y="159977"/>
                </a:lnTo>
                <a:close/>
              </a:path>
              <a:path w="276225" h="323214">
                <a:moveTo>
                  <a:pt x="275751" y="323113"/>
                </a:moveTo>
                <a:lnTo>
                  <a:pt x="51834" y="323113"/>
                </a:lnTo>
                <a:lnTo>
                  <a:pt x="51834" y="217075"/>
                </a:lnTo>
                <a:lnTo>
                  <a:pt x="81041" y="217075"/>
                </a:lnTo>
                <a:lnTo>
                  <a:pt x="81041" y="298906"/>
                </a:lnTo>
                <a:lnTo>
                  <a:pt x="275751" y="298906"/>
                </a:lnTo>
                <a:lnTo>
                  <a:pt x="275751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605280" y="6008965"/>
            <a:ext cx="274955" cy="331470"/>
          </a:xfrm>
          <a:custGeom>
            <a:avLst/>
            <a:gdLst/>
            <a:ahLst/>
            <a:cxnLst/>
            <a:rect l="l" t="t" r="r" b="b"/>
            <a:pathLst>
              <a:path w="274954" h="331470">
                <a:moveTo>
                  <a:pt x="274435" y="331270"/>
                </a:moveTo>
                <a:lnTo>
                  <a:pt x="245492" y="331270"/>
                </a:lnTo>
                <a:lnTo>
                  <a:pt x="245492" y="136823"/>
                </a:lnTo>
                <a:lnTo>
                  <a:pt x="167082" y="136823"/>
                </a:lnTo>
                <a:lnTo>
                  <a:pt x="167082" y="112879"/>
                </a:lnTo>
                <a:lnTo>
                  <a:pt x="245492" y="112879"/>
                </a:lnTo>
                <a:lnTo>
                  <a:pt x="245492" y="0"/>
                </a:lnTo>
                <a:lnTo>
                  <a:pt x="274435" y="0"/>
                </a:lnTo>
                <a:lnTo>
                  <a:pt x="274435" y="331270"/>
                </a:lnTo>
                <a:close/>
              </a:path>
              <a:path w="274954" h="331470">
                <a:moveTo>
                  <a:pt x="18681" y="260753"/>
                </a:moveTo>
                <a:lnTo>
                  <a:pt x="0" y="237335"/>
                </a:lnTo>
                <a:lnTo>
                  <a:pt x="33996" y="212593"/>
                </a:lnTo>
                <a:lnTo>
                  <a:pt x="61603" y="176949"/>
                </a:lnTo>
                <a:lnTo>
                  <a:pt x="80182" y="134397"/>
                </a:lnTo>
                <a:lnTo>
                  <a:pt x="87093" y="88935"/>
                </a:lnTo>
                <a:lnTo>
                  <a:pt x="87093" y="28680"/>
                </a:lnTo>
                <a:lnTo>
                  <a:pt x="116562" y="28680"/>
                </a:lnTo>
                <a:lnTo>
                  <a:pt x="116562" y="88935"/>
                </a:lnTo>
                <a:lnTo>
                  <a:pt x="123317" y="133225"/>
                </a:lnTo>
                <a:lnTo>
                  <a:pt x="130355" y="148795"/>
                </a:lnTo>
                <a:lnTo>
                  <a:pt x="102091" y="148795"/>
                </a:lnTo>
                <a:lnTo>
                  <a:pt x="88207" y="184326"/>
                </a:lnTo>
                <a:lnTo>
                  <a:pt x="69069" y="215776"/>
                </a:lnTo>
                <a:lnTo>
                  <a:pt x="45589" y="241724"/>
                </a:lnTo>
                <a:lnTo>
                  <a:pt x="18681" y="260753"/>
                </a:lnTo>
                <a:close/>
              </a:path>
              <a:path w="274954" h="331470">
                <a:moveTo>
                  <a:pt x="185500" y="254701"/>
                </a:moveTo>
                <a:lnTo>
                  <a:pt x="158666" y="236599"/>
                </a:lnTo>
                <a:lnTo>
                  <a:pt x="135211" y="212108"/>
                </a:lnTo>
                <a:lnTo>
                  <a:pt x="116048" y="182437"/>
                </a:lnTo>
                <a:lnTo>
                  <a:pt x="102091" y="148795"/>
                </a:lnTo>
                <a:lnTo>
                  <a:pt x="130355" y="148795"/>
                </a:lnTo>
                <a:lnTo>
                  <a:pt x="141789" y="174087"/>
                </a:lnTo>
                <a:lnTo>
                  <a:pt x="169289" y="207894"/>
                </a:lnTo>
                <a:lnTo>
                  <a:pt x="203129" y="231020"/>
                </a:lnTo>
                <a:lnTo>
                  <a:pt x="185500" y="2547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946022" y="6091059"/>
            <a:ext cx="48260" cy="184150"/>
          </a:xfrm>
          <a:custGeom>
            <a:avLst/>
            <a:gdLst/>
            <a:ahLst/>
            <a:cxnLst/>
            <a:rect l="l" t="t" r="r" b="b"/>
            <a:pathLst>
              <a:path w="48260" h="184150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  <a:path w="48260" h="184150">
                <a:moveTo>
                  <a:pt x="23944" y="183921"/>
                </a:moveTo>
                <a:lnTo>
                  <a:pt x="14615" y="182030"/>
                </a:lnTo>
                <a:lnTo>
                  <a:pt x="6939" y="176883"/>
                </a:lnTo>
                <a:lnTo>
                  <a:pt x="1780" y="169269"/>
                </a:lnTo>
                <a:lnTo>
                  <a:pt x="0" y="159977"/>
                </a:lnTo>
                <a:lnTo>
                  <a:pt x="1780" y="150686"/>
                </a:lnTo>
                <a:lnTo>
                  <a:pt x="6939" y="143072"/>
                </a:lnTo>
                <a:lnTo>
                  <a:pt x="14615" y="137925"/>
                </a:lnTo>
                <a:lnTo>
                  <a:pt x="23944" y="136033"/>
                </a:lnTo>
                <a:lnTo>
                  <a:pt x="33235" y="137925"/>
                </a:lnTo>
                <a:lnTo>
                  <a:pt x="40849" y="143072"/>
                </a:lnTo>
                <a:lnTo>
                  <a:pt x="45996" y="150686"/>
                </a:lnTo>
                <a:lnTo>
                  <a:pt x="47888" y="159977"/>
                </a:lnTo>
                <a:lnTo>
                  <a:pt x="45996" y="169269"/>
                </a:lnTo>
                <a:lnTo>
                  <a:pt x="40849" y="176883"/>
                </a:lnTo>
                <a:lnTo>
                  <a:pt x="33235" y="182030"/>
                </a:lnTo>
                <a:lnTo>
                  <a:pt x="23944" y="1839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126677" y="6008965"/>
            <a:ext cx="274320" cy="330835"/>
          </a:xfrm>
          <a:custGeom>
            <a:avLst/>
            <a:gdLst/>
            <a:ahLst/>
            <a:cxnLst/>
            <a:rect l="l" t="t" r="r" b="b"/>
            <a:pathLst>
              <a:path w="274320" h="330835">
                <a:moveTo>
                  <a:pt x="273909" y="330743"/>
                </a:moveTo>
                <a:lnTo>
                  <a:pt x="244703" y="330743"/>
                </a:lnTo>
                <a:lnTo>
                  <a:pt x="244703" y="0"/>
                </a:lnTo>
                <a:lnTo>
                  <a:pt x="273909" y="0"/>
                </a:lnTo>
                <a:lnTo>
                  <a:pt x="273909" y="330743"/>
                </a:lnTo>
                <a:close/>
              </a:path>
              <a:path w="274320" h="330835">
                <a:moveTo>
                  <a:pt x="197604" y="59991"/>
                </a:moveTo>
                <a:lnTo>
                  <a:pt x="8683" y="59991"/>
                </a:lnTo>
                <a:lnTo>
                  <a:pt x="8683" y="35784"/>
                </a:lnTo>
                <a:lnTo>
                  <a:pt x="197604" y="35784"/>
                </a:lnTo>
                <a:lnTo>
                  <a:pt x="197604" y="59991"/>
                </a:lnTo>
                <a:close/>
              </a:path>
              <a:path w="274320" h="330835">
                <a:moveTo>
                  <a:pt x="3420" y="248649"/>
                </a:moveTo>
                <a:lnTo>
                  <a:pt x="0" y="223653"/>
                </a:lnTo>
                <a:lnTo>
                  <a:pt x="46046" y="223390"/>
                </a:lnTo>
                <a:lnTo>
                  <a:pt x="46046" y="59991"/>
                </a:lnTo>
                <a:lnTo>
                  <a:pt x="74463" y="59991"/>
                </a:lnTo>
                <a:lnTo>
                  <a:pt x="74463" y="222863"/>
                </a:lnTo>
                <a:lnTo>
                  <a:pt x="215598" y="222863"/>
                </a:lnTo>
                <a:lnTo>
                  <a:pt x="216549" y="236020"/>
                </a:lnTo>
                <a:lnTo>
                  <a:pt x="161453" y="242729"/>
                </a:lnTo>
                <a:lnTo>
                  <a:pt x="105939" y="246479"/>
                </a:lnTo>
                <a:lnTo>
                  <a:pt x="52447" y="248156"/>
                </a:lnTo>
                <a:lnTo>
                  <a:pt x="3420" y="248649"/>
                </a:lnTo>
                <a:close/>
              </a:path>
              <a:path w="274320" h="330835">
                <a:moveTo>
                  <a:pt x="215598" y="222863"/>
                </a:moveTo>
                <a:lnTo>
                  <a:pt x="74463" y="222863"/>
                </a:lnTo>
                <a:lnTo>
                  <a:pt x="102814" y="222074"/>
                </a:lnTo>
                <a:lnTo>
                  <a:pt x="131560" y="220890"/>
                </a:lnTo>
                <a:lnTo>
                  <a:pt x="131560" y="59991"/>
                </a:lnTo>
                <a:lnTo>
                  <a:pt x="160241" y="59991"/>
                </a:lnTo>
                <a:lnTo>
                  <a:pt x="160241" y="219180"/>
                </a:lnTo>
                <a:lnTo>
                  <a:pt x="215331" y="219180"/>
                </a:lnTo>
                <a:lnTo>
                  <a:pt x="215598" y="222863"/>
                </a:lnTo>
                <a:close/>
              </a:path>
              <a:path w="274320" h="330835">
                <a:moveTo>
                  <a:pt x="215331" y="219180"/>
                </a:moveTo>
                <a:lnTo>
                  <a:pt x="160241" y="219180"/>
                </a:lnTo>
                <a:lnTo>
                  <a:pt x="188000" y="216976"/>
                </a:lnTo>
                <a:lnTo>
                  <a:pt x="201608" y="215665"/>
                </a:lnTo>
                <a:lnTo>
                  <a:pt x="214970" y="214180"/>
                </a:lnTo>
                <a:lnTo>
                  <a:pt x="215331" y="219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455842" y="6008965"/>
            <a:ext cx="283210" cy="330835"/>
          </a:xfrm>
          <a:custGeom>
            <a:avLst/>
            <a:gdLst/>
            <a:ahLst/>
            <a:cxnLst/>
            <a:rect l="l" t="t" r="r" b="b"/>
            <a:pathLst>
              <a:path w="283210" h="330835">
                <a:moveTo>
                  <a:pt x="282592" y="139454"/>
                </a:moveTo>
                <a:lnTo>
                  <a:pt x="254701" y="139454"/>
                </a:lnTo>
                <a:lnTo>
                  <a:pt x="254701" y="0"/>
                </a:lnTo>
                <a:lnTo>
                  <a:pt x="282592" y="0"/>
                </a:lnTo>
                <a:lnTo>
                  <a:pt x="282592" y="139454"/>
                </a:lnTo>
                <a:close/>
              </a:path>
              <a:path w="283210" h="330835">
                <a:moveTo>
                  <a:pt x="210760" y="314430"/>
                </a:moveTo>
                <a:lnTo>
                  <a:pt x="183132" y="314430"/>
                </a:lnTo>
                <a:lnTo>
                  <a:pt x="183132" y="7893"/>
                </a:lnTo>
                <a:lnTo>
                  <a:pt x="210760" y="7893"/>
                </a:lnTo>
                <a:lnTo>
                  <a:pt x="210760" y="139454"/>
                </a:lnTo>
                <a:lnTo>
                  <a:pt x="282592" y="139454"/>
                </a:lnTo>
                <a:lnTo>
                  <a:pt x="282592" y="163661"/>
                </a:lnTo>
                <a:lnTo>
                  <a:pt x="210760" y="163661"/>
                </a:lnTo>
                <a:lnTo>
                  <a:pt x="210760" y="314430"/>
                </a:lnTo>
                <a:close/>
              </a:path>
              <a:path w="283210" h="330835">
                <a:moveTo>
                  <a:pt x="282592" y="330743"/>
                </a:moveTo>
                <a:lnTo>
                  <a:pt x="254701" y="330743"/>
                </a:lnTo>
                <a:lnTo>
                  <a:pt x="254701" y="163661"/>
                </a:lnTo>
                <a:lnTo>
                  <a:pt x="282592" y="163661"/>
                </a:lnTo>
                <a:lnTo>
                  <a:pt x="282592" y="330743"/>
                </a:lnTo>
                <a:close/>
              </a:path>
              <a:path w="283210" h="330835">
                <a:moveTo>
                  <a:pt x="97881" y="57097"/>
                </a:moveTo>
                <a:lnTo>
                  <a:pt x="68674" y="57097"/>
                </a:lnTo>
                <a:lnTo>
                  <a:pt x="68674" y="9998"/>
                </a:lnTo>
                <a:lnTo>
                  <a:pt x="97881" y="9998"/>
                </a:lnTo>
                <a:lnTo>
                  <a:pt x="97881" y="57097"/>
                </a:lnTo>
                <a:close/>
              </a:path>
              <a:path w="283210" h="330835">
                <a:moveTo>
                  <a:pt x="166029" y="81041"/>
                </a:moveTo>
                <a:lnTo>
                  <a:pt x="0" y="81041"/>
                </a:lnTo>
                <a:lnTo>
                  <a:pt x="0" y="57097"/>
                </a:lnTo>
                <a:lnTo>
                  <a:pt x="166029" y="57097"/>
                </a:lnTo>
                <a:lnTo>
                  <a:pt x="166029" y="81041"/>
                </a:lnTo>
                <a:close/>
              </a:path>
              <a:path w="283210" h="330835">
                <a:moveTo>
                  <a:pt x="83146" y="254175"/>
                </a:moveTo>
                <a:lnTo>
                  <a:pt x="54581" y="248588"/>
                </a:lnTo>
                <a:lnTo>
                  <a:pt x="32035" y="232961"/>
                </a:lnTo>
                <a:lnTo>
                  <a:pt x="17283" y="208996"/>
                </a:lnTo>
                <a:lnTo>
                  <a:pt x="12103" y="178396"/>
                </a:lnTo>
                <a:lnTo>
                  <a:pt x="17283" y="148141"/>
                </a:lnTo>
                <a:lnTo>
                  <a:pt x="32035" y="124423"/>
                </a:lnTo>
                <a:lnTo>
                  <a:pt x="54581" y="108944"/>
                </a:lnTo>
                <a:lnTo>
                  <a:pt x="83146" y="103406"/>
                </a:lnTo>
                <a:lnTo>
                  <a:pt x="111830" y="108944"/>
                </a:lnTo>
                <a:lnTo>
                  <a:pt x="134422" y="124423"/>
                </a:lnTo>
                <a:lnTo>
                  <a:pt x="136583" y="127877"/>
                </a:lnTo>
                <a:lnTo>
                  <a:pt x="83146" y="127877"/>
                </a:lnTo>
                <a:lnTo>
                  <a:pt x="64974" y="131811"/>
                </a:lnTo>
                <a:lnTo>
                  <a:pt x="50650" y="142381"/>
                </a:lnTo>
                <a:lnTo>
                  <a:pt x="41260" y="158329"/>
                </a:lnTo>
                <a:lnTo>
                  <a:pt x="37889" y="178396"/>
                </a:lnTo>
                <a:lnTo>
                  <a:pt x="41260" y="198718"/>
                </a:lnTo>
                <a:lnTo>
                  <a:pt x="50650" y="214674"/>
                </a:lnTo>
                <a:lnTo>
                  <a:pt x="64974" y="225055"/>
                </a:lnTo>
                <a:lnTo>
                  <a:pt x="83146" y="228652"/>
                </a:lnTo>
                <a:lnTo>
                  <a:pt x="137091" y="228652"/>
                </a:lnTo>
                <a:lnTo>
                  <a:pt x="134422" y="232961"/>
                </a:lnTo>
                <a:lnTo>
                  <a:pt x="111830" y="248588"/>
                </a:lnTo>
                <a:lnTo>
                  <a:pt x="83146" y="254175"/>
                </a:lnTo>
                <a:close/>
              </a:path>
              <a:path w="283210" h="330835">
                <a:moveTo>
                  <a:pt x="137091" y="228652"/>
                </a:moveTo>
                <a:lnTo>
                  <a:pt x="83146" y="228652"/>
                </a:lnTo>
                <a:lnTo>
                  <a:pt x="101359" y="225055"/>
                </a:lnTo>
                <a:lnTo>
                  <a:pt x="115773" y="214674"/>
                </a:lnTo>
                <a:lnTo>
                  <a:pt x="125254" y="198718"/>
                </a:lnTo>
                <a:lnTo>
                  <a:pt x="128666" y="178396"/>
                </a:lnTo>
                <a:lnTo>
                  <a:pt x="125254" y="158329"/>
                </a:lnTo>
                <a:lnTo>
                  <a:pt x="115773" y="142381"/>
                </a:lnTo>
                <a:lnTo>
                  <a:pt x="101359" y="131811"/>
                </a:lnTo>
                <a:lnTo>
                  <a:pt x="83146" y="127877"/>
                </a:lnTo>
                <a:lnTo>
                  <a:pt x="136583" y="127877"/>
                </a:lnTo>
                <a:lnTo>
                  <a:pt x="149268" y="148141"/>
                </a:lnTo>
                <a:lnTo>
                  <a:pt x="154715" y="178396"/>
                </a:lnTo>
                <a:lnTo>
                  <a:pt x="149268" y="208996"/>
                </a:lnTo>
                <a:lnTo>
                  <a:pt x="137091" y="228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893716" y="6008965"/>
            <a:ext cx="270510" cy="330835"/>
          </a:xfrm>
          <a:custGeom>
            <a:avLst/>
            <a:gdLst/>
            <a:ahLst/>
            <a:cxnLst/>
            <a:rect l="l" t="t" r="r" b="b"/>
            <a:pathLst>
              <a:path w="270510" h="330835">
                <a:moveTo>
                  <a:pt x="270488" y="132876"/>
                </a:moveTo>
                <a:lnTo>
                  <a:pt x="242598" y="132876"/>
                </a:lnTo>
                <a:lnTo>
                  <a:pt x="242598" y="0"/>
                </a:lnTo>
                <a:lnTo>
                  <a:pt x="270488" y="0"/>
                </a:lnTo>
                <a:lnTo>
                  <a:pt x="270488" y="132876"/>
                </a:lnTo>
                <a:close/>
              </a:path>
              <a:path w="270510" h="330835">
                <a:moveTo>
                  <a:pt x="194183" y="313377"/>
                </a:moveTo>
                <a:lnTo>
                  <a:pt x="167082" y="313377"/>
                </a:lnTo>
                <a:lnTo>
                  <a:pt x="167082" y="7367"/>
                </a:lnTo>
                <a:lnTo>
                  <a:pt x="194183" y="7367"/>
                </a:lnTo>
                <a:lnTo>
                  <a:pt x="194183" y="132876"/>
                </a:lnTo>
                <a:lnTo>
                  <a:pt x="270488" y="132876"/>
                </a:lnTo>
                <a:lnTo>
                  <a:pt x="270488" y="157083"/>
                </a:lnTo>
                <a:lnTo>
                  <a:pt x="194183" y="157083"/>
                </a:lnTo>
                <a:lnTo>
                  <a:pt x="194183" y="313377"/>
                </a:lnTo>
                <a:close/>
              </a:path>
              <a:path w="270510" h="330835">
                <a:moveTo>
                  <a:pt x="270488" y="330743"/>
                </a:moveTo>
                <a:lnTo>
                  <a:pt x="242598" y="330743"/>
                </a:lnTo>
                <a:lnTo>
                  <a:pt x="242598" y="157083"/>
                </a:lnTo>
                <a:lnTo>
                  <a:pt x="270488" y="157083"/>
                </a:lnTo>
                <a:lnTo>
                  <a:pt x="270488" y="330743"/>
                </a:lnTo>
                <a:close/>
              </a:path>
              <a:path w="270510" h="330835">
                <a:moveTo>
                  <a:pt x="21312" y="248912"/>
                </a:moveTo>
                <a:lnTo>
                  <a:pt x="0" y="248912"/>
                </a:lnTo>
                <a:lnTo>
                  <a:pt x="0" y="40520"/>
                </a:lnTo>
                <a:lnTo>
                  <a:pt x="123930" y="40520"/>
                </a:lnTo>
                <a:lnTo>
                  <a:pt x="123930" y="64464"/>
                </a:lnTo>
                <a:lnTo>
                  <a:pt x="29206" y="64464"/>
                </a:lnTo>
                <a:lnTo>
                  <a:pt x="29206" y="223916"/>
                </a:lnTo>
                <a:lnTo>
                  <a:pt x="143893" y="223916"/>
                </a:lnTo>
                <a:lnTo>
                  <a:pt x="145506" y="238914"/>
                </a:lnTo>
                <a:lnTo>
                  <a:pt x="116480" y="243991"/>
                </a:lnTo>
                <a:lnTo>
                  <a:pt x="87553" y="246972"/>
                </a:lnTo>
                <a:lnTo>
                  <a:pt x="56554" y="248423"/>
                </a:lnTo>
                <a:lnTo>
                  <a:pt x="21312" y="248912"/>
                </a:lnTo>
                <a:close/>
              </a:path>
              <a:path w="270510" h="330835">
                <a:moveTo>
                  <a:pt x="143893" y="223916"/>
                </a:moveTo>
                <a:lnTo>
                  <a:pt x="29206" y="223916"/>
                </a:lnTo>
                <a:lnTo>
                  <a:pt x="61083" y="223435"/>
                </a:lnTo>
                <a:lnTo>
                  <a:pt x="89444" y="221943"/>
                </a:lnTo>
                <a:lnTo>
                  <a:pt x="116104" y="219069"/>
                </a:lnTo>
                <a:lnTo>
                  <a:pt x="142875" y="214444"/>
                </a:lnTo>
                <a:lnTo>
                  <a:pt x="143893" y="2239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209725" y="6008965"/>
            <a:ext cx="309880" cy="330200"/>
          </a:xfrm>
          <a:custGeom>
            <a:avLst/>
            <a:gdLst/>
            <a:ahLst/>
            <a:cxnLst/>
            <a:rect l="l" t="t" r="r" b="b"/>
            <a:pathLst>
              <a:path w="309879" h="330200">
                <a:moveTo>
                  <a:pt x="259964" y="201287"/>
                </a:moveTo>
                <a:lnTo>
                  <a:pt x="230757" y="201287"/>
                </a:lnTo>
                <a:lnTo>
                  <a:pt x="230757" y="0"/>
                </a:lnTo>
                <a:lnTo>
                  <a:pt x="259964" y="0"/>
                </a:lnTo>
                <a:lnTo>
                  <a:pt x="259964" y="86303"/>
                </a:lnTo>
                <a:lnTo>
                  <a:pt x="309694" y="86303"/>
                </a:lnTo>
                <a:lnTo>
                  <a:pt x="309694" y="110774"/>
                </a:lnTo>
                <a:lnTo>
                  <a:pt x="259964" y="110774"/>
                </a:lnTo>
                <a:lnTo>
                  <a:pt x="259964" y="201287"/>
                </a:lnTo>
                <a:close/>
              </a:path>
              <a:path w="309879" h="330200">
                <a:moveTo>
                  <a:pt x="15787" y="188395"/>
                </a:moveTo>
                <a:lnTo>
                  <a:pt x="0" y="164977"/>
                </a:lnTo>
                <a:lnTo>
                  <a:pt x="33934" y="146624"/>
                </a:lnTo>
                <a:lnTo>
                  <a:pt x="60123" y="120378"/>
                </a:lnTo>
                <a:lnTo>
                  <a:pt x="77037" y="88014"/>
                </a:lnTo>
                <a:lnTo>
                  <a:pt x="83146" y="51308"/>
                </a:lnTo>
                <a:lnTo>
                  <a:pt x="83146" y="17102"/>
                </a:lnTo>
                <a:lnTo>
                  <a:pt x="111826" y="17102"/>
                </a:lnTo>
                <a:lnTo>
                  <a:pt x="111826" y="53413"/>
                </a:lnTo>
                <a:lnTo>
                  <a:pt x="117919" y="86135"/>
                </a:lnTo>
                <a:lnTo>
                  <a:pt x="128228" y="103933"/>
                </a:lnTo>
                <a:lnTo>
                  <a:pt x="98275" y="103933"/>
                </a:lnTo>
                <a:lnTo>
                  <a:pt x="84832" y="131523"/>
                </a:lnTo>
                <a:lnTo>
                  <a:pt x="66207" y="155241"/>
                </a:lnTo>
                <a:lnTo>
                  <a:pt x="42995" y="174420"/>
                </a:lnTo>
                <a:lnTo>
                  <a:pt x="15787" y="188395"/>
                </a:lnTo>
                <a:close/>
              </a:path>
              <a:path w="309879" h="330200">
                <a:moveTo>
                  <a:pt x="178133" y="179185"/>
                </a:moveTo>
                <a:lnTo>
                  <a:pt x="152242" y="166613"/>
                </a:lnTo>
                <a:lnTo>
                  <a:pt x="129866" y="149453"/>
                </a:lnTo>
                <a:lnTo>
                  <a:pt x="111660" y="128345"/>
                </a:lnTo>
                <a:lnTo>
                  <a:pt x="98275" y="103933"/>
                </a:lnTo>
                <a:lnTo>
                  <a:pt x="128228" y="103933"/>
                </a:lnTo>
                <a:lnTo>
                  <a:pt x="134915" y="115477"/>
                </a:lnTo>
                <a:lnTo>
                  <a:pt x="160890" y="139442"/>
                </a:lnTo>
                <a:lnTo>
                  <a:pt x="193920" y="156031"/>
                </a:lnTo>
                <a:lnTo>
                  <a:pt x="178133" y="179185"/>
                </a:lnTo>
                <a:close/>
              </a:path>
              <a:path w="309879" h="330200">
                <a:moveTo>
                  <a:pt x="153926" y="329954"/>
                </a:moveTo>
                <a:lnTo>
                  <a:pt x="108031" y="325941"/>
                </a:lnTo>
                <a:lnTo>
                  <a:pt x="73509" y="314232"/>
                </a:lnTo>
                <a:lnTo>
                  <a:pt x="51765" y="295321"/>
                </a:lnTo>
                <a:lnTo>
                  <a:pt x="44204" y="269699"/>
                </a:lnTo>
                <a:lnTo>
                  <a:pt x="51765" y="244341"/>
                </a:lnTo>
                <a:lnTo>
                  <a:pt x="73509" y="225495"/>
                </a:lnTo>
                <a:lnTo>
                  <a:pt x="108031" y="213753"/>
                </a:lnTo>
                <a:lnTo>
                  <a:pt x="153926" y="209707"/>
                </a:lnTo>
                <a:lnTo>
                  <a:pt x="199585" y="213753"/>
                </a:lnTo>
                <a:lnTo>
                  <a:pt x="233849" y="225495"/>
                </a:lnTo>
                <a:lnTo>
                  <a:pt x="242568" y="233125"/>
                </a:lnTo>
                <a:lnTo>
                  <a:pt x="153926" y="233125"/>
                </a:lnTo>
                <a:lnTo>
                  <a:pt x="120217" y="235658"/>
                </a:lnTo>
                <a:lnTo>
                  <a:pt x="94822" y="242926"/>
                </a:lnTo>
                <a:lnTo>
                  <a:pt x="78850" y="254438"/>
                </a:lnTo>
                <a:lnTo>
                  <a:pt x="73410" y="269699"/>
                </a:lnTo>
                <a:lnTo>
                  <a:pt x="78850" y="285338"/>
                </a:lnTo>
                <a:lnTo>
                  <a:pt x="94822" y="296932"/>
                </a:lnTo>
                <a:lnTo>
                  <a:pt x="120217" y="304184"/>
                </a:lnTo>
                <a:lnTo>
                  <a:pt x="153926" y="306799"/>
                </a:lnTo>
                <a:lnTo>
                  <a:pt x="242313" y="306799"/>
                </a:lnTo>
                <a:lnTo>
                  <a:pt x="233849" y="314232"/>
                </a:lnTo>
                <a:lnTo>
                  <a:pt x="199585" y="325941"/>
                </a:lnTo>
                <a:lnTo>
                  <a:pt x="153926" y="329954"/>
                </a:lnTo>
                <a:close/>
              </a:path>
              <a:path w="309879" h="330200">
                <a:moveTo>
                  <a:pt x="242313" y="306799"/>
                </a:moveTo>
                <a:lnTo>
                  <a:pt x="153926" y="306799"/>
                </a:lnTo>
                <a:lnTo>
                  <a:pt x="187597" y="304184"/>
                </a:lnTo>
                <a:lnTo>
                  <a:pt x="212931" y="296932"/>
                </a:lnTo>
                <a:lnTo>
                  <a:pt x="228891" y="285338"/>
                </a:lnTo>
                <a:lnTo>
                  <a:pt x="234441" y="269699"/>
                </a:lnTo>
                <a:lnTo>
                  <a:pt x="228891" y="254438"/>
                </a:lnTo>
                <a:lnTo>
                  <a:pt x="212931" y="242926"/>
                </a:lnTo>
                <a:lnTo>
                  <a:pt x="187597" y="235658"/>
                </a:lnTo>
                <a:lnTo>
                  <a:pt x="153926" y="233125"/>
                </a:lnTo>
                <a:lnTo>
                  <a:pt x="242568" y="233125"/>
                </a:lnTo>
                <a:lnTo>
                  <a:pt x="255384" y="244341"/>
                </a:lnTo>
                <a:lnTo>
                  <a:pt x="262858" y="269699"/>
                </a:lnTo>
                <a:lnTo>
                  <a:pt x="255384" y="295321"/>
                </a:lnTo>
                <a:lnTo>
                  <a:pt x="242313" y="306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551520" y="6167627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653085" y="6008702"/>
            <a:ext cx="293370" cy="323850"/>
          </a:xfrm>
          <a:custGeom>
            <a:avLst/>
            <a:gdLst/>
            <a:ahLst/>
            <a:cxnLst/>
            <a:rect l="l" t="t" r="r" b="b"/>
            <a:pathLst>
              <a:path w="293370" h="323850">
                <a:moveTo>
                  <a:pt x="242861" y="239703"/>
                </a:moveTo>
                <a:lnTo>
                  <a:pt x="213654" y="239703"/>
                </a:lnTo>
                <a:lnTo>
                  <a:pt x="213654" y="0"/>
                </a:lnTo>
                <a:lnTo>
                  <a:pt x="242861" y="0"/>
                </a:lnTo>
                <a:lnTo>
                  <a:pt x="242861" y="98670"/>
                </a:lnTo>
                <a:lnTo>
                  <a:pt x="292854" y="98670"/>
                </a:lnTo>
                <a:lnTo>
                  <a:pt x="292854" y="123140"/>
                </a:lnTo>
                <a:lnTo>
                  <a:pt x="242861" y="123140"/>
                </a:lnTo>
                <a:lnTo>
                  <a:pt x="242861" y="239703"/>
                </a:lnTo>
                <a:close/>
              </a:path>
              <a:path w="293370" h="323850">
                <a:moveTo>
                  <a:pt x="25522" y="180764"/>
                </a:moveTo>
                <a:lnTo>
                  <a:pt x="0" y="180764"/>
                </a:lnTo>
                <a:lnTo>
                  <a:pt x="0" y="28943"/>
                </a:lnTo>
                <a:lnTo>
                  <a:pt x="147084" y="28943"/>
                </a:lnTo>
                <a:lnTo>
                  <a:pt x="147084" y="53150"/>
                </a:lnTo>
                <a:lnTo>
                  <a:pt x="28943" y="53150"/>
                </a:lnTo>
                <a:lnTo>
                  <a:pt x="28943" y="156294"/>
                </a:lnTo>
                <a:lnTo>
                  <a:pt x="178985" y="156294"/>
                </a:lnTo>
                <a:lnTo>
                  <a:pt x="181027" y="169713"/>
                </a:lnTo>
                <a:lnTo>
                  <a:pt x="146850" y="175251"/>
                </a:lnTo>
                <a:lnTo>
                  <a:pt x="111859" y="178692"/>
                </a:lnTo>
                <a:lnTo>
                  <a:pt x="72576" y="180406"/>
                </a:lnTo>
                <a:lnTo>
                  <a:pt x="25522" y="180764"/>
                </a:lnTo>
                <a:close/>
              </a:path>
              <a:path w="293370" h="323850">
                <a:moveTo>
                  <a:pt x="178985" y="156294"/>
                </a:moveTo>
                <a:lnTo>
                  <a:pt x="28943" y="156294"/>
                </a:lnTo>
                <a:lnTo>
                  <a:pt x="73887" y="155996"/>
                </a:lnTo>
                <a:lnTo>
                  <a:pt x="111431" y="154403"/>
                </a:lnTo>
                <a:lnTo>
                  <a:pt x="144831" y="151058"/>
                </a:lnTo>
                <a:lnTo>
                  <a:pt x="177343" y="145506"/>
                </a:lnTo>
                <a:lnTo>
                  <a:pt x="178985" y="156294"/>
                </a:lnTo>
                <a:close/>
              </a:path>
              <a:path w="293370" h="323850">
                <a:moveTo>
                  <a:pt x="258122" y="323639"/>
                </a:moveTo>
                <a:lnTo>
                  <a:pt x="35784" y="323639"/>
                </a:lnTo>
                <a:lnTo>
                  <a:pt x="35784" y="215496"/>
                </a:lnTo>
                <a:lnTo>
                  <a:pt x="64727" y="215496"/>
                </a:lnTo>
                <a:lnTo>
                  <a:pt x="64727" y="299432"/>
                </a:lnTo>
                <a:lnTo>
                  <a:pt x="258122" y="299432"/>
                </a:lnTo>
                <a:lnTo>
                  <a:pt x="258122" y="3236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965937" y="6009228"/>
            <a:ext cx="273685" cy="330835"/>
          </a:xfrm>
          <a:custGeom>
            <a:avLst/>
            <a:gdLst/>
            <a:ahLst/>
            <a:cxnLst/>
            <a:rect l="l" t="t" r="r" b="b"/>
            <a:pathLst>
              <a:path w="273685" h="330835">
                <a:moveTo>
                  <a:pt x="273646" y="330743"/>
                </a:moveTo>
                <a:lnTo>
                  <a:pt x="244966" y="330743"/>
                </a:lnTo>
                <a:lnTo>
                  <a:pt x="244966" y="0"/>
                </a:lnTo>
                <a:lnTo>
                  <a:pt x="273646" y="0"/>
                </a:lnTo>
                <a:lnTo>
                  <a:pt x="273646" y="330743"/>
                </a:lnTo>
                <a:close/>
              </a:path>
              <a:path w="273685" h="330835">
                <a:moveTo>
                  <a:pt x="109721" y="151031"/>
                </a:moveTo>
                <a:lnTo>
                  <a:pt x="75614" y="146238"/>
                </a:lnTo>
                <a:lnTo>
                  <a:pt x="48809" y="132415"/>
                </a:lnTo>
                <a:lnTo>
                  <a:pt x="31278" y="110996"/>
                </a:lnTo>
                <a:lnTo>
                  <a:pt x="24996" y="83409"/>
                </a:lnTo>
                <a:lnTo>
                  <a:pt x="31278" y="55711"/>
                </a:lnTo>
                <a:lnTo>
                  <a:pt x="48809" y="34304"/>
                </a:lnTo>
                <a:lnTo>
                  <a:pt x="75614" y="20544"/>
                </a:lnTo>
                <a:lnTo>
                  <a:pt x="109721" y="15787"/>
                </a:lnTo>
                <a:lnTo>
                  <a:pt x="143869" y="20544"/>
                </a:lnTo>
                <a:lnTo>
                  <a:pt x="170765" y="34304"/>
                </a:lnTo>
                <a:lnTo>
                  <a:pt x="175232" y="39731"/>
                </a:lnTo>
                <a:lnTo>
                  <a:pt x="109721" y="39731"/>
                </a:lnTo>
                <a:lnTo>
                  <a:pt x="87011" y="42818"/>
                </a:lnTo>
                <a:lnTo>
                  <a:pt x="69135" y="51802"/>
                </a:lnTo>
                <a:lnTo>
                  <a:pt x="57475" y="65669"/>
                </a:lnTo>
                <a:lnTo>
                  <a:pt x="53413" y="83409"/>
                </a:lnTo>
                <a:lnTo>
                  <a:pt x="57475" y="101108"/>
                </a:lnTo>
                <a:lnTo>
                  <a:pt x="69135" y="114885"/>
                </a:lnTo>
                <a:lnTo>
                  <a:pt x="87011" y="123778"/>
                </a:lnTo>
                <a:lnTo>
                  <a:pt x="109721" y="126824"/>
                </a:lnTo>
                <a:lnTo>
                  <a:pt x="175365" y="126824"/>
                </a:lnTo>
                <a:lnTo>
                  <a:pt x="170765" y="132415"/>
                </a:lnTo>
                <a:lnTo>
                  <a:pt x="143869" y="146238"/>
                </a:lnTo>
                <a:lnTo>
                  <a:pt x="109721" y="151031"/>
                </a:lnTo>
                <a:close/>
              </a:path>
              <a:path w="273685" h="330835">
                <a:moveTo>
                  <a:pt x="175365" y="126824"/>
                </a:moveTo>
                <a:lnTo>
                  <a:pt x="109721" y="126824"/>
                </a:lnTo>
                <a:lnTo>
                  <a:pt x="132740" y="123778"/>
                </a:lnTo>
                <a:lnTo>
                  <a:pt x="150801" y="114885"/>
                </a:lnTo>
                <a:lnTo>
                  <a:pt x="162596" y="101108"/>
                </a:lnTo>
                <a:lnTo>
                  <a:pt x="166819" y="83409"/>
                </a:lnTo>
                <a:lnTo>
                  <a:pt x="162596" y="65669"/>
                </a:lnTo>
                <a:lnTo>
                  <a:pt x="150801" y="51802"/>
                </a:lnTo>
                <a:lnTo>
                  <a:pt x="132740" y="42818"/>
                </a:lnTo>
                <a:lnTo>
                  <a:pt x="109721" y="39731"/>
                </a:lnTo>
                <a:lnTo>
                  <a:pt x="175232" y="39731"/>
                </a:lnTo>
                <a:lnTo>
                  <a:pt x="188386" y="55711"/>
                </a:lnTo>
                <a:lnTo>
                  <a:pt x="194709" y="83409"/>
                </a:lnTo>
                <a:lnTo>
                  <a:pt x="188386" y="110996"/>
                </a:lnTo>
                <a:lnTo>
                  <a:pt x="175365" y="126824"/>
                </a:lnTo>
                <a:close/>
              </a:path>
              <a:path w="273685" h="330835">
                <a:moveTo>
                  <a:pt x="3946" y="204182"/>
                </a:moveTo>
                <a:lnTo>
                  <a:pt x="0" y="179448"/>
                </a:lnTo>
                <a:lnTo>
                  <a:pt x="50326" y="179074"/>
                </a:lnTo>
                <a:lnTo>
                  <a:pt x="106005" y="177442"/>
                </a:lnTo>
                <a:lnTo>
                  <a:pt x="163805" y="173787"/>
                </a:lnTo>
                <a:lnTo>
                  <a:pt x="220495" y="167345"/>
                </a:lnTo>
                <a:lnTo>
                  <a:pt x="222600" y="189447"/>
                </a:lnTo>
                <a:lnTo>
                  <a:pt x="198710" y="193361"/>
                </a:lnTo>
                <a:lnTo>
                  <a:pt x="174548" y="196486"/>
                </a:lnTo>
                <a:lnTo>
                  <a:pt x="150336" y="198919"/>
                </a:lnTo>
                <a:lnTo>
                  <a:pt x="126298" y="200761"/>
                </a:lnTo>
                <a:lnTo>
                  <a:pt x="126298" y="202340"/>
                </a:lnTo>
                <a:lnTo>
                  <a:pt x="97091" y="202340"/>
                </a:lnTo>
                <a:lnTo>
                  <a:pt x="72214" y="203220"/>
                </a:lnTo>
                <a:lnTo>
                  <a:pt x="25420" y="204042"/>
                </a:lnTo>
                <a:lnTo>
                  <a:pt x="3946" y="204182"/>
                </a:lnTo>
                <a:close/>
              </a:path>
              <a:path w="273685" h="330835">
                <a:moveTo>
                  <a:pt x="126298" y="320218"/>
                </a:moveTo>
                <a:lnTo>
                  <a:pt x="97091" y="320218"/>
                </a:lnTo>
                <a:lnTo>
                  <a:pt x="97091" y="202340"/>
                </a:lnTo>
                <a:lnTo>
                  <a:pt x="126298" y="202340"/>
                </a:lnTo>
                <a:lnTo>
                  <a:pt x="126298" y="3202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294049" y="6284190"/>
            <a:ext cx="56515" cy="101600"/>
          </a:xfrm>
          <a:custGeom>
            <a:avLst/>
            <a:gdLst/>
            <a:ahLst/>
            <a:cxnLst/>
            <a:rect l="l" t="t" r="r" b="b"/>
            <a:pathLst>
              <a:path w="56514" h="101600">
                <a:moveTo>
                  <a:pt x="27627" y="101301"/>
                </a:moveTo>
                <a:lnTo>
                  <a:pt x="0" y="101301"/>
                </a:lnTo>
                <a:lnTo>
                  <a:pt x="20523" y="0"/>
                </a:lnTo>
                <a:lnTo>
                  <a:pt x="56308" y="0"/>
                </a:lnTo>
                <a:lnTo>
                  <a:pt x="27627" y="101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489472" y="6008965"/>
            <a:ext cx="274320" cy="330835"/>
          </a:xfrm>
          <a:custGeom>
            <a:avLst/>
            <a:gdLst/>
            <a:ahLst/>
            <a:cxnLst/>
            <a:rect l="l" t="t" r="r" b="b"/>
            <a:pathLst>
              <a:path w="274320" h="330835">
                <a:moveTo>
                  <a:pt x="273909" y="330743"/>
                </a:moveTo>
                <a:lnTo>
                  <a:pt x="244703" y="330743"/>
                </a:lnTo>
                <a:lnTo>
                  <a:pt x="244703" y="0"/>
                </a:lnTo>
                <a:lnTo>
                  <a:pt x="273909" y="0"/>
                </a:lnTo>
                <a:lnTo>
                  <a:pt x="273909" y="330743"/>
                </a:lnTo>
                <a:close/>
              </a:path>
              <a:path w="274320" h="330835">
                <a:moveTo>
                  <a:pt x="197604" y="59991"/>
                </a:moveTo>
                <a:lnTo>
                  <a:pt x="8683" y="59991"/>
                </a:lnTo>
                <a:lnTo>
                  <a:pt x="8683" y="35784"/>
                </a:lnTo>
                <a:lnTo>
                  <a:pt x="197604" y="35784"/>
                </a:lnTo>
                <a:lnTo>
                  <a:pt x="197604" y="59991"/>
                </a:lnTo>
                <a:close/>
              </a:path>
              <a:path w="274320" h="330835">
                <a:moveTo>
                  <a:pt x="3420" y="248649"/>
                </a:moveTo>
                <a:lnTo>
                  <a:pt x="0" y="223653"/>
                </a:lnTo>
                <a:lnTo>
                  <a:pt x="46046" y="223390"/>
                </a:lnTo>
                <a:lnTo>
                  <a:pt x="46046" y="59991"/>
                </a:lnTo>
                <a:lnTo>
                  <a:pt x="74463" y="59991"/>
                </a:lnTo>
                <a:lnTo>
                  <a:pt x="74463" y="222863"/>
                </a:lnTo>
                <a:lnTo>
                  <a:pt x="215598" y="222863"/>
                </a:lnTo>
                <a:lnTo>
                  <a:pt x="216549" y="236020"/>
                </a:lnTo>
                <a:lnTo>
                  <a:pt x="161453" y="242729"/>
                </a:lnTo>
                <a:lnTo>
                  <a:pt x="105939" y="246479"/>
                </a:lnTo>
                <a:lnTo>
                  <a:pt x="52447" y="248156"/>
                </a:lnTo>
                <a:lnTo>
                  <a:pt x="3420" y="248649"/>
                </a:lnTo>
                <a:close/>
              </a:path>
              <a:path w="274320" h="330835">
                <a:moveTo>
                  <a:pt x="215598" y="222863"/>
                </a:moveTo>
                <a:lnTo>
                  <a:pt x="74463" y="222863"/>
                </a:lnTo>
                <a:lnTo>
                  <a:pt x="102814" y="222074"/>
                </a:lnTo>
                <a:lnTo>
                  <a:pt x="131560" y="220890"/>
                </a:lnTo>
                <a:lnTo>
                  <a:pt x="131560" y="59991"/>
                </a:lnTo>
                <a:lnTo>
                  <a:pt x="160241" y="59991"/>
                </a:lnTo>
                <a:lnTo>
                  <a:pt x="160241" y="219180"/>
                </a:lnTo>
                <a:lnTo>
                  <a:pt x="215331" y="219180"/>
                </a:lnTo>
                <a:lnTo>
                  <a:pt x="215598" y="222863"/>
                </a:lnTo>
                <a:close/>
              </a:path>
              <a:path w="274320" h="330835">
                <a:moveTo>
                  <a:pt x="215331" y="219180"/>
                </a:moveTo>
                <a:lnTo>
                  <a:pt x="160241" y="219180"/>
                </a:lnTo>
                <a:lnTo>
                  <a:pt x="188000" y="216976"/>
                </a:lnTo>
                <a:lnTo>
                  <a:pt x="201608" y="215665"/>
                </a:lnTo>
                <a:lnTo>
                  <a:pt x="214970" y="214180"/>
                </a:lnTo>
                <a:lnTo>
                  <a:pt x="215331" y="219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818637" y="6008965"/>
            <a:ext cx="283210" cy="330835"/>
          </a:xfrm>
          <a:custGeom>
            <a:avLst/>
            <a:gdLst/>
            <a:ahLst/>
            <a:cxnLst/>
            <a:rect l="l" t="t" r="r" b="b"/>
            <a:pathLst>
              <a:path w="283209" h="330835">
                <a:moveTo>
                  <a:pt x="282592" y="139454"/>
                </a:moveTo>
                <a:lnTo>
                  <a:pt x="254701" y="139454"/>
                </a:lnTo>
                <a:lnTo>
                  <a:pt x="254701" y="0"/>
                </a:lnTo>
                <a:lnTo>
                  <a:pt x="282592" y="0"/>
                </a:lnTo>
                <a:lnTo>
                  <a:pt x="282592" y="139454"/>
                </a:lnTo>
                <a:close/>
              </a:path>
              <a:path w="283209" h="330835">
                <a:moveTo>
                  <a:pt x="210760" y="314430"/>
                </a:moveTo>
                <a:lnTo>
                  <a:pt x="183132" y="314430"/>
                </a:lnTo>
                <a:lnTo>
                  <a:pt x="183132" y="7893"/>
                </a:lnTo>
                <a:lnTo>
                  <a:pt x="210760" y="7893"/>
                </a:lnTo>
                <a:lnTo>
                  <a:pt x="210760" y="139454"/>
                </a:lnTo>
                <a:lnTo>
                  <a:pt x="282592" y="139454"/>
                </a:lnTo>
                <a:lnTo>
                  <a:pt x="282592" y="163661"/>
                </a:lnTo>
                <a:lnTo>
                  <a:pt x="210760" y="163661"/>
                </a:lnTo>
                <a:lnTo>
                  <a:pt x="210760" y="314430"/>
                </a:lnTo>
                <a:close/>
              </a:path>
              <a:path w="283209" h="330835">
                <a:moveTo>
                  <a:pt x="282592" y="330743"/>
                </a:moveTo>
                <a:lnTo>
                  <a:pt x="254701" y="330743"/>
                </a:lnTo>
                <a:lnTo>
                  <a:pt x="254701" y="163661"/>
                </a:lnTo>
                <a:lnTo>
                  <a:pt x="282592" y="163661"/>
                </a:lnTo>
                <a:lnTo>
                  <a:pt x="282592" y="330743"/>
                </a:lnTo>
                <a:close/>
              </a:path>
              <a:path w="283209" h="330835">
                <a:moveTo>
                  <a:pt x="97881" y="57097"/>
                </a:moveTo>
                <a:lnTo>
                  <a:pt x="68674" y="57097"/>
                </a:lnTo>
                <a:lnTo>
                  <a:pt x="68674" y="9998"/>
                </a:lnTo>
                <a:lnTo>
                  <a:pt x="97881" y="9998"/>
                </a:lnTo>
                <a:lnTo>
                  <a:pt x="97881" y="57097"/>
                </a:lnTo>
                <a:close/>
              </a:path>
              <a:path w="283209" h="330835">
                <a:moveTo>
                  <a:pt x="166029" y="81041"/>
                </a:moveTo>
                <a:lnTo>
                  <a:pt x="0" y="81041"/>
                </a:lnTo>
                <a:lnTo>
                  <a:pt x="0" y="57097"/>
                </a:lnTo>
                <a:lnTo>
                  <a:pt x="166029" y="57097"/>
                </a:lnTo>
                <a:lnTo>
                  <a:pt x="166029" y="81041"/>
                </a:lnTo>
                <a:close/>
              </a:path>
              <a:path w="283209" h="330835">
                <a:moveTo>
                  <a:pt x="83146" y="254175"/>
                </a:moveTo>
                <a:lnTo>
                  <a:pt x="54581" y="248588"/>
                </a:lnTo>
                <a:lnTo>
                  <a:pt x="32035" y="232961"/>
                </a:lnTo>
                <a:lnTo>
                  <a:pt x="17283" y="208996"/>
                </a:lnTo>
                <a:lnTo>
                  <a:pt x="12103" y="178396"/>
                </a:lnTo>
                <a:lnTo>
                  <a:pt x="17283" y="148141"/>
                </a:lnTo>
                <a:lnTo>
                  <a:pt x="32035" y="124423"/>
                </a:lnTo>
                <a:lnTo>
                  <a:pt x="54581" y="108944"/>
                </a:lnTo>
                <a:lnTo>
                  <a:pt x="83146" y="103406"/>
                </a:lnTo>
                <a:lnTo>
                  <a:pt x="111830" y="108944"/>
                </a:lnTo>
                <a:lnTo>
                  <a:pt x="134422" y="124423"/>
                </a:lnTo>
                <a:lnTo>
                  <a:pt x="136583" y="127877"/>
                </a:lnTo>
                <a:lnTo>
                  <a:pt x="83146" y="127877"/>
                </a:lnTo>
                <a:lnTo>
                  <a:pt x="64974" y="131811"/>
                </a:lnTo>
                <a:lnTo>
                  <a:pt x="50650" y="142381"/>
                </a:lnTo>
                <a:lnTo>
                  <a:pt x="41260" y="158329"/>
                </a:lnTo>
                <a:lnTo>
                  <a:pt x="37889" y="178396"/>
                </a:lnTo>
                <a:lnTo>
                  <a:pt x="41260" y="198718"/>
                </a:lnTo>
                <a:lnTo>
                  <a:pt x="50650" y="214674"/>
                </a:lnTo>
                <a:lnTo>
                  <a:pt x="64974" y="225055"/>
                </a:lnTo>
                <a:lnTo>
                  <a:pt x="83146" y="228652"/>
                </a:lnTo>
                <a:lnTo>
                  <a:pt x="137091" y="228652"/>
                </a:lnTo>
                <a:lnTo>
                  <a:pt x="134422" y="232961"/>
                </a:lnTo>
                <a:lnTo>
                  <a:pt x="111830" y="248588"/>
                </a:lnTo>
                <a:lnTo>
                  <a:pt x="83146" y="254175"/>
                </a:lnTo>
                <a:close/>
              </a:path>
              <a:path w="283209" h="330835">
                <a:moveTo>
                  <a:pt x="137091" y="228652"/>
                </a:moveTo>
                <a:lnTo>
                  <a:pt x="83146" y="228652"/>
                </a:lnTo>
                <a:lnTo>
                  <a:pt x="101359" y="225055"/>
                </a:lnTo>
                <a:lnTo>
                  <a:pt x="115773" y="214674"/>
                </a:lnTo>
                <a:lnTo>
                  <a:pt x="125254" y="198718"/>
                </a:lnTo>
                <a:lnTo>
                  <a:pt x="128666" y="178396"/>
                </a:lnTo>
                <a:lnTo>
                  <a:pt x="125254" y="158329"/>
                </a:lnTo>
                <a:lnTo>
                  <a:pt x="115773" y="142381"/>
                </a:lnTo>
                <a:lnTo>
                  <a:pt x="101359" y="131811"/>
                </a:lnTo>
                <a:lnTo>
                  <a:pt x="83146" y="127877"/>
                </a:lnTo>
                <a:lnTo>
                  <a:pt x="136583" y="127877"/>
                </a:lnTo>
                <a:lnTo>
                  <a:pt x="149268" y="148141"/>
                </a:lnTo>
                <a:lnTo>
                  <a:pt x="154715" y="178396"/>
                </a:lnTo>
                <a:lnTo>
                  <a:pt x="149268" y="208996"/>
                </a:lnTo>
                <a:lnTo>
                  <a:pt x="137091" y="228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244408" y="6030278"/>
            <a:ext cx="301625" cy="309245"/>
          </a:xfrm>
          <a:custGeom>
            <a:avLst/>
            <a:gdLst/>
            <a:ahLst/>
            <a:cxnLst/>
            <a:rect l="l" t="t" r="r" b="b"/>
            <a:pathLst>
              <a:path w="301625" h="309245">
                <a:moveTo>
                  <a:pt x="221548" y="309167"/>
                </a:moveTo>
                <a:lnTo>
                  <a:pt x="192604" y="309167"/>
                </a:lnTo>
                <a:lnTo>
                  <a:pt x="192604" y="168660"/>
                </a:lnTo>
                <a:lnTo>
                  <a:pt x="107879" y="168660"/>
                </a:lnTo>
                <a:lnTo>
                  <a:pt x="107879" y="309167"/>
                </a:lnTo>
                <a:lnTo>
                  <a:pt x="78673" y="309167"/>
                </a:lnTo>
                <a:lnTo>
                  <a:pt x="78673" y="168660"/>
                </a:lnTo>
                <a:lnTo>
                  <a:pt x="0" y="168660"/>
                </a:lnTo>
                <a:lnTo>
                  <a:pt x="0" y="144453"/>
                </a:lnTo>
                <a:lnTo>
                  <a:pt x="220495" y="144453"/>
                </a:lnTo>
                <a:lnTo>
                  <a:pt x="226732" y="108013"/>
                </a:lnTo>
                <a:lnTo>
                  <a:pt x="229935" y="76420"/>
                </a:lnTo>
                <a:lnTo>
                  <a:pt x="231115" y="49045"/>
                </a:lnTo>
                <a:lnTo>
                  <a:pt x="231283" y="24470"/>
                </a:lnTo>
                <a:lnTo>
                  <a:pt x="38678" y="24470"/>
                </a:lnTo>
                <a:lnTo>
                  <a:pt x="38678" y="0"/>
                </a:lnTo>
                <a:lnTo>
                  <a:pt x="259700" y="0"/>
                </a:lnTo>
                <a:lnTo>
                  <a:pt x="259555" y="49119"/>
                </a:lnTo>
                <a:lnTo>
                  <a:pt x="258533" y="76420"/>
                </a:lnTo>
                <a:lnTo>
                  <a:pt x="255760" y="107939"/>
                </a:lnTo>
                <a:lnTo>
                  <a:pt x="250360" y="144453"/>
                </a:lnTo>
                <a:lnTo>
                  <a:pt x="301537" y="144453"/>
                </a:lnTo>
                <a:lnTo>
                  <a:pt x="301537" y="168660"/>
                </a:lnTo>
                <a:lnTo>
                  <a:pt x="221548" y="168660"/>
                </a:lnTo>
                <a:lnTo>
                  <a:pt x="221548" y="3091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609621" y="6036309"/>
            <a:ext cx="229870" cy="24130"/>
          </a:xfrm>
          <a:custGeom>
            <a:avLst/>
            <a:gdLst/>
            <a:ahLst/>
            <a:cxnLst/>
            <a:rect l="l" t="t" r="r" b="b"/>
            <a:pathLst>
              <a:path w="229870" h="24129">
                <a:moveTo>
                  <a:pt x="0" y="0"/>
                </a:moveTo>
                <a:lnTo>
                  <a:pt x="229441" y="0"/>
                </a:lnTo>
                <a:lnTo>
                  <a:pt x="22944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609621" y="6060440"/>
            <a:ext cx="28575" cy="107950"/>
          </a:xfrm>
          <a:custGeom>
            <a:avLst/>
            <a:gdLst/>
            <a:ahLst/>
            <a:cxnLst/>
            <a:rect l="l" t="t" r="r" b="b"/>
            <a:pathLst>
              <a:path w="28575" h="107950">
                <a:moveTo>
                  <a:pt x="0" y="0"/>
                </a:moveTo>
                <a:lnTo>
                  <a:pt x="28417" y="0"/>
                </a:lnTo>
                <a:lnTo>
                  <a:pt x="28417" y="107950"/>
                </a:lnTo>
                <a:lnTo>
                  <a:pt x="0" y="1079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609621" y="6168390"/>
            <a:ext cx="229870" cy="22860"/>
          </a:xfrm>
          <a:custGeom>
            <a:avLst/>
            <a:gdLst/>
            <a:ahLst/>
            <a:cxnLst/>
            <a:rect l="l" t="t" r="r" b="b"/>
            <a:pathLst>
              <a:path w="229870" h="22860">
                <a:moveTo>
                  <a:pt x="0" y="0"/>
                </a:moveTo>
                <a:lnTo>
                  <a:pt x="229441" y="0"/>
                </a:lnTo>
                <a:lnTo>
                  <a:pt x="229441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810646" y="6060274"/>
            <a:ext cx="28575" cy="108585"/>
          </a:xfrm>
          <a:custGeom>
            <a:avLst/>
            <a:gdLst/>
            <a:ahLst/>
            <a:cxnLst/>
            <a:rect l="l" t="t" r="r" b="b"/>
            <a:pathLst>
              <a:path w="28575" h="108585">
                <a:moveTo>
                  <a:pt x="28417" y="108142"/>
                </a:moveTo>
                <a:lnTo>
                  <a:pt x="0" y="108142"/>
                </a:lnTo>
                <a:lnTo>
                  <a:pt x="0" y="0"/>
                </a:lnTo>
                <a:lnTo>
                  <a:pt x="28417" y="0"/>
                </a:lnTo>
                <a:lnTo>
                  <a:pt x="28417" y="1081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709870" y="6191835"/>
            <a:ext cx="29209" cy="81280"/>
          </a:xfrm>
          <a:custGeom>
            <a:avLst/>
            <a:gdLst/>
            <a:ahLst/>
            <a:cxnLst/>
            <a:rect l="l" t="t" r="r" b="b"/>
            <a:pathLst>
              <a:path w="29209" h="81279">
                <a:moveTo>
                  <a:pt x="28943" y="80778"/>
                </a:moveTo>
                <a:lnTo>
                  <a:pt x="0" y="80778"/>
                </a:lnTo>
                <a:lnTo>
                  <a:pt x="0" y="0"/>
                </a:lnTo>
                <a:lnTo>
                  <a:pt x="28943" y="0"/>
                </a:lnTo>
                <a:lnTo>
                  <a:pt x="28943" y="807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573836" y="6272613"/>
            <a:ext cx="302895" cy="24765"/>
          </a:xfrm>
          <a:custGeom>
            <a:avLst/>
            <a:gdLst/>
            <a:ahLst/>
            <a:cxnLst/>
            <a:rect l="l" t="t" r="r" b="b"/>
            <a:pathLst>
              <a:path w="302895" h="24764">
                <a:moveTo>
                  <a:pt x="302852" y="24470"/>
                </a:moveTo>
                <a:lnTo>
                  <a:pt x="0" y="24470"/>
                </a:lnTo>
                <a:lnTo>
                  <a:pt x="0" y="0"/>
                </a:lnTo>
                <a:lnTo>
                  <a:pt x="302852" y="0"/>
                </a:lnTo>
                <a:lnTo>
                  <a:pt x="302852" y="244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901159" y="6284190"/>
            <a:ext cx="56515" cy="101600"/>
          </a:xfrm>
          <a:custGeom>
            <a:avLst/>
            <a:gdLst/>
            <a:ahLst/>
            <a:cxnLst/>
            <a:rect l="l" t="t" r="r" b="b"/>
            <a:pathLst>
              <a:path w="56515" h="101600">
                <a:moveTo>
                  <a:pt x="27627" y="101301"/>
                </a:moveTo>
                <a:lnTo>
                  <a:pt x="0" y="101301"/>
                </a:lnTo>
                <a:lnTo>
                  <a:pt x="20523" y="0"/>
                </a:lnTo>
                <a:lnTo>
                  <a:pt x="56308" y="0"/>
                </a:lnTo>
                <a:lnTo>
                  <a:pt x="27627" y="101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096667" y="6008965"/>
            <a:ext cx="274320" cy="330835"/>
          </a:xfrm>
          <a:custGeom>
            <a:avLst/>
            <a:gdLst/>
            <a:ahLst/>
            <a:cxnLst/>
            <a:rect l="l" t="t" r="r" b="b"/>
            <a:pathLst>
              <a:path w="274320" h="330835">
                <a:moveTo>
                  <a:pt x="273909" y="330743"/>
                </a:moveTo>
                <a:lnTo>
                  <a:pt x="244703" y="330743"/>
                </a:lnTo>
                <a:lnTo>
                  <a:pt x="244703" y="0"/>
                </a:lnTo>
                <a:lnTo>
                  <a:pt x="273909" y="0"/>
                </a:lnTo>
                <a:lnTo>
                  <a:pt x="273909" y="330743"/>
                </a:lnTo>
                <a:close/>
              </a:path>
              <a:path w="274320" h="330835">
                <a:moveTo>
                  <a:pt x="197604" y="59991"/>
                </a:moveTo>
                <a:lnTo>
                  <a:pt x="8683" y="59991"/>
                </a:lnTo>
                <a:lnTo>
                  <a:pt x="8683" y="35784"/>
                </a:lnTo>
                <a:lnTo>
                  <a:pt x="197604" y="35784"/>
                </a:lnTo>
                <a:lnTo>
                  <a:pt x="197604" y="59991"/>
                </a:lnTo>
                <a:close/>
              </a:path>
              <a:path w="274320" h="330835">
                <a:moveTo>
                  <a:pt x="3420" y="248649"/>
                </a:moveTo>
                <a:lnTo>
                  <a:pt x="0" y="223653"/>
                </a:lnTo>
                <a:lnTo>
                  <a:pt x="46046" y="223390"/>
                </a:lnTo>
                <a:lnTo>
                  <a:pt x="46046" y="59991"/>
                </a:lnTo>
                <a:lnTo>
                  <a:pt x="74463" y="59991"/>
                </a:lnTo>
                <a:lnTo>
                  <a:pt x="74463" y="222863"/>
                </a:lnTo>
                <a:lnTo>
                  <a:pt x="215598" y="222863"/>
                </a:lnTo>
                <a:lnTo>
                  <a:pt x="216549" y="236020"/>
                </a:lnTo>
                <a:lnTo>
                  <a:pt x="161453" y="242729"/>
                </a:lnTo>
                <a:lnTo>
                  <a:pt x="105939" y="246479"/>
                </a:lnTo>
                <a:lnTo>
                  <a:pt x="52447" y="248156"/>
                </a:lnTo>
                <a:lnTo>
                  <a:pt x="3420" y="248649"/>
                </a:lnTo>
                <a:close/>
              </a:path>
              <a:path w="274320" h="330835">
                <a:moveTo>
                  <a:pt x="215598" y="222863"/>
                </a:moveTo>
                <a:lnTo>
                  <a:pt x="74463" y="222863"/>
                </a:lnTo>
                <a:lnTo>
                  <a:pt x="102814" y="222074"/>
                </a:lnTo>
                <a:lnTo>
                  <a:pt x="131560" y="220890"/>
                </a:lnTo>
                <a:lnTo>
                  <a:pt x="131560" y="59991"/>
                </a:lnTo>
                <a:lnTo>
                  <a:pt x="160241" y="59991"/>
                </a:lnTo>
                <a:lnTo>
                  <a:pt x="160241" y="219180"/>
                </a:lnTo>
                <a:lnTo>
                  <a:pt x="215331" y="219180"/>
                </a:lnTo>
                <a:lnTo>
                  <a:pt x="215598" y="222863"/>
                </a:lnTo>
                <a:close/>
              </a:path>
              <a:path w="274320" h="330835">
                <a:moveTo>
                  <a:pt x="215331" y="219180"/>
                </a:moveTo>
                <a:lnTo>
                  <a:pt x="160241" y="219180"/>
                </a:lnTo>
                <a:lnTo>
                  <a:pt x="188000" y="216976"/>
                </a:lnTo>
                <a:lnTo>
                  <a:pt x="201608" y="215665"/>
                </a:lnTo>
                <a:lnTo>
                  <a:pt x="214970" y="214180"/>
                </a:lnTo>
                <a:lnTo>
                  <a:pt x="215331" y="219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8425832" y="6008965"/>
            <a:ext cx="283210" cy="330835"/>
          </a:xfrm>
          <a:custGeom>
            <a:avLst/>
            <a:gdLst/>
            <a:ahLst/>
            <a:cxnLst/>
            <a:rect l="l" t="t" r="r" b="b"/>
            <a:pathLst>
              <a:path w="283209" h="330835">
                <a:moveTo>
                  <a:pt x="282592" y="139454"/>
                </a:moveTo>
                <a:lnTo>
                  <a:pt x="254701" y="139454"/>
                </a:lnTo>
                <a:lnTo>
                  <a:pt x="254701" y="0"/>
                </a:lnTo>
                <a:lnTo>
                  <a:pt x="282592" y="0"/>
                </a:lnTo>
                <a:lnTo>
                  <a:pt x="282592" y="139454"/>
                </a:lnTo>
                <a:close/>
              </a:path>
              <a:path w="283209" h="330835">
                <a:moveTo>
                  <a:pt x="210760" y="314430"/>
                </a:moveTo>
                <a:lnTo>
                  <a:pt x="183132" y="314430"/>
                </a:lnTo>
                <a:lnTo>
                  <a:pt x="183132" y="7893"/>
                </a:lnTo>
                <a:lnTo>
                  <a:pt x="210760" y="7893"/>
                </a:lnTo>
                <a:lnTo>
                  <a:pt x="210760" y="139454"/>
                </a:lnTo>
                <a:lnTo>
                  <a:pt x="282592" y="139454"/>
                </a:lnTo>
                <a:lnTo>
                  <a:pt x="282592" y="163661"/>
                </a:lnTo>
                <a:lnTo>
                  <a:pt x="210760" y="163661"/>
                </a:lnTo>
                <a:lnTo>
                  <a:pt x="210760" y="314430"/>
                </a:lnTo>
                <a:close/>
              </a:path>
              <a:path w="283209" h="330835">
                <a:moveTo>
                  <a:pt x="282592" y="330743"/>
                </a:moveTo>
                <a:lnTo>
                  <a:pt x="254701" y="330743"/>
                </a:lnTo>
                <a:lnTo>
                  <a:pt x="254701" y="163661"/>
                </a:lnTo>
                <a:lnTo>
                  <a:pt x="282592" y="163661"/>
                </a:lnTo>
                <a:lnTo>
                  <a:pt x="282592" y="330743"/>
                </a:lnTo>
                <a:close/>
              </a:path>
              <a:path w="283209" h="330835">
                <a:moveTo>
                  <a:pt x="97881" y="57097"/>
                </a:moveTo>
                <a:lnTo>
                  <a:pt x="68674" y="57097"/>
                </a:lnTo>
                <a:lnTo>
                  <a:pt x="68674" y="9998"/>
                </a:lnTo>
                <a:lnTo>
                  <a:pt x="97881" y="9998"/>
                </a:lnTo>
                <a:lnTo>
                  <a:pt x="97881" y="57097"/>
                </a:lnTo>
                <a:close/>
              </a:path>
              <a:path w="283209" h="330835">
                <a:moveTo>
                  <a:pt x="166029" y="81041"/>
                </a:moveTo>
                <a:lnTo>
                  <a:pt x="0" y="81041"/>
                </a:lnTo>
                <a:lnTo>
                  <a:pt x="0" y="57097"/>
                </a:lnTo>
                <a:lnTo>
                  <a:pt x="166029" y="57097"/>
                </a:lnTo>
                <a:lnTo>
                  <a:pt x="166029" y="81041"/>
                </a:lnTo>
                <a:close/>
              </a:path>
              <a:path w="283209" h="330835">
                <a:moveTo>
                  <a:pt x="83146" y="254175"/>
                </a:moveTo>
                <a:lnTo>
                  <a:pt x="54581" y="248588"/>
                </a:lnTo>
                <a:lnTo>
                  <a:pt x="32035" y="232961"/>
                </a:lnTo>
                <a:lnTo>
                  <a:pt x="17283" y="208996"/>
                </a:lnTo>
                <a:lnTo>
                  <a:pt x="12103" y="178396"/>
                </a:lnTo>
                <a:lnTo>
                  <a:pt x="17283" y="148141"/>
                </a:lnTo>
                <a:lnTo>
                  <a:pt x="32035" y="124423"/>
                </a:lnTo>
                <a:lnTo>
                  <a:pt x="54581" y="108944"/>
                </a:lnTo>
                <a:lnTo>
                  <a:pt x="83146" y="103406"/>
                </a:lnTo>
                <a:lnTo>
                  <a:pt x="111830" y="108944"/>
                </a:lnTo>
                <a:lnTo>
                  <a:pt x="134422" y="124423"/>
                </a:lnTo>
                <a:lnTo>
                  <a:pt x="136583" y="127877"/>
                </a:lnTo>
                <a:lnTo>
                  <a:pt x="83146" y="127877"/>
                </a:lnTo>
                <a:lnTo>
                  <a:pt x="64974" y="131811"/>
                </a:lnTo>
                <a:lnTo>
                  <a:pt x="50650" y="142381"/>
                </a:lnTo>
                <a:lnTo>
                  <a:pt x="41260" y="158329"/>
                </a:lnTo>
                <a:lnTo>
                  <a:pt x="37889" y="178396"/>
                </a:lnTo>
                <a:lnTo>
                  <a:pt x="41260" y="198718"/>
                </a:lnTo>
                <a:lnTo>
                  <a:pt x="50650" y="214674"/>
                </a:lnTo>
                <a:lnTo>
                  <a:pt x="64974" y="225055"/>
                </a:lnTo>
                <a:lnTo>
                  <a:pt x="83146" y="228652"/>
                </a:lnTo>
                <a:lnTo>
                  <a:pt x="137091" y="228652"/>
                </a:lnTo>
                <a:lnTo>
                  <a:pt x="134422" y="232961"/>
                </a:lnTo>
                <a:lnTo>
                  <a:pt x="111830" y="248588"/>
                </a:lnTo>
                <a:lnTo>
                  <a:pt x="83146" y="254175"/>
                </a:lnTo>
                <a:close/>
              </a:path>
              <a:path w="283209" h="330835">
                <a:moveTo>
                  <a:pt x="137091" y="228652"/>
                </a:moveTo>
                <a:lnTo>
                  <a:pt x="83146" y="228652"/>
                </a:lnTo>
                <a:lnTo>
                  <a:pt x="101359" y="225055"/>
                </a:lnTo>
                <a:lnTo>
                  <a:pt x="115773" y="214674"/>
                </a:lnTo>
                <a:lnTo>
                  <a:pt x="125254" y="198718"/>
                </a:lnTo>
                <a:lnTo>
                  <a:pt x="128666" y="178396"/>
                </a:lnTo>
                <a:lnTo>
                  <a:pt x="125254" y="158329"/>
                </a:lnTo>
                <a:lnTo>
                  <a:pt x="115773" y="142381"/>
                </a:lnTo>
                <a:lnTo>
                  <a:pt x="101359" y="131811"/>
                </a:lnTo>
                <a:lnTo>
                  <a:pt x="83146" y="127877"/>
                </a:lnTo>
                <a:lnTo>
                  <a:pt x="136583" y="127877"/>
                </a:lnTo>
                <a:lnTo>
                  <a:pt x="149268" y="148141"/>
                </a:lnTo>
                <a:lnTo>
                  <a:pt x="154715" y="178396"/>
                </a:lnTo>
                <a:lnTo>
                  <a:pt x="149268" y="208996"/>
                </a:lnTo>
                <a:lnTo>
                  <a:pt x="137091" y="228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668179" y="6553200"/>
            <a:ext cx="223520" cy="24130"/>
          </a:xfrm>
          <a:custGeom>
            <a:avLst/>
            <a:gdLst/>
            <a:ahLst/>
            <a:cxnLst/>
            <a:rect l="l" t="t" r="r" b="b"/>
            <a:pathLst>
              <a:path w="223519" h="24129">
                <a:moveTo>
                  <a:pt x="0" y="0"/>
                </a:moveTo>
                <a:lnTo>
                  <a:pt x="223127" y="0"/>
                </a:lnTo>
                <a:lnTo>
                  <a:pt x="223127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668179" y="6577330"/>
            <a:ext cx="29209" cy="53340"/>
          </a:xfrm>
          <a:custGeom>
            <a:avLst/>
            <a:gdLst/>
            <a:ahLst/>
            <a:cxnLst/>
            <a:rect l="l" t="t" r="r" b="b"/>
            <a:pathLst>
              <a:path w="29210" h="53340">
                <a:moveTo>
                  <a:pt x="0" y="0"/>
                </a:moveTo>
                <a:lnTo>
                  <a:pt x="28680" y="0"/>
                </a:lnTo>
                <a:lnTo>
                  <a:pt x="28680" y="53340"/>
                </a:lnTo>
                <a:lnTo>
                  <a:pt x="0" y="533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668179" y="6630669"/>
            <a:ext cx="223520" cy="24130"/>
          </a:xfrm>
          <a:custGeom>
            <a:avLst/>
            <a:gdLst/>
            <a:ahLst/>
            <a:cxnLst/>
            <a:rect l="l" t="t" r="r" b="b"/>
            <a:pathLst>
              <a:path w="223519" h="24129">
                <a:moveTo>
                  <a:pt x="0" y="0"/>
                </a:moveTo>
                <a:lnTo>
                  <a:pt x="223127" y="0"/>
                </a:lnTo>
                <a:lnTo>
                  <a:pt x="223127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862100" y="6576834"/>
            <a:ext cx="29209" cy="53975"/>
          </a:xfrm>
          <a:custGeom>
            <a:avLst/>
            <a:gdLst/>
            <a:ahLst/>
            <a:cxnLst/>
            <a:rect l="l" t="t" r="r" b="b"/>
            <a:pathLst>
              <a:path w="29210" h="53975">
                <a:moveTo>
                  <a:pt x="29206" y="53939"/>
                </a:moveTo>
                <a:lnTo>
                  <a:pt x="0" y="53939"/>
                </a:lnTo>
                <a:lnTo>
                  <a:pt x="0" y="0"/>
                </a:lnTo>
                <a:lnTo>
                  <a:pt x="29206" y="0"/>
                </a:lnTo>
                <a:lnTo>
                  <a:pt x="29206" y="53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628974" y="6682083"/>
            <a:ext cx="301625" cy="24130"/>
          </a:xfrm>
          <a:custGeom>
            <a:avLst/>
            <a:gdLst/>
            <a:ahLst/>
            <a:cxnLst/>
            <a:rect l="l" t="t" r="r" b="b"/>
            <a:pathLst>
              <a:path w="301625" h="24129">
                <a:moveTo>
                  <a:pt x="301537" y="23680"/>
                </a:moveTo>
                <a:lnTo>
                  <a:pt x="0" y="23680"/>
                </a:lnTo>
                <a:lnTo>
                  <a:pt x="0" y="0"/>
                </a:lnTo>
                <a:lnTo>
                  <a:pt x="301537" y="0"/>
                </a:lnTo>
                <a:lnTo>
                  <a:pt x="301537" y="236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764745" y="6705764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10" h="33020">
                <a:moveTo>
                  <a:pt x="29206" y="32890"/>
                </a:moveTo>
                <a:lnTo>
                  <a:pt x="0" y="32890"/>
                </a:lnTo>
                <a:lnTo>
                  <a:pt x="0" y="0"/>
                </a:lnTo>
                <a:lnTo>
                  <a:pt x="29206" y="0"/>
                </a:lnTo>
                <a:lnTo>
                  <a:pt x="29206" y="32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665548" y="6738619"/>
            <a:ext cx="226060" cy="22860"/>
          </a:xfrm>
          <a:custGeom>
            <a:avLst/>
            <a:gdLst/>
            <a:ahLst/>
            <a:cxnLst/>
            <a:rect l="l" t="t" r="r" b="b"/>
            <a:pathLst>
              <a:path w="226060" h="22859">
                <a:moveTo>
                  <a:pt x="0" y="0"/>
                </a:moveTo>
                <a:lnTo>
                  <a:pt x="226021" y="0"/>
                </a:lnTo>
                <a:lnTo>
                  <a:pt x="226021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862889" y="676148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09">
                <a:moveTo>
                  <a:pt x="0" y="0"/>
                </a:moveTo>
                <a:lnTo>
                  <a:pt x="28680" y="0"/>
                </a:lnTo>
                <a:lnTo>
                  <a:pt x="28680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666337" y="6790690"/>
            <a:ext cx="225425" cy="21590"/>
          </a:xfrm>
          <a:custGeom>
            <a:avLst/>
            <a:gdLst/>
            <a:ahLst/>
            <a:cxnLst/>
            <a:rect l="l" t="t" r="r" b="b"/>
            <a:pathLst>
              <a:path w="225425" h="21590">
                <a:moveTo>
                  <a:pt x="0" y="0"/>
                </a:moveTo>
                <a:lnTo>
                  <a:pt x="225232" y="0"/>
                </a:lnTo>
                <a:lnTo>
                  <a:pt x="225232" y="21590"/>
                </a:lnTo>
                <a:lnTo>
                  <a:pt x="0" y="215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666337" y="6812280"/>
            <a:ext cx="29209" cy="34290"/>
          </a:xfrm>
          <a:custGeom>
            <a:avLst/>
            <a:gdLst/>
            <a:ahLst/>
            <a:cxnLst/>
            <a:rect l="l" t="t" r="r" b="b"/>
            <a:pathLst>
              <a:path w="29210" h="34290">
                <a:moveTo>
                  <a:pt x="0" y="0"/>
                </a:moveTo>
                <a:lnTo>
                  <a:pt x="28680" y="0"/>
                </a:lnTo>
                <a:lnTo>
                  <a:pt x="28680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666337" y="6846569"/>
            <a:ext cx="235585" cy="22860"/>
          </a:xfrm>
          <a:custGeom>
            <a:avLst/>
            <a:gdLst/>
            <a:ahLst/>
            <a:cxnLst/>
            <a:rect l="l" t="t" r="r" b="b"/>
            <a:pathLst>
              <a:path w="235585" h="22859">
                <a:moveTo>
                  <a:pt x="0" y="0"/>
                </a:moveTo>
                <a:lnTo>
                  <a:pt x="235230" y="0"/>
                </a:lnTo>
                <a:lnTo>
                  <a:pt x="235230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053878" y="6564731"/>
            <a:ext cx="302895" cy="265430"/>
          </a:xfrm>
          <a:custGeom>
            <a:avLst/>
            <a:gdLst/>
            <a:ahLst/>
            <a:cxnLst/>
            <a:rect l="l" t="t" r="r" b="b"/>
            <a:pathLst>
              <a:path w="302894" h="265429">
                <a:moveTo>
                  <a:pt x="24996" y="163661"/>
                </a:moveTo>
                <a:lnTo>
                  <a:pt x="11840" y="139454"/>
                </a:lnTo>
                <a:lnTo>
                  <a:pt x="55382" y="125241"/>
                </a:lnTo>
                <a:lnTo>
                  <a:pt x="94756" y="99558"/>
                </a:lnTo>
                <a:lnTo>
                  <a:pt x="123325" y="65340"/>
                </a:lnTo>
                <a:lnTo>
                  <a:pt x="134455" y="25522"/>
                </a:lnTo>
                <a:lnTo>
                  <a:pt x="134455" y="0"/>
                </a:lnTo>
                <a:lnTo>
                  <a:pt x="164977" y="0"/>
                </a:lnTo>
                <a:lnTo>
                  <a:pt x="164977" y="25522"/>
                </a:lnTo>
                <a:lnTo>
                  <a:pt x="176077" y="65229"/>
                </a:lnTo>
                <a:lnTo>
                  <a:pt x="181294" y="71437"/>
                </a:lnTo>
                <a:lnTo>
                  <a:pt x="149847" y="71437"/>
                </a:lnTo>
                <a:lnTo>
                  <a:pt x="128267" y="104403"/>
                </a:lnTo>
                <a:lnTo>
                  <a:pt x="98177" y="131412"/>
                </a:lnTo>
                <a:lnTo>
                  <a:pt x="62651" y="151508"/>
                </a:lnTo>
                <a:lnTo>
                  <a:pt x="24996" y="163661"/>
                </a:lnTo>
                <a:close/>
              </a:path>
              <a:path w="302894" h="265429">
                <a:moveTo>
                  <a:pt x="274962" y="163661"/>
                </a:moveTo>
                <a:lnTo>
                  <a:pt x="237156" y="151490"/>
                </a:lnTo>
                <a:lnTo>
                  <a:pt x="201600" y="131462"/>
                </a:lnTo>
                <a:lnTo>
                  <a:pt x="171413" y="104459"/>
                </a:lnTo>
                <a:lnTo>
                  <a:pt x="149847" y="71437"/>
                </a:lnTo>
                <a:lnTo>
                  <a:pt x="181294" y="71437"/>
                </a:lnTo>
                <a:lnTo>
                  <a:pt x="204840" y="99459"/>
                </a:lnTo>
                <a:lnTo>
                  <a:pt x="244456" y="125204"/>
                </a:lnTo>
                <a:lnTo>
                  <a:pt x="288118" y="139454"/>
                </a:lnTo>
                <a:lnTo>
                  <a:pt x="274962" y="163661"/>
                </a:lnTo>
                <a:close/>
              </a:path>
              <a:path w="302894" h="265429">
                <a:moveTo>
                  <a:pt x="164187" y="240756"/>
                </a:moveTo>
                <a:lnTo>
                  <a:pt x="135507" y="240756"/>
                </a:lnTo>
                <a:lnTo>
                  <a:pt x="135507" y="159977"/>
                </a:lnTo>
                <a:lnTo>
                  <a:pt x="164187" y="159977"/>
                </a:lnTo>
                <a:lnTo>
                  <a:pt x="164187" y="240756"/>
                </a:lnTo>
                <a:close/>
              </a:path>
              <a:path w="302894" h="265429">
                <a:moveTo>
                  <a:pt x="302852" y="264963"/>
                </a:moveTo>
                <a:lnTo>
                  <a:pt x="0" y="264963"/>
                </a:lnTo>
                <a:lnTo>
                  <a:pt x="0" y="240756"/>
                </a:lnTo>
                <a:lnTo>
                  <a:pt x="302852" y="240756"/>
                </a:lnTo>
                <a:lnTo>
                  <a:pt x="302852" y="2649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379886" y="6542365"/>
            <a:ext cx="287655" cy="330835"/>
          </a:xfrm>
          <a:custGeom>
            <a:avLst/>
            <a:gdLst/>
            <a:ahLst/>
            <a:cxnLst/>
            <a:rect l="l" t="t" r="r" b="b"/>
            <a:pathLst>
              <a:path w="287655" h="330834">
                <a:moveTo>
                  <a:pt x="287591" y="133665"/>
                </a:moveTo>
                <a:lnTo>
                  <a:pt x="259437" y="133665"/>
                </a:lnTo>
                <a:lnTo>
                  <a:pt x="259437" y="0"/>
                </a:lnTo>
                <a:lnTo>
                  <a:pt x="287591" y="0"/>
                </a:lnTo>
                <a:lnTo>
                  <a:pt x="287591" y="133665"/>
                </a:lnTo>
                <a:close/>
              </a:path>
              <a:path w="287655" h="330834">
                <a:moveTo>
                  <a:pt x="214180" y="313904"/>
                </a:moveTo>
                <a:lnTo>
                  <a:pt x="186553" y="313904"/>
                </a:lnTo>
                <a:lnTo>
                  <a:pt x="186553" y="7104"/>
                </a:lnTo>
                <a:lnTo>
                  <a:pt x="214180" y="7104"/>
                </a:lnTo>
                <a:lnTo>
                  <a:pt x="214180" y="133665"/>
                </a:lnTo>
                <a:lnTo>
                  <a:pt x="287591" y="133665"/>
                </a:lnTo>
                <a:lnTo>
                  <a:pt x="287591" y="158662"/>
                </a:lnTo>
                <a:lnTo>
                  <a:pt x="214180" y="158662"/>
                </a:lnTo>
                <a:lnTo>
                  <a:pt x="214180" y="313904"/>
                </a:lnTo>
                <a:close/>
              </a:path>
              <a:path w="287655" h="330834">
                <a:moveTo>
                  <a:pt x="287591" y="330743"/>
                </a:moveTo>
                <a:lnTo>
                  <a:pt x="259437" y="330743"/>
                </a:lnTo>
                <a:lnTo>
                  <a:pt x="259437" y="158662"/>
                </a:lnTo>
                <a:lnTo>
                  <a:pt x="287591" y="158662"/>
                </a:lnTo>
                <a:lnTo>
                  <a:pt x="287591" y="330743"/>
                </a:lnTo>
                <a:close/>
              </a:path>
              <a:path w="287655" h="330834">
                <a:moveTo>
                  <a:pt x="162609" y="63675"/>
                </a:moveTo>
                <a:lnTo>
                  <a:pt x="7893" y="63675"/>
                </a:lnTo>
                <a:lnTo>
                  <a:pt x="7893" y="39468"/>
                </a:lnTo>
                <a:lnTo>
                  <a:pt x="162609" y="39468"/>
                </a:lnTo>
                <a:lnTo>
                  <a:pt x="162609" y="63675"/>
                </a:lnTo>
                <a:close/>
              </a:path>
              <a:path w="287655" h="330834">
                <a:moveTo>
                  <a:pt x="18418" y="262332"/>
                </a:moveTo>
                <a:lnTo>
                  <a:pt x="0" y="239966"/>
                </a:lnTo>
                <a:lnTo>
                  <a:pt x="31521" y="214908"/>
                </a:lnTo>
                <a:lnTo>
                  <a:pt x="54433" y="180402"/>
                </a:lnTo>
                <a:lnTo>
                  <a:pt x="68415" y="138249"/>
                </a:lnTo>
                <a:lnTo>
                  <a:pt x="73147" y="90250"/>
                </a:lnTo>
                <a:lnTo>
                  <a:pt x="73147" y="63675"/>
                </a:lnTo>
                <a:lnTo>
                  <a:pt x="101301" y="63675"/>
                </a:lnTo>
                <a:lnTo>
                  <a:pt x="101301" y="90250"/>
                </a:lnTo>
                <a:lnTo>
                  <a:pt x="105943" y="133961"/>
                </a:lnTo>
                <a:lnTo>
                  <a:pt x="115024" y="159714"/>
                </a:lnTo>
                <a:lnTo>
                  <a:pt x="87882" y="159714"/>
                </a:lnTo>
                <a:lnTo>
                  <a:pt x="77139" y="192288"/>
                </a:lnTo>
                <a:lnTo>
                  <a:pt x="61932" y="220594"/>
                </a:lnTo>
                <a:lnTo>
                  <a:pt x="42333" y="244115"/>
                </a:lnTo>
                <a:lnTo>
                  <a:pt x="18418" y="262332"/>
                </a:lnTo>
                <a:close/>
              </a:path>
              <a:path w="287655" h="330834">
                <a:moveTo>
                  <a:pt x="156031" y="251017"/>
                </a:moveTo>
                <a:lnTo>
                  <a:pt x="132931" y="234735"/>
                </a:lnTo>
                <a:lnTo>
                  <a:pt x="113816" y="213704"/>
                </a:lnTo>
                <a:lnTo>
                  <a:pt x="98771" y="188503"/>
                </a:lnTo>
                <a:lnTo>
                  <a:pt x="87882" y="159714"/>
                </a:lnTo>
                <a:lnTo>
                  <a:pt x="115024" y="159714"/>
                </a:lnTo>
                <a:lnTo>
                  <a:pt x="119687" y="172936"/>
                </a:lnTo>
                <a:lnTo>
                  <a:pt x="142262" y="205103"/>
                </a:lnTo>
                <a:lnTo>
                  <a:pt x="173397" y="228389"/>
                </a:lnTo>
                <a:lnTo>
                  <a:pt x="156031" y="2510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712735" y="6542365"/>
            <a:ext cx="273050" cy="330835"/>
          </a:xfrm>
          <a:custGeom>
            <a:avLst/>
            <a:gdLst/>
            <a:ahLst/>
            <a:cxnLst/>
            <a:rect l="l" t="t" r="r" b="b"/>
            <a:pathLst>
              <a:path w="273050" h="330834">
                <a:moveTo>
                  <a:pt x="272593" y="330743"/>
                </a:moveTo>
                <a:lnTo>
                  <a:pt x="243387" y="330743"/>
                </a:lnTo>
                <a:lnTo>
                  <a:pt x="243387" y="0"/>
                </a:lnTo>
                <a:lnTo>
                  <a:pt x="272593" y="0"/>
                </a:lnTo>
                <a:lnTo>
                  <a:pt x="272593" y="330743"/>
                </a:lnTo>
                <a:close/>
              </a:path>
              <a:path w="273050" h="330834">
                <a:moveTo>
                  <a:pt x="197078" y="58412"/>
                </a:moveTo>
                <a:lnTo>
                  <a:pt x="10787" y="58412"/>
                </a:lnTo>
                <a:lnTo>
                  <a:pt x="10787" y="33942"/>
                </a:lnTo>
                <a:lnTo>
                  <a:pt x="197078" y="33942"/>
                </a:lnTo>
                <a:lnTo>
                  <a:pt x="197078" y="58412"/>
                </a:lnTo>
                <a:close/>
              </a:path>
              <a:path w="273050" h="330834">
                <a:moveTo>
                  <a:pt x="17366" y="267068"/>
                </a:moveTo>
                <a:lnTo>
                  <a:pt x="0" y="243913"/>
                </a:lnTo>
                <a:lnTo>
                  <a:pt x="33839" y="220154"/>
                </a:lnTo>
                <a:lnTo>
                  <a:pt x="62129" y="185665"/>
                </a:lnTo>
                <a:lnTo>
                  <a:pt x="81588" y="144712"/>
                </a:lnTo>
                <a:lnTo>
                  <a:pt x="88935" y="101564"/>
                </a:lnTo>
                <a:lnTo>
                  <a:pt x="88935" y="58412"/>
                </a:lnTo>
                <a:lnTo>
                  <a:pt x="118404" y="58412"/>
                </a:lnTo>
                <a:lnTo>
                  <a:pt x="118404" y="101564"/>
                </a:lnTo>
                <a:lnTo>
                  <a:pt x="125537" y="143216"/>
                </a:lnTo>
                <a:lnTo>
                  <a:pt x="132756" y="157609"/>
                </a:lnTo>
                <a:lnTo>
                  <a:pt x="104064" y="157609"/>
                </a:lnTo>
                <a:lnTo>
                  <a:pt x="89278" y="192473"/>
                </a:lnTo>
                <a:lnTo>
                  <a:pt x="69052" y="223390"/>
                </a:lnTo>
                <a:lnTo>
                  <a:pt x="44658" y="248781"/>
                </a:lnTo>
                <a:lnTo>
                  <a:pt x="17366" y="267068"/>
                </a:lnTo>
                <a:close/>
              </a:path>
              <a:path w="273050" h="330834">
                <a:moveTo>
                  <a:pt x="191552" y="258911"/>
                </a:moveTo>
                <a:lnTo>
                  <a:pt x="163747" y="242065"/>
                </a:lnTo>
                <a:lnTo>
                  <a:pt x="139125" y="218769"/>
                </a:lnTo>
                <a:lnTo>
                  <a:pt x="118844" y="190218"/>
                </a:lnTo>
                <a:lnTo>
                  <a:pt x="104064" y="157609"/>
                </a:lnTo>
                <a:lnTo>
                  <a:pt x="132756" y="157609"/>
                </a:lnTo>
                <a:lnTo>
                  <a:pt x="144881" y="181784"/>
                </a:lnTo>
                <a:lnTo>
                  <a:pt x="173351" y="213790"/>
                </a:lnTo>
                <a:lnTo>
                  <a:pt x="207866" y="235756"/>
                </a:lnTo>
                <a:lnTo>
                  <a:pt x="191552" y="2589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040058" y="6817590"/>
            <a:ext cx="56515" cy="101600"/>
          </a:xfrm>
          <a:custGeom>
            <a:avLst/>
            <a:gdLst/>
            <a:ahLst/>
            <a:cxnLst/>
            <a:rect l="l" t="t" r="r" b="b"/>
            <a:pathLst>
              <a:path w="56514" h="101600">
                <a:moveTo>
                  <a:pt x="27627" y="101301"/>
                </a:moveTo>
                <a:lnTo>
                  <a:pt x="0" y="101301"/>
                </a:lnTo>
                <a:lnTo>
                  <a:pt x="20523" y="0"/>
                </a:lnTo>
                <a:lnTo>
                  <a:pt x="56308" y="0"/>
                </a:lnTo>
                <a:lnTo>
                  <a:pt x="27627" y="101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235494" y="6542365"/>
            <a:ext cx="274320" cy="330835"/>
          </a:xfrm>
          <a:custGeom>
            <a:avLst/>
            <a:gdLst/>
            <a:ahLst/>
            <a:cxnLst/>
            <a:rect l="l" t="t" r="r" b="b"/>
            <a:pathLst>
              <a:path w="274320" h="330834">
                <a:moveTo>
                  <a:pt x="273909" y="330743"/>
                </a:moveTo>
                <a:lnTo>
                  <a:pt x="244703" y="330743"/>
                </a:lnTo>
                <a:lnTo>
                  <a:pt x="244703" y="0"/>
                </a:lnTo>
                <a:lnTo>
                  <a:pt x="273909" y="0"/>
                </a:lnTo>
                <a:lnTo>
                  <a:pt x="273909" y="330743"/>
                </a:lnTo>
                <a:close/>
              </a:path>
              <a:path w="274320" h="330834">
                <a:moveTo>
                  <a:pt x="197604" y="59991"/>
                </a:moveTo>
                <a:lnTo>
                  <a:pt x="8683" y="59991"/>
                </a:lnTo>
                <a:lnTo>
                  <a:pt x="8683" y="35784"/>
                </a:lnTo>
                <a:lnTo>
                  <a:pt x="197604" y="35784"/>
                </a:lnTo>
                <a:lnTo>
                  <a:pt x="197604" y="59991"/>
                </a:lnTo>
                <a:close/>
              </a:path>
              <a:path w="274320" h="330834">
                <a:moveTo>
                  <a:pt x="3420" y="248649"/>
                </a:moveTo>
                <a:lnTo>
                  <a:pt x="0" y="223653"/>
                </a:lnTo>
                <a:lnTo>
                  <a:pt x="46046" y="223390"/>
                </a:lnTo>
                <a:lnTo>
                  <a:pt x="46046" y="59991"/>
                </a:lnTo>
                <a:lnTo>
                  <a:pt x="74463" y="59991"/>
                </a:lnTo>
                <a:lnTo>
                  <a:pt x="74463" y="222863"/>
                </a:lnTo>
                <a:lnTo>
                  <a:pt x="215598" y="222863"/>
                </a:lnTo>
                <a:lnTo>
                  <a:pt x="216549" y="236020"/>
                </a:lnTo>
                <a:lnTo>
                  <a:pt x="161453" y="242729"/>
                </a:lnTo>
                <a:lnTo>
                  <a:pt x="105939" y="246479"/>
                </a:lnTo>
                <a:lnTo>
                  <a:pt x="52447" y="248156"/>
                </a:lnTo>
                <a:lnTo>
                  <a:pt x="3420" y="248649"/>
                </a:lnTo>
                <a:close/>
              </a:path>
              <a:path w="274320" h="330834">
                <a:moveTo>
                  <a:pt x="215598" y="222863"/>
                </a:moveTo>
                <a:lnTo>
                  <a:pt x="74463" y="222863"/>
                </a:lnTo>
                <a:lnTo>
                  <a:pt x="102814" y="222074"/>
                </a:lnTo>
                <a:lnTo>
                  <a:pt x="131560" y="220890"/>
                </a:lnTo>
                <a:lnTo>
                  <a:pt x="131560" y="59991"/>
                </a:lnTo>
                <a:lnTo>
                  <a:pt x="160241" y="59991"/>
                </a:lnTo>
                <a:lnTo>
                  <a:pt x="160241" y="219180"/>
                </a:lnTo>
                <a:lnTo>
                  <a:pt x="215331" y="219180"/>
                </a:lnTo>
                <a:lnTo>
                  <a:pt x="215598" y="222863"/>
                </a:lnTo>
                <a:close/>
              </a:path>
              <a:path w="274320" h="330834">
                <a:moveTo>
                  <a:pt x="215331" y="219180"/>
                </a:moveTo>
                <a:lnTo>
                  <a:pt x="160241" y="219180"/>
                </a:lnTo>
                <a:lnTo>
                  <a:pt x="188000" y="216976"/>
                </a:lnTo>
                <a:lnTo>
                  <a:pt x="201608" y="215665"/>
                </a:lnTo>
                <a:lnTo>
                  <a:pt x="214970" y="214180"/>
                </a:lnTo>
                <a:lnTo>
                  <a:pt x="215331" y="219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564659" y="6542365"/>
            <a:ext cx="283210" cy="330835"/>
          </a:xfrm>
          <a:custGeom>
            <a:avLst/>
            <a:gdLst/>
            <a:ahLst/>
            <a:cxnLst/>
            <a:rect l="l" t="t" r="r" b="b"/>
            <a:pathLst>
              <a:path w="283210" h="330834">
                <a:moveTo>
                  <a:pt x="282592" y="139454"/>
                </a:moveTo>
                <a:lnTo>
                  <a:pt x="254701" y="139454"/>
                </a:lnTo>
                <a:lnTo>
                  <a:pt x="254701" y="0"/>
                </a:lnTo>
                <a:lnTo>
                  <a:pt x="282592" y="0"/>
                </a:lnTo>
                <a:lnTo>
                  <a:pt x="282592" y="139454"/>
                </a:lnTo>
                <a:close/>
              </a:path>
              <a:path w="283210" h="330834">
                <a:moveTo>
                  <a:pt x="210760" y="314430"/>
                </a:moveTo>
                <a:lnTo>
                  <a:pt x="183132" y="314430"/>
                </a:lnTo>
                <a:lnTo>
                  <a:pt x="183132" y="7893"/>
                </a:lnTo>
                <a:lnTo>
                  <a:pt x="210760" y="7893"/>
                </a:lnTo>
                <a:lnTo>
                  <a:pt x="210760" y="139454"/>
                </a:lnTo>
                <a:lnTo>
                  <a:pt x="282592" y="139454"/>
                </a:lnTo>
                <a:lnTo>
                  <a:pt x="282592" y="163661"/>
                </a:lnTo>
                <a:lnTo>
                  <a:pt x="210760" y="163661"/>
                </a:lnTo>
                <a:lnTo>
                  <a:pt x="210760" y="314430"/>
                </a:lnTo>
                <a:close/>
              </a:path>
              <a:path w="283210" h="330834">
                <a:moveTo>
                  <a:pt x="282592" y="330743"/>
                </a:moveTo>
                <a:lnTo>
                  <a:pt x="254701" y="330743"/>
                </a:lnTo>
                <a:lnTo>
                  <a:pt x="254701" y="163661"/>
                </a:lnTo>
                <a:lnTo>
                  <a:pt x="282592" y="163661"/>
                </a:lnTo>
                <a:lnTo>
                  <a:pt x="282592" y="330743"/>
                </a:lnTo>
                <a:close/>
              </a:path>
              <a:path w="283210" h="330834">
                <a:moveTo>
                  <a:pt x="97881" y="57097"/>
                </a:moveTo>
                <a:lnTo>
                  <a:pt x="68674" y="57097"/>
                </a:lnTo>
                <a:lnTo>
                  <a:pt x="68674" y="9998"/>
                </a:lnTo>
                <a:lnTo>
                  <a:pt x="97881" y="9998"/>
                </a:lnTo>
                <a:lnTo>
                  <a:pt x="97881" y="57097"/>
                </a:lnTo>
                <a:close/>
              </a:path>
              <a:path w="283210" h="330834">
                <a:moveTo>
                  <a:pt x="166029" y="81041"/>
                </a:moveTo>
                <a:lnTo>
                  <a:pt x="0" y="81041"/>
                </a:lnTo>
                <a:lnTo>
                  <a:pt x="0" y="57097"/>
                </a:lnTo>
                <a:lnTo>
                  <a:pt x="166029" y="57097"/>
                </a:lnTo>
                <a:lnTo>
                  <a:pt x="166029" y="81041"/>
                </a:lnTo>
                <a:close/>
              </a:path>
              <a:path w="283210" h="330834">
                <a:moveTo>
                  <a:pt x="83146" y="254175"/>
                </a:moveTo>
                <a:lnTo>
                  <a:pt x="54581" y="248588"/>
                </a:lnTo>
                <a:lnTo>
                  <a:pt x="32035" y="232961"/>
                </a:lnTo>
                <a:lnTo>
                  <a:pt x="17283" y="208996"/>
                </a:lnTo>
                <a:lnTo>
                  <a:pt x="12103" y="178396"/>
                </a:lnTo>
                <a:lnTo>
                  <a:pt x="17283" y="148141"/>
                </a:lnTo>
                <a:lnTo>
                  <a:pt x="32035" y="124423"/>
                </a:lnTo>
                <a:lnTo>
                  <a:pt x="54581" y="108944"/>
                </a:lnTo>
                <a:lnTo>
                  <a:pt x="83146" y="103406"/>
                </a:lnTo>
                <a:lnTo>
                  <a:pt x="111830" y="108944"/>
                </a:lnTo>
                <a:lnTo>
                  <a:pt x="134422" y="124423"/>
                </a:lnTo>
                <a:lnTo>
                  <a:pt x="136583" y="127877"/>
                </a:lnTo>
                <a:lnTo>
                  <a:pt x="83146" y="127877"/>
                </a:lnTo>
                <a:lnTo>
                  <a:pt x="64974" y="131811"/>
                </a:lnTo>
                <a:lnTo>
                  <a:pt x="50650" y="142381"/>
                </a:lnTo>
                <a:lnTo>
                  <a:pt x="41260" y="158329"/>
                </a:lnTo>
                <a:lnTo>
                  <a:pt x="37889" y="178396"/>
                </a:lnTo>
                <a:lnTo>
                  <a:pt x="41260" y="198718"/>
                </a:lnTo>
                <a:lnTo>
                  <a:pt x="50650" y="214674"/>
                </a:lnTo>
                <a:lnTo>
                  <a:pt x="64974" y="225055"/>
                </a:lnTo>
                <a:lnTo>
                  <a:pt x="83146" y="228652"/>
                </a:lnTo>
                <a:lnTo>
                  <a:pt x="137091" y="228652"/>
                </a:lnTo>
                <a:lnTo>
                  <a:pt x="134422" y="232961"/>
                </a:lnTo>
                <a:lnTo>
                  <a:pt x="111830" y="248588"/>
                </a:lnTo>
                <a:lnTo>
                  <a:pt x="83146" y="254175"/>
                </a:lnTo>
                <a:close/>
              </a:path>
              <a:path w="283210" h="330834">
                <a:moveTo>
                  <a:pt x="137091" y="228652"/>
                </a:moveTo>
                <a:lnTo>
                  <a:pt x="83146" y="228652"/>
                </a:lnTo>
                <a:lnTo>
                  <a:pt x="101359" y="225055"/>
                </a:lnTo>
                <a:lnTo>
                  <a:pt x="115773" y="214674"/>
                </a:lnTo>
                <a:lnTo>
                  <a:pt x="125254" y="198718"/>
                </a:lnTo>
                <a:lnTo>
                  <a:pt x="128666" y="178396"/>
                </a:lnTo>
                <a:lnTo>
                  <a:pt x="125254" y="158329"/>
                </a:lnTo>
                <a:lnTo>
                  <a:pt x="115773" y="142381"/>
                </a:lnTo>
                <a:lnTo>
                  <a:pt x="101359" y="131811"/>
                </a:lnTo>
                <a:lnTo>
                  <a:pt x="83146" y="127877"/>
                </a:lnTo>
                <a:lnTo>
                  <a:pt x="136583" y="127877"/>
                </a:lnTo>
                <a:lnTo>
                  <a:pt x="149268" y="148141"/>
                </a:lnTo>
                <a:lnTo>
                  <a:pt x="154715" y="178396"/>
                </a:lnTo>
                <a:lnTo>
                  <a:pt x="149268" y="208996"/>
                </a:lnTo>
                <a:lnTo>
                  <a:pt x="137091" y="228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998061" y="6542365"/>
            <a:ext cx="277495" cy="326390"/>
          </a:xfrm>
          <a:custGeom>
            <a:avLst/>
            <a:gdLst/>
            <a:ahLst/>
            <a:cxnLst/>
            <a:rect l="l" t="t" r="r" b="b"/>
            <a:pathLst>
              <a:path w="277495" h="326390">
                <a:moveTo>
                  <a:pt x="265489" y="169713"/>
                </a:moveTo>
                <a:lnTo>
                  <a:pt x="236283" y="169713"/>
                </a:lnTo>
                <a:lnTo>
                  <a:pt x="236283" y="0"/>
                </a:lnTo>
                <a:lnTo>
                  <a:pt x="265489" y="0"/>
                </a:lnTo>
                <a:lnTo>
                  <a:pt x="265489" y="169713"/>
                </a:lnTo>
                <a:close/>
              </a:path>
              <a:path w="277495" h="326390">
                <a:moveTo>
                  <a:pt x="86040" y="158399"/>
                </a:moveTo>
                <a:lnTo>
                  <a:pt x="51506" y="153079"/>
                </a:lnTo>
                <a:lnTo>
                  <a:pt x="24272" y="138138"/>
                </a:lnTo>
                <a:lnTo>
                  <a:pt x="6413" y="115107"/>
                </a:lnTo>
                <a:lnTo>
                  <a:pt x="0" y="85514"/>
                </a:lnTo>
                <a:lnTo>
                  <a:pt x="6413" y="55876"/>
                </a:lnTo>
                <a:lnTo>
                  <a:pt x="24272" y="32725"/>
                </a:lnTo>
                <a:lnTo>
                  <a:pt x="51506" y="17616"/>
                </a:lnTo>
                <a:lnTo>
                  <a:pt x="86040" y="12103"/>
                </a:lnTo>
                <a:lnTo>
                  <a:pt x="120275" y="17616"/>
                </a:lnTo>
                <a:lnTo>
                  <a:pt x="147380" y="32725"/>
                </a:lnTo>
                <a:lnTo>
                  <a:pt x="150556" y="36837"/>
                </a:lnTo>
                <a:lnTo>
                  <a:pt x="86040" y="36837"/>
                </a:lnTo>
                <a:lnTo>
                  <a:pt x="63054" y="40298"/>
                </a:lnTo>
                <a:lnTo>
                  <a:pt x="44829" y="50321"/>
                </a:lnTo>
                <a:lnTo>
                  <a:pt x="32869" y="65772"/>
                </a:lnTo>
                <a:lnTo>
                  <a:pt x="28680" y="85514"/>
                </a:lnTo>
                <a:lnTo>
                  <a:pt x="32869" y="105371"/>
                </a:lnTo>
                <a:lnTo>
                  <a:pt x="44829" y="120838"/>
                </a:lnTo>
                <a:lnTo>
                  <a:pt x="63054" y="130878"/>
                </a:lnTo>
                <a:lnTo>
                  <a:pt x="86040" y="134455"/>
                </a:lnTo>
                <a:lnTo>
                  <a:pt x="150240" y="134455"/>
                </a:lnTo>
                <a:lnTo>
                  <a:pt x="147380" y="138138"/>
                </a:lnTo>
                <a:lnTo>
                  <a:pt x="120275" y="153079"/>
                </a:lnTo>
                <a:lnTo>
                  <a:pt x="86040" y="158399"/>
                </a:lnTo>
                <a:close/>
              </a:path>
              <a:path w="277495" h="326390">
                <a:moveTo>
                  <a:pt x="150240" y="134455"/>
                </a:moveTo>
                <a:lnTo>
                  <a:pt x="86040" y="134455"/>
                </a:lnTo>
                <a:lnTo>
                  <a:pt x="108878" y="130878"/>
                </a:lnTo>
                <a:lnTo>
                  <a:pt x="127054" y="120838"/>
                </a:lnTo>
                <a:lnTo>
                  <a:pt x="139063" y="105371"/>
                </a:lnTo>
                <a:lnTo>
                  <a:pt x="143401" y="85514"/>
                </a:lnTo>
                <a:lnTo>
                  <a:pt x="139063" y="65772"/>
                </a:lnTo>
                <a:lnTo>
                  <a:pt x="127054" y="50321"/>
                </a:lnTo>
                <a:lnTo>
                  <a:pt x="108878" y="40298"/>
                </a:lnTo>
                <a:lnTo>
                  <a:pt x="86040" y="36837"/>
                </a:lnTo>
                <a:lnTo>
                  <a:pt x="150556" y="36837"/>
                </a:lnTo>
                <a:lnTo>
                  <a:pt x="165260" y="55876"/>
                </a:lnTo>
                <a:lnTo>
                  <a:pt x="171818" y="85514"/>
                </a:lnTo>
                <a:lnTo>
                  <a:pt x="165260" y="115107"/>
                </a:lnTo>
                <a:lnTo>
                  <a:pt x="150240" y="134455"/>
                </a:lnTo>
                <a:close/>
              </a:path>
              <a:path w="277495" h="326390">
                <a:moveTo>
                  <a:pt x="277330" y="326270"/>
                </a:moveTo>
                <a:lnTo>
                  <a:pt x="51308" y="326270"/>
                </a:lnTo>
                <a:lnTo>
                  <a:pt x="51308" y="243387"/>
                </a:lnTo>
                <a:lnTo>
                  <a:pt x="236546" y="243387"/>
                </a:lnTo>
                <a:lnTo>
                  <a:pt x="236546" y="209444"/>
                </a:lnTo>
                <a:lnTo>
                  <a:pt x="50256" y="209444"/>
                </a:lnTo>
                <a:lnTo>
                  <a:pt x="50256" y="185763"/>
                </a:lnTo>
                <a:lnTo>
                  <a:pt x="265489" y="185763"/>
                </a:lnTo>
                <a:lnTo>
                  <a:pt x="265489" y="265489"/>
                </a:lnTo>
                <a:lnTo>
                  <a:pt x="79725" y="265489"/>
                </a:lnTo>
                <a:lnTo>
                  <a:pt x="79725" y="302589"/>
                </a:lnTo>
                <a:lnTo>
                  <a:pt x="277330" y="302589"/>
                </a:lnTo>
                <a:lnTo>
                  <a:pt x="277330" y="326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318016" y="6542365"/>
            <a:ext cx="274955" cy="331470"/>
          </a:xfrm>
          <a:custGeom>
            <a:avLst/>
            <a:gdLst/>
            <a:ahLst/>
            <a:cxnLst/>
            <a:rect l="l" t="t" r="r" b="b"/>
            <a:pathLst>
              <a:path w="274954" h="331470">
                <a:moveTo>
                  <a:pt x="274435" y="331270"/>
                </a:moveTo>
                <a:lnTo>
                  <a:pt x="245229" y="331270"/>
                </a:lnTo>
                <a:lnTo>
                  <a:pt x="245229" y="0"/>
                </a:lnTo>
                <a:lnTo>
                  <a:pt x="274435" y="0"/>
                </a:lnTo>
                <a:lnTo>
                  <a:pt x="274435" y="331270"/>
                </a:lnTo>
                <a:close/>
              </a:path>
              <a:path w="274954" h="331470">
                <a:moveTo>
                  <a:pt x="18418" y="261805"/>
                </a:moveTo>
                <a:lnTo>
                  <a:pt x="0" y="237335"/>
                </a:lnTo>
                <a:lnTo>
                  <a:pt x="34822" y="213408"/>
                </a:lnTo>
                <a:lnTo>
                  <a:pt x="63478" y="178133"/>
                </a:lnTo>
                <a:lnTo>
                  <a:pt x="82957" y="135359"/>
                </a:lnTo>
                <a:lnTo>
                  <a:pt x="90250" y="88935"/>
                </a:lnTo>
                <a:lnTo>
                  <a:pt x="90250" y="28680"/>
                </a:lnTo>
                <a:lnTo>
                  <a:pt x="119457" y="28680"/>
                </a:lnTo>
                <a:lnTo>
                  <a:pt x="119457" y="88935"/>
                </a:lnTo>
                <a:lnTo>
                  <a:pt x="126479" y="133612"/>
                </a:lnTo>
                <a:lnTo>
                  <a:pt x="134415" y="150505"/>
                </a:lnTo>
                <a:lnTo>
                  <a:pt x="105117" y="150505"/>
                </a:lnTo>
                <a:lnTo>
                  <a:pt x="90589" y="186193"/>
                </a:lnTo>
                <a:lnTo>
                  <a:pt x="70598" y="217552"/>
                </a:lnTo>
                <a:lnTo>
                  <a:pt x="46192" y="243212"/>
                </a:lnTo>
                <a:lnTo>
                  <a:pt x="18418" y="261805"/>
                </a:lnTo>
                <a:close/>
              </a:path>
              <a:path w="274954" h="331470">
                <a:moveTo>
                  <a:pt x="191026" y="255227"/>
                </a:moveTo>
                <a:lnTo>
                  <a:pt x="163949" y="237717"/>
                </a:lnTo>
                <a:lnTo>
                  <a:pt x="139881" y="213621"/>
                </a:lnTo>
                <a:lnTo>
                  <a:pt x="119909" y="184148"/>
                </a:lnTo>
                <a:lnTo>
                  <a:pt x="105117" y="150505"/>
                </a:lnTo>
                <a:lnTo>
                  <a:pt x="134415" y="150505"/>
                </a:lnTo>
                <a:lnTo>
                  <a:pt x="145835" y="174811"/>
                </a:lnTo>
                <a:lnTo>
                  <a:pt x="174367" y="208856"/>
                </a:lnTo>
                <a:lnTo>
                  <a:pt x="208918" y="232073"/>
                </a:lnTo>
                <a:lnTo>
                  <a:pt x="191026" y="255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687176" y="6551930"/>
            <a:ext cx="226060" cy="21590"/>
          </a:xfrm>
          <a:custGeom>
            <a:avLst/>
            <a:gdLst/>
            <a:ahLst/>
            <a:cxnLst/>
            <a:rect l="l" t="t" r="r" b="b"/>
            <a:pathLst>
              <a:path w="226060" h="21590">
                <a:moveTo>
                  <a:pt x="0" y="0"/>
                </a:moveTo>
                <a:lnTo>
                  <a:pt x="225495" y="0"/>
                </a:lnTo>
                <a:lnTo>
                  <a:pt x="225495" y="21590"/>
                </a:lnTo>
                <a:lnTo>
                  <a:pt x="0" y="215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883465" y="6573519"/>
            <a:ext cx="29209" cy="26670"/>
          </a:xfrm>
          <a:custGeom>
            <a:avLst/>
            <a:gdLst/>
            <a:ahLst/>
            <a:cxnLst/>
            <a:rect l="l" t="t" r="r" b="b"/>
            <a:pathLst>
              <a:path w="29210" h="26670">
                <a:moveTo>
                  <a:pt x="0" y="0"/>
                </a:moveTo>
                <a:lnTo>
                  <a:pt x="29206" y="0"/>
                </a:lnTo>
                <a:lnTo>
                  <a:pt x="29206" y="26669"/>
                </a:lnTo>
                <a:lnTo>
                  <a:pt x="0" y="266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688228" y="6600190"/>
            <a:ext cx="224790" cy="20320"/>
          </a:xfrm>
          <a:custGeom>
            <a:avLst/>
            <a:gdLst/>
            <a:ahLst/>
            <a:cxnLst/>
            <a:rect l="l" t="t" r="r" b="b"/>
            <a:pathLst>
              <a:path w="224789" h="20320">
                <a:moveTo>
                  <a:pt x="0" y="0"/>
                </a:moveTo>
                <a:lnTo>
                  <a:pt x="224442" y="0"/>
                </a:lnTo>
                <a:lnTo>
                  <a:pt x="224442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688228" y="662050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09">
                <a:moveTo>
                  <a:pt x="0" y="0"/>
                </a:moveTo>
                <a:lnTo>
                  <a:pt x="28943" y="0"/>
                </a:lnTo>
                <a:lnTo>
                  <a:pt x="28943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688228" y="6649719"/>
            <a:ext cx="230504" cy="21590"/>
          </a:xfrm>
          <a:custGeom>
            <a:avLst/>
            <a:gdLst/>
            <a:ahLst/>
            <a:cxnLst/>
            <a:rect l="l" t="t" r="r" b="b"/>
            <a:pathLst>
              <a:path w="230504" h="21590">
                <a:moveTo>
                  <a:pt x="0" y="0"/>
                </a:moveTo>
                <a:lnTo>
                  <a:pt x="230231" y="0"/>
                </a:lnTo>
                <a:lnTo>
                  <a:pt x="230231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648760" y="6696028"/>
            <a:ext cx="302895" cy="23495"/>
          </a:xfrm>
          <a:custGeom>
            <a:avLst/>
            <a:gdLst/>
            <a:ahLst/>
            <a:cxnLst/>
            <a:rect l="l" t="t" r="r" b="b"/>
            <a:pathLst>
              <a:path w="302895" h="23495">
                <a:moveTo>
                  <a:pt x="302852" y="22891"/>
                </a:moveTo>
                <a:lnTo>
                  <a:pt x="0" y="22891"/>
                </a:lnTo>
                <a:lnTo>
                  <a:pt x="0" y="0"/>
                </a:lnTo>
                <a:lnTo>
                  <a:pt x="302852" y="0"/>
                </a:lnTo>
                <a:lnTo>
                  <a:pt x="302852" y="22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685334" y="6744969"/>
            <a:ext cx="228600" cy="22860"/>
          </a:xfrm>
          <a:custGeom>
            <a:avLst/>
            <a:gdLst/>
            <a:ahLst/>
            <a:cxnLst/>
            <a:rect l="l" t="t" r="r" b="b"/>
            <a:pathLst>
              <a:path w="228600" h="22859">
                <a:moveTo>
                  <a:pt x="0" y="0"/>
                </a:moveTo>
                <a:lnTo>
                  <a:pt x="228389" y="0"/>
                </a:lnTo>
                <a:lnTo>
                  <a:pt x="228389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884780" y="676783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40">
                <a:moveTo>
                  <a:pt x="0" y="0"/>
                </a:moveTo>
                <a:lnTo>
                  <a:pt x="28943" y="0"/>
                </a:lnTo>
                <a:lnTo>
                  <a:pt x="28943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685860" y="6795769"/>
            <a:ext cx="227965" cy="20320"/>
          </a:xfrm>
          <a:custGeom>
            <a:avLst/>
            <a:gdLst/>
            <a:ahLst/>
            <a:cxnLst/>
            <a:rect l="l" t="t" r="r" b="b"/>
            <a:pathLst>
              <a:path w="227964" h="20320">
                <a:moveTo>
                  <a:pt x="0" y="0"/>
                </a:moveTo>
                <a:lnTo>
                  <a:pt x="227863" y="0"/>
                </a:lnTo>
                <a:lnTo>
                  <a:pt x="227863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4685860" y="6816090"/>
            <a:ext cx="29209" cy="31750"/>
          </a:xfrm>
          <a:custGeom>
            <a:avLst/>
            <a:gdLst/>
            <a:ahLst/>
            <a:cxnLst/>
            <a:rect l="l" t="t" r="r" b="b"/>
            <a:pathLst>
              <a:path w="29210" h="31750">
                <a:moveTo>
                  <a:pt x="0" y="0"/>
                </a:moveTo>
                <a:lnTo>
                  <a:pt x="29206" y="0"/>
                </a:lnTo>
                <a:lnTo>
                  <a:pt x="29206" y="31749"/>
                </a:lnTo>
                <a:lnTo>
                  <a:pt x="0" y="317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4685860" y="6847840"/>
            <a:ext cx="238760" cy="20320"/>
          </a:xfrm>
          <a:custGeom>
            <a:avLst/>
            <a:gdLst/>
            <a:ahLst/>
            <a:cxnLst/>
            <a:rect l="l" t="t" r="r" b="b"/>
            <a:pathLst>
              <a:path w="238760" h="20320">
                <a:moveTo>
                  <a:pt x="0" y="0"/>
                </a:moveTo>
                <a:lnTo>
                  <a:pt x="238651" y="0"/>
                </a:lnTo>
                <a:lnTo>
                  <a:pt x="238651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5072881" y="6542365"/>
            <a:ext cx="309880" cy="330835"/>
          </a:xfrm>
          <a:custGeom>
            <a:avLst/>
            <a:gdLst/>
            <a:ahLst/>
            <a:cxnLst/>
            <a:rect l="l" t="t" r="r" b="b"/>
            <a:pathLst>
              <a:path w="309879" h="330834">
                <a:moveTo>
                  <a:pt x="259964" y="199183"/>
                </a:moveTo>
                <a:lnTo>
                  <a:pt x="230757" y="199183"/>
                </a:lnTo>
                <a:lnTo>
                  <a:pt x="230757" y="0"/>
                </a:lnTo>
                <a:lnTo>
                  <a:pt x="259964" y="0"/>
                </a:lnTo>
                <a:lnTo>
                  <a:pt x="259964" y="87356"/>
                </a:lnTo>
                <a:lnTo>
                  <a:pt x="309694" y="87356"/>
                </a:lnTo>
                <a:lnTo>
                  <a:pt x="309694" y="112352"/>
                </a:lnTo>
                <a:lnTo>
                  <a:pt x="259964" y="112352"/>
                </a:lnTo>
                <a:lnTo>
                  <a:pt x="259964" y="199183"/>
                </a:lnTo>
                <a:close/>
              </a:path>
              <a:path w="309879" h="330834">
                <a:moveTo>
                  <a:pt x="187605" y="47098"/>
                </a:moveTo>
                <a:lnTo>
                  <a:pt x="8946" y="47098"/>
                </a:lnTo>
                <a:lnTo>
                  <a:pt x="8946" y="23154"/>
                </a:lnTo>
                <a:lnTo>
                  <a:pt x="187605" y="23154"/>
                </a:lnTo>
                <a:lnTo>
                  <a:pt x="187605" y="47098"/>
                </a:lnTo>
                <a:close/>
              </a:path>
              <a:path w="309879" h="330834">
                <a:moveTo>
                  <a:pt x="15787" y="191552"/>
                </a:moveTo>
                <a:lnTo>
                  <a:pt x="0" y="168924"/>
                </a:lnTo>
                <a:lnTo>
                  <a:pt x="34140" y="151331"/>
                </a:lnTo>
                <a:lnTo>
                  <a:pt x="60781" y="126265"/>
                </a:lnTo>
                <a:lnTo>
                  <a:pt x="78147" y="95624"/>
                </a:lnTo>
                <a:lnTo>
                  <a:pt x="84462" y="61307"/>
                </a:lnTo>
                <a:lnTo>
                  <a:pt x="84462" y="47098"/>
                </a:lnTo>
                <a:lnTo>
                  <a:pt x="113405" y="47098"/>
                </a:lnTo>
                <a:lnTo>
                  <a:pt x="113405" y="61307"/>
                </a:lnTo>
                <a:lnTo>
                  <a:pt x="119226" y="93264"/>
                </a:lnTo>
                <a:lnTo>
                  <a:pt x="129195" y="110642"/>
                </a:lnTo>
                <a:lnTo>
                  <a:pt x="99196" y="110642"/>
                </a:lnTo>
                <a:lnTo>
                  <a:pt x="85646" y="137104"/>
                </a:lnTo>
                <a:lnTo>
                  <a:pt x="66767" y="159829"/>
                </a:lnTo>
                <a:lnTo>
                  <a:pt x="43250" y="178188"/>
                </a:lnTo>
                <a:lnTo>
                  <a:pt x="15787" y="191552"/>
                </a:lnTo>
                <a:close/>
              </a:path>
              <a:path w="309879" h="330834">
                <a:moveTo>
                  <a:pt x="179712" y="184974"/>
                </a:moveTo>
                <a:lnTo>
                  <a:pt x="153255" y="172546"/>
                </a:lnTo>
                <a:lnTo>
                  <a:pt x="130672" y="155603"/>
                </a:lnTo>
                <a:lnTo>
                  <a:pt x="112480" y="134763"/>
                </a:lnTo>
                <a:lnTo>
                  <a:pt x="99196" y="110642"/>
                </a:lnTo>
                <a:lnTo>
                  <a:pt x="129195" y="110642"/>
                </a:lnTo>
                <a:lnTo>
                  <a:pt x="135704" y="121989"/>
                </a:lnTo>
                <a:lnTo>
                  <a:pt x="161359" y="145633"/>
                </a:lnTo>
                <a:lnTo>
                  <a:pt x="194709" y="162346"/>
                </a:lnTo>
                <a:lnTo>
                  <a:pt x="179712" y="184974"/>
                </a:lnTo>
                <a:close/>
              </a:path>
              <a:path w="309879" h="330834">
                <a:moveTo>
                  <a:pt x="259964" y="330743"/>
                </a:moveTo>
                <a:lnTo>
                  <a:pt x="230757" y="330743"/>
                </a:lnTo>
                <a:lnTo>
                  <a:pt x="230757" y="240756"/>
                </a:lnTo>
                <a:lnTo>
                  <a:pt x="43415" y="240756"/>
                </a:lnTo>
                <a:lnTo>
                  <a:pt x="43415" y="216812"/>
                </a:lnTo>
                <a:lnTo>
                  <a:pt x="259964" y="216812"/>
                </a:lnTo>
                <a:lnTo>
                  <a:pt x="259964" y="3307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5403362" y="6542365"/>
            <a:ext cx="275590" cy="330200"/>
          </a:xfrm>
          <a:custGeom>
            <a:avLst/>
            <a:gdLst/>
            <a:ahLst/>
            <a:cxnLst/>
            <a:rect l="l" t="t" r="r" b="b"/>
            <a:pathLst>
              <a:path w="275589" h="330200">
                <a:moveTo>
                  <a:pt x="274435" y="196025"/>
                </a:moveTo>
                <a:lnTo>
                  <a:pt x="245229" y="196025"/>
                </a:lnTo>
                <a:lnTo>
                  <a:pt x="245229" y="94986"/>
                </a:lnTo>
                <a:lnTo>
                  <a:pt x="171555" y="94986"/>
                </a:lnTo>
                <a:lnTo>
                  <a:pt x="171555" y="70779"/>
                </a:lnTo>
                <a:lnTo>
                  <a:pt x="245229" y="70779"/>
                </a:lnTo>
                <a:lnTo>
                  <a:pt x="245229" y="0"/>
                </a:lnTo>
                <a:lnTo>
                  <a:pt x="274435" y="0"/>
                </a:lnTo>
                <a:lnTo>
                  <a:pt x="274435" y="196025"/>
                </a:lnTo>
                <a:close/>
              </a:path>
              <a:path w="275589" h="330200">
                <a:moveTo>
                  <a:pt x="15787" y="189973"/>
                </a:moveTo>
                <a:lnTo>
                  <a:pt x="0" y="166292"/>
                </a:lnTo>
                <a:lnTo>
                  <a:pt x="34666" y="148281"/>
                </a:lnTo>
                <a:lnTo>
                  <a:pt x="61438" y="122252"/>
                </a:lnTo>
                <a:lnTo>
                  <a:pt x="78739" y="89958"/>
                </a:lnTo>
                <a:lnTo>
                  <a:pt x="84988" y="53150"/>
                </a:lnTo>
                <a:lnTo>
                  <a:pt x="84988" y="18944"/>
                </a:lnTo>
                <a:lnTo>
                  <a:pt x="113931" y="18944"/>
                </a:lnTo>
                <a:lnTo>
                  <a:pt x="113931" y="52098"/>
                </a:lnTo>
                <a:lnTo>
                  <a:pt x="119802" y="86077"/>
                </a:lnTo>
                <a:lnTo>
                  <a:pt x="130164" y="104590"/>
                </a:lnTo>
                <a:lnTo>
                  <a:pt x="100117" y="104590"/>
                </a:lnTo>
                <a:lnTo>
                  <a:pt x="86626" y="132528"/>
                </a:lnTo>
                <a:lnTo>
                  <a:pt x="67671" y="156507"/>
                </a:lnTo>
                <a:lnTo>
                  <a:pt x="43857" y="175874"/>
                </a:lnTo>
                <a:lnTo>
                  <a:pt x="15787" y="189973"/>
                </a:lnTo>
                <a:close/>
              </a:path>
              <a:path w="275589" h="330200">
                <a:moveTo>
                  <a:pt x="179712" y="179975"/>
                </a:moveTo>
                <a:lnTo>
                  <a:pt x="153862" y="167326"/>
                </a:lnTo>
                <a:lnTo>
                  <a:pt x="131577" y="150225"/>
                </a:lnTo>
                <a:lnTo>
                  <a:pt x="113460" y="129153"/>
                </a:lnTo>
                <a:lnTo>
                  <a:pt x="100117" y="104590"/>
                </a:lnTo>
                <a:lnTo>
                  <a:pt x="130164" y="104590"/>
                </a:lnTo>
                <a:lnTo>
                  <a:pt x="136625" y="116135"/>
                </a:lnTo>
                <a:lnTo>
                  <a:pt x="162625" y="140420"/>
                </a:lnTo>
                <a:lnTo>
                  <a:pt x="196025" y="157083"/>
                </a:lnTo>
                <a:lnTo>
                  <a:pt x="179712" y="179975"/>
                </a:lnTo>
                <a:close/>
              </a:path>
              <a:path w="275589" h="330200">
                <a:moveTo>
                  <a:pt x="164714" y="329954"/>
                </a:moveTo>
                <a:lnTo>
                  <a:pt x="118285" y="325843"/>
                </a:lnTo>
                <a:lnTo>
                  <a:pt x="83376" y="313838"/>
                </a:lnTo>
                <a:lnTo>
                  <a:pt x="61442" y="294433"/>
                </a:lnTo>
                <a:lnTo>
                  <a:pt x="53939" y="268120"/>
                </a:lnTo>
                <a:lnTo>
                  <a:pt x="61442" y="241574"/>
                </a:lnTo>
                <a:lnTo>
                  <a:pt x="83376" y="221910"/>
                </a:lnTo>
                <a:lnTo>
                  <a:pt x="118285" y="209695"/>
                </a:lnTo>
                <a:lnTo>
                  <a:pt x="164714" y="205497"/>
                </a:lnTo>
                <a:lnTo>
                  <a:pt x="210994" y="209695"/>
                </a:lnTo>
                <a:lnTo>
                  <a:pt x="245854" y="221910"/>
                </a:lnTo>
                <a:lnTo>
                  <a:pt x="253391" y="228652"/>
                </a:lnTo>
                <a:lnTo>
                  <a:pt x="164714" y="228652"/>
                </a:lnTo>
                <a:lnTo>
                  <a:pt x="130467" y="231341"/>
                </a:lnTo>
                <a:lnTo>
                  <a:pt x="104656" y="239111"/>
                </a:lnTo>
                <a:lnTo>
                  <a:pt x="88417" y="251519"/>
                </a:lnTo>
                <a:lnTo>
                  <a:pt x="82883" y="268120"/>
                </a:lnTo>
                <a:lnTo>
                  <a:pt x="88417" y="284224"/>
                </a:lnTo>
                <a:lnTo>
                  <a:pt x="104656" y="296307"/>
                </a:lnTo>
                <a:lnTo>
                  <a:pt x="130467" y="303901"/>
                </a:lnTo>
                <a:lnTo>
                  <a:pt x="164714" y="306536"/>
                </a:lnTo>
                <a:lnTo>
                  <a:pt x="254125" y="306536"/>
                </a:lnTo>
                <a:lnTo>
                  <a:pt x="245854" y="313838"/>
                </a:lnTo>
                <a:lnTo>
                  <a:pt x="210994" y="325843"/>
                </a:lnTo>
                <a:lnTo>
                  <a:pt x="164714" y="329954"/>
                </a:lnTo>
                <a:close/>
              </a:path>
              <a:path w="275589" h="330200">
                <a:moveTo>
                  <a:pt x="254125" y="306536"/>
                </a:moveTo>
                <a:lnTo>
                  <a:pt x="164714" y="306536"/>
                </a:lnTo>
                <a:lnTo>
                  <a:pt x="198812" y="303901"/>
                </a:lnTo>
                <a:lnTo>
                  <a:pt x="224574" y="296307"/>
                </a:lnTo>
                <a:lnTo>
                  <a:pt x="240863" y="284224"/>
                </a:lnTo>
                <a:lnTo>
                  <a:pt x="246544" y="268120"/>
                </a:lnTo>
                <a:lnTo>
                  <a:pt x="240863" y="251519"/>
                </a:lnTo>
                <a:lnTo>
                  <a:pt x="224574" y="239111"/>
                </a:lnTo>
                <a:lnTo>
                  <a:pt x="198812" y="231341"/>
                </a:lnTo>
                <a:lnTo>
                  <a:pt x="164714" y="228652"/>
                </a:lnTo>
                <a:lnTo>
                  <a:pt x="253391" y="228652"/>
                </a:lnTo>
                <a:lnTo>
                  <a:pt x="267837" y="241574"/>
                </a:lnTo>
                <a:lnTo>
                  <a:pt x="275488" y="268120"/>
                </a:lnTo>
                <a:lnTo>
                  <a:pt x="267837" y="294433"/>
                </a:lnTo>
                <a:lnTo>
                  <a:pt x="254125" y="306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1625553" y="7609165"/>
            <a:ext cx="287655" cy="330835"/>
          </a:xfrm>
          <a:custGeom>
            <a:avLst/>
            <a:gdLst/>
            <a:ahLst/>
            <a:cxnLst/>
            <a:rect l="l" t="t" r="r" b="b"/>
            <a:pathLst>
              <a:path w="287655" h="330834">
                <a:moveTo>
                  <a:pt x="287591" y="133665"/>
                </a:moveTo>
                <a:lnTo>
                  <a:pt x="259437" y="133665"/>
                </a:lnTo>
                <a:lnTo>
                  <a:pt x="259437" y="0"/>
                </a:lnTo>
                <a:lnTo>
                  <a:pt x="287591" y="0"/>
                </a:lnTo>
                <a:lnTo>
                  <a:pt x="287591" y="133665"/>
                </a:lnTo>
                <a:close/>
              </a:path>
              <a:path w="287655" h="330834">
                <a:moveTo>
                  <a:pt x="214180" y="313904"/>
                </a:moveTo>
                <a:lnTo>
                  <a:pt x="186553" y="313904"/>
                </a:lnTo>
                <a:lnTo>
                  <a:pt x="186553" y="7104"/>
                </a:lnTo>
                <a:lnTo>
                  <a:pt x="214180" y="7104"/>
                </a:lnTo>
                <a:lnTo>
                  <a:pt x="214180" y="133665"/>
                </a:lnTo>
                <a:lnTo>
                  <a:pt x="287591" y="133665"/>
                </a:lnTo>
                <a:lnTo>
                  <a:pt x="287591" y="158662"/>
                </a:lnTo>
                <a:lnTo>
                  <a:pt x="214180" y="158662"/>
                </a:lnTo>
                <a:lnTo>
                  <a:pt x="214180" y="313904"/>
                </a:lnTo>
                <a:close/>
              </a:path>
              <a:path w="287655" h="330834">
                <a:moveTo>
                  <a:pt x="287591" y="330743"/>
                </a:moveTo>
                <a:lnTo>
                  <a:pt x="259437" y="330743"/>
                </a:lnTo>
                <a:lnTo>
                  <a:pt x="259437" y="158662"/>
                </a:lnTo>
                <a:lnTo>
                  <a:pt x="287591" y="158662"/>
                </a:lnTo>
                <a:lnTo>
                  <a:pt x="287591" y="330743"/>
                </a:lnTo>
                <a:close/>
              </a:path>
              <a:path w="287655" h="330834">
                <a:moveTo>
                  <a:pt x="162609" y="63675"/>
                </a:moveTo>
                <a:lnTo>
                  <a:pt x="7893" y="63675"/>
                </a:lnTo>
                <a:lnTo>
                  <a:pt x="7893" y="39468"/>
                </a:lnTo>
                <a:lnTo>
                  <a:pt x="162609" y="39468"/>
                </a:lnTo>
                <a:lnTo>
                  <a:pt x="162609" y="63675"/>
                </a:lnTo>
                <a:close/>
              </a:path>
              <a:path w="287655" h="330834">
                <a:moveTo>
                  <a:pt x="18418" y="262332"/>
                </a:moveTo>
                <a:lnTo>
                  <a:pt x="0" y="239966"/>
                </a:lnTo>
                <a:lnTo>
                  <a:pt x="31521" y="214908"/>
                </a:lnTo>
                <a:lnTo>
                  <a:pt x="54433" y="180402"/>
                </a:lnTo>
                <a:lnTo>
                  <a:pt x="68415" y="138249"/>
                </a:lnTo>
                <a:lnTo>
                  <a:pt x="73147" y="90250"/>
                </a:lnTo>
                <a:lnTo>
                  <a:pt x="73147" y="63675"/>
                </a:lnTo>
                <a:lnTo>
                  <a:pt x="101301" y="63675"/>
                </a:lnTo>
                <a:lnTo>
                  <a:pt x="101301" y="90250"/>
                </a:lnTo>
                <a:lnTo>
                  <a:pt x="105943" y="133961"/>
                </a:lnTo>
                <a:lnTo>
                  <a:pt x="115024" y="159714"/>
                </a:lnTo>
                <a:lnTo>
                  <a:pt x="87882" y="159714"/>
                </a:lnTo>
                <a:lnTo>
                  <a:pt x="77139" y="192288"/>
                </a:lnTo>
                <a:lnTo>
                  <a:pt x="61932" y="220594"/>
                </a:lnTo>
                <a:lnTo>
                  <a:pt x="42333" y="244115"/>
                </a:lnTo>
                <a:lnTo>
                  <a:pt x="18418" y="262332"/>
                </a:lnTo>
                <a:close/>
              </a:path>
              <a:path w="287655" h="330834">
                <a:moveTo>
                  <a:pt x="156031" y="251017"/>
                </a:moveTo>
                <a:lnTo>
                  <a:pt x="132931" y="234735"/>
                </a:lnTo>
                <a:lnTo>
                  <a:pt x="113816" y="213704"/>
                </a:lnTo>
                <a:lnTo>
                  <a:pt x="98771" y="188503"/>
                </a:lnTo>
                <a:lnTo>
                  <a:pt x="87882" y="159714"/>
                </a:lnTo>
                <a:lnTo>
                  <a:pt x="115024" y="159714"/>
                </a:lnTo>
                <a:lnTo>
                  <a:pt x="119687" y="172936"/>
                </a:lnTo>
                <a:lnTo>
                  <a:pt x="142262" y="205103"/>
                </a:lnTo>
                <a:lnTo>
                  <a:pt x="173397" y="228389"/>
                </a:lnTo>
                <a:lnTo>
                  <a:pt x="156031" y="2510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1957613" y="7609165"/>
            <a:ext cx="283210" cy="330835"/>
          </a:xfrm>
          <a:custGeom>
            <a:avLst/>
            <a:gdLst/>
            <a:ahLst/>
            <a:cxnLst/>
            <a:rect l="l" t="t" r="r" b="b"/>
            <a:pathLst>
              <a:path w="283210" h="330834">
                <a:moveTo>
                  <a:pt x="282592" y="139454"/>
                </a:moveTo>
                <a:lnTo>
                  <a:pt x="254701" y="139454"/>
                </a:lnTo>
                <a:lnTo>
                  <a:pt x="254701" y="0"/>
                </a:lnTo>
                <a:lnTo>
                  <a:pt x="282592" y="0"/>
                </a:lnTo>
                <a:lnTo>
                  <a:pt x="282592" y="139454"/>
                </a:lnTo>
                <a:close/>
              </a:path>
              <a:path w="283210" h="330834">
                <a:moveTo>
                  <a:pt x="210760" y="314430"/>
                </a:moveTo>
                <a:lnTo>
                  <a:pt x="183132" y="314430"/>
                </a:lnTo>
                <a:lnTo>
                  <a:pt x="183132" y="7893"/>
                </a:lnTo>
                <a:lnTo>
                  <a:pt x="210760" y="7893"/>
                </a:lnTo>
                <a:lnTo>
                  <a:pt x="210760" y="139454"/>
                </a:lnTo>
                <a:lnTo>
                  <a:pt x="282592" y="139454"/>
                </a:lnTo>
                <a:lnTo>
                  <a:pt x="282592" y="163661"/>
                </a:lnTo>
                <a:lnTo>
                  <a:pt x="210760" y="163661"/>
                </a:lnTo>
                <a:lnTo>
                  <a:pt x="210760" y="314430"/>
                </a:lnTo>
                <a:close/>
              </a:path>
              <a:path w="283210" h="330834">
                <a:moveTo>
                  <a:pt x="282592" y="330743"/>
                </a:moveTo>
                <a:lnTo>
                  <a:pt x="254701" y="330743"/>
                </a:lnTo>
                <a:lnTo>
                  <a:pt x="254701" y="163661"/>
                </a:lnTo>
                <a:lnTo>
                  <a:pt x="282592" y="163661"/>
                </a:lnTo>
                <a:lnTo>
                  <a:pt x="282592" y="330743"/>
                </a:lnTo>
                <a:close/>
              </a:path>
              <a:path w="283210" h="330834">
                <a:moveTo>
                  <a:pt x="97881" y="57097"/>
                </a:moveTo>
                <a:lnTo>
                  <a:pt x="68674" y="57097"/>
                </a:lnTo>
                <a:lnTo>
                  <a:pt x="68674" y="9998"/>
                </a:lnTo>
                <a:lnTo>
                  <a:pt x="97881" y="9998"/>
                </a:lnTo>
                <a:lnTo>
                  <a:pt x="97881" y="57097"/>
                </a:lnTo>
                <a:close/>
              </a:path>
              <a:path w="283210" h="330834">
                <a:moveTo>
                  <a:pt x="166029" y="81041"/>
                </a:moveTo>
                <a:lnTo>
                  <a:pt x="0" y="81041"/>
                </a:lnTo>
                <a:lnTo>
                  <a:pt x="0" y="57097"/>
                </a:lnTo>
                <a:lnTo>
                  <a:pt x="166029" y="57097"/>
                </a:lnTo>
                <a:lnTo>
                  <a:pt x="166029" y="81041"/>
                </a:lnTo>
                <a:close/>
              </a:path>
              <a:path w="283210" h="330834">
                <a:moveTo>
                  <a:pt x="83146" y="254175"/>
                </a:moveTo>
                <a:lnTo>
                  <a:pt x="54581" y="248588"/>
                </a:lnTo>
                <a:lnTo>
                  <a:pt x="32035" y="232961"/>
                </a:lnTo>
                <a:lnTo>
                  <a:pt x="17283" y="208996"/>
                </a:lnTo>
                <a:lnTo>
                  <a:pt x="12103" y="178396"/>
                </a:lnTo>
                <a:lnTo>
                  <a:pt x="17283" y="148141"/>
                </a:lnTo>
                <a:lnTo>
                  <a:pt x="32035" y="124423"/>
                </a:lnTo>
                <a:lnTo>
                  <a:pt x="54581" y="108944"/>
                </a:lnTo>
                <a:lnTo>
                  <a:pt x="83146" y="103406"/>
                </a:lnTo>
                <a:lnTo>
                  <a:pt x="111830" y="108944"/>
                </a:lnTo>
                <a:lnTo>
                  <a:pt x="134422" y="124423"/>
                </a:lnTo>
                <a:lnTo>
                  <a:pt x="136583" y="127877"/>
                </a:lnTo>
                <a:lnTo>
                  <a:pt x="83146" y="127877"/>
                </a:lnTo>
                <a:lnTo>
                  <a:pt x="64974" y="131811"/>
                </a:lnTo>
                <a:lnTo>
                  <a:pt x="50650" y="142381"/>
                </a:lnTo>
                <a:lnTo>
                  <a:pt x="41260" y="158329"/>
                </a:lnTo>
                <a:lnTo>
                  <a:pt x="37889" y="178396"/>
                </a:lnTo>
                <a:lnTo>
                  <a:pt x="41260" y="198718"/>
                </a:lnTo>
                <a:lnTo>
                  <a:pt x="50650" y="214674"/>
                </a:lnTo>
                <a:lnTo>
                  <a:pt x="64974" y="225055"/>
                </a:lnTo>
                <a:lnTo>
                  <a:pt x="83146" y="228652"/>
                </a:lnTo>
                <a:lnTo>
                  <a:pt x="137091" y="228652"/>
                </a:lnTo>
                <a:lnTo>
                  <a:pt x="134422" y="232961"/>
                </a:lnTo>
                <a:lnTo>
                  <a:pt x="111830" y="248588"/>
                </a:lnTo>
                <a:lnTo>
                  <a:pt x="83146" y="254175"/>
                </a:lnTo>
                <a:close/>
              </a:path>
              <a:path w="283210" h="330834">
                <a:moveTo>
                  <a:pt x="137091" y="228652"/>
                </a:moveTo>
                <a:lnTo>
                  <a:pt x="83146" y="228652"/>
                </a:lnTo>
                <a:lnTo>
                  <a:pt x="101359" y="225055"/>
                </a:lnTo>
                <a:lnTo>
                  <a:pt x="115773" y="214674"/>
                </a:lnTo>
                <a:lnTo>
                  <a:pt x="125254" y="198718"/>
                </a:lnTo>
                <a:lnTo>
                  <a:pt x="128666" y="178396"/>
                </a:lnTo>
                <a:lnTo>
                  <a:pt x="125254" y="158329"/>
                </a:lnTo>
                <a:lnTo>
                  <a:pt x="115773" y="142381"/>
                </a:lnTo>
                <a:lnTo>
                  <a:pt x="101359" y="131811"/>
                </a:lnTo>
                <a:lnTo>
                  <a:pt x="83146" y="127877"/>
                </a:lnTo>
                <a:lnTo>
                  <a:pt x="136583" y="127877"/>
                </a:lnTo>
                <a:lnTo>
                  <a:pt x="149268" y="148141"/>
                </a:lnTo>
                <a:lnTo>
                  <a:pt x="154715" y="178396"/>
                </a:lnTo>
                <a:lnTo>
                  <a:pt x="149268" y="208996"/>
                </a:lnTo>
                <a:lnTo>
                  <a:pt x="137091" y="228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2398496" y="7609165"/>
            <a:ext cx="293370" cy="330200"/>
          </a:xfrm>
          <a:custGeom>
            <a:avLst/>
            <a:gdLst/>
            <a:ahLst/>
            <a:cxnLst/>
            <a:rect l="l" t="t" r="r" b="b"/>
            <a:pathLst>
              <a:path w="293369" h="330200">
                <a:moveTo>
                  <a:pt x="243650" y="197341"/>
                </a:moveTo>
                <a:lnTo>
                  <a:pt x="214180" y="197341"/>
                </a:lnTo>
                <a:lnTo>
                  <a:pt x="214180" y="0"/>
                </a:lnTo>
                <a:lnTo>
                  <a:pt x="243650" y="0"/>
                </a:lnTo>
                <a:lnTo>
                  <a:pt x="243650" y="86303"/>
                </a:lnTo>
                <a:lnTo>
                  <a:pt x="293117" y="86303"/>
                </a:lnTo>
                <a:lnTo>
                  <a:pt x="293117" y="110774"/>
                </a:lnTo>
                <a:lnTo>
                  <a:pt x="243650" y="110774"/>
                </a:lnTo>
                <a:lnTo>
                  <a:pt x="243650" y="197341"/>
                </a:lnTo>
                <a:close/>
              </a:path>
              <a:path w="293369" h="330200">
                <a:moveTo>
                  <a:pt x="25522" y="170239"/>
                </a:moveTo>
                <a:lnTo>
                  <a:pt x="0" y="170239"/>
                </a:lnTo>
                <a:lnTo>
                  <a:pt x="0" y="25259"/>
                </a:lnTo>
                <a:lnTo>
                  <a:pt x="146821" y="25259"/>
                </a:lnTo>
                <a:lnTo>
                  <a:pt x="146821" y="49466"/>
                </a:lnTo>
                <a:lnTo>
                  <a:pt x="28680" y="49466"/>
                </a:lnTo>
                <a:lnTo>
                  <a:pt x="28680" y="146295"/>
                </a:lnTo>
                <a:lnTo>
                  <a:pt x="179872" y="146295"/>
                </a:lnTo>
                <a:lnTo>
                  <a:pt x="181553" y="159188"/>
                </a:lnTo>
                <a:lnTo>
                  <a:pt x="147479" y="164800"/>
                </a:lnTo>
                <a:lnTo>
                  <a:pt x="112418" y="168167"/>
                </a:lnTo>
                <a:lnTo>
                  <a:pt x="72917" y="169807"/>
                </a:lnTo>
                <a:lnTo>
                  <a:pt x="25522" y="170239"/>
                </a:lnTo>
                <a:close/>
              </a:path>
              <a:path w="293369" h="330200">
                <a:moveTo>
                  <a:pt x="179872" y="146295"/>
                </a:moveTo>
                <a:lnTo>
                  <a:pt x="28680" y="146295"/>
                </a:lnTo>
                <a:lnTo>
                  <a:pt x="74089" y="145693"/>
                </a:lnTo>
                <a:lnTo>
                  <a:pt x="112023" y="143943"/>
                </a:lnTo>
                <a:lnTo>
                  <a:pt x="145715" y="140541"/>
                </a:lnTo>
                <a:lnTo>
                  <a:pt x="178396" y="134981"/>
                </a:lnTo>
                <a:lnTo>
                  <a:pt x="179872" y="146295"/>
                </a:lnTo>
                <a:close/>
              </a:path>
              <a:path w="293369" h="330200">
                <a:moveTo>
                  <a:pt x="137349" y="329954"/>
                </a:moveTo>
                <a:lnTo>
                  <a:pt x="91677" y="325711"/>
                </a:lnTo>
                <a:lnTo>
                  <a:pt x="57130" y="313377"/>
                </a:lnTo>
                <a:lnTo>
                  <a:pt x="35262" y="293544"/>
                </a:lnTo>
                <a:lnTo>
                  <a:pt x="27627" y="266805"/>
                </a:lnTo>
                <a:lnTo>
                  <a:pt x="35262" y="240213"/>
                </a:lnTo>
                <a:lnTo>
                  <a:pt x="57130" y="220430"/>
                </a:lnTo>
                <a:lnTo>
                  <a:pt x="91677" y="208046"/>
                </a:lnTo>
                <a:lnTo>
                  <a:pt x="137349" y="203656"/>
                </a:lnTo>
                <a:lnTo>
                  <a:pt x="182787" y="208046"/>
                </a:lnTo>
                <a:lnTo>
                  <a:pt x="217075" y="220430"/>
                </a:lnTo>
                <a:lnTo>
                  <a:pt x="225212" y="227863"/>
                </a:lnTo>
                <a:lnTo>
                  <a:pt x="137349" y="227863"/>
                </a:lnTo>
                <a:lnTo>
                  <a:pt x="103595" y="230395"/>
                </a:lnTo>
                <a:lnTo>
                  <a:pt x="78081" y="238059"/>
                </a:lnTo>
                <a:lnTo>
                  <a:pt x="61940" y="250360"/>
                </a:lnTo>
                <a:lnTo>
                  <a:pt x="56308" y="266805"/>
                </a:lnTo>
                <a:lnTo>
                  <a:pt x="61940" y="283295"/>
                </a:lnTo>
                <a:lnTo>
                  <a:pt x="78081" y="295715"/>
                </a:lnTo>
                <a:lnTo>
                  <a:pt x="103595" y="303547"/>
                </a:lnTo>
                <a:lnTo>
                  <a:pt x="137349" y="306273"/>
                </a:lnTo>
                <a:lnTo>
                  <a:pt x="224833" y="306273"/>
                </a:lnTo>
                <a:lnTo>
                  <a:pt x="217075" y="313377"/>
                </a:lnTo>
                <a:lnTo>
                  <a:pt x="182787" y="325711"/>
                </a:lnTo>
                <a:lnTo>
                  <a:pt x="137349" y="329954"/>
                </a:lnTo>
                <a:close/>
              </a:path>
              <a:path w="293369" h="330200">
                <a:moveTo>
                  <a:pt x="224833" y="306273"/>
                </a:moveTo>
                <a:lnTo>
                  <a:pt x="137349" y="306273"/>
                </a:lnTo>
                <a:lnTo>
                  <a:pt x="170839" y="303547"/>
                </a:lnTo>
                <a:lnTo>
                  <a:pt x="196288" y="295715"/>
                </a:lnTo>
                <a:lnTo>
                  <a:pt x="212462" y="283295"/>
                </a:lnTo>
                <a:lnTo>
                  <a:pt x="218127" y="266805"/>
                </a:lnTo>
                <a:lnTo>
                  <a:pt x="212462" y="250360"/>
                </a:lnTo>
                <a:lnTo>
                  <a:pt x="196288" y="238059"/>
                </a:lnTo>
                <a:lnTo>
                  <a:pt x="170839" y="230395"/>
                </a:lnTo>
                <a:lnTo>
                  <a:pt x="137349" y="227863"/>
                </a:lnTo>
                <a:lnTo>
                  <a:pt x="225212" y="227863"/>
                </a:lnTo>
                <a:lnTo>
                  <a:pt x="238733" y="240213"/>
                </a:lnTo>
                <a:lnTo>
                  <a:pt x="246281" y="266805"/>
                </a:lnTo>
                <a:lnTo>
                  <a:pt x="238733" y="293544"/>
                </a:lnTo>
                <a:lnTo>
                  <a:pt x="224833" y="3062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2720294" y="7609165"/>
            <a:ext cx="277495" cy="326390"/>
          </a:xfrm>
          <a:custGeom>
            <a:avLst/>
            <a:gdLst/>
            <a:ahLst/>
            <a:cxnLst/>
            <a:rect l="l" t="t" r="r" b="b"/>
            <a:pathLst>
              <a:path w="277494" h="326390">
                <a:moveTo>
                  <a:pt x="265489" y="169713"/>
                </a:moveTo>
                <a:lnTo>
                  <a:pt x="236283" y="169713"/>
                </a:lnTo>
                <a:lnTo>
                  <a:pt x="236283" y="0"/>
                </a:lnTo>
                <a:lnTo>
                  <a:pt x="265489" y="0"/>
                </a:lnTo>
                <a:lnTo>
                  <a:pt x="265489" y="169713"/>
                </a:lnTo>
                <a:close/>
              </a:path>
              <a:path w="277494" h="326390">
                <a:moveTo>
                  <a:pt x="86040" y="158399"/>
                </a:moveTo>
                <a:lnTo>
                  <a:pt x="51506" y="153079"/>
                </a:lnTo>
                <a:lnTo>
                  <a:pt x="24272" y="138138"/>
                </a:lnTo>
                <a:lnTo>
                  <a:pt x="6413" y="115107"/>
                </a:lnTo>
                <a:lnTo>
                  <a:pt x="0" y="85514"/>
                </a:lnTo>
                <a:lnTo>
                  <a:pt x="6413" y="55876"/>
                </a:lnTo>
                <a:lnTo>
                  <a:pt x="24272" y="32725"/>
                </a:lnTo>
                <a:lnTo>
                  <a:pt x="51506" y="17616"/>
                </a:lnTo>
                <a:lnTo>
                  <a:pt x="86040" y="12103"/>
                </a:lnTo>
                <a:lnTo>
                  <a:pt x="120275" y="17616"/>
                </a:lnTo>
                <a:lnTo>
                  <a:pt x="147380" y="32725"/>
                </a:lnTo>
                <a:lnTo>
                  <a:pt x="150556" y="36837"/>
                </a:lnTo>
                <a:lnTo>
                  <a:pt x="86040" y="36837"/>
                </a:lnTo>
                <a:lnTo>
                  <a:pt x="63054" y="40298"/>
                </a:lnTo>
                <a:lnTo>
                  <a:pt x="44829" y="50321"/>
                </a:lnTo>
                <a:lnTo>
                  <a:pt x="32869" y="65772"/>
                </a:lnTo>
                <a:lnTo>
                  <a:pt x="28680" y="85514"/>
                </a:lnTo>
                <a:lnTo>
                  <a:pt x="32869" y="105371"/>
                </a:lnTo>
                <a:lnTo>
                  <a:pt x="44829" y="120838"/>
                </a:lnTo>
                <a:lnTo>
                  <a:pt x="63054" y="130878"/>
                </a:lnTo>
                <a:lnTo>
                  <a:pt x="86040" y="134455"/>
                </a:lnTo>
                <a:lnTo>
                  <a:pt x="150240" y="134455"/>
                </a:lnTo>
                <a:lnTo>
                  <a:pt x="147380" y="138138"/>
                </a:lnTo>
                <a:lnTo>
                  <a:pt x="120275" y="153079"/>
                </a:lnTo>
                <a:lnTo>
                  <a:pt x="86040" y="158399"/>
                </a:lnTo>
                <a:close/>
              </a:path>
              <a:path w="277494" h="326390">
                <a:moveTo>
                  <a:pt x="150240" y="134455"/>
                </a:moveTo>
                <a:lnTo>
                  <a:pt x="86040" y="134455"/>
                </a:lnTo>
                <a:lnTo>
                  <a:pt x="108878" y="130878"/>
                </a:lnTo>
                <a:lnTo>
                  <a:pt x="127054" y="120838"/>
                </a:lnTo>
                <a:lnTo>
                  <a:pt x="139063" y="105371"/>
                </a:lnTo>
                <a:lnTo>
                  <a:pt x="143401" y="85514"/>
                </a:lnTo>
                <a:lnTo>
                  <a:pt x="139063" y="65772"/>
                </a:lnTo>
                <a:lnTo>
                  <a:pt x="127054" y="50321"/>
                </a:lnTo>
                <a:lnTo>
                  <a:pt x="108878" y="40298"/>
                </a:lnTo>
                <a:lnTo>
                  <a:pt x="86040" y="36837"/>
                </a:lnTo>
                <a:lnTo>
                  <a:pt x="150556" y="36837"/>
                </a:lnTo>
                <a:lnTo>
                  <a:pt x="165260" y="55876"/>
                </a:lnTo>
                <a:lnTo>
                  <a:pt x="171818" y="85514"/>
                </a:lnTo>
                <a:lnTo>
                  <a:pt x="165260" y="115107"/>
                </a:lnTo>
                <a:lnTo>
                  <a:pt x="150240" y="134455"/>
                </a:lnTo>
                <a:close/>
              </a:path>
              <a:path w="277494" h="326390">
                <a:moveTo>
                  <a:pt x="277330" y="326270"/>
                </a:moveTo>
                <a:lnTo>
                  <a:pt x="51308" y="326270"/>
                </a:lnTo>
                <a:lnTo>
                  <a:pt x="51308" y="243387"/>
                </a:lnTo>
                <a:lnTo>
                  <a:pt x="236546" y="243387"/>
                </a:lnTo>
                <a:lnTo>
                  <a:pt x="236546" y="209444"/>
                </a:lnTo>
                <a:lnTo>
                  <a:pt x="50256" y="209444"/>
                </a:lnTo>
                <a:lnTo>
                  <a:pt x="50256" y="185763"/>
                </a:lnTo>
                <a:lnTo>
                  <a:pt x="265489" y="185763"/>
                </a:lnTo>
                <a:lnTo>
                  <a:pt x="265489" y="265489"/>
                </a:lnTo>
                <a:lnTo>
                  <a:pt x="79725" y="265489"/>
                </a:lnTo>
                <a:lnTo>
                  <a:pt x="79725" y="302589"/>
                </a:lnTo>
                <a:lnTo>
                  <a:pt x="277330" y="302589"/>
                </a:lnTo>
                <a:lnTo>
                  <a:pt x="277330" y="326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3142907" y="7609165"/>
            <a:ext cx="306070" cy="330835"/>
          </a:xfrm>
          <a:custGeom>
            <a:avLst/>
            <a:gdLst/>
            <a:ahLst/>
            <a:cxnLst/>
            <a:rect l="l" t="t" r="r" b="b"/>
            <a:pathLst>
              <a:path w="306070" h="330834">
                <a:moveTo>
                  <a:pt x="250754" y="330743"/>
                </a:moveTo>
                <a:lnTo>
                  <a:pt x="221548" y="330743"/>
                </a:lnTo>
                <a:lnTo>
                  <a:pt x="221548" y="0"/>
                </a:lnTo>
                <a:lnTo>
                  <a:pt x="250754" y="0"/>
                </a:lnTo>
                <a:lnTo>
                  <a:pt x="250754" y="132087"/>
                </a:lnTo>
                <a:lnTo>
                  <a:pt x="306010" y="132087"/>
                </a:lnTo>
                <a:lnTo>
                  <a:pt x="306010" y="157083"/>
                </a:lnTo>
                <a:lnTo>
                  <a:pt x="250754" y="157083"/>
                </a:lnTo>
                <a:lnTo>
                  <a:pt x="250754" y="330743"/>
                </a:lnTo>
                <a:close/>
              </a:path>
              <a:path w="306070" h="330834">
                <a:moveTo>
                  <a:pt x="83146" y="256017"/>
                </a:moveTo>
                <a:lnTo>
                  <a:pt x="49470" y="247926"/>
                </a:lnTo>
                <a:lnTo>
                  <a:pt x="23121" y="224837"/>
                </a:lnTo>
                <a:lnTo>
                  <a:pt x="5998" y="188526"/>
                </a:lnTo>
                <a:lnTo>
                  <a:pt x="0" y="140770"/>
                </a:lnTo>
                <a:lnTo>
                  <a:pt x="5998" y="93161"/>
                </a:lnTo>
                <a:lnTo>
                  <a:pt x="23121" y="56900"/>
                </a:lnTo>
                <a:lnTo>
                  <a:pt x="49470" y="33761"/>
                </a:lnTo>
                <a:lnTo>
                  <a:pt x="83146" y="25522"/>
                </a:lnTo>
                <a:lnTo>
                  <a:pt x="116830" y="33761"/>
                </a:lnTo>
                <a:lnTo>
                  <a:pt x="137155" y="51571"/>
                </a:lnTo>
                <a:lnTo>
                  <a:pt x="83146" y="51571"/>
                </a:lnTo>
                <a:lnTo>
                  <a:pt x="60707" y="58071"/>
                </a:lnTo>
                <a:lnTo>
                  <a:pt x="43151" y="76140"/>
                </a:lnTo>
                <a:lnTo>
                  <a:pt x="31714" y="104224"/>
                </a:lnTo>
                <a:lnTo>
                  <a:pt x="27627" y="140770"/>
                </a:lnTo>
                <a:lnTo>
                  <a:pt x="31714" y="177463"/>
                </a:lnTo>
                <a:lnTo>
                  <a:pt x="43151" y="205596"/>
                </a:lnTo>
                <a:lnTo>
                  <a:pt x="60707" y="223616"/>
                </a:lnTo>
                <a:lnTo>
                  <a:pt x="83146" y="229968"/>
                </a:lnTo>
                <a:lnTo>
                  <a:pt x="137368" y="229968"/>
                </a:lnTo>
                <a:lnTo>
                  <a:pt x="116830" y="247926"/>
                </a:lnTo>
                <a:lnTo>
                  <a:pt x="83146" y="256017"/>
                </a:lnTo>
                <a:close/>
              </a:path>
              <a:path w="306070" h="330834">
                <a:moveTo>
                  <a:pt x="137368" y="229968"/>
                </a:moveTo>
                <a:lnTo>
                  <a:pt x="83146" y="229968"/>
                </a:lnTo>
                <a:lnTo>
                  <a:pt x="105807" y="223616"/>
                </a:lnTo>
                <a:lnTo>
                  <a:pt x="123338" y="205596"/>
                </a:lnTo>
                <a:lnTo>
                  <a:pt x="134652" y="177463"/>
                </a:lnTo>
                <a:lnTo>
                  <a:pt x="138665" y="140770"/>
                </a:lnTo>
                <a:lnTo>
                  <a:pt x="134652" y="104224"/>
                </a:lnTo>
                <a:lnTo>
                  <a:pt x="123338" y="76140"/>
                </a:lnTo>
                <a:lnTo>
                  <a:pt x="105807" y="58071"/>
                </a:lnTo>
                <a:lnTo>
                  <a:pt x="83146" y="51571"/>
                </a:lnTo>
                <a:lnTo>
                  <a:pt x="137155" y="51571"/>
                </a:lnTo>
                <a:lnTo>
                  <a:pt x="143236" y="56900"/>
                </a:lnTo>
                <a:lnTo>
                  <a:pt x="160516" y="93161"/>
                </a:lnTo>
                <a:lnTo>
                  <a:pt x="166819" y="140770"/>
                </a:lnTo>
                <a:lnTo>
                  <a:pt x="160516" y="188526"/>
                </a:lnTo>
                <a:lnTo>
                  <a:pt x="143236" y="224837"/>
                </a:lnTo>
                <a:lnTo>
                  <a:pt x="137368" y="229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3473651" y="7607586"/>
            <a:ext cx="266700" cy="328295"/>
          </a:xfrm>
          <a:custGeom>
            <a:avLst/>
            <a:gdLst/>
            <a:ahLst/>
            <a:cxnLst/>
            <a:rect l="l" t="t" r="r" b="b"/>
            <a:pathLst>
              <a:path w="266700" h="328295">
                <a:moveTo>
                  <a:pt x="113931" y="40783"/>
                </a:moveTo>
                <a:lnTo>
                  <a:pt x="84462" y="40783"/>
                </a:lnTo>
                <a:lnTo>
                  <a:pt x="84462" y="0"/>
                </a:lnTo>
                <a:lnTo>
                  <a:pt x="113931" y="0"/>
                </a:lnTo>
                <a:lnTo>
                  <a:pt x="113931" y="40783"/>
                </a:lnTo>
                <a:close/>
              </a:path>
              <a:path w="266700" h="328295">
                <a:moveTo>
                  <a:pt x="189447" y="64464"/>
                </a:moveTo>
                <a:lnTo>
                  <a:pt x="8156" y="64464"/>
                </a:lnTo>
                <a:lnTo>
                  <a:pt x="8156" y="40783"/>
                </a:lnTo>
                <a:lnTo>
                  <a:pt x="189447" y="40783"/>
                </a:lnTo>
                <a:lnTo>
                  <a:pt x="189447" y="64464"/>
                </a:lnTo>
                <a:close/>
              </a:path>
              <a:path w="266700" h="328295">
                <a:moveTo>
                  <a:pt x="14208" y="192341"/>
                </a:moveTo>
                <a:lnTo>
                  <a:pt x="0" y="169713"/>
                </a:lnTo>
                <a:lnTo>
                  <a:pt x="33955" y="153486"/>
                </a:lnTo>
                <a:lnTo>
                  <a:pt x="60682" y="130080"/>
                </a:lnTo>
                <a:lnTo>
                  <a:pt x="78184" y="101297"/>
                </a:lnTo>
                <a:lnTo>
                  <a:pt x="84462" y="68937"/>
                </a:lnTo>
                <a:lnTo>
                  <a:pt x="84462" y="64464"/>
                </a:lnTo>
                <a:lnTo>
                  <a:pt x="113405" y="64464"/>
                </a:lnTo>
                <a:lnTo>
                  <a:pt x="113405" y="68937"/>
                </a:lnTo>
                <a:lnTo>
                  <a:pt x="119851" y="99147"/>
                </a:lnTo>
                <a:lnTo>
                  <a:pt x="130530" y="115115"/>
                </a:lnTo>
                <a:lnTo>
                  <a:pt x="99723" y="115115"/>
                </a:lnTo>
                <a:lnTo>
                  <a:pt x="85769" y="140539"/>
                </a:lnTo>
                <a:lnTo>
                  <a:pt x="66294" y="162346"/>
                </a:lnTo>
                <a:lnTo>
                  <a:pt x="42222" y="179794"/>
                </a:lnTo>
                <a:lnTo>
                  <a:pt x="14208" y="192341"/>
                </a:lnTo>
                <a:close/>
              </a:path>
              <a:path w="266700" h="328295">
                <a:moveTo>
                  <a:pt x="185237" y="185237"/>
                </a:moveTo>
                <a:lnTo>
                  <a:pt x="157519" y="173929"/>
                </a:lnTo>
                <a:lnTo>
                  <a:pt x="133501" y="158119"/>
                </a:lnTo>
                <a:lnTo>
                  <a:pt x="113972" y="138338"/>
                </a:lnTo>
                <a:lnTo>
                  <a:pt x="99723" y="115115"/>
                </a:lnTo>
                <a:lnTo>
                  <a:pt x="130530" y="115115"/>
                </a:lnTo>
                <a:lnTo>
                  <a:pt x="137744" y="125903"/>
                </a:lnTo>
                <a:lnTo>
                  <a:pt x="164911" y="147528"/>
                </a:lnTo>
                <a:lnTo>
                  <a:pt x="199183" y="162346"/>
                </a:lnTo>
                <a:lnTo>
                  <a:pt x="185237" y="185237"/>
                </a:lnTo>
                <a:close/>
              </a:path>
              <a:path w="266700" h="328295">
                <a:moveTo>
                  <a:pt x="266542" y="197867"/>
                </a:moveTo>
                <a:lnTo>
                  <a:pt x="237335" y="197867"/>
                </a:lnTo>
                <a:lnTo>
                  <a:pt x="237335" y="1841"/>
                </a:lnTo>
                <a:lnTo>
                  <a:pt x="266542" y="1841"/>
                </a:lnTo>
                <a:lnTo>
                  <a:pt x="266542" y="197867"/>
                </a:lnTo>
                <a:close/>
              </a:path>
              <a:path w="266700" h="328295">
                <a:moveTo>
                  <a:pt x="266542" y="327849"/>
                </a:moveTo>
                <a:lnTo>
                  <a:pt x="51308" y="327849"/>
                </a:lnTo>
                <a:lnTo>
                  <a:pt x="51308" y="214444"/>
                </a:lnTo>
                <a:lnTo>
                  <a:pt x="266542" y="214444"/>
                </a:lnTo>
                <a:lnTo>
                  <a:pt x="266542" y="238388"/>
                </a:lnTo>
                <a:lnTo>
                  <a:pt x="80252" y="238388"/>
                </a:lnTo>
                <a:lnTo>
                  <a:pt x="80252" y="303905"/>
                </a:lnTo>
                <a:lnTo>
                  <a:pt x="266542" y="303905"/>
                </a:lnTo>
                <a:lnTo>
                  <a:pt x="266542" y="327849"/>
                </a:lnTo>
                <a:close/>
              </a:path>
              <a:path w="266700" h="328295">
                <a:moveTo>
                  <a:pt x="266542" y="303905"/>
                </a:moveTo>
                <a:lnTo>
                  <a:pt x="237861" y="303905"/>
                </a:lnTo>
                <a:lnTo>
                  <a:pt x="237861" y="238388"/>
                </a:lnTo>
                <a:lnTo>
                  <a:pt x="266542" y="238388"/>
                </a:lnTo>
                <a:lnTo>
                  <a:pt x="266542" y="3039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3794396" y="7884390"/>
            <a:ext cx="56515" cy="101600"/>
          </a:xfrm>
          <a:custGeom>
            <a:avLst/>
            <a:gdLst/>
            <a:ahLst/>
            <a:cxnLst/>
            <a:rect l="l" t="t" r="r" b="b"/>
            <a:pathLst>
              <a:path w="56514" h="101600">
                <a:moveTo>
                  <a:pt x="27627" y="101301"/>
                </a:moveTo>
                <a:lnTo>
                  <a:pt x="0" y="101301"/>
                </a:lnTo>
                <a:lnTo>
                  <a:pt x="20523" y="0"/>
                </a:lnTo>
                <a:lnTo>
                  <a:pt x="56308" y="0"/>
                </a:lnTo>
                <a:lnTo>
                  <a:pt x="27627" y="101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3990430" y="7624426"/>
            <a:ext cx="302895" cy="311150"/>
          </a:xfrm>
          <a:custGeom>
            <a:avLst/>
            <a:gdLst/>
            <a:ahLst/>
            <a:cxnLst/>
            <a:rect l="l" t="t" r="r" b="b"/>
            <a:pathLst>
              <a:path w="302895" h="311150">
                <a:moveTo>
                  <a:pt x="253912" y="119983"/>
                </a:moveTo>
                <a:lnTo>
                  <a:pt x="225363" y="119983"/>
                </a:lnTo>
                <a:lnTo>
                  <a:pt x="230459" y="91179"/>
                </a:lnTo>
                <a:lnTo>
                  <a:pt x="233076" y="66076"/>
                </a:lnTo>
                <a:lnTo>
                  <a:pt x="234040" y="43982"/>
                </a:lnTo>
                <a:lnTo>
                  <a:pt x="234178" y="24207"/>
                </a:lnTo>
                <a:lnTo>
                  <a:pt x="38415" y="24207"/>
                </a:lnTo>
                <a:lnTo>
                  <a:pt x="38415" y="0"/>
                </a:lnTo>
                <a:lnTo>
                  <a:pt x="263121" y="0"/>
                </a:lnTo>
                <a:lnTo>
                  <a:pt x="263121" y="24207"/>
                </a:lnTo>
                <a:lnTo>
                  <a:pt x="262977" y="43982"/>
                </a:lnTo>
                <a:lnTo>
                  <a:pt x="261970" y="66076"/>
                </a:lnTo>
                <a:lnTo>
                  <a:pt x="259236" y="91179"/>
                </a:lnTo>
                <a:lnTo>
                  <a:pt x="253912" y="119983"/>
                </a:lnTo>
                <a:close/>
              </a:path>
              <a:path w="302895" h="311150">
                <a:moveTo>
                  <a:pt x="302852" y="144190"/>
                </a:moveTo>
                <a:lnTo>
                  <a:pt x="0" y="144190"/>
                </a:lnTo>
                <a:lnTo>
                  <a:pt x="0" y="119983"/>
                </a:lnTo>
                <a:lnTo>
                  <a:pt x="302852" y="119983"/>
                </a:lnTo>
                <a:lnTo>
                  <a:pt x="302852" y="144190"/>
                </a:lnTo>
                <a:close/>
              </a:path>
              <a:path w="302895" h="311150">
                <a:moveTo>
                  <a:pt x="262858" y="311009"/>
                </a:moveTo>
                <a:lnTo>
                  <a:pt x="39468" y="311009"/>
                </a:lnTo>
                <a:lnTo>
                  <a:pt x="39468" y="173923"/>
                </a:lnTo>
                <a:lnTo>
                  <a:pt x="68411" y="173923"/>
                </a:lnTo>
                <a:lnTo>
                  <a:pt x="68411" y="217864"/>
                </a:lnTo>
                <a:lnTo>
                  <a:pt x="262858" y="217864"/>
                </a:lnTo>
                <a:lnTo>
                  <a:pt x="262858" y="241019"/>
                </a:lnTo>
                <a:lnTo>
                  <a:pt x="68411" y="241019"/>
                </a:lnTo>
                <a:lnTo>
                  <a:pt x="68411" y="287065"/>
                </a:lnTo>
                <a:lnTo>
                  <a:pt x="262858" y="287065"/>
                </a:lnTo>
                <a:lnTo>
                  <a:pt x="262858" y="311009"/>
                </a:lnTo>
                <a:close/>
              </a:path>
              <a:path w="302895" h="311150">
                <a:moveTo>
                  <a:pt x="262858" y="217864"/>
                </a:moveTo>
                <a:lnTo>
                  <a:pt x="233915" y="217864"/>
                </a:lnTo>
                <a:lnTo>
                  <a:pt x="233915" y="173923"/>
                </a:lnTo>
                <a:lnTo>
                  <a:pt x="262858" y="173923"/>
                </a:lnTo>
                <a:lnTo>
                  <a:pt x="262858" y="217864"/>
                </a:lnTo>
                <a:close/>
              </a:path>
              <a:path w="302895" h="311150">
                <a:moveTo>
                  <a:pt x="262858" y="287065"/>
                </a:moveTo>
                <a:lnTo>
                  <a:pt x="233915" y="287065"/>
                </a:lnTo>
                <a:lnTo>
                  <a:pt x="233915" y="241019"/>
                </a:lnTo>
                <a:lnTo>
                  <a:pt x="262858" y="241019"/>
                </a:lnTo>
                <a:lnTo>
                  <a:pt x="262858" y="2870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318016" y="7609165"/>
            <a:ext cx="313690" cy="330835"/>
          </a:xfrm>
          <a:custGeom>
            <a:avLst/>
            <a:gdLst/>
            <a:ahLst/>
            <a:cxnLst/>
            <a:rect l="l" t="t" r="r" b="b"/>
            <a:pathLst>
              <a:path w="313689" h="330834">
                <a:moveTo>
                  <a:pt x="257859" y="330743"/>
                </a:moveTo>
                <a:lnTo>
                  <a:pt x="228915" y="330743"/>
                </a:lnTo>
                <a:lnTo>
                  <a:pt x="228915" y="0"/>
                </a:lnTo>
                <a:lnTo>
                  <a:pt x="257859" y="0"/>
                </a:lnTo>
                <a:lnTo>
                  <a:pt x="257859" y="136296"/>
                </a:lnTo>
                <a:lnTo>
                  <a:pt x="313114" y="136296"/>
                </a:lnTo>
                <a:lnTo>
                  <a:pt x="313114" y="160767"/>
                </a:lnTo>
                <a:lnTo>
                  <a:pt x="257859" y="160767"/>
                </a:lnTo>
                <a:lnTo>
                  <a:pt x="257859" y="330743"/>
                </a:lnTo>
                <a:close/>
              </a:path>
              <a:path w="313689" h="330834">
                <a:moveTo>
                  <a:pt x="114194" y="53150"/>
                </a:moveTo>
                <a:lnTo>
                  <a:pt x="84988" y="53150"/>
                </a:lnTo>
                <a:lnTo>
                  <a:pt x="84988" y="3946"/>
                </a:lnTo>
                <a:lnTo>
                  <a:pt x="114194" y="3946"/>
                </a:lnTo>
                <a:lnTo>
                  <a:pt x="114194" y="53150"/>
                </a:lnTo>
                <a:close/>
              </a:path>
              <a:path w="313689" h="330834">
                <a:moveTo>
                  <a:pt x="196814" y="77357"/>
                </a:moveTo>
                <a:lnTo>
                  <a:pt x="0" y="77357"/>
                </a:lnTo>
                <a:lnTo>
                  <a:pt x="0" y="53150"/>
                </a:lnTo>
                <a:lnTo>
                  <a:pt x="196814" y="53150"/>
                </a:lnTo>
                <a:lnTo>
                  <a:pt x="196814" y="77357"/>
                </a:lnTo>
                <a:close/>
              </a:path>
              <a:path w="313689" h="330834">
                <a:moveTo>
                  <a:pt x="99986" y="256543"/>
                </a:moveTo>
                <a:lnTo>
                  <a:pt x="67416" y="250993"/>
                </a:lnTo>
                <a:lnTo>
                  <a:pt x="41704" y="235428"/>
                </a:lnTo>
                <a:lnTo>
                  <a:pt x="24873" y="211475"/>
                </a:lnTo>
                <a:lnTo>
                  <a:pt x="18944" y="180764"/>
                </a:lnTo>
                <a:lnTo>
                  <a:pt x="24873" y="150012"/>
                </a:lnTo>
                <a:lnTo>
                  <a:pt x="41704" y="125969"/>
                </a:lnTo>
                <a:lnTo>
                  <a:pt x="67416" y="110313"/>
                </a:lnTo>
                <a:lnTo>
                  <a:pt x="99986" y="104722"/>
                </a:lnTo>
                <a:lnTo>
                  <a:pt x="132370" y="110313"/>
                </a:lnTo>
                <a:lnTo>
                  <a:pt x="157971" y="125969"/>
                </a:lnTo>
                <a:lnTo>
                  <a:pt x="160233" y="129192"/>
                </a:lnTo>
                <a:lnTo>
                  <a:pt x="99986" y="129192"/>
                </a:lnTo>
                <a:lnTo>
                  <a:pt x="78656" y="133032"/>
                </a:lnTo>
                <a:lnTo>
                  <a:pt x="61767" y="143730"/>
                </a:lnTo>
                <a:lnTo>
                  <a:pt x="50700" y="160051"/>
                </a:lnTo>
                <a:lnTo>
                  <a:pt x="46835" y="180764"/>
                </a:lnTo>
                <a:lnTo>
                  <a:pt x="50700" y="201431"/>
                </a:lnTo>
                <a:lnTo>
                  <a:pt x="61767" y="217634"/>
                </a:lnTo>
                <a:lnTo>
                  <a:pt x="78656" y="228163"/>
                </a:lnTo>
                <a:lnTo>
                  <a:pt x="99986" y="231810"/>
                </a:lnTo>
                <a:lnTo>
                  <a:pt x="160519" y="231810"/>
                </a:lnTo>
                <a:lnTo>
                  <a:pt x="157971" y="235428"/>
                </a:lnTo>
                <a:lnTo>
                  <a:pt x="132370" y="250993"/>
                </a:lnTo>
                <a:lnTo>
                  <a:pt x="99986" y="256543"/>
                </a:lnTo>
                <a:close/>
              </a:path>
              <a:path w="313689" h="330834">
                <a:moveTo>
                  <a:pt x="160519" y="231810"/>
                </a:moveTo>
                <a:lnTo>
                  <a:pt x="99986" y="231810"/>
                </a:lnTo>
                <a:lnTo>
                  <a:pt x="121130" y="228163"/>
                </a:lnTo>
                <a:lnTo>
                  <a:pt x="137908" y="217634"/>
                </a:lnTo>
                <a:lnTo>
                  <a:pt x="149013" y="201431"/>
                </a:lnTo>
                <a:lnTo>
                  <a:pt x="153136" y="180764"/>
                </a:lnTo>
                <a:lnTo>
                  <a:pt x="149013" y="160051"/>
                </a:lnTo>
                <a:lnTo>
                  <a:pt x="137908" y="143730"/>
                </a:lnTo>
                <a:lnTo>
                  <a:pt x="121130" y="133032"/>
                </a:lnTo>
                <a:lnTo>
                  <a:pt x="99986" y="129192"/>
                </a:lnTo>
                <a:lnTo>
                  <a:pt x="160233" y="129192"/>
                </a:lnTo>
                <a:lnTo>
                  <a:pt x="174840" y="150012"/>
                </a:lnTo>
                <a:lnTo>
                  <a:pt x="181027" y="180764"/>
                </a:lnTo>
                <a:lnTo>
                  <a:pt x="174840" y="211475"/>
                </a:lnTo>
                <a:lnTo>
                  <a:pt x="160519" y="2318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649286" y="7642582"/>
            <a:ext cx="301625" cy="250825"/>
          </a:xfrm>
          <a:custGeom>
            <a:avLst/>
            <a:gdLst/>
            <a:ahLst/>
            <a:cxnLst/>
            <a:rect l="l" t="t" r="r" b="b"/>
            <a:pathLst>
              <a:path w="301625" h="250825">
                <a:moveTo>
                  <a:pt x="252859" y="185500"/>
                </a:moveTo>
                <a:lnTo>
                  <a:pt x="223390" y="182080"/>
                </a:lnTo>
                <a:lnTo>
                  <a:pt x="230543" y="137715"/>
                </a:lnTo>
                <a:lnTo>
                  <a:pt x="234243" y="98703"/>
                </a:lnTo>
                <a:lnTo>
                  <a:pt x="235674" y="64082"/>
                </a:lnTo>
                <a:lnTo>
                  <a:pt x="236020" y="32890"/>
                </a:lnTo>
                <a:lnTo>
                  <a:pt x="236020" y="24207"/>
                </a:lnTo>
                <a:lnTo>
                  <a:pt x="32100" y="24207"/>
                </a:lnTo>
                <a:lnTo>
                  <a:pt x="32100" y="0"/>
                </a:lnTo>
                <a:lnTo>
                  <a:pt x="265226" y="0"/>
                </a:lnTo>
                <a:lnTo>
                  <a:pt x="265226" y="32890"/>
                </a:lnTo>
                <a:lnTo>
                  <a:pt x="264885" y="64579"/>
                </a:lnTo>
                <a:lnTo>
                  <a:pt x="263483" y="99525"/>
                </a:lnTo>
                <a:lnTo>
                  <a:pt x="259861" y="139306"/>
                </a:lnTo>
                <a:lnTo>
                  <a:pt x="252859" y="185500"/>
                </a:lnTo>
                <a:close/>
              </a:path>
              <a:path w="301625" h="250825">
                <a:moveTo>
                  <a:pt x="147084" y="226021"/>
                </a:moveTo>
                <a:lnTo>
                  <a:pt x="118141" y="226021"/>
                </a:lnTo>
                <a:lnTo>
                  <a:pt x="118141" y="107879"/>
                </a:lnTo>
                <a:lnTo>
                  <a:pt x="147084" y="107879"/>
                </a:lnTo>
                <a:lnTo>
                  <a:pt x="147084" y="226021"/>
                </a:lnTo>
                <a:close/>
              </a:path>
              <a:path w="301625" h="250825">
                <a:moveTo>
                  <a:pt x="301537" y="250491"/>
                </a:moveTo>
                <a:lnTo>
                  <a:pt x="0" y="250491"/>
                </a:lnTo>
                <a:lnTo>
                  <a:pt x="0" y="226021"/>
                </a:lnTo>
                <a:lnTo>
                  <a:pt x="301537" y="226021"/>
                </a:lnTo>
                <a:lnTo>
                  <a:pt x="301537" y="2504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5080248" y="7609165"/>
            <a:ext cx="268605" cy="331470"/>
          </a:xfrm>
          <a:custGeom>
            <a:avLst/>
            <a:gdLst/>
            <a:ahLst/>
            <a:cxnLst/>
            <a:rect l="l" t="t" r="r" b="b"/>
            <a:pathLst>
              <a:path w="268604" h="331470">
                <a:moveTo>
                  <a:pt x="268120" y="126298"/>
                </a:moveTo>
                <a:lnTo>
                  <a:pt x="239177" y="126298"/>
                </a:lnTo>
                <a:lnTo>
                  <a:pt x="239177" y="0"/>
                </a:lnTo>
                <a:lnTo>
                  <a:pt x="268120" y="0"/>
                </a:lnTo>
                <a:lnTo>
                  <a:pt x="268120" y="126298"/>
                </a:lnTo>
                <a:close/>
              </a:path>
              <a:path w="268604" h="331470">
                <a:moveTo>
                  <a:pt x="82883" y="256017"/>
                </a:moveTo>
                <a:lnTo>
                  <a:pt x="49248" y="247926"/>
                </a:lnTo>
                <a:lnTo>
                  <a:pt x="22990" y="224837"/>
                </a:lnTo>
                <a:lnTo>
                  <a:pt x="5957" y="188526"/>
                </a:lnTo>
                <a:lnTo>
                  <a:pt x="0" y="140770"/>
                </a:lnTo>
                <a:lnTo>
                  <a:pt x="5957" y="93161"/>
                </a:lnTo>
                <a:lnTo>
                  <a:pt x="22990" y="56900"/>
                </a:lnTo>
                <a:lnTo>
                  <a:pt x="49248" y="33761"/>
                </a:lnTo>
                <a:lnTo>
                  <a:pt x="82883" y="25522"/>
                </a:lnTo>
                <a:lnTo>
                  <a:pt x="114044" y="32684"/>
                </a:lnTo>
                <a:lnTo>
                  <a:pt x="137522" y="51571"/>
                </a:lnTo>
                <a:lnTo>
                  <a:pt x="82883" y="51571"/>
                </a:lnTo>
                <a:lnTo>
                  <a:pt x="60526" y="58071"/>
                </a:lnTo>
                <a:lnTo>
                  <a:pt x="43151" y="76140"/>
                </a:lnTo>
                <a:lnTo>
                  <a:pt x="31895" y="104224"/>
                </a:lnTo>
                <a:lnTo>
                  <a:pt x="27890" y="140770"/>
                </a:lnTo>
                <a:lnTo>
                  <a:pt x="31895" y="177463"/>
                </a:lnTo>
                <a:lnTo>
                  <a:pt x="43151" y="205596"/>
                </a:lnTo>
                <a:lnTo>
                  <a:pt x="60526" y="223616"/>
                </a:lnTo>
                <a:lnTo>
                  <a:pt x="82883" y="229968"/>
                </a:lnTo>
                <a:lnTo>
                  <a:pt x="137318" y="229968"/>
                </a:lnTo>
                <a:lnTo>
                  <a:pt x="114788" y="248651"/>
                </a:lnTo>
                <a:lnTo>
                  <a:pt x="82883" y="256017"/>
                </a:lnTo>
                <a:close/>
              </a:path>
              <a:path w="268604" h="331470">
                <a:moveTo>
                  <a:pt x="137318" y="229968"/>
                </a:moveTo>
                <a:lnTo>
                  <a:pt x="82883" y="229968"/>
                </a:lnTo>
                <a:lnTo>
                  <a:pt x="105129" y="223616"/>
                </a:lnTo>
                <a:lnTo>
                  <a:pt x="122515" y="205596"/>
                </a:lnTo>
                <a:lnTo>
                  <a:pt x="133834" y="177463"/>
                </a:lnTo>
                <a:lnTo>
                  <a:pt x="137875" y="140770"/>
                </a:lnTo>
                <a:lnTo>
                  <a:pt x="133834" y="104224"/>
                </a:lnTo>
                <a:lnTo>
                  <a:pt x="122515" y="76140"/>
                </a:lnTo>
                <a:lnTo>
                  <a:pt x="105129" y="58071"/>
                </a:lnTo>
                <a:lnTo>
                  <a:pt x="82883" y="51571"/>
                </a:lnTo>
                <a:lnTo>
                  <a:pt x="137522" y="51571"/>
                </a:lnTo>
                <a:lnTo>
                  <a:pt x="139076" y="52821"/>
                </a:lnTo>
                <a:lnTo>
                  <a:pt x="156534" y="84503"/>
                </a:lnTo>
                <a:lnTo>
                  <a:pt x="164977" y="126298"/>
                </a:lnTo>
                <a:lnTo>
                  <a:pt x="268120" y="126298"/>
                </a:lnTo>
                <a:lnTo>
                  <a:pt x="268120" y="150505"/>
                </a:lnTo>
                <a:lnTo>
                  <a:pt x="165240" y="150505"/>
                </a:lnTo>
                <a:lnTo>
                  <a:pt x="157533" y="194354"/>
                </a:lnTo>
                <a:lnTo>
                  <a:pt x="140194" y="227583"/>
                </a:lnTo>
                <a:lnTo>
                  <a:pt x="137318" y="229968"/>
                </a:lnTo>
                <a:close/>
              </a:path>
              <a:path w="268604" h="331470">
                <a:moveTo>
                  <a:pt x="268120" y="331270"/>
                </a:moveTo>
                <a:lnTo>
                  <a:pt x="239177" y="331270"/>
                </a:lnTo>
                <a:lnTo>
                  <a:pt x="239177" y="150505"/>
                </a:lnTo>
                <a:lnTo>
                  <a:pt x="268120" y="150505"/>
                </a:lnTo>
                <a:lnTo>
                  <a:pt x="268120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5403624" y="7621006"/>
            <a:ext cx="301625" cy="319405"/>
          </a:xfrm>
          <a:custGeom>
            <a:avLst/>
            <a:gdLst/>
            <a:ahLst/>
            <a:cxnLst/>
            <a:rect l="l" t="t" r="r" b="b"/>
            <a:pathLst>
              <a:path w="301625" h="319404">
                <a:moveTo>
                  <a:pt x="27627" y="138138"/>
                </a:moveTo>
                <a:lnTo>
                  <a:pt x="15524" y="114194"/>
                </a:lnTo>
                <a:lnTo>
                  <a:pt x="59510" y="102420"/>
                </a:lnTo>
                <a:lnTo>
                  <a:pt x="98045" y="81172"/>
                </a:lnTo>
                <a:lnTo>
                  <a:pt x="125381" y="52624"/>
                </a:lnTo>
                <a:lnTo>
                  <a:pt x="135770" y="18944"/>
                </a:lnTo>
                <a:lnTo>
                  <a:pt x="135770" y="0"/>
                </a:lnTo>
                <a:lnTo>
                  <a:pt x="166029" y="0"/>
                </a:lnTo>
                <a:lnTo>
                  <a:pt x="166029" y="18944"/>
                </a:lnTo>
                <a:lnTo>
                  <a:pt x="176460" y="52291"/>
                </a:lnTo>
                <a:lnTo>
                  <a:pt x="184100" y="60254"/>
                </a:lnTo>
                <a:lnTo>
                  <a:pt x="151031" y="60254"/>
                </a:lnTo>
                <a:lnTo>
                  <a:pt x="130103" y="88464"/>
                </a:lnTo>
                <a:lnTo>
                  <a:pt x="100726" y="111283"/>
                </a:lnTo>
                <a:lnTo>
                  <a:pt x="65650" y="128060"/>
                </a:lnTo>
                <a:lnTo>
                  <a:pt x="27627" y="138138"/>
                </a:lnTo>
                <a:close/>
              </a:path>
              <a:path w="301625" h="319404">
                <a:moveTo>
                  <a:pt x="274698" y="138138"/>
                </a:moveTo>
                <a:lnTo>
                  <a:pt x="236597" y="128023"/>
                </a:lnTo>
                <a:lnTo>
                  <a:pt x="201468" y="111185"/>
                </a:lnTo>
                <a:lnTo>
                  <a:pt x="172038" y="88353"/>
                </a:lnTo>
                <a:lnTo>
                  <a:pt x="151031" y="60254"/>
                </a:lnTo>
                <a:lnTo>
                  <a:pt x="184100" y="60254"/>
                </a:lnTo>
                <a:lnTo>
                  <a:pt x="203886" y="80876"/>
                </a:lnTo>
                <a:lnTo>
                  <a:pt x="242511" y="102309"/>
                </a:lnTo>
                <a:lnTo>
                  <a:pt x="286539" y="114194"/>
                </a:lnTo>
                <a:lnTo>
                  <a:pt x="274698" y="138138"/>
                </a:lnTo>
                <a:close/>
              </a:path>
              <a:path w="301625" h="319404">
                <a:moveTo>
                  <a:pt x="301537" y="198919"/>
                </a:moveTo>
                <a:lnTo>
                  <a:pt x="0" y="198919"/>
                </a:lnTo>
                <a:lnTo>
                  <a:pt x="0" y="174449"/>
                </a:lnTo>
                <a:lnTo>
                  <a:pt x="301537" y="174449"/>
                </a:lnTo>
                <a:lnTo>
                  <a:pt x="301537" y="198919"/>
                </a:lnTo>
                <a:close/>
              </a:path>
              <a:path w="301625" h="319404">
                <a:moveTo>
                  <a:pt x="164450" y="318903"/>
                </a:moveTo>
                <a:lnTo>
                  <a:pt x="135770" y="318903"/>
                </a:lnTo>
                <a:lnTo>
                  <a:pt x="135770" y="198919"/>
                </a:lnTo>
                <a:lnTo>
                  <a:pt x="164450" y="198919"/>
                </a:lnTo>
                <a:lnTo>
                  <a:pt x="164450" y="318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5733579" y="7609428"/>
            <a:ext cx="281305" cy="323215"/>
          </a:xfrm>
          <a:custGeom>
            <a:avLst/>
            <a:gdLst/>
            <a:ahLst/>
            <a:cxnLst/>
            <a:rect l="l" t="t" r="r" b="b"/>
            <a:pathLst>
              <a:path w="281304" h="323215">
                <a:moveTo>
                  <a:pt x="273646" y="247860"/>
                </a:moveTo>
                <a:lnTo>
                  <a:pt x="244439" y="247860"/>
                </a:lnTo>
                <a:lnTo>
                  <a:pt x="244439" y="102354"/>
                </a:lnTo>
                <a:lnTo>
                  <a:pt x="170765" y="102354"/>
                </a:lnTo>
                <a:lnTo>
                  <a:pt x="170765" y="77883"/>
                </a:lnTo>
                <a:lnTo>
                  <a:pt x="244439" y="77883"/>
                </a:lnTo>
                <a:lnTo>
                  <a:pt x="244439" y="0"/>
                </a:lnTo>
                <a:lnTo>
                  <a:pt x="273646" y="0"/>
                </a:lnTo>
                <a:lnTo>
                  <a:pt x="273646" y="247860"/>
                </a:lnTo>
                <a:close/>
              </a:path>
              <a:path w="281304" h="323215">
                <a:moveTo>
                  <a:pt x="15524" y="199972"/>
                </a:moveTo>
                <a:lnTo>
                  <a:pt x="0" y="176291"/>
                </a:lnTo>
                <a:lnTo>
                  <a:pt x="33946" y="157766"/>
                </a:lnTo>
                <a:lnTo>
                  <a:pt x="60419" y="130902"/>
                </a:lnTo>
                <a:lnTo>
                  <a:pt x="77666" y="97922"/>
                </a:lnTo>
                <a:lnTo>
                  <a:pt x="83935" y="61044"/>
                </a:lnTo>
                <a:lnTo>
                  <a:pt x="83935" y="19997"/>
                </a:lnTo>
                <a:lnTo>
                  <a:pt x="112616" y="19997"/>
                </a:lnTo>
                <a:lnTo>
                  <a:pt x="112616" y="62096"/>
                </a:lnTo>
                <a:lnTo>
                  <a:pt x="118593" y="95813"/>
                </a:lnTo>
                <a:lnTo>
                  <a:pt x="128030" y="113010"/>
                </a:lnTo>
                <a:lnTo>
                  <a:pt x="98539" y="113010"/>
                </a:lnTo>
                <a:lnTo>
                  <a:pt x="85160" y="141232"/>
                </a:lnTo>
                <a:lnTo>
                  <a:pt x="66405" y="165618"/>
                </a:lnTo>
                <a:lnTo>
                  <a:pt x="42962" y="185441"/>
                </a:lnTo>
                <a:lnTo>
                  <a:pt x="15524" y="199972"/>
                </a:lnTo>
                <a:close/>
              </a:path>
              <a:path w="281304" h="323215">
                <a:moveTo>
                  <a:pt x="178133" y="192078"/>
                </a:moveTo>
                <a:lnTo>
                  <a:pt x="152339" y="178669"/>
                </a:lnTo>
                <a:lnTo>
                  <a:pt x="130047" y="160586"/>
                </a:lnTo>
                <a:lnTo>
                  <a:pt x="111900" y="138482"/>
                </a:lnTo>
                <a:lnTo>
                  <a:pt x="98539" y="113010"/>
                </a:lnTo>
                <a:lnTo>
                  <a:pt x="128030" y="113010"/>
                </a:lnTo>
                <a:lnTo>
                  <a:pt x="135376" y="126397"/>
                </a:lnTo>
                <a:lnTo>
                  <a:pt x="161235" y="151603"/>
                </a:lnTo>
                <a:lnTo>
                  <a:pt x="194446" y="169187"/>
                </a:lnTo>
                <a:lnTo>
                  <a:pt x="178133" y="192078"/>
                </a:lnTo>
                <a:close/>
              </a:path>
              <a:path w="281304" h="323215">
                <a:moveTo>
                  <a:pt x="281276" y="323113"/>
                </a:moveTo>
                <a:lnTo>
                  <a:pt x="59728" y="323113"/>
                </a:lnTo>
                <a:lnTo>
                  <a:pt x="59728" y="219443"/>
                </a:lnTo>
                <a:lnTo>
                  <a:pt x="89198" y="219443"/>
                </a:lnTo>
                <a:lnTo>
                  <a:pt x="89198" y="298906"/>
                </a:lnTo>
                <a:lnTo>
                  <a:pt x="281276" y="298906"/>
                </a:lnTo>
                <a:lnTo>
                  <a:pt x="281276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6063270" y="7609428"/>
            <a:ext cx="307975" cy="323215"/>
          </a:xfrm>
          <a:custGeom>
            <a:avLst/>
            <a:gdLst/>
            <a:ahLst/>
            <a:cxnLst/>
            <a:rect l="l" t="t" r="r" b="b"/>
            <a:pathLst>
              <a:path w="307975" h="323215">
                <a:moveTo>
                  <a:pt x="113142" y="40520"/>
                </a:moveTo>
                <a:lnTo>
                  <a:pt x="84198" y="40520"/>
                </a:lnTo>
                <a:lnTo>
                  <a:pt x="84198" y="0"/>
                </a:lnTo>
                <a:lnTo>
                  <a:pt x="113142" y="0"/>
                </a:lnTo>
                <a:lnTo>
                  <a:pt x="113142" y="40520"/>
                </a:lnTo>
                <a:close/>
              </a:path>
              <a:path w="307975" h="323215">
                <a:moveTo>
                  <a:pt x="197078" y="64464"/>
                </a:moveTo>
                <a:lnTo>
                  <a:pt x="0" y="64464"/>
                </a:lnTo>
                <a:lnTo>
                  <a:pt x="0" y="40520"/>
                </a:lnTo>
                <a:lnTo>
                  <a:pt x="197078" y="40520"/>
                </a:lnTo>
                <a:lnTo>
                  <a:pt x="197078" y="64464"/>
                </a:lnTo>
                <a:close/>
              </a:path>
              <a:path w="307975" h="323215">
                <a:moveTo>
                  <a:pt x="257859" y="247860"/>
                </a:moveTo>
                <a:lnTo>
                  <a:pt x="228652" y="247860"/>
                </a:lnTo>
                <a:lnTo>
                  <a:pt x="228652" y="0"/>
                </a:lnTo>
                <a:lnTo>
                  <a:pt x="257859" y="0"/>
                </a:lnTo>
                <a:lnTo>
                  <a:pt x="257859" y="108932"/>
                </a:lnTo>
                <a:lnTo>
                  <a:pt x="307589" y="108932"/>
                </a:lnTo>
                <a:lnTo>
                  <a:pt x="307589" y="133665"/>
                </a:lnTo>
                <a:lnTo>
                  <a:pt x="257859" y="133665"/>
                </a:lnTo>
                <a:lnTo>
                  <a:pt x="257859" y="247860"/>
                </a:lnTo>
                <a:close/>
              </a:path>
              <a:path w="307975" h="323215">
                <a:moveTo>
                  <a:pt x="98670" y="205497"/>
                </a:moveTo>
                <a:lnTo>
                  <a:pt x="65973" y="201176"/>
                </a:lnTo>
                <a:lnTo>
                  <a:pt x="40750" y="188888"/>
                </a:lnTo>
                <a:lnTo>
                  <a:pt x="24556" y="169643"/>
                </a:lnTo>
                <a:lnTo>
                  <a:pt x="18944" y="144453"/>
                </a:lnTo>
                <a:lnTo>
                  <a:pt x="24556" y="118918"/>
                </a:lnTo>
                <a:lnTo>
                  <a:pt x="40750" y="99427"/>
                </a:lnTo>
                <a:lnTo>
                  <a:pt x="65973" y="86990"/>
                </a:lnTo>
                <a:lnTo>
                  <a:pt x="98670" y="82620"/>
                </a:lnTo>
                <a:lnTo>
                  <a:pt x="130919" y="86990"/>
                </a:lnTo>
                <a:lnTo>
                  <a:pt x="155965" y="99427"/>
                </a:lnTo>
                <a:lnTo>
                  <a:pt x="161042" y="105511"/>
                </a:lnTo>
                <a:lnTo>
                  <a:pt x="98670" y="105511"/>
                </a:lnTo>
                <a:lnTo>
                  <a:pt x="77324" y="108266"/>
                </a:lnTo>
                <a:lnTo>
                  <a:pt x="60912" y="116102"/>
                </a:lnTo>
                <a:lnTo>
                  <a:pt x="50420" y="128378"/>
                </a:lnTo>
                <a:lnTo>
                  <a:pt x="46835" y="144453"/>
                </a:lnTo>
                <a:lnTo>
                  <a:pt x="50420" y="160179"/>
                </a:lnTo>
                <a:lnTo>
                  <a:pt x="60912" y="172180"/>
                </a:lnTo>
                <a:lnTo>
                  <a:pt x="77324" y="179790"/>
                </a:lnTo>
                <a:lnTo>
                  <a:pt x="98670" y="182343"/>
                </a:lnTo>
                <a:lnTo>
                  <a:pt x="161496" y="182343"/>
                </a:lnTo>
                <a:lnTo>
                  <a:pt x="155965" y="188888"/>
                </a:lnTo>
                <a:lnTo>
                  <a:pt x="130919" y="201176"/>
                </a:lnTo>
                <a:lnTo>
                  <a:pt x="98670" y="205497"/>
                </a:lnTo>
                <a:close/>
              </a:path>
              <a:path w="307975" h="323215">
                <a:moveTo>
                  <a:pt x="161496" y="182343"/>
                </a:moveTo>
                <a:lnTo>
                  <a:pt x="98670" y="182343"/>
                </a:lnTo>
                <a:lnTo>
                  <a:pt x="119720" y="179790"/>
                </a:lnTo>
                <a:lnTo>
                  <a:pt x="136033" y="172180"/>
                </a:lnTo>
                <a:lnTo>
                  <a:pt x="146624" y="160179"/>
                </a:lnTo>
                <a:lnTo>
                  <a:pt x="150505" y="144453"/>
                </a:lnTo>
                <a:lnTo>
                  <a:pt x="146624" y="128378"/>
                </a:lnTo>
                <a:lnTo>
                  <a:pt x="136033" y="116102"/>
                </a:lnTo>
                <a:lnTo>
                  <a:pt x="119720" y="108266"/>
                </a:lnTo>
                <a:lnTo>
                  <a:pt x="98670" y="105511"/>
                </a:lnTo>
                <a:lnTo>
                  <a:pt x="161042" y="105511"/>
                </a:lnTo>
                <a:lnTo>
                  <a:pt x="172229" y="118918"/>
                </a:lnTo>
                <a:lnTo>
                  <a:pt x="178133" y="144453"/>
                </a:lnTo>
                <a:lnTo>
                  <a:pt x="172229" y="169643"/>
                </a:lnTo>
                <a:lnTo>
                  <a:pt x="161496" y="182343"/>
                </a:lnTo>
                <a:close/>
              </a:path>
              <a:path w="307975" h="323215">
                <a:moveTo>
                  <a:pt x="273120" y="323113"/>
                </a:moveTo>
                <a:lnTo>
                  <a:pt x="50782" y="323113"/>
                </a:lnTo>
                <a:lnTo>
                  <a:pt x="50782" y="227863"/>
                </a:lnTo>
                <a:lnTo>
                  <a:pt x="79725" y="227863"/>
                </a:lnTo>
                <a:lnTo>
                  <a:pt x="79725" y="298906"/>
                </a:lnTo>
                <a:lnTo>
                  <a:pt x="273120" y="298906"/>
                </a:lnTo>
                <a:lnTo>
                  <a:pt x="273120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6486152" y="7609165"/>
            <a:ext cx="309880" cy="330200"/>
          </a:xfrm>
          <a:custGeom>
            <a:avLst/>
            <a:gdLst/>
            <a:ahLst/>
            <a:cxnLst/>
            <a:rect l="l" t="t" r="r" b="b"/>
            <a:pathLst>
              <a:path w="309879" h="330200">
                <a:moveTo>
                  <a:pt x="259964" y="201287"/>
                </a:moveTo>
                <a:lnTo>
                  <a:pt x="230757" y="201287"/>
                </a:lnTo>
                <a:lnTo>
                  <a:pt x="230757" y="0"/>
                </a:lnTo>
                <a:lnTo>
                  <a:pt x="259964" y="0"/>
                </a:lnTo>
                <a:lnTo>
                  <a:pt x="259964" y="86303"/>
                </a:lnTo>
                <a:lnTo>
                  <a:pt x="309694" y="86303"/>
                </a:lnTo>
                <a:lnTo>
                  <a:pt x="309694" y="110774"/>
                </a:lnTo>
                <a:lnTo>
                  <a:pt x="259964" y="110774"/>
                </a:lnTo>
                <a:lnTo>
                  <a:pt x="259964" y="201287"/>
                </a:lnTo>
                <a:close/>
              </a:path>
              <a:path w="309879" h="330200">
                <a:moveTo>
                  <a:pt x="15787" y="188395"/>
                </a:moveTo>
                <a:lnTo>
                  <a:pt x="0" y="164977"/>
                </a:lnTo>
                <a:lnTo>
                  <a:pt x="33934" y="146624"/>
                </a:lnTo>
                <a:lnTo>
                  <a:pt x="60123" y="120378"/>
                </a:lnTo>
                <a:lnTo>
                  <a:pt x="77037" y="88014"/>
                </a:lnTo>
                <a:lnTo>
                  <a:pt x="83146" y="51308"/>
                </a:lnTo>
                <a:lnTo>
                  <a:pt x="83146" y="17102"/>
                </a:lnTo>
                <a:lnTo>
                  <a:pt x="111826" y="17102"/>
                </a:lnTo>
                <a:lnTo>
                  <a:pt x="111826" y="53413"/>
                </a:lnTo>
                <a:lnTo>
                  <a:pt x="117919" y="86135"/>
                </a:lnTo>
                <a:lnTo>
                  <a:pt x="128228" y="103933"/>
                </a:lnTo>
                <a:lnTo>
                  <a:pt x="98275" y="103933"/>
                </a:lnTo>
                <a:lnTo>
                  <a:pt x="84832" y="131523"/>
                </a:lnTo>
                <a:lnTo>
                  <a:pt x="66207" y="155241"/>
                </a:lnTo>
                <a:lnTo>
                  <a:pt x="42995" y="174420"/>
                </a:lnTo>
                <a:lnTo>
                  <a:pt x="15787" y="188395"/>
                </a:lnTo>
                <a:close/>
              </a:path>
              <a:path w="309879" h="330200">
                <a:moveTo>
                  <a:pt x="178133" y="179185"/>
                </a:moveTo>
                <a:lnTo>
                  <a:pt x="152242" y="166613"/>
                </a:lnTo>
                <a:lnTo>
                  <a:pt x="129866" y="149453"/>
                </a:lnTo>
                <a:lnTo>
                  <a:pt x="111660" y="128345"/>
                </a:lnTo>
                <a:lnTo>
                  <a:pt x="98275" y="103933"/>
                </a:lnTo>
                <a:lnTo>
                  <a:pt x="128228" y="103933"/>
                </a:lnTo>
                <a:lnTo>
                  <a:pt x="134915" y="115477"/>
                </a:lnTo>
                <a:lnTo>
                  <a:pt x="160890" y="139442"/>
                </a:lnTo>
                <a:lnTo>
                  <a:pt x="193920" y="156031"/>
                </a:lnTo>
                <a:lnTo>
                  <a:pt x="178133" y="179185"/>
                </a:lnTo>
                <a:close/>
              </a:path>
              <a:path w="309879" h="330200">
                <a:moveTo>
                  <a:pt x="153926" y="329954"/>
                </a:moveTo>
                <a:lnTo>
                  <a:pt x="108031" y="325941"/>
                </a:lnTo>
                <a:lnTo>
                  <a:pt x="73509" y="314232"/>
                </a:lnTo>
                <a:lnTo>
                  <a:pt x="51765" y="295321"/>
                </a:lnTo>
                <a:lnTo>
                  <a:pt x="44204" y="269699"/>
                </a:lnTo>
                <a:lnTo>
                  <a:pt x="51765" y="244341"/>
                </a:lnTo>
                <a:lnTo>
                  <a:pt x="73509" y="225495"/>
                </a:lnTo>
                <a:lnTo>
                  <a:pt x="108031" y="213753"/>
                </a:lnTo>
                <a:lnTo>
                  <a:pt x="153926" y="209707"/>
                </a:lnTo>
                <a:lnTo>
                  <a:pt x="199585" y="213753"/>
                </a:lnTo>
                <a:lnTo>
                  <a:pt x="233849" y="225495"/>
                </a:lnTo>
                <a:lnTo>
                  <a:pt x="242568" y="233125"/>
                </a:lnTo>
                <a:lnTo>
                  <a:pt x="153926" y="233125"/>
                </a:lnTo>
                <a:lnTo>
                  <a:pt x="120217" y="235658"/>
                </a:lnTo>
                <a:lnTo>
                  <a:pt x="94822" y="242926"/>
                </a:lnTo>
                <a:lnTo>
                  <a:pt x="78850" y="254438"/>
                </a:lnTo>
                <a:lnTo>
                  <a:pt x="73410" y="269699"/>
                </a:lnTo>
                <a:lnTo>
                  <a:pt x="78850" y="285338"/>
                </a:lnTo>
                <a:lnTo>
                  <a:pt x="94822" y="296932"/>
                </a:lnTo>
                <a:lnTo>
                  <a:pt x="120217" y="304184"/>
                </a:lnTo>
                <a:lnTo>
                  <a:pt x="153926" y="306799"/>
                </a:lnTo>
                <a:lnTo>
                  <a:pt x="242313" y="306799"/>
                </a:lnTo>
                <a:lnTo>
                  <a:pt x="233849" y="314232"/>
                </a:lnTo>
                <a:lnTo>
                  <a:pt x="199585" y="325941"/>
                </a:lnTo>
                <a:lnTo>
                  <a:pt x="153926" y="329954"/>
                </a:lnTo>
                <a:close/>
              </a:path>
              <a:path w="309879" h="330200">
                <a:moveTo>
                  <a:pt x="242313" y="306799"/>
                </a:moveTo>
                <a:lnTo>
                  <a:pt x="153926" y="306799"/>
                </a:lnTo>
                <a:lnTo>
                  <a:pt x="187597" y="304184"/>
                </a:lnTo>
                <a:lnTo>
                  <a:pt x="212931" y="296932"/>
                </a:lnTo>
                <a:lnTo>
                  <a:pt x="228891" y="285338"/>
                </a:lnTo>
                <a:lnTo>
                  <a:pt x="234441" y="269699"/>
                </a:lnTo>
                <a:lnTo>
                  <a:pt x="228891" y="254438"/>
                </a:lnTo>
                <a:lnTo>
                  <a:pt x="212931" y="242926"/>
                </a:lnTo>
                <a:lnTo>
                  <a:pt x="187597" y="235658"/>
                </a:lnTo>
                <a:lnTo>
                  <a:pt x="153926" y="233125"/>
                </a:lnTo>
                <a:lnTo>
                  <a:pt x="242568" y="233125"/>
                </a:lnTo>
                <a:lnTo>
                  <a:pt x="255384" y="244341"/>
                </a:lnTo>
                <a:lnTo>
                  <a:pt x="262858" y="269699"/>
                </a:lnTo>
                <a:lnTo>
                  <a:pt x="255384" y="295321"/>
                </a:lnTo>
                <a:lnTo>
                  <a:pt x="242313" y="306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6815318" y="7606534"/>
            <a:ext cx="309245" cy="333375"/>
          </a:xfrm>
          <a:custGeom>
            <a:avLst/>
            <a:gdLst/>
            <a:ahLst/>
            <a:cxnLst/>
            <a:rect l="l" t="t" r="r" b="b"/>
            <a:pathLst>
              <a:path w="309245" h="333375">
                <a:moveTo>
                  <a:pt x="118930" y="31311"/>
                </a:moveTo>
                <a:lnTo>
                  <a:pt x="89724" y="31311"/>
                </a:lnTo>
                <a:lnTo>
                  <a:pt x="89724" y="0"/>
                </a:lnTo>
                <a:lnTo>
                  <a:pt x="118930" y="0"/>
                </a:lnTo>
                <a:lnTo>
                  <a:pt x="118930" y="31311"/>
                </a:lnTo>
                <a:close/>
              </a:path>
              <a:path w="309245" h="333375">
                <a:moveTo>
                  <a:pt x="199972" y="53676"/>
                </a:moveTo>
                <a:lnTo>
                  <a:pt x="8419" y="53676"/>
                </a:lnTo>
                <a:lnTo>
                  <a:pt x="8419" y="31311"/>
                </a:lnTo>
                <a:lnTo>
                  <a:pt x="199972" y="31311"/>
                </a:lnTo>
                <a:lnTo>
                  <a:pt x="199972" y="53676"/>
                </a:lnTo>
                <a:close/>
              </a:path>
              <a:path w="309245" h="333375">
                <a:moveTo>
                  <a:pt x="259700" y="227073"/>
                </a:moveTo>
                <a:lnTo>
                  <a:pt x="230494" y="227073"/>
                </a:lnTo>
                <a:lnTo>
                  <a:pt x="230494" y="2894"/>
                </a:lnTo>
                <a:lnTo>
                  <a:pt x="259700" y="2894"/>
                </a:lnTo>
                <a:lnTo>
                  <a:pt x="259700" y="102617"/>
                </a:lnTo>
                <a:lnTo>
                  <a:pt x="309167" y="102617"/>
                </a:lnTo>
                <a:lnTo>
                  <a:pt x="309167" y="127087"/>
                </a:lnTo>
                <a:lnTo>
                  <a:pt x="259700" y="127087"/>
                </a:lnTo>
                <a:lnTo>
                  <a:pt x="259700" y="227073"/>
                </a:lnTo>
                <a:close/>
              </a:path>
              <a:path w="309245" h="333375">
                <a:moveTo>
                  <a:pt x="211159" y="188436"/>
                </a:moveTo>
                <a:lnTo>
                  <a:pt x="20698" y="188436"/>
                </a:lnTo>
                <a:lnTo>
                  <a:pt x="42740" y="188329"/>
                </a:lnTo>
                <a:lnTo>
                  <a:pt x="89724" y="187474"/>
                </a:lnTo>
                <a:lnTo>
                  <a:pt x="89724" y="161030"/>
                </a:lnTo>
                <a:lnTo>
                  <a:pt x="63391" y="156047"/>
                </a:lnTo>
                <a:lnTo>
                  <a:pt x="43447" y="146328"/>
                </a:lnTo>
                <a:lnTo>
                  <a:pt x="30855" y="132317"/>
                </a:lnTo>
                <a:lnTo>
                  <a:pt x="26575" y="114457"/>
                </a:lnTo>
                <a:lnTo>
                  <a:pt x="31928" y="94707"/>
                </a:lnTo>
                <a:lnTo>
                  <a:pt x="47493" y="79988"/>
                </a:lnTo>
                <a:lnTo>
                  <a:pt x="71939" y="70796"/>
                </a:lnTo>
                <a:lnTo>
                  <a:pt x="103933" y="67622"/>
                </a:lnTo>
                <a:lnTo>
                  <a:pt x="135894" y="70796"/>
                </a:lnTo>
                <a:lnTo>
                  <a:pt x="160306" y="79988"/>
                </a:lnTo>
                <a:lnTo>
                  <a:pt x="168689" y="87882"/>
                </a:lnTo>
                <a:lnTo>
                  <a:pt x="103933" y="87882"/>
                </a:lnTo>
                <a:lnTo>
                  <a:pt x="83290" y="89777"/>
                </a:lnTo>
                <a:lnTo>
                  <a:pt x="67655" y="95151"/>
                </a:lnTo>
                <a:lnTo>
                  <a:pt x="57792" y="103534"/>
                </a:lnTo>
                <a:lnTo>
                  <a:pt x="54466" y="114457"/>
                </a:lnTo>
                <a:lnTo>
                  <a:pt x="57792" y="125644"/>
                </a:lnTo>
                <a:lnTo>
                  <a:pt x="67655" y="134093"/>
                </a:lnTo>
                <a:lnTo>
                  <a:pt x="83290" y="139433"/>
                </a:lnTo>
                <a:lnTo>
                  <a:pt x="103933" y="141296"/>
                </a:lnTo>
                <a:lnTo>
                  <a:pt x="168871" y="141296"/>
                </a:lnTo>
                <a:lnTo>
                  <a:pt x="164549" y="146114"/>
                </a:lnTo>
                <a:lnTo>
                  <a:pt x="144885" y="155844"/>
                </a:lnTo>
                <a:lnTo>
                  <a:pt x="118930" y="160898"/>
                </a:lnTo>
                <a:lnTo>
                  <a:pt x="118930" y="186290"/>
                </a:lnTo>
                <a:lnTo>
                  <a:pt x="210912" y="186290"/>
                </a:lnTo>
                <a:lnTo>
                  <a:pt x="211159" y="188436"/>
                </a:lnTo>
                <a:close/>
              </a:path>
              <a:path w="309245" h="333375">
                <a:moveTo>
                  <a:pt x="168871" y="141296"/>
                </a:moveTo>
                <a:lnTo>
                  <a:pt x="103933" y="141296"/>
                </a:lnTo>
                <a:lnTo>
                  <a:pt x="124579" y="139433"/>
                </a:lnTo>
                <a:lnTo>
                  <a:pt x="140243" y="134093"/>
                </a:lnTo>
                <a:lnTo>
                  <a:pt x="150184" y="125644"/>
                </a:lnTo>
                <a:lnTo>
                  <a:pt x="153662" y="114457"/>
                </a:lnTo>
                <a:lnTo>
                  <a:pt x="150184" y="103534"/>
                </a:lnTo>
                <a:lnTo>
                  <a:pt x="140243" y="95151"/>
                </a:lnTo>
                <a:lnTo>
                  <a:pt x="124579" y="89777"/>
                </a:lnTo>
                <a:lnTo>
                  <a:pt x="103933" y="87882"/>
                </a:lnTo>
                <a:lnTo>
                  <a:pt x="168689" y="87882"/>
                </a:lnTo>
                <a:lnTo>
                  <a:pt x="175937" y="94707"/>
                </a:lnTo>
                <a:lnTo>
                  <a:pt x="181553" y="114457"/>
                </a:lnTo>
                <a:lnTo>
                  <a:pt x="177060" y="132167"/>
                </a:lnTo>
                <a:lnTo>
                  <a:pt x="168871" y="141296"/>
                </a:lnTo>
                <a:close/>
              </a:path>
              <a:path w="309245" h="333375">
                <a:moveTo>
                  <a:pt x="210912" y="186290"/>
                </a:moveTo>
                <a:lnTo>
                  <a:pt x="118930" y="186290"/>
                </a:lnTo>
                <a:lnTo>
                  <a:pt x="142128" y="184923"/>
                </a:lnTo>
                <a:lnTo>
                  <a:pt x="165191" y="183149"/>
                </a:lnTo>
                <a:lnTo>
                  <a:pt x="187883" y="180906"/>
                </a:lnTo>
                <a:lnTo>
                  <a:pt x="209971" y="178133"/>
                </a:lnTo>
                <a:lnTo>
                  <a:pt x="210912" y="186290"/>
                </a:lnTo>
                <a:close/>
              </a:path>
              <a:path w="309245" h="333375">
                <a:moveTo>
                  <a:pt x="3420" y="212075"/>
                </a:moveTo>
                <a:lnTo>
                  <a:pt x="0" y="188395"/>
                </a:lnTo>
                <a:lnTo>
                  <a:pt x="211159" y="188436"/>
                </a:lnTo>
                <a:lnTo>
                  <a:pt x="212339" y="198656"/>
                </a:lnTo>
                <a:lnTo>
                  <a:pt x="157975" y="205970"/>
                </a:lnTo>
                <a:lnTo>
                  <a:pt x="103242" y="210003"/>
                </a:lnTo>
                <a:lnTo>
                  <a:pt x="50827" y="211718"/>
                </a:lnTo>
                <a:lnTo>
                  <a:pt x="3420" y="212075"/>
                </a:lnTo>
                <a:close/>
              </a:path>
              <a:path w="309245" h="333375">
                <a:moveTo>
                  <a:pt x="153136" y="333111"/>
                </a:moveTo>
                <a:lnTo>
                  <a:pt x="106921" y="329691"/>
                </a:lnTo>
                <a:lnTo>
                  <a:pt x="72720" y="319955"/>
                </a:lnTo>
                <a:lnTo>
                  <a:pt x="51493" y="304102"/>
                </a:lnTo>
                <a:lnTo>
                  <a:pt x="44204" y="282329"/>
                </a:lnTo>
                <a:lnTo>
                  <a:pt x="51493" y="260330"/>
                </a:lnTo>
                <a:lnTo>
                  <a:pt x="72720" y="244275"/>
                </a:lnTo>
                <a:lnTo>
                  <a:pt x="106921" y="234486"/>
                </a:lnTo>
                <a:lnTo>
                  <a:pt x="153136" y="231283"/>
                </a:lnTo>
                <a:lnTo>
                  <a:pt x="199092" y="234486"/>
                </a:lnTo>
                <a:lnTo>
                  <a:pt x="233257" y="244275"/>
                </a:lnTo>
                <a:lnTo>
                  <a:pt x="245016" y="253122"/>
                </a:lnTo>
                <a:lnTo>
                  <a:pt x="153136" y="253122"/>
                </a:lnTo>
                <a:lnTo>
                  <a:pt x="119148" y="254948"/>
                </a:lnTo>
                <a:lnTo>
                  <a:pt x="94164" y="260621"/>
                </a:lnTo>
                <a:lnTo>
                  <a:pt x="78800" y="269847"/>
                </a:lnTo>
                <a:lnTo>
                  <a:pt x="73674" y="282329"/>
                </a:lnTo>
                <a:lnTo>
                  <a:pt x="78800" y="294354"/>
                </a:lnTo>
                <a:lnTo>
                  <a:pt x="94164" y="303346"/>
                </a:lnTo>
                <a:lnTo>
                  <a:pt x="119148" y="308933"/>
                </a:lnTo>
                <a:lnTo>
                  <a:pt x="153136" y="310746"/>
                </a:lnTo>
                <a:lnTo>
                  <a:pt x="245652" y="310746"/>
                </a:lnTo>
                <a:lnTo>
                  <a:pt x="233257" y="319955"/>
                </a:lnTo>
                <a:lnTo>
                  <a:pt x="199092" y="329691"/>
                </a:lnTo>
                <a:lnTo>
                  <a:pt x="153136" y="333111"/>
                </a:lnTo>
                <a:close/>
              </a:path>
              <a:path w="309245" h="333375">
                <a:moveTo>
                  <a:pt x="245652" y="310746"/>
                </a:moveTo>
                <a:lnTo>
                  <a:pt x="153136" y="310746"/>
                </a:lnTo>
                <a:lnTo>
                  <a:pt x="186787" y="308933"/>
                </a:lnTo>
                <a:lnTo>
                  <a:pt x="211582" y="303346"/>
                </a:lnTo>
                <a:lnTo>
                  <a:pt x="226954" y="294354"/>
                </a:lnTo>
                <a:lnTo>
                  <a:pt x="232336" y="282329"/>
                </a:lnTo>
                <a:lnTo>
                  <a:pt x="226954" y="269847"/>
                </a:lnTo>
                <a:lnTo>
                  <a:pt x="211582" y="260621"/>
                </a:lnTo>
                <a:lnTo>
                  <a:pt x="186787" y="254948"/>
                </a:lnTo>
                <a:lnTo>
                  <a:pt x="153136" y="253122"/>
                </a:lnTo>
                <a:lnTo>
                  <a:pt x="245016" y="253122"/>
                </a:lnTo>
                <a:lnTo>
                  <a:pt x="254594" y="260330"/>
                </a:lnTo>
                <a:lnTo>
                  <a:pt x="262069" y="282329"/>
                </a:lnTo>
                <a:lnTo>
                  <a:pt x="254594" y="304102"/>
                </a:lnTo>
                <a:lnTo>
                  <a:pt x="245652" y="3107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7150534" y="7609165"/>
            <a:ext cx="279400" cy="330835"/>
          </a:xfrm>
          <a:custGeom>
            <a:avLst/>
            <a:gdLst/>
            <a:ahLst/>
            <a:cxnLst/>
            <a:rect l="l" t="t" r="r" b="b"/>
            <a:pathLst>
              <a:path w="279400" h="330834">
                <a:moveTo>
                  <a:pt x="279171" y="330743"/>
                </a:moveTo>
                <a:lnTo>
                  <a:pt x="251017" y="330743"/>
                </a:lnTo>
                <a:lnTo>
                  <a:pt x="251017" y="0"/>
                </a:lnTo>
                <a:lnTo>
                  <a:pt x="279171" y="0"/>
                </a:lnTo>
                <a:lnTo>
                  <a:pt x="279171" y="330743"/>
                </a:lnTo>
                <a:close/>
              </a:path>
              <a:path w="279400" h="330834">
                <a:moveTo>
                  <a:pt x="212865" y="128929"/>
                </a:moveTo>
                <a:lnTo>
                  <a:pt x="184711" y="128929"/>
                </a:lnTo>
                <a:lnTo>
                  <a:pt x="184711" y="7104"/>
                </a:lnTo>
                <a:lnTo>
                  <a:pt x="212865" y="7104"/>
                </a:lnTo>
                <a:lnTo>
                  <a:pt x="212865" y="128929"/>
                </a:lnTo>
                <a:close/>
              </a:path>
              <a:path w="279400" h="330834">
                <a:moveTo>
                  <a:pt x="70779" y="257596"/>
                </a:moveTo>
                <a:lnTo>
                  <a:pt x="41626" y="249657"/>
                </a:lnTo>
                <a:lnTo>
                  <a:pt x="19306" y="226646"/>
                </a:lnTo>
                <a:lnTo>
                  <a:pt x="5028" y="190364"/>
                </a:lnTo>
                <a:lnTo>
                  <a:pt x="0" y="142611"/>
                </a:lnTo>
                <a:lnTo>
                  <a:pt x="5028" y="95048"/>
                </a:lnTo>
                <a:lnTo>
                  <a:pt x="19306" y="58906"/>
                </a:lnTo>
                <a:lnTo>
                  <a:pt x="41626" y="35936"/>
                </a:lnTo>
                <a:lnTo>
                  <a:pt x="70779" y="27890"/>
                </a:lnTo>
                <a:lnTo>
                  <a:pt x="98366" y="34908"/>
                </a:lnTo>
                <a:lnTo>
                  <a:pt x="120082" y="55025"/>
                </a:lnTo>
                <a:lnTo>
                  <a:pt x="120189" y="55255"/>
                </a:lnTo>
                <a:lnTo>
                  <a:pt x="70779" y="55255"/>
                </a:lnTo>
                <a:lnTo>
                  <a:pt x="52747" y="61356"/>
                </a:lnTo>
                <a:lnTo>
                  <a:pt x="39007" y="78804"/>
                </a:lnTo>
                <a:lnTo>
                  <a:pt x="30300" y="106317"/>
                </a:lnTo>
                <a:lnTo>
                  <a:pt x="27364" y="142611"/>
                </a:lnTo>
                <a:lnTo>
                  <a:pt x="30300" y="178943"/>
                </a:lnTo>
                <a:lnTo>
                  <a:pt x="39007" y="206517"/>
                </a:lnTo>
                <a:lnTo>
                  <a:pt x="52747" y="223978"/>
                </a:lnTo>
                <a:lnTo>
                  <a:pt x="70779" y="229968"/>
                </a:lnTo>
                <a:lnTo>
                  <a:pt x="120344" y="229968"/>
                </a:lnTo>
                <a:lnTo>
                  <a:pt x="98775" y="250450"/>
                </a:lnTo>
                <a:lnTo>
                  <a:pt x="70779" y="257596"/>
                </a:lnTo>
                <a:close/>
              </a:path>
              <a:path w="279400" h="330834">
                <a:moveTo>
                  <a:pt x="120344" y="229968"/>
                </a:moveTo>
                <a:lnTo>
                  <a:pt x="70779" y="229968"/>
                </a:lnTo>
                <a:lnTo>
                  <a:pt x="89120" y="223978"/>
                </a:lnTo>
                <a:lnTo>
                  <a:pt x="103044" y="206517"/>
                </a:lnTo>
                <a:lnTo>
                  <a:pt x="111888" y="178943"/>
                </a:lnTo>
                <a:lnTo>
                  <a:pt x="114984" y="142611"/>
                </a:lnTo>
                <a:lnTo>
                  <a:pt x="111888" y="106317"/>
                </a:lnTo>
                <a:lnTo>
                  <a:pt x="103044" y="78804"/>
                </a:lnTo>
                <a:lnTo>
                  <a:pt x="89120" y="61356"/>
                </a:lnTo>
                <a:lnTo>
                  <a:pt x="70779" y="55255"/>
                </a:lnTo>
                <a:lnTo>
                  <a:pt x="120189" y="55255"/>
                </a:lnTo>
                <a:lnTo>
                  <a:pt x="134940" y="86834"/>
                </a:lnTo>
                <a:lnTo>
                  <a:pt x="141954" y="128929"/>
                </a:lnTo>
                <a:lnTo>
                  <a:pt x="212865" y="128929"/>
                </a:lnTo>
                <a:lnTo>
                  <a:pt x="212865" y="153136"/>
                </a:lnTo>
                <a:lnTo>
                  <a:pt x="142085" y="153136"/>
                </a:lnTo>
                <a:lnTo>
                  <a:pt x="135476" y="196691"/>
                </a:lnTo>
                <a:lnTo>
                  <a:pt x="120690" y="229639"/>
                </a:lnTo>
                <a:lnTo>
                  <a:pt x="120344" y="229968"/>
                </a:lnTo>
                <a:close/>
              </a:path>
              <a:path w="279400" h="330834">
                <a:moveTo>
                  <a:pt x="212865" y="313904"/>
                </a:moveTo>
                <a:lnTo>
                  <a:pt x="184711" y="313904"/>
                </a:lnTo>
                <a:lnTo>
                  <a:pt x="184711" y="153136"/>
                </a:lnTo>
                <a:lnTo>
                  <a:pt x="212865" y="153136"/>
                </a:lnTo>
                <a:lnTo>
                  <a:pt x="212865" y="313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7475490" y="7609165"/>
            <a:ext cx="274955" cy="331470"/>
          </a:xfrm>
          <a:custGeom>
            <a:avLst/>
            <a:gdLst/>
            <a:ahLst/>
            <a:cxnLst/>
            <a:rect l="l" t="t" r="r" b="b"/>
            <a:pathLst>
              <a:path w="274954" h="331470">
                <a:moveTo>
                  <a:pt x="274435" y="331270"/>
                </a:moveTo>
                <a:lnTo>
                  <a:pt x="245492" y="331270"/>
                </a:lnTo>
                <a:lnTo>
                  <a:pt x="245492" y="136823"/>
                </a:lnTo>
                <a:lnTo>
                  <a:pt x="167082" y="136823"/>
                </a:lnTo>
                <a:lnTo>
                  <a:pt x="167082" y="112879"/>
                </a:lnTo>
                <a:lnTo>
                  <a:pt x="245492" y="112879"/>
                </a:lnTo>
                <a:lnTo>
                  <a:pt x="245492" y="0"/>
                </a:lnTo>
                <a:lnTo>
                  <a:pt x="274435" y="0"/>
                </a:lnTo>
                <a:lnTo>
                  <a:pt x="274435" y="331270"/>
                </a:lnTo>
                <a:close/>
              </a:path>
              <a:path w="274954" h="331470">
                <a:moveTo>
                  <a:pt x="18681" y="260753"/>
                </a:moveTo>
                <a:lnTo>
                  <a:pt x="0" y="237335"/>
                </a:lnTo>
                <a:lnTo>
                  <a:pt x="33996" y="212593"/>
                </a:lnTo>
                <a:lnTo>
                  <a:pt x="61603" y="176949"/>
                </a:lnTo>
                <a:lnTo>
                  <a:pt x="80182" y="134397"/>
                </a:lnTo>
                <a:lnTo>
                  <a:pt x="87093" y="88935"/>
                </a:lnTo>
                <a:lnTo>
                  <a:pt x="87093" y="28680"/>
                </a:lnTo>
                <a:lnTo>
                  <a:pt x="116562" y="28680"/>
                </a:lnTo>
                <a:lnTo>
                  <a:pt x="116562" y="88935"/>
                </a:lnTo>
                <a:lnTo>
                  <a:pt x="123317" y="133225"/>
                </a:lnTo>
                <a:lnTo>
                  <a:pt x="130355" y="148795"/>
                </a:lnTo>
                <a:lnTo>
                  <a:pt x="102091" y="148795"/>
                </a:lnTo>
                <a:lnTo>
                  <a:pt x="88207" y="184326"/>
                </a:lnTo>
                <a:lnTo>
                  <a:pt x="69069" y="215776"/>
                </a:lnTo>
                <a:lnTo>
                  <a:pt x="45589" y="241724"/>
                </a:lnTo>
                <a:lnTo>
                  <a:pt x="18681" y="260753"/>
                </a:lnTo>
                <a:close/>
              </a:path>
              <a:path w="274954" h="331470">
                <a:moveTo>
                  <a:pt x="185500" y="254701"/>
                </a:moveTo>
                <a:lnTo>
                  <a:pt x="158666" y="236599"/>
                </a:lnTo>
                <a:lnTo>
                  <a:pt x="135211" y="212108"/>
                </a:lnTo>
                <a:lnTo>
                  <a:pt x="116048" y="182437"/>
                </a:lnTo>
                <a:lnTo>
                  <a:pt x="102091" y="148795"/>
                </a:lnTo>
                <a:lnTo>
                  <a:pt x="130355" y="148795"/>
                </a:lnTo>
                <a:lnTo>
                  <a:pt x="141789" y="174087"/>
                </a:lnTo>
                <a:lnTo>
                  <a:pt x="169289" y="207894"/>
                </a:lnTo>
                <a:lnTo>
                  <a:pt x="203129" y="231020"/>
                </a:lnTo>
                <a:lnTo>
                  <a:pt x="185500" y="2547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1641341" y="8142565"/>
            <a:ext cx="260350" cy="331470"/>
          </a:xfrm>
          <a:custGeom>
            <a:avLst/>
            <a:gdLst/>
            <a:ahLst/>
            <a:cxnLst/>
            <a:rect l="l" t="t" r="r" b="b"/>
            <a:pathLst>
              <a:path w="260350" h="331470">
                <a:moveTo>
                  <a:pt x="260227" y="331270"/>
                </a:moveTo>
                <a:lnTo>
                  <a:pt x="231020" y="331270"/>
                </a:lnTo>
                <a:lnTo>
                  <a:pt x="231020" y="0"/>
                </a:lnTo>
                <a:lnTo>
                  <a:pt x="260227" y="0"/>
                </a:lnTo>
                <a:lnTo>
                  <a:pt x="260227" y="331270"/>
                </a:lnTo>
                <a:close/>
              </a:path>
              <a:path w="260350" h="331470">
                <a:moveTo>
                  <a:pt x="84462" y="256017"/>
                </a:moveTo>
                <a:lnTo>
                  <a:pt x="50395" y="247926"/>
                </a:lnTo>
                <a:lnTo>
                  <a:pt x="23680" y="224837"/>
                </a:lnTo>
                <a:lnTo>
                  <a:pt x="6240" y="188526"/>
                </a:lnTo>
                <a:lnTo>
                  <a:pt x="0" y="140770"/>
                </a:lnTo>
                <a:lnTo>
                  <a:pt x="6240" y="93161"/>
                </a:lnTo>
                <a:lnTo>
                  <a:pt x="23680" y="56900"/>
                </a:lnTo>
                <a:lnTo>
                  <a:pt x="50395" y="33761"/>
                </a:lnTo>
                <a:lnTo>
                  <a:pt x="84462" y="25522"/>
                </a:lnTo>
                <a:lnTo>
                  <a:pt x="118306" y="33761"/>
                </a:lnTo>
                <a:lnTo>
                  <a:pt x="138888" y="51571"/>
                </a:lnTo>
                <a:lnTo>
                  <a:pt x="84462" y="51571"/>
                </a:lnTo>
                <a:lnTo>
                  <a:pt x="61677" y="58071"/>
                </a:lnTo>
                <a:lnTo>
                  <a:pt x="43875" y="76140"/>
                </a:lnTo>
                <a:lnTo>
                  <a:pt x="32289" y="104224"/>
                </a:lnTo>
                <a:lnTo>
                  <a:pt x="28154" y="140770"/>
                </a:lnTo>
                <a:lnTo>
                  <a:pt x="32289" y="177463"/>
                </a:lnTo>
                <a:lnTo>
                  <a:pt x="43875" y="205596"/>
                </a:lnTo>
                <a:lnTo>
                  <a:pt x="61677" y="223616"/>
                </a:lnTo>
                <a:lnTo>
                  <a:pt x="84462" y="229968"/>
                </a:lnTo>
                <a:lnTo>
                  <a:pt x="139103" y="229968"/>
                </a:lnTo>
                <a:lnTo>
                  <a:pt x="118306" y="247926"/>
                </a:lnTo>
                <a:lnTo>
                  <a:pt x="84462" y="256017"/>
                </a:lnTo>
                <a:close/>
              </a:path>
              <a:path w="260350" h="331470">
                <a:moveTo>
                  <a:pt x="139103" y="229968"/>
                </a:moveTo>
                <a:lnTo>
                  <a:pt x="84462" y="229968"/>
                </a:lnTo>
                <a:lnTo>
                  <a:pt x="107205" y="223616"/>
                </a:lnTo>
                <a:lnTo>
                  <a:pt x="124916" y="205596"/>
                </a:lnTo>
                <a:lnTo>
                  <a:pt x="136412" y="177463"/>
                </a:lnTo>
                <a:lnTo>
                  <a:pt x="140506" y="140770"/>
                </a:lnTo>
                <a:lnTo>
                  <a:pt x="136412" y="104224"/>
                </a:lnTo>
                <a:lnTo>
                  <a:pt x="124916" y="76140"/>
                </a:lnTo>
                <a:lnTo>
                  <a:pt x="107205" y="58071"/>
                </a:lnTo>
                <a:lnTo>
                  <a:pt x="84462" y="51571"/>
                </a:lnTo>
                <a:lnTo>
                  <a:pt x="138888" y="51571"/>
                </a:lnTo>
                <a:lnTo>
                  <a:pt x="145045" y="56900"/>
                </a:lnTo>
                <a:lnTo>
                  <a:pt x="162609" y="93161"/>
                </a:lnTo>
                <a:lnTo>
                  <a:pt x="168924" y="140770"/>
                </a:lnTo>
                <a:lnTo>
                  <a:pt x="162609" y="188526"/>
                </a:lnTo>
                <a:lnTo>
                  <a:pt x="145045" y="224837"/>
                </a:lnTo>
                <a:lnTo>
                  <a:pt x="139103" y="229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1963928" y="8142828"/>
            <a:ext cx="287655" cy="329565"/>
          </a:xfrm>
          <a:custGeom>
            <a:avLst/>
            <a:gdLst/>
            <a:ahLst/>
            <a:cxnLst/>
            <a:rect l="l" t="t" r="r" b="b"/>
            <a:pathLst>
              <a:path w="287655" h="329565">
                <a:moveTo>
                  <a:pt x="268647" y="223916"/>
                </a:moveTo>
                <a:lnTo>
                  <a:pt x="239440" y="223916"/>
                </a:lnTo>
                <a:lnTo>
                  <a:pt x="239440" y="117615"/>
                </a:lnTo>
                <a:lnTo>
                  <a:pt x="166819" y="117615"/>
                </a:lnTo>
                <a:lnTo>
                  <a:pt x="166819" y="93145"/>
                </a:lnTo>
                <a:lnTo>
                  <a:pt x="239440" y="93145"/>
                </a:lnTo>
                <a:lnTo>
                  <a:pt x="239440" y="0"/>
                </a:lnTo>
                <a:lnTo>
                  <a:pt x="268647" y="0"/>
                </a:lnTo>
                <a:lnTo>
                  <a:pt x="268647" y="223916"/>
                </a:lnTo>
                <a:close/>
              </a:path>
              <a:path w="287655" h="329565">
                <a:moveTo>
                  <a:pt x="12892" y="202340"/>
                </a:moveTo>
                <a:lnTo>
                  <a:pt x="0" y="178922"/>
                </a:lnTo>
                <a:lnTo>
                  <a:pt x="53360" y="156797"/>
                </a:lnTo>
                <a:lnTo>
                  <a:pt x="94263" y="127433"/>
                </a:lnTo>
                <a:lnTo>
                  <a:pt x="121549" y="91580"/>
                </a:lnTo>
                <a:lnTo>
                  <a:pt x="134060" y="49993"/>
                </a:lnTo>
                <a:lnTo>
                  <a:pt x="16313" y="49993"/>
                </a:lnTo>
                <a:lnTo>
                  <a:pt x="16313" y="26049"/>
                </a:lnTo>
                <a:lnTo>
                  <a:pt x="165240" y="26049"/>
                </a:lnTo>
                <a:lnTo>
                  <a:pt x="158439" y="73987"/>
                </a:lnTo>
                <a:lnTo>
                  <a:pt x="138932" y="115914"/>
                </a:lnTo>
                <a:lnTo>
                  <a:pt x="107591" y="151501"/>
                </a:lnTo>
                <a:lnTo>
                  <a:pt x="65287" y="180419"/>
                </a:lnTo>
                <a:lnTo>
                  <a:pt x="12892" y="202340"/>
                </a:lnTo>
                <a:close/>
              </a:path>
              <a:path w="287655" h="329565">
                <a:moveTo>
                  <a:pt x="46572" y="329428"/>
                </a:moveTo>
                <a:lnTo>
                  <a:pt x="34732" y="306010"/>
                </a:lnTo>
                <a:lnTo>
                  <a:pt x="76852" y="293672"/>
                </a:lnTo>
                <a:lnTo>
                  <a:pt x="112583" y="272626"/>
                </a:lnTo>
                <a:lnTo>
                  <a:pt x="137411" y="244328"/>
                </a:lnTo>
                <a:lnTo>
                  <a:pt x="146821" y="210234"/>
                </a:lnTo>
                <a:lnTo>
                  <a:pt x="146821" y="194973"/>
                </a:lnTo>
                <a:lnTo>
                  <a:pt x="175765" y="194973"/>
                </a:lnTo>
                <a:lnTo>
                  <a:pt x="175765" y="210234"/>
                </a:lnTo>
                <a:lnTo>
                  <a:pt x="184941" y="243909"/>
                </a:lnTo>
                <a:lnTo>
                  <a:pt x="194319" y="254570"/>
                </a:lnTo>
                <a:lnTo>
                  <a:pt x="161293" y="254570"/>
                </a:lnTo>
                <a:lnTo>
                  <a:pt x="141869" y="281363"/>
                </a:lnTo>
                <a:lnTo>
                  <a:pt x="114934" y="302951"/>
                </a:lnTo>
                <a:lnTo>
                  <a:pt x="82498" y="319063"/>
                </a:lnTo>
                <a:lnTo>
                  <a:pt x="46572" y="329428"/>
                </a:lnTo>
                <a:close/>
              </a:path>
              <a:path w="287655" h="329565">
                <a:moveTo>
                  <a:pt x="274698" y="328638"/>
                </a:moveTo>
                <a:lnTo>
                  <a:pt x="239144" y="318582"/>
                </a:lnTo>
                <a:lnTo>
                  <a:pt x="207043" y="302655"/>
                </a:lnTo>
                <a:lnTo>
                  <a:pt x="180419" y="281202"/>
                </a:lnTo>
                <a:lnTo>
                  <a:pt x="161293" y="254570"/>
                </a:lnTo>
                <a:lnTo>
                  <a:pt x="194319" y="254570"/>
                </a:lnTo>
                <a:lnTo>
                  <a:pt x="209510" y="271837"/>
                </a:lnTo>
                <a:lnTo>
                  <a:pt x="245031" y="292710"/>
                </a:lnTo>
                <a:lnTo>
                  <a:pt x="287065" y="305221"/>
                </a:lnTo>
                <a:lnTo>
                  <a:pt x="274698" y="3286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2328088" y="8153400"/>
            <a:ext cx="222250" cy="24130"/>
          </a:xfrm>
          <a:custGeom>
            <a:avLst/>
            <a:gdLst/>
            <a:ahLst/>
            <a:cxnLst/>
            <a:rect l="l" t="t" r="r" b="b"/>
            <a:pathLst>
              <a:path w="222250" h="24129">
                <a:moveTo>
                  <a:pt x="0" y="0"/>
                </a:moveTo>
                <a:lnTo>
                  <a:pt x="222074" y="0"/>
                </a:lnTo>
                <a:lnTo>
                  <a:pt x="22207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2328088" y="8177530"/>
            <a:ext cx="29209" cy="53340"/>
          </a:xfrm>
          <a:custGeom>
            <a:avLst/>
            <a:gdLst/>
            <a:ahLst/>
            <a:cxnLst/>
            <a:rect l="l" t="t" r="r" b="b"/>
            <a:pathLst>
              <a:path w="29210" h="53340">
                <a:moveTo>
                  <a:pt x="0" y="0"/>
                </a:moveTo>
                <a:lnTo>
                  <a:pt x="29206" y="0"/>
                </a:lnTo>
                <a:lnTo>
                  <a:pt x="29206" y="53340"/>
                </a:lnTo>
                <a:lnTo>
                  <a:pt x="0" y="533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2328088" y="8230869"/>
            <a:ext cx="226060" cy="24130"/>
          </a:xfrm>
          <a:custGeom>
            <a:avLst/>
            <a:gdLst/>
            <a:ahLst/>
            <a:cxnLst/>
            <a:rect l="l" t="t" r="r" b="b"/>
            <a:pathLst>
              <a:path w="226060" h="24129">
                <a:moveTo>
                  <a:pt x="0" y="0"/>
                </a:moveTo>
                <a:lnTo>
                  <a:pt x="225495" y="0"/>
                </a:lnTo>
                <a:lnTo>
                  <a:pt x="225495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2287830" y="8281493"/>
            <a:ext cx="302260" cy="24130"/>
          </a:xfrm>
          <a:custGeom>
            <a:avLst/>
            <a:gdLst/>
            <a:ahLst/>
            <a:cxnLst/>
            <a:rect l="l" t="t" r="r" b="b"/>
            <a:pathLst>
              <a:path w="302260" h="24129">
                <a:moveTo>
                  <a:pt x="301800" y="23680"/>
                </a:moveTo>
                <a:lnTo>
                  <a:pt x="0" y="23680"/>
                </a:lnTo>
                <a:lnTo>
                  <a:pt x="0" y="0"/>
                </a:lnTo>
                <a:lnTo>
                  <a:pt x="301800" y="0"/>
                </a:lnTo>
                <a:lnTo>
                  <a:pt x="301800" y="236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2324404" y="8335009"/>
            <a:ext cx="226060" cy="22860"/>
          </a:xfrm>
          <a:custGeom>
            <a:avLst/>
            <a:gdLst/>
            <a:ahLst/>
            <a:cxnLst/>
            <a:rect l="l" t="t" r="r" b="b"/>
            <a:pathLst>
              <a:path w="226060" h="22859">
                <a:moveTo>
                  <a:pt x="0" y="0"/>
                </a:moveTo>
                <a:lnTo>
                  <a:pt x="226021" y="0"/>
                </a:lnTo>
                <a:lnTo>
                  <a:pt x="226021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2521745" y="8357869"/>
            <a:ext cx="29209" cy="31750"/>
          </a:xfrm>
          <a:custGeom>
            <a:avLst/>
            <a:gdLst/>
            <a:ahLst/>
            <a:cxnLst/>
            <a:rect l="l" t="t" r="r" b="b"/>
            <a:pathLst>
              <a:path w="29210" h="31750">
                <a:moveTo>
                  <a:pt x="0" y="0"/>
                </a:moveTo>
                <a:lnTo>
                  <a:pt x="28680" y="0"/>
                </a:lnTo>
                <a:lnTo>
                  <a:pt x="28680" y="31749"/>
                </a:lnTo>
                <a:lnTo>
                  <a:pt x="0" y="317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2325194" y="8389619"/>
            <a:ext cx="225425" cy="21590"/>
          </a:xfrm>
          <a:custGeom>
            <a:avLst/>
            <a:gdLst/>
            <a:ahLst/>
            <a:cxnLst/>
            <a:rect l="l" t="t" r="r" b="b"/>
            <a:pathLst>
              <a:path w="225425" h="21590">
                <a:moveTo>
                  <a:pt x="0" y="0"/>
                </a:moveTo>
                <a:lnTo>
                  <a:pt x="225232" y="0"/>
                </a:lnTo>
                <a:lnTo>
                  <a:pt x="225232" y="21590"/>
                </a:lnTo>
                <a:lnTo>
                  <a:pt x="0" y="215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2325194" y="8411209"/>
            <a:ext cx="29209" cy="34290"/>
          </a:xfrm>
          <a:custGeom>
            <a:avLst/>
            <a:gdLst/>
            <a:ahLst/>
            <a:cxnLst/>
            <a:rect l="l" t="t" r="r" b="b"/>
            <a:pathLst>
              <a:path w="29210" h="34290">
                <a:moveTo>
                  <a:pt x="0" y="0"/>
                </a:moveTo>
                <a:lnTo>
                  <a:pt x="28680" y="0"/>
                </a:lnTo>
                <a:lnTo>
                  <a:pt x="28680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2325194" y="8445500"/>
            <a:ext cx="235585" cy="24130"/>
          </a:xfrm>
          <a:custGeom>
            <a:avLst/>
            <a:gdLst/>
            <a:ahLst/>
            <a:cxnLst/>
            <a:rect l="l" t="t" r="r" b="b"/>
            <a:pathLst>
              <a:path w="235585" h="24129">
                <a:moveTo>
                  <a:pt x="0" y="0"/>
                </a:moveTo>
                <a:lnTo>
                  <a:pt x="235230" y="0"/>
                </a:lnTo>
                <a:lnTo>
                  <a:pt x="235230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2617259" y="8148354"/>
            <a:ext cx="301625" cy="321310"/>
          </a:xfrm>
          <a:custGeom>
            <a:avLst/>
            <a:gdLst/>
            <a:ahLst/>
            <a:cxnLst/>
            <a:rect l="l" t="t" r="r" b="b"/>
            <a:pathLst>
              <a:path w="301625" h="321309">
                <a:moveTo>
                  <a:pt x="150505" y="114984"/>
                </a:moveTo>
                <a:lnTo>
                  <a:pt x="101129" y="111082"/>
                </a:lnTo>
                <a:lnTo>
                  <a:pt x="64333" y="99953"/>
                </a:lnTo>
                <a:lnTo>
                  <a:pt x="41351" y="81867"/>
                </a:lnTo>
                <a:lnTo>
                  <a:pt x="33416" y="57097"/>
                </a:lnTo>
                <a:lnTo>
                  <a:pt x="41351" y="32635"/>
                </a:lnTo>
                <a:lnTo>
                  <a:pt x="64333" y="14734"/>
                </a:lnTo>
                <a:lnTo>
                  <a:pt x="101129" y="3741"/>
                </a:lnTo>
                <a:lnTo>
                  <a:pt x="150505" y="0"/>
                </a:lnTo>
                <a:lnTo>
                  <a:pt x="199840" y="3741"/>
                </a:lnTo>
                <a:lnTo>
                  <a:pt x="236546" y="14734"/>
                </a:lnTo>
                <a:lnTo>
                  <a:pt x="245967" y="22102"/>
                </a:lnTo>
                <a:lnTo>
                  <a:pt x="150505" y="22102"/>
                </a:lnTo>
                <a:lnTo>
                  <a:pt x="113853" y="24499"/>
                </a:lnTo>
                <a:lnTo>
                  <a:pt x="86599" y="31410"/>
                </a:lnTo>
                <a:lnTo>
                  <a:pt x="69657" y="42416"/>
                </a:lnTo>
                <a:lnTo>
                  <a:pt x="63938" y="57097"/>
                </a:lnTo>
                <a:lnTo>
                  <a:pt x="69657" y="72304"/>
                </a:lnTo>
                <a:lnTo>
                  <a:pt x="86599" y="83442"/>
                </a:lnTo>
                <a:lnTo>
                  <a:pt x="113853" y="90287"/>
                </a:lnTo>
                <a:lnTo>
                  <a:pt x="150505" y="92618"/>
                </a:lnTo>
                <a:lnTo>
                  <a:pt x="245829" y="92618"/>
                </a:lnTo>
                <a:lnTo>
                  <a:pt x="236546" y="99953"/>
                </a:lnTo>
                <a:lnTo>
                  <a:pt x="199840" y="111082"/>
                </a:lnTo>
                <a:lnTo>
                  <a:pt x="150505" y="114984"/>
                </a:lnTo>
                <a:close/>
              </a:path>
              <a:path w="301625" h="321309">
                <a:moveTo>
                  <a:pt x="245829" y="92618"/>
                </a:moveTo>
                <a:lnTo>
                  <a:pt x="150505" y="92618"/>
                </a:lnTo>
                <a:lnTo>
                  <a:pt x="187313" y="90287"/>
                </a:lnTo>
                <a:lnTo>
                  <a:pt x="214674" y="83442"/>
                </a:lnTo>
                <a:lnTo>
                  <a:pt x="231723" y="72304"/>
                </a:lnTo>
                <a:lnTo>
                  <a:pt x="237598" y="57097"/>
                </a:lnTo>
                <a:lnTo>
                  <a:pt x="231723" y="42416"/>
                </a:lnTo>
                <a:lnTo>
                  <a:pt x="214674" y="31410"/>
                </a:lnTo>
                <a:lnTo>
                  <a:pt x="187313" y="24499"/>
                </a:lnTo>
                <a:lnTo>
                  <a:pt x="150505" y="22102"/>
                </a:lnTo>
                <a:lnTo>
                  <a:pt x="245967" y="22102"/>
                </a:lnTo>
                <a:lnTo>
                  <a:pt x="259437" y="32635"/>
                </a:lnTo>
                <a:lnTo>
                  <a:pt x="267331" y="57097"/>
                </a:lnTo>
                <a:lnTo>
                  <a:pt x="259437" y="81867"/>
                </a:lnTo>
                <a:lnTo>
                  <a:pt x="245829" y="92618"/>
                </a:lnTo>
                <a:close/>
              </a:path>
              <a:path w="301625" h="321309">
                <a:moveTo>
                  <a:pt x="301537" y="161030"/>
                </a:moveTo>
                <a:lnTo>
                  <a:pt x="0" y="161030"/>
                </a:lnTo>
                <a:lnTo>
                  <a:pt x="0" y="137349"/>
                </a:lnTo>
                <a:lnTo>
                  <a:pt x="301537" y="137349"/>
                </a:lnTo>
                <a:lnTo>
                  <a:pt x="301537" y="161030"/>
                </a:lnTo>
                <a:close/>
              </a:path>
              <a:path w="301625" h="321309">
                <a:moveTo>
                  <a:pt x="272593" y="321271"/>
                </a:moveTo>
                <a:lnTo>
                  <a:pt x="37363" y="321271"/>
                </a:lnTo>
                <a:lnTo>
                  <a:pt x="37363" y="242071"/>
                </a:lnTo>
                <a:lnTo>
                  <a:pt x="233915" y="242071"/>
                </a:lnTo>
                <a:lnTo>
                  <a:pt x="233915" y="212075"/>
                </a:lnTo>
                <a:lnTo>
                  <a:pt x="36573" y="212075"/>
                </a:lnTo>
                <a:lnTo>
                  <a:pt x="36573" y="189710"/>
                </a:lnTo>
                <a:lnTo>
                  <a:pt x="262595" y="189710"/>
                </a:lnTo>
                <a:lnTo>
                  <a:pt x="262595" y="263647"/>
                </a:lnTo>
                <a:lnTo>
                  <a:pt x="66043" y="263647"/>
                </a:lnTo>
                <a:lnTo>
                  <a:pt x="66043" y="298116"/>
                </a:lnTo>
                <a:lnTo>
                  <a:pt x="272593" y="298116"/>
                </a:lnTo>
                <a:lnTo>
                  <a:pt x="272593" y="3212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3042097" y="8154406"/>
            <a:ext cx="301625" cy="319405"/>
          </a:xfrm>
          <a:custGeom>
            <a:avLst/>
            <a:gdLst/>
            <a:ahLst/>
            <a:cxnLst/>
            <a:rect l="l" t="t" r="r" b="b"/>
            <a:pathLst>
              <a:path w="301625" h="319404">
                <a:moveTo>
                  <a:pt x="27627" y="138138"/>
                </a:moveTo>
                <a:lnTo>
                  <a:pt x="15524" y="114194"/>
                </a:lnTo>
                <a:lnTo>
                  <a:pt x="59510" y="102420"/>
                </a:lnTo>
                <a:lnTo>
                  <a:pt x="98045" y="81172"/>
                </a:lnTo>
                <a:lnTo>
                  <a:pt x="125381" y="52624"/>
                </a:lnTo>
                <a:lnTo>
                  <a:pt x="135770" y="18944"/>
                </a:lnTo>
                <a:lnTo>
                  <a:pt x="135770" y="0"/>
                </a:lnTo>
                <a:lnTo>
                  <a:pt x="166029" y="0"/>
                </a:lnTo>
                <a:lnTo>
                  <a:pt x="166029" y="18944"/>
                </a:lnTo>
                <a:lnTo>
                  <a:pt x="176460" y="52291"/>
                </a:lnTo>
                <a:lnTo>
                  <a:pt x="184100" y="60254"/>
                </a:lnTo>
                <a:lnTo>
                  <a:pt x="151031" y="60254"/>
                </a:lnTo>
                <a:lnTo>
                  <a:pt x="130103" y="88464"/>
                </a:lnTo>
                <a:lnTo>
                  <a:pt x="100726" y="111283"/>
                </a:lnTo>
                <a:lnTo>
                  <a:pt x="65650" y="128060"/>
                </a:lnTo>
                <a:lnTo>
                  <a:pt x="27627" y="138138"/>
                </a:lnTo>
                <a:close/>
              </a:path>
              <a:path w="301625" h="319404">
                <a:moveTo>
                  <a:pt x="274698" y="138138"/>
                </a:moveTo>
                <a:lnTo>
                  <a:pt x="236597" y="128023"/>
                </a:lnTo>
                <a:lnTo>
                  <a:pt x="201468" y="111185"/>
                </a:lnTo>
                <a:lnTo>
                  <a:pt x="172038" y="88353"/>
                </a:lnTo>
                <a:lnTo>
                  <a:pt x="151031" y="60254"/>
                </a:lnTo>
                <a:lnTo>
                  <a:pt x="184100" y="60254"/>
                </a:lnTo>
                <a:lnTo>
                  <a:pt x="203886" y="80876"/>
                </a:lnTo>
                <a:lnTo>
                  <a:pt x="242511" y="102309"/>
                </a:lnTo>
                <a:lnTo>
                  <a:pt x="286539" y="114194"/>
                </a:lnTo>
                <a:lnTo>
                  <a:pt x="274698" y="138138"/>
                </a:lnTo>
                <a:close/>
              </a:path>
              <a:path w="301625" h="319404">
                <a:moveTo>
                  <a:pt x="301537" y="198919"/>
                </a:moveTo>
                <a:lnTo>
                  <a:pt x="0" y="198919"/>
                </a:lnTo>
                <a:lnTo>
                  <a:pt x="0" y="174449"/>
                </a:lnTo>
                <a:lnTo>
                  <a:pt x="301537" y="174449"/>
                </a:lnTo>
                <a:lnTo>
                  <a:pt x="301537" y="198919"/>
                </a:lnTo>
                <a:close/>
              </a:path>
              <a:path w="301625" h="319404">
                <a:moveTo>
                  <a:pt x="164450" y="318903"/>
                </a:moveTo>
                <a:lnTo>
                  <a:pt x="135770" y="318903"/>
                </a:lnTo>
                <a:lnTo>
                  <a:pt x="135770" y="198919"/>
                </a:lnTo>
                <a:lnTo>
                  <a:pt x="164450" y="198919"/>
                </a:lnTo>
                <a:lnTo>
                  <a:pt x="164450" y="318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3375735" y="8142565"/>
            <a:ext cx="269240" cy="330835"/>
          </a:xfrm>
          <a:custGeom>
            <a:avLst/>
            <a:gdLst/>
            <a:ahLst/>
            <a:cxnLst/>
            <a:rect l="l" t="t" r="r" b="b"/>
            <a:pathLst>
              <a:path w="269239" h="330834">
                <a:moveTo>
                  <a:pt x="269173" y="330743"/>
                </a:moveTo>
                <a:lnTo>
                  <a:pt x="239966" y="330743"/>
                </a:lnTo>
                <a:lnTo>
                  <a:pt x="239966" y="0"/>
                </a:lnTo>
                <a:lnTo>
                  <a:pt x="269173" y="0"/>
                </a:lnTo>
                <a:lnTo>
                  <a:pt x="269173" y="330743"/>
                </a:lnTo>
                <a:close/>
              </a:path>
              <a:path w="269239" h="330834">
                <a:moveTo>
                  <a:pt x="15787" y="268647"/>
                </a:moveTo>
                <a:lnTo>
                  <a:pt x="0" y="244703"/>
                </a:lnTo>
                <a:lnTo>
                  <a:pt x="48456" y="216776"/>
                </a:lnTo>
                <a:lnTo>
                  <a:pt x="86619" y="184025"/>
                </a:lnTo>
                <a:lnTo>
                  <a:pt x="114710" y="146739"/>
                </a:lnTo>
                <a:lnTo>
                  <a:pt x="132950" y="105210"/>
                </a:lnTo>
                <a:lnTo>
                  <a:pt x="141559" y="59728"/>
                </a:lnTo>
                <a:lnTo>
                  <a:pt x="15261" y="59728"/>
                </a:lnTo>
                <a:lnTo>
                  <a:pt x="15261" y="36047"/>
                </a:lnTo>
                <a:lnTo>
                  <a:pt x="171292" y="36047"/>
                </a:lnTo>
                <a:lnTo>
                  <a:pt x="167392" y="82549"/>
                </a:lnTo>
                <a:lnTo>
                  <a:pt x="155534" y="126697"/>
                </a:lnTo>
                <a:lnTo>
                  <a:pt x="135080" y="167937"/>
                </a:lnTo>
                <a:lnTo>
                  <a:pt x="105394" y="205712"/>
                </a:lnTo>
                <a:lnTo>
                  <a:pt x="65842" y="239467"/>
                </a:lnTo>
                <a:lnTo>
                  <a:pt x="15787" y="268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3738054" y="8167369"/>
            <a:ext cx="227965" cy="24130"/>
          </a:xfrm>
          <a:custGeom>
            <a:avLst/>
            <a:gdLst/>
            <a:ahLst/>
            <a:cxnLst/>
            <a:rect l="l" t="t" r="r" b="b"/>
            <a:pathLst>
              <a:path w="227964" h="24129">
                <a:moveTo>
                  <a:pt x="0" y="0"/>
                </a:moveTo>
                <a:lnTo>
                  <a:pt x="227600" y="0"/>
                </a:lnTo>
                <a:lnTo>
                  <a:pt x="227600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3936710" y="8191500"/>
            <a:ext cx="29209" cy="52069"/>
          </a:xfrm>
          <a:custGeom>
            <a:avLst/>
            <a:gdLst/>
            <a:ahLst/>
            <a:cxnLst/>
            <a:rect l="l" t="t" r="r" b="b"/>
            <a:pathLst>
              <a:path w="29210" h="52070">
                <a:moveTo>
                  <a:pt x="0" y="0"/>
                </a:moveTo>
                <a:lnTo>
                  <a:pt x="28943" y="0"/>
                </a:lnTo>
                <a:lnTo>
                  <a:pt x="28943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3738843" y="8243569"/>
            <a:ext cx="227329" cy="22860"/>
          </a:xfrm>
          <a:custGeom>
            <a:avLst/>
            <a:gdLst/>
            <a:ahLst/>
            <a:cxnLst/>
            <a:rect l="l" t="t" r="r" b="b"/>
            <a:pathLst>
              <a:path w="227329" h="22859">
                <a:moveTo>
                  <a:pt x="0" y="0"/>
                </a:moveTo>
                <a:lnTo>
                  <a:pt x="226810" y="0"/>
                </a:lnTo>
                <a:lnTo>
                  <a:pt x="226810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3738843" y="8266430"/>
            <a:ext cx="29209" cy="54610"/>
          </a:xfrm>
          <a:custGeom>
            <a:avLst/>
            <a:gdLst/>
            <a:ahLst/>
            <a:cxnLst/>
            <a:rect l="l" t="t" r="r" b="b"/>
            <a:pathLst>
              <a:path w="29210" h="54609">
                <a:moveTo>
                  <a:pt x="0" y="0"/>
                </a:moveTo>
                <a:lnTo>
                  <a:pt x="28943" y="0"/>
                </a:lnTo>
                <a:lnTo>
                  <a:pt x="28943" y="54610"/>
                </a:lnTo>
                <a:lnTo>
                  <a:pt x="0" y="546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3738843" y="8321040"/>
            <a:ext cx="234950" cy="24130"/>
          </a:xfrm>
          <a:custGeom>
            <a:avLst/>
            <a:gdLst/>
            <a:ahLst/>
            <a:cxnLst/>
            <a:rect l="l" t="t" r="r" b="b"/>
            <a:pathLst>
              <a:path w="234950" h="24129">
                <a:moveTo>
                  <a:pt x="0" y="0"/>
                </a:moveTo>
                <a:lnTo>
                  <a:pt x="234441" y="0"/>
                </a:lnTo>
                <a:lnTo>
                  <a:pt x="23444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3836987" y="8345169"/>
            <a:ext cx="29209" cy="62230"/>
          </a:xfrm>
          <a:custGeom>
            <a:avLst/>
            <a:gdLst/>
            <a:ahLst/>
            <a:cxnLst/>
            <a:rect l="l" t="t" r="r" b="b"/>
            <a:pathLst>
              <a:path w="29210" h="62229">
                <a:moveTo>
                  <a:pt x="0" y="0"/>
                </a:moveTo>
                <a:lnTo>
                  <a:pt x="28943" y="0"/>
                </a:lnTo>
                <a:lnTo>
                  <a:pt x="28943" y="62229"/>
                </a:lnTo>
                <a:lnTo>
                  <a:pt x="0" y="62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3700953" y="8407400"/>
            <a:ext cx="302895" cy="25400"/>
          </a:xfrm>
          <a:custGeom>
            <a:avLst/>
            <a:gdLst/>
            <a:ahLst/>
            <a:cxnLst/>
            <a:rect l="l" t="t" r="r" b="b"/>
            <a:pathLst>
              <a:path w="302895" h="25400">
                <a:moveTo>
                  <a:pt x="0" y="0"/>
                </a:moveTo>
                <a:lnTo>
                  <a:pt x="302852" y="0"/>
                </a:lnTo>
                <a:lnTo>
                  <a:pt x="302852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4127179" y="8142565"/>
            <a:ext cx="273050" cy="330835"/>
          </a:xfrm>
          <a:custGeom>
            <a:avLst/>
            <a:gdLst/>
            <a:ahLst/>
            <a:cxnLst/>
            <a:rect l="l" t="t" r="r" b="b"/>
            <a:pathLst>
              <a:path w="273050" h="330834">
                <a:moveTo>
                  <a:pt x="272857" y="198130"/>
                </a:moveTo>
                <a:lnTo>
                  <a:pt x="243650" y="198130"/>
                </a:lnTo>
                <a:lnTo>
                  <a:pt x="243650" y="111037"/>
                </a:lnTo>
                <a:lnTo>
                  <a:pt x="177080" y="111037"/>
                </a:lnTo>
                <a:lnTo>
                  <a:pt x="177080" y="86566"/>
                </a:lnTo>
                <a:lnTo>
                  <a:pt x="243650" y="86566"/>
                </a:lnTo>
                <a:lnTo>
                  <a:pt x="243650" y="0"/>
                </a:lnTo>
                <a:lnTo>
                  <a:pt x="272857" y="0"/>
                </a:lnTo>
                <a:lnTo>
                  <a:pt x="272857" y="198130"/>
                </a:lnTo>
                <a:close/>
              </a:path>
              <a:path w="273050" h="330834">
                <a:moveTo>
                  <a:pt x="187605" y="46835"/>
                </a:moveTo>
                <a:lnTo>
                  <a:pt x="9472" y="46835"/>
                </a:lnTo>
                <a:lnTo>
                  <a:pt x="9472" y="22891"/>
                </a:lnTo>
                <a:lnTo>
                  <a:pt x="187605" y="22891"/>
                </a:lnTo>
                <a:lnTo>
                  <a:pt x="187605" y="46835"/>
                </a:lnTo>
                <a:close/>
              </a:path>
              <a:path w="273050" h="330834">
                <a:moveTo>
                  <a:pt x="15261" y="192604"/>
                </a:moveTo>
                <a:lnTo>
                  <a:pt x="0" y="169450"/>
                </a:lnTo>
                <a:lnTo>
                  <a:pt x="33802" y="151775"/>
                </a:lnTo>
                <a:lnTo>
                  <a:pt x="60452" y="126331"/>
                </a:lnTo>
                <a:lnTo>
                  <a:pt x="77925" y="95410"/>
                </a:lnTo>
                <a:lnTo>
                  <a:pt x="84198" y="61307"/>
                </a:lnTo>
                <a:lnTo>
                  <a:pt x="84198" y="46835"/>
                </a:lnTo>
                <a:lnTo>
                  <a:pt x="113668" y="46835"/>
                </a:lnTo>
                <a:lnTo>
                  <a:pt x="113718" y="61307"/>
                </a:lnTo>
                <a:lnTo>
                  <a:pt x="119605" y="92516"/>
                </a:lnTo>
                <a:lnTo>
                  <a:pt x="129617" y="109721"/>
                </a:lnTo>
                <a:lnTo>
                  <a:pt x="99459" y="109721"/>
                </a:lnTo>
                <a:lnTo>
                  <a:pt x="85841" y="136677"/>
                </a:lnTo>
                <a:lnTo>
                  <a:pt x="66783" y="159994"/>
                </a:lnTo>
                <a:lnTo>
                  <a:pt x="43014" y="178895"/>
                </a:lnTo>
                <a:lnTo>
                  <a:pt x="15261" y="192604"/>
                </a:lnTo>
                <a:close/>
              </a:path>
              <a:path w="273050" h="330834">
                <a:moveTo>
                  <a:pt x="179975" y="184711"/>
                </a:moveTo>
                <a:lnTo>
                  <a:pt x="153648" y="172180"/>
                </a:lnTo>
                <a:lnTo>
                  <a:pt x="131083" y="155011"/>
                </a:lnTo>
                <a:lnTo>
                  <a:pt x="112835" y="133945"/>
                </a:lnTo>
                <a:lnTo>
                  <a:pt x="99459" y="109721"/>
                </a:lnTo>
                <a:lnTo>
                  <a:pt x="129617" y="109721"/>
                </a:lnTo>
                <a:lnTo>
                  <a:pt x="136296" y="121200"/>
                </a:lnTo>
                <a:lnTo>
                  <a:pt x="162066" y="145000"/>
                </a:lnTo>
                <a:lnTo>
                  <a:pt x="195236" y="161819"/>
                </a:lnTo>
                <a:lnTo>
                  <a:pt x="179975" y="184711"/>
                </a:lnTo>
                <a:close/>
              </a:path>
              <a:path w="273050" h="330834">
                <a:moveTo>
                  <a:pt x="272857" y="330743"/>
                </a:moveTo>
                <a:lnTo>
                  <a:pt x="243650" y="330743"/>
                </a:lnTo>
                <a:lnTo>
                  <a:pt x="243650" y="239703"/>
                </a:lnTo>
                <a:lnTo>
                  <a:pt x="50256" y="239703"/>
                </a:lnTo>
                <a:lnTo>
                  <a:pt x="50256" y="215759"/>
                </a:lnTo>
                <a:lnTo>
                  <a:pt x="272857" y="215759"/>
                </a:lnTo>
                <a:lnTo>
                  <a:pt x="272857" y="3307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4496339" y="8154669"/>
            <a:ext cx="29209" cy="87630"/>
          </a:xfrm>
          <a:custGeom>
            <a:avLst/>
            <a:gdLst/>
            <a:ahLst/>
            <a:cxnLst/>
            <a:rect l="l" t="t" r="r" b="b"/>
            <a:pathLst>
              <a:path w="29210" h="87629">
                <a:moveTo>
                  <a:pt x="0" y="0"/>
                </a:moveTo>
                <a:lnTo>
                  <a:pt x="28943" y="0"/>
                </a:lnTo>
                <a:lnTo>
                  <a:pt x="28943" y="87629"/>
                </a:lnTo>
                <a:lnTo>
                  <a:pt x="0" y="87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4496339" y="8242300"/>
            <a:ext cx="226695" cy="24130"/>
          </a:xfrm>
          <a:custGeom>
            <a:avLst/>
            <a:gdLst/>
            <a:ahLst/>
            <a:cxnLst/>
            <a:rect l="l" t="t" r="r" b="b"/>
            <a:pathLst>
              <a:path w="226695" h="24129">
                <a:moveTo>
                  <a:pt x="0" y="0"/>
                </a:moveTo>
                <a:lnTo>
                  <a:pt x="226284" y="0"/>
                </a:lnTo>
                <a:lnTo>
                  <a:pt x="22628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4454766" y="8311489"/>
            <a:ext cx="302895" cy="24130"/>
          </a:xfrm>
          <a:custGeom>
            <a:avLst/>
            <a:gdLst/>
            <a:ahLst/>
            <a:cxnLst/>
            <a:rect l="l" t="t" r="r" b="b"/>
            <a:pathLst>
              <a:path w="302895" h="24129">
                <a:moveTo>
                  <a:pt x="302852" y="23680"/>
                </a:moveTo>
                <a:lnTo>
                  <a:pt x="0" y="23680"/>
                </a:lnTo>
                <a:lnTo>
                  <a:pt x="0" y="0"/>
                </a:lnTo>
                <a:lnTo>
                  <a:pt x="302852" y="0"/>
                </a:lnTo>
                <a:lnTo>
                  <a:pt x="302852" y="236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4494234" y="8369300"/>
            <a:ext cx="29209" cy="71120"/>
          </a:xfrm>
          <a:custGeom>
            <a:avLst/>
            <a:gdLst/>
            <a:ahLst/>
            <a:cxnLst/>
            <a:rect l="l" t="t" r="r" b="b"/>
            <a:pathLst>
              <a:path w="29210" h="71120">
                <a:moveTo>
                  <a:pt x="0" y="0"/>
                </a:moveTo>
                <a:lnTo>
                  <a:pt x="28943" y="0"/>
                </a:lnTo>
                <a:lnTo>
                  <a:pt x="28943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4494234" y="8440419"/>
            <a:ext cx="230504" cy="24130"/>
          </a:xfrm>
          <a:custGeom>
            <a:avLst/>
            <a:gdLst/>
            <a:ahLst/>
            <a:cxnLst/>
            <a:rect l="l" t="t" r="r" b="b"/>
            <a:pathLst>
              <a:path w="230504" h="24129">
                <a:moveTo>
                  <a:pt x="0" y="0"/>
                </a:moveTo>
                <a:lnTo>
                  <a:pt x="230494" y="0"/>
                </a:lnTo>
                <a:lnTo>
                  <a:pt x="23049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4885799" y="8142828"/>
            <a:ext cx="287655" cy="329565"/>
          </a:xfrm>
          <a:custGeom>
            <a:avLst/>
            <a:gdLst/>
            <a:ahLst/>
            <a:cxnLst/>
            <a:rect l="l" t="t" r="r" b="b"/>
            <a:pathLst>
              <a:path w="287654" h="329565">
                <a:moveTo>
                  <a:pt x="268647" y="223916"/>
                </a:moveTo>
                <a:lnTo>
                  <a:pt x="239440" y="223916"/>
                </a:lnTo>
                <a:lnTo>
                  <a:pt x="239440" y="117615"/>
                </a:lnTo>
                <a:lnTo>
                  <a:pt x="166819" y="117615"/>
                </a:lnTo>
                <a:lnTo>
                  <a:pt x="166819" y="93145"/>
                </a:lnTo>
                <a:lnTo>
                  <a:pt x="239440" y="93145"/>
                </a:lnTo>
                <a:lnTo>
                  <a:pt x="239440" y="0"/>
                </a:lnTo>
                <a:lnTo>
                  <a:pt x="268647" y="0"/>
                </a:lnTo>
                <a:lnTo>
                  <a:pt x="268647" y="223916"/>
                </a:lnTo>
                <a:close/>
              </a:path>
              <a:path w="287654" h="329565">
                <a:moveTo>
                  <a:pt x="12892" y="202340"/>
                </a:moveTo>
                <a:lnTo>
                  <a:pt x="0" y="178922"/>
                </a:lnTo>
                <a:lnTo>
                  <a:pt x="53360" y="156797"/>
                </a:lnTo>
                <a:lnTo>
                  <a:pt x="94263" y="127433"/>
                </a:lnTo>
                <a:lnTo>
                  <a:pt x="121549" y="91580"/>
                </a:lnTo>
                <a:lnTo>
                  <a:pt x="134060" y="49993"/>
                </a:lnTo>
                <a:lnTo>
                  <a:pt x="16313" y="49993"/>
                </a:lnTo>
                <a:lnTo>
                  <a:pt x="16313" y="26049"/>
                </a:lnTo>
                <a:lnTo>
                  <a:pt x="165240" y="26049"/>
                </a:lnTo>
                <a:lnTo>
                  <a:pt x="158439" y="73987"/>
                </a:lnTo>
                <a:lnTo>
                  <a:pt x="138932" y="115914"/>
                </a:lnTo>
                <a:lnTo>
                  <a:pt x="107591" y="151501"/>
                </a:lnTo>
                <a:lnTo>
                  <a:pt x="65287" y="180419"/>
                </a:lnTo>
                <a:lnTo>
                  <a:pt x="12892" y="202340"/>
                </a:lnTo>
                <a:close/>
              </a:path>
              <a:path w="287654" h="329565">
                <a:moveTo>
                  <a:pt x="46572" y="329428"/>
                </a:moveTo>
                <a:lnTo>
                  <a:pt x="34732" y="306010"/>
                </a:lnTo>
                <a:lnTo>
                  <a:pt x="76852" y="293672"/>
                </a:lnTo>
                <a:lnTo>
                  <a:pt x="112583" y="272626"/>
                </a:lnTo>
                <a:lnTo>
                  <a:pt x="137411" y="244328"/>
                </a:lnTo>
                <a:lnTo>
                  <a:pt x="146821" y="210234"/>
                </a:lnTo>
                <a:lnTo>
                  <a:pt x="146821" y="194973"/>
                </a:lnTo>
                <a:lnTo>
                  <a:pt x="175765" y="194973"/>
                </a:lnTo>
                <a:lnTo>
                  <a:pt x="175765" y="210234"/>
                </a:lnTo>
                <a:lnTo>
                  <a:pt x="184941" y="243909"/>
                </a:lnTo>
                <a:lnTo>
                  <a:pt x="194319" y="254570"/>
                </a:lnTo>
                <a:lnTo>
                  <a:pt x="161293" y="254570"/>
                </a:lnTo>
                <a:lnTo>
                  <a:pt x="141869" y="281363"/>
                </a:lnTo>
                <a:lnTo>
                  <a:pt x="114934" y="302951"/>
                </a:lnTo>
                <a:lnTo>
                  <a:pt x="82498" y="319063"/>
                </a:lnTo>
                <a:lnTo>
                  <a:pt x="46572" y="329428"/>
                </a:lnTo>
                <a:close/>
              </a:path>
              <a:path w="287654" h="329565">
                <a:moveTo>
                  <a:pt x="274698" y="328638"/>
                </a:moveTo>
                <a:lnTo>
                  <a:pt x="239144" y="318582"/>
                </a:lnTo>
                <a:lnTo>
                  <a:pt x="207043" y="302655"/>
                </a:lnTo>
                <a:lnTo>
                  <a:pt x="180419" y="281202"/>
                </a:lnTo>
                <a:lnTo>
                  <a:pt x="161293" y="254570"/>
                </a:lnTo>
                <a:lnTo>
                  <a:pt x="194319" y="254570"/>
                </a:lnTo>
                <a:lnTo>
                  <a:pt x="209510" y="271837"/>
                </a:lnTo>
                <a:lnTo>
                  <a:pt x="245031" y="292710"/>
                </a:lnTo>
                <a:lnTo>
                  <a:pt x="287065" y="305221"/>
                </a:lnTo>
                <a:lnTo>
                  <a:pt x="274698" y="3286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5209701" y="8154143"/>
            <a:ext cx="301625" cy="312420"/>
          </a:xfrm>
          <a:custGeom>
            <a:avLst/>
            <a:gdLst/>
            <a:ahLst/>
            <a:cxnLst/>
            <a:rect l="l" t="t" r="r" b="b"/>
            <a:pathLst>
              <a:path w="301625" h="312420">
                <a:moveTo>
                  <a:pt x="150505" y="131560"/>
                </a:moveTo>
                <a:lnTo>
                  <a:pt x="102017" y="127050"/>
                </a:lnTo>
                <a:lnTo>
                  <a:pt x="65122" y="114030"/>
                </a:lnTo>
                <a:lnTo>
                  <a:pt x="41647" y="93264"/>
                </a:lnTo>
                <a:lnTo>
                  <a:pt x="33416" y="65517"/>
                </a:lnTo>
                <a:lnTo>
                  <a:pt x="41647" y="37815"/>
                </a:lnTo>
                <a:lnTo>
                  <a:pt x="65122" y="17168"/>
                </a:lnTo>
                <a:lnTo>
                  <a:pt x="102017" y="4316"/>
                </a:lnTo>
                <a:lnTo>
                  <a:pt x="150505" y="0"/>
                </a:lnTo>
                <a:lnTo>
                  <a:pt x="198841" y="4316"/>
                </a:lnTo>
                <a:lnTo>
                  <a:pt x="235658" y="17168"/>
                </a:lnTo>
                <a:lnTo>
                  <a:pt x="243053" y="23680"/>
                </a:lnTo>
                <a:lnTo>
                  <a:pt x="150505" y="23680"/>
                </a:lnTo>
                <a:lnTo>
                  <a:pt x="114478" y="26591"/>
                </a:lnTo>
                <a:lnTo>
                  <a:pt x="87060" y="34929"/>
                </a:lnTo>
                <a:lnTo>
                  <a:pt x="69657" y="48101"/>
                </a:lnTo>
                <a:lnTo>
                  <a:pt x="63675" y="65517"/>
                </a:lnTo>
                <a:lnTo>
                  <a:pt x="69657" y="83195"/>
                </a:lnTo>
                <a:lnTo>
                  <a:pt x="87060" y="96434"/>
                </a:lnTo>
                <a:lnTo>
                  <a:pt x="114478" y="104738"/>
                </a:lnTo>
                <a:lnTo>
                  <a:pt x="150505" y="107616"/>
                </a:lnTo>
                <a:lnTo>
                  <a:pt x="242899" y="107616"/>
                </a:lnTo>
                <a:lnTo>
                  <a:pt x="235658" y="114030"/>
                </a:lnTo>
                <a:lnTo>
                  <a:pt x="198841" y="127050"/>
                </a:lnTo>
                <a:lnTo>
                  <a:pt x="150505" y="131560"/>
                </a:lnTo>
                <a:close/>
              </a:path>
              <a:path w="301625" h="312420">
                <a:moveTo>
                  <a:pt x="242899" y="107616"/>
                </a:moveTo>
                <a:lnTo>
                  <a:pt x="150505" y="107616"/>
                </a:lnTo>
                <a:lnTo>
                  <a:pt x="186536" y="104738"/>
                </a:lnTo>
                <a:lnTo>
                  <a:pt x="213983" y="96434"/>
                </a:lnTo>
                <a:lnTo>
                  <a:pt x="231464" y="83195"/>
                </a:lnTo>
                <a:lnTo>
                  <a:pt x="237598" y="65517"/>
                </a:lnTo>
                <a:lnTo>
                  <a:pt x="231464" y="48101"/>
                </a:lnTo>
                <a:lnTo>
                  <a:pt x="213983" y="34929"/>
                </a:lnTo>
                <a:lnTo>
                  <a:pt x="186536" y="26591"/>
                </a:lnTo>
                <a:lnTo>
                  <a:pt x="150505" y="23680"/>
                </a:lnTo>
                <a:lnTo>
                  <a:pt x="243053" y="23680"/>
                </a:lnTo>
                <a:lnTo>
                  <a:pt x="259104" y="37815"/>
                </a:lnTo>
                <a:lnTo>
                  <a:pt x="267331" y="65517"/>
                </a:lnTo>
                <a:lnTo>
                  <a:pt x="259104" y="93264"/>
                </a:lnTo>
                <a:lnTo>
                  <a:pt x="242899" y="107616"/>
                </a:lnTo>
                <a:close/>
              </a:path>
              <a:path w="301625" h="312420">
                <a:moveTo>
                  <a:pt x="301537" y="186553"/>
                </a:moveTo>
                <a:lnTo>
                  <a:pt x="0" y="186553"/>
                </a:lnTo>
                <a:lnTo>
                  <a:pt x="0" y="162872"/>
                </a:lnTo>
                <a:lnTo>
                  <a:pt x="301537" y="162872"/>
                </a:lnTo>
                <a:lnTo>
                  <a:pt x="301537" y="186553"/>
                </a:lnTo>
                <a:close/>
              </a:path>
              <a:path w="301625" h="312420">
                <a:moveTo>
                  <a:pt x="267857" y="311799"/>
                </a:moveTo>
                <a:lnTo>
                  <a:pt x="38941" y="311799"/>
                </a:lnTo>
                <a:lnTo>
                  <a:pt x="38941" y="215759"/>
                </a:lnTo>
                <a:lnTo>
                  <a:pt x="68411" y="215759"/>
                </a:lnTo>
                <a:lnTo>
                  <a:pt x="68411" y="287591"/>
                </a:lnTo>
                <a:lnTo>
                  <a:pt x="267857" y="287591"/>
                </a:lnTo>
                <a:lnTo>
                  <a:pt x="267857" y="311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5640735" y="8142565"/>
            <a:ext cx="268605" cy="331470"/>
          </a:xfrm>
          <a:custGeom>
            <a:avLst/>
            <a:gdLst/>
            <a:ahLst/>
            <a:cxnLst/>
            <a:rect l="l" t="t" r="r" b="b"/>
            <a:pathLst>
              <a:path w="268604" h="331470">
                <a:moveTo>
                  <a:pt x="268120" y="126298"/>
                </a:moveTo>
                <a:lnTo>
                  <a:pt x="239177" y="126298"/>
                </a:lnTo>
                <a:lnTo>
                  <a:pt x="239177" y="0"/>
                </a:lnTo>
                <a:lnTo>
                  <a:pt x="268120" y="0"/>
                </a:lnTo>
                <a:lnTo>
                  <a:pt x="268120" y="126298"/>
                </a:lnTo>
                <a:close/>
              </a:path>
              <a:path w="268604" h="331470">
                <a:moveTo>
                  <a:pt x="82883" y="256017"/>
                </a:moveTo>
                <a:lnTo>
                  <a:pt x="49248" y="247926"/>
                </a:lnTo>
                <a:lnTo>
                  <a:pt x="22990" y="224837"/>
                </a:lnTo>
                <a:lnTo>
                  <a:pt x="5957" y="188526"/>
                </a:lnTo>
                <a:lnTo>
                  <a:pt x="0" y="140770"/>
                </a:lnTo>
                <a:lnTo>
                  <a:pt x="5957" y="93161"/>
                </a:lnTo>
                <a:lnTo>
                  <a:pt x="22990" y="56900"/>
                </a:lnTo>
                <a:lnTo>
                  <a:pt x="49248" y="33761"/>
                </a:lnTo>
                <a:lnTo>
                  <a:pt x="82883" y="25522"/>
                </a:lnTo>
                <a:lnTo>
                  <a:pt x="114044" y="32684"/>
                </a:lnTo>
                <a:lnTo>
                  <a:pt x="137522" y="51571"/>
                </a:lnTo>
                <a:lnTo>
                  <a:pt x="82883" y="51571"/>
                </a:lnTo>
                <a:lnTo>
                  <a:pt x="60526" y="58071"/>
                </a:lnTo>
                <a:lnTo>
                  <a:pt x="43151" y="76140"/>
                </a:lnTo>
                <a:lnTo>
                  <a:pt x="31895" y="104224"/>
                </a:lnTo>
                <a:lnTo>
                  <a:pt x="27890" y="140770"/>
                </a:lnTo>
                <a:lnTo>
                  <a:pt x="31895" y="177463"/>
                </a:lnTo>
                <a:lnTo>
                  <a:pt x="43151" y="205596"/>
                </a:lnTo>
                <a:lnTo>
                  <a:pt x="60526" y="223616"/>
                </a:lnTo>
                <a:lnTo>
                  <a:pt x="82883" y="229968"/>
                </a:lnTo>
                <a:lnTo>
                  <a:pt x="137318" y="229968"/>
                </a:lnTo>
                <a:lnTo>
                  <a:pt x="114788" y="248651"/>
                </a:lnTo>
                <a:lnTo>
                  <a:pt x="82883" y="256017"/>
                </a:lnTo>
                <a:close/>
              </a:path>
              <a:path w="268604" h="331470">
                <a:moveTo>
                  <a:pt x="137318" y="229968"/>
                </a:moveTo>
                <a:lnTo>
                  <a:pt x="82883" y="229968"/>
                </a:lnTo>
                <a:lnTo>
                  <a:pt x="105129" y="223616"/>
                </a:lnTo>
                <a:lnTo>
                  <a:pt x="122515" y="205596"/>
                </a:lnTo>
                <a:lnTo>
                  <a:pt x="133834" y="177463"/>
                </a:lnTo>
                <a:lnTo>
                  <a:pt x="137875" y="140770"/>
                </a:lnTo>
                <a:lnTo>
                  <a:pt x="133834" y="104224"/>
                </a:lnTo>
                <a:lnTo>
                  <a:pt x="122515" y="76140"/>
                </a:lnTo>
                <a:lnTo>
                  <a:pt x="105129" y="58071"/>
                </a:lnTo>
                <a:lnTo>
                  <a:pt x="82883" y="51571"/>
                </a:lnTo>
                <a:lnTo>
                  <a:pt x="137522" y="51571"/>
                </a:lnTo>
                <a:lnTo>
                  <a:pt x="139076" y="52821"/>
                </a:lnTo>
                <a:lnTo>
                  <a:pt x="156534" y="84503"/>
                </a:lnTo>
                <a:lnTo>
                  <a:pt x="164977" y="126298"/>
                </a:lnTo>
                <a:lnTo>
                  <a:pt x="268120" y="126298"/>
                </a:lnTo>
                <a:lnTo>
                  <a:pt x="268120" y="150505"/>
                </a:lnTo>
                <a:lnTo>
                  <a:pt x="165240" y="150505"/>
                </a:lnTo>
                <a:lnTo>
                  <a:pt x="157533" y="194354"/>
                </a:lnTo>
                <a:lnTo>
                  <a:pt x="140194" y="227583"/>
                </a:lnTo>
                <a:lnTo>
                  <a:pt x="137318" y="229968"/>
                </a:lnTo>
                <a:close/>
              </a:path>
              <a:path w="268604" h="331470">
                <a:moveTo>
                  <a:pt x="268120" y="331270"/>
                </a:moveTo>
                <a:lnTo>
                  <a:pt x="239177" y="331270"/>
                </a:lnTo>
                <a:lnTo>
                  <a:pt x="239177" y="150505"/>
                </a:lnTo>
                <a:lnTo>
                  <a:pt x="268120" y="150505"/>
                </a:lnTo>
                <a:lnTo>
                  <a:pt x="268120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5977530" y="8142828"/>
            <a:ext cx="260985" cy="326390"/>
          </a:xfrm>
          <a:custGeom>
            <a:avLst/>
            <a:gdLst/>
            <a:ahLst/>
            <a:cxnLst/>
            <a:rect l="l" t="t" r="r" b="b"/>
            <a:pathLst>
              <a:path w="260985" h="326390">
                <a:moveTo>
                  <a:pt x="260753" y="184974"/>
                </a:moveTo>
                <a:lnTo>
                  <a:pt x="231546" y="184974"/>
                </a:lnTo>
                <a:lnTo>
                  <a:pt x="231546" y="131034"/>
                </a:lnTo>
                <a:lnTo>
                  <a:pt x="165503" y="131034"/>
                </a:lnTo>
                <a:lnTo>
                  <a:pt x="165503" y="107090"/>
                </a:lnTo>
                <a:lnTo>
                  <a:pt x="231546" y="107090"/>
                </a:lnTo>
                <a:lnTo>
                  <a:pt x="231546" y="67095"/>
                </a:lnTo>
                <a:lnTo>
                  <a:pt x="165503" y="67095"/>
                </a:lnTo>
                <a:lnTo>
                  <a:pt x="165503" y="42888"/>
                </a:lnTo>
                <a:lnTo>
                  <a:pt x="231546" y="42888"/>
                </a:lnTo>
                <a:lnTo>
                  <a:pt x="231546" y="0"/>
                </a:lnTo>
                <a:lnTo>
                  <a:pt x="260753" y="0"/>
                </a:lnTo>
                <a:lnTo>
                  <a:pt x="260753" y="184974"/>
                </a:lnTo>
                <a:close/>
              </a:path>
              <a:path w="260985" h="326390">
                <a:moveTo>
                  <a:pt x="24207" y="174712"/>
                </a:moveTo>
                <a:lnTo>
                  <a:pt x="789" y="174712"/>
                </a:lnTo>
                <a:lnTo>
                  <a:pt x="789" y="81567"/>
                </a:lnTo>
                <a:lnTo>
                  <a:pt x="114457" y="81567"/>
                </a:lnTo>
                <a:lnTo>
                  <a:pt x="114457" y="39205"/>
                </a:lnTo>
                <a:lnTo>
                  <a:pt x="0" y="39205"/>
                </a:lnTo>
                <a:lnTo>
                  <a:pt x="0" y="14997"/>
                </a:lnTo>
                <a:lnTo>
                  <a:pt x="143401" y="14997"/>
                </a:lnTo>
                <a:lnTo>
                  <a:pt x="143401" y="104196"/>
                </a:lnTo>
                <a:lnTo>
                  <a:pt x="29732" y="104196"/>
                </a:lnTo>
                <a:lnTo>
                  <a:pt x="29732" y="150242"/>
                </a:lnTo>
                <a:lnTo>
                  <a:pt x="164170" y="150242"/>
                </a:lnTo>
                <a:lnTo>
                  <a:pt x="165766" y="166555"/>
                </a:lnTo>
                <a:lnTo>
                  <a:pt x="135285" y="170790"/>
                </a:lnTo>
                <a:lnTo>
                  <a:pt x="104064" y="173199"/>
                </a:lnTo>
                <a:lnTo>
                  <a:pt x="68304" y="174326"/>
                </a:lnTo>
                <a:lnTo>
                  <a:pt x="24207" y="174712"/>
                </a:lnTo>
                <a:close/>
              </a:path>
              <a:path w="260985" h="326390">
                <a:moveTo>
                  <a:pt x="164170" y="150242"/>
                </a:moveTo>
                <a:lnTo>
                  <a:pt x="29732" y="150242"/>
                </a:lnTo>
                <a:lnTo>
                  <a:pt x="70839" y="149860"/>
                </a:lnTo>
                <a:lnTo>
                  <a:pt x="104508" y="148762"/>
                </a:lnTo>
                <a:lnTo>
                  <a:pt x="134206" y="146431"/>
                </a:lnTo>
                <a:lnTo>
                  <a:pt x="163398" y="142348"/>
                </a:lnTo>
                <a:lnTo>
                  <a:pt x="164170" y="150242"/>
                </a:lnTo>
                <a:close/>
              </a:path>
              <a:path w="260985" h="326390">
                <a:moveTo>
                  <a:pt x="260753" y="326007"/>
                </a:moveTo>
                <a:lnTo>
                  <a:pt x="44993" y="326007"/>
                </a:lnTo>
                <a:lnTo>
                  <a:pt x="44993" y="198393"/>
                </a:lnTo>
                <a:lnTo>
                  <a:pt x="74200" y="198393"/>
                </a:lnTo>
                <a:lnTo>
                  <a:pt x="74200" y="237072"/>
                </a:lnTo>
                <a:lnTo>
                  <a:pt x="260753" y="237072"/>
                </a:lnTo>
                <a:lnTo>
                  <a:pt x="260753" y="260490"/>
                </a:lnTo>
                <a:lnTo>
                  <a:pt x="74200" y="260490"/>
                </a:lnTo>
                <a:lnTo>
                  <a:pt x="74200" y="302063"/>
                </a:lnTo>
                <a:lnTo>
                  <a:pt x="260753" y="302063"/>
                </a:lnTo>
                <a:lnTo>
                  <a:pt x="260753" y="326007"/>
                </a:lnTo>
                <a:close/>
              </a:path>
              <a:path w="260985" h="326390">
                <a:moveTo>
                  <a:pt x="260753" y="237072"/>
                </a:moveTo>
                <a:lnTo>
                  <a:pt x="231810" y="237072"/>
                </a:lnTo>
                <a:lnTo>
                  <a:pt x="231810" y="198393"/>
                </a:lnTo>
                <a:lnTo>
                  <a:pt x="260753" y="198393"/>
                </a:lnTo>
                <a:lnTo>
                  <a:pt x="260753" y="237072"/>
                </a:lnTo>
                <a:close/>
              </a:path>
              <a:path w="260985" h="326390">
                <a:moveTo>
                  <a:pt x="260753" y="302063"/>
                </a:moveTo>
                <a:lnTo>
                  <a:pt x="231810" y="302063"/>
                </a:lnTo>
                <a:lnTo>
                  <a:pt x="231810" y="260490"/>
                </a:lnTo>
                <a:lnTo>
                  <a:pt x="260753" y="260490"/>
                </a:lnTo>
                <a:lnTo>
                  <a:pt x="260753" y="3020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6308011" y="8142565"/>
            <a:ext cx="297180" cy="331470"/>
          </a:xfrm>
          <a:custGeom>
            <a:avLst/>
            <a:gdLst/>
            <a:ahLst/>
            <a:cxnLst/>
            <a:rect l="l" t="t" r="r" b="b"/>
            <a:pathLst>
              <a:path w="297179" h="331470">
                <a:moveTo>
                  <a:pt x="241545" y="331270"/>
                </a:moveTo>
                <a:lnTo>
                  <a:pt x="212339" y="331270"/>
                </a:lnTo>
                <a:lnTo>
                  <a:pt x="212339" y="0"/>
                </a:lnTo>
                <a:lnTo>
                  <a:pt x="241545" y="0"/>
                </a:lnTo>
                <a:lnTo>
                  <a:pt x="241545" y="130771"/>
                </a:lnTo>
                <a:lnTo>
                  <a:pt x="296801" y="130771"/>
                </a:lnTo>
                <a:lnTo>
                  <a:pt x="296801" y="155241"/>
                </a:lnTo>
                <a:lnTo>
                  <a:pt x="241545" y="155241"/>
                </a:lnTo>
                <a:lnTo>
                  <a:pt x="241545" y="331270"/>
                </a:lnTo>
                <a:close/>
              </a:path>
              <a:path w="297179" h="331470">
                <a:moveTo>
                  <a:pt x="26049" y="248386"/>
                </a:moveTo>
                <a:lnTo>
                  <a:pt x="0" y="248386"/>
                </a:lnTo>
                <a:lnTo>
                  <a:pt x="0" y="32363"/>
                </a:lnTo>
                <a:lnTo>
                  <a:pt x="154452" y="32363"/>
                </a:lnTo>
                <a:lnTo>
                  <a:pt x="154452" y="56308"/>
                </a:lnTo>
                <a:lnTo>
                  <a:pt x="29206" y="56308"/>
                </a:lnTo>
                <a:lnTo>
                  <a:pt x="29206" y="223653"/>
                </a:lnTo>
                <a:lnTo>
                  <a:pt x="182189" y="223653"/>
                </a:lnTo>
                <a:lnTo>
                  <a:pt x="184185" y="237335"/>
                </a:lnTo>
                <a:lnTo>
                  <a:pt x="146451" y="242947"/>
                </a:lnTo>
                <a:lnTo>
                  <a:pt x="109261" y="246314"/>
                </a:lnTo>
                <a:lnTo>
                  <a:pt x="69998" y="247955"/>
                </a:lnTo>
                <a:lnTo>
                  <a:pt x="26049" y="248386"/>
                </a:lnTo>
                <a:close/>
              </a:path>
              <a:path w="297179" h="331470">
                <a:moveTo>
                  <a:pt x="182189" y="223653"/>
                </a:moveTo>
                <a:lnTo>
                  <a:pt x="29206" y="223653"/>
                </a:lnTo>
                <a:lnTo>
                  <a:pt x="71199" y="223065"/>
                </a:lnTo>
                <a:lnTo>
                  <a:pt x="108899" y="221219"/>
                </a:lnTo>
                <a:lnTo>
                  <a:pt x="144577" y="217696"/>
                </a:lnTo>
                <a:lnTo>
                  <a:pt x="180501" y="212075"/>
                </a:lnTo>
                <a:lnTo>
                  <a:pt x="182189" y="2236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6634545" y="8173614"/>
            <a:ext cx="48260" cy="271780"/>
          </a:xfrm>
          <a:custGeom>
            <a:avLst/>
            <a:gdLst/>
            <a:ahLst/>
            <a:cxnLst/>
            <a:rect l="l" t="t" r="r" b="b"/>
            <a:pathLst>
              <a:path w="48259" h="271779">
                <a:moveTo>
                  <a:pt x="39468" y="193394"/>
                </a:moveTo>
                <a:lnTo>
                  <a:pt x="8156" y="193394"/>
                </a:lnTo>
                <a:lnTo>
                  <a:pt x="5525" y="0"/>
                </a:lnTo>
                <a:lnTo>
                  <a:pt x="42099" y="0"/>
                </a:lnTo>
                <a:lnTo>
                  <a:pt x="39468" y="193394"/>
                </a:lnTo>
                <a:close/>
              </a:path>
              <a:path w="48259" h="271779">
                <a:moveTo>
                  <a:pt x="23944" y="271541"/>
                </a:moveTo>
                <a:lnTo>
                  <a:pt x="14615" y="269650"/>
                </a:lnTo>
                <a:lnTo>
                  <a:pt x="6939" y="264502"/>
                </a:lnTo>
                <a:lnTo>
                  <a:pt x="1780" y="256888"/>
                </a:lnTo>
                <a:lnTo>
                  <a:pt x="0" y="247597"/>
                </a:lnTo>
                <a:lnTo>
                  <a:pt x="1780" y="238305"/>
                </a:lnTo>
                <a:lnTo>
                  <a:pt x="6939" y="230691"/>
                </a:lnTo>
                <a:lnTo>
                  <a:pt x="14615" y="225544"/>
                </a:lnTo>
                <a:lnTo>
                  <a:pt x="23944" y="223653"/>
                </a:lnTo>
                <a:lnTo>
                  <a:pt x="33235" y="225544"/>
                </a:lnTo>
                <a:lnTo>
                  <a:pt x="40849" y="230691"/>
                </a:lnTo>
                <a:lnTo>
                  <a:pt x="45996" y="238305"/>
                </a:lnTo>
                <a:lnTo>
                  <a:pt x="47888" y="247597"/>
                </a:lnTo>
                <a:lnTo>
                  <a:pt x="45996" y="256888"/>
                </a:lnTo>
                <a:lnTo>
                  <a:pt x="40849" y="264502"/>
                </a:lnTo>
                <a:lnTo>
                  <a:pt x="33235" y="269650"/>
                </a:lnTo>
                <a:lnTo>
                  <a:pt x="23944" y="2715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028700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2067" y="486427"/>
            <a:ext cx="9682286" cy="9513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6250" y="560610"/>
            <a:ext cx="9334487" cy="91657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5074" y="2418943"/>
            <a:ext cx="8534399" cy="6961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63325" y="684435"/>
            <a:ext cx="2212097" cy="7252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0026" y="898444"/>
            <a:ext cx="174214" cy="1742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60683" y="898444"/>
            <a:ext cx="174214" cy="1742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41341" y="898444"/>
            <a:ext cx="174214" cy="17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1975" y="1304692"/>
            <a:ext cx="9163052" cy="8358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89484" y="1496576"/>
            <a:ext cx="7135034" cy="4520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15916" y="834905"/>
            <a:ext cx="238125" cy="20320"/>
          </a:xfrm>
          <a:custGeom>
            <a:avLst/>
            <a:gdLst/>
            <a:ahLst/>
            <a:cxnLst/>
            <a:rect l="l" t="t" r="r" b="b"/>
            <a:pathLst>
              <a:path w="238125" h="20319">
                <a:moveTo>
                  <a:pt x="0" y="0"/>
                </a:moveTo>
                <a:lnTo>
                  <a:pt x="238124" y="0"/>
                </a:lnTo>
                <a:lnTo>
                  <a:pt x="23812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15916" y="85522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0" y="0"/>
                </a:moveTo>
                <a:lnTo>
                  <a:pt x="20180" y="0"/>
                </a:lnTo>
                <a:lnTo>
                  <a:pt x="20180" y="198119"/>
                </a:lnTo>
                <a:lnTo>
                  <a:pt x="0" y="19811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15916" y="1053345"/>
            <a:ext cx="238125" cy="19050"/>
          </a:xfrm>
          <a:custGeom>
            <a:avLst/>
            <a:gdLst/>
            <a:ahLst/>
            <a:cxnLst/>
            <a:rect l="l" t="t" r="r" b="b"/>
            <a:pathLst>
              <a:path w="238125" h="19050">
                <a:moveTo>
                  <a:pt x="0" y="0"/>
                </a:moveTo>
                <a:lnTo>
                  <a:pt x="238124" y="0"/>
                </a:lnTo>
                <a:lnTo>
                  <a:pt x="23812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033861" y="85508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20180" y="197764"/>
                </a:moveTo>
                <a:lnTo>
                  <a:pt x="0" y="197764"/>
                </a:lnTo>
                <a:lnTo>
                  <a:pt x="0" y="0"/>
                </a:lnTo>
                <a:lnTo>
                  <a:pt x="20180" y="0"/>
                </a:lnTo>
                <a:lnTo>
                  <a:pt x="20180" y="197764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409288" y="1052849"/>
            <a:ext cx="218440" cy="20320"/>
          </a:xfrm>
          <a:custGeom>
            <a:avLst/>
            <a:gdLst/>
            <a:ahLst/>
            <a:cxnLst/>
            <a:rect l="l" t="t" r="r" b="b"/>
            <a:pathLst>
              <a:path w="218440" h="20319">
                <a:moveTo>
                  <a:pt x="217944" y="20180"/>
                </a:moveTo>
                <a:lnTo>
                  <a:pt x="0" y="20180"/>
                </a:lnTo>
                <a:lnTo>
                  <a:pt x="0" y="0"/>
                </a:lnTo>
                <a:lnTo>
                  <a:pt x="217944" y="0"/>
                </a:lnTo>
                <a:lnTo>
                  <a:pt x="217944" y="2018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235292" y="837797"/>
            <a:ext cx="232590" cy="23259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3229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6301" y="286990"/>
                </a:moveTo>
                <a:lnTo>
                  <a:pt x="10195" y="286990"/>
                </a:lnTo>
                <a:lnTo>
                  <a:pt x="7214" y="285881"/>
                </a:lnTo>
                <a:lnTo>
                  <a:pt x="166" y="279107"/>
                </a:lnTo>
                <a:lnTo>
                  <a:pt x="11" y="271547"/>
                </a:lnTo>
                <a:lnTo>
                  <a:pt x="122471" y="144115"/>
                </a:lnTo>
                <a:lnTo>
                  <a:pt x="0" y="16683"/>
                </a:lnTo>
                <a:lnTo>
                  <a:pt x="155" y="9134"/>
                </a:lnTo>
                <a:lnTo>
                  <a:pt x="9647" y="0"/>
                </a:lnTo>
                <a:lnTo>
                  <a:pt x="17184" y="155"/>
                </a:lnTo>
                <a:lnTo>
                  <a:pt x="152021" y="140454"/>
                </a:lnTo>
                <a:lnTo>
                  <a:pt x="152021" y="147740"/>
                </a:lnTo>
                <a:lnTo>
                  <a:pt x="19414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01482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35719" y="286990"/>
                </a:moveTo>
                <a:lnTo>
                  <a:pt x="141825" y="286990"/>
                </a:lnTo>
                <a:lnTo>
                  <a:pt x="144806" y="285881"/>
                </a:lnTo>
                <a:lnTo>
                  <a:pt x="151854" y="279107"/>
                </a:lnTo>
                <a:lnTo>
                  <a:pt x="152009" y="271547"/>
                </a:lnTo>
                <a:lnTo>
                  <a:pt x="29550" y="144115"/>
                </a:lnTo>
                <a:lnTo>
                  <a:pt x="152021" y="16683"/>
                </a:lnTo>
                <a:lnTo>
                  <a:pt x="151866" y="9134"/>
                </a:lnTo>
                <a:lnTo>
                  <a:pt x="142374" y="0"/>
                </a:lnTo>
                <a:lnTo>
                  <a:pt x="134837" y="155"/>
                </a:lnTo>
                <a:lnTo>
                  <a:pt x="0" y="140454"/>
                </a:lnTo>
                <a:lnTo>
                  <a:pt x="0" y="147740"/>
                </a:lnTo>
                <a:lnTo>
                  <a:pt x="132607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26355" y="1565410"/>
            <a:ext cx="314960" cy="314960"/>
          </a:xfrm>
          <a:custGeom>
            <a:avLst/>
            <a:gdLst/>
            <a:ahLst/>
            <a:cxnLst/>
            <a:rect l="l" t="t" r="r" b="b"/>
            <a:pathLst>
              <a:path w="314960" h="314960">
                <a:moveTo>
                  <a:pt x="72486" y="288184"/>
                </a:moveTo>
                <a:lnTo>
                  <a:pt x="157182" y="288184"/>
                </a:lnTo>
                <a:lnTo>
                  <a:pt x="106246" y="277874"/>
                </a:lnTo>
                <a:lnTo>
                  <a:pt x="64604" y="249775"/>
                </a:lnTo>
                <a:lnTo>
                  <a:pt x="36502" y="208133"/>
                </a:lnTo>
                <a:lnTo>
                  <a:pt x="26193" y="157182"/>
                </a:lnTo>
                <a:lnTo>
                  <a:pt x="36502" y="106257"/>
                </a:lnTo>
                <a:lnTo>
                  <a:pt x="64604" y="64615"/>
                </a:lnTo>
                <a:lnTo>
                  <a:pt x="106246" y="36513"/>
                </a:lnTo>
                <a:lnTo>
                  <a:pt x="157186" y="26201"/>
                </a:lnTo>
                <a:lnTo>
                  <a:pt x="242130" y="26201"/>
                </a:lnTo>
                <a:lnTo>
                  <a:pt x="231889" y="18917"/>
                </a:lnTo>
                <a:lnTo>
                  <a:pt x="196107" y="4892"/>
                </a:lnTo>
                <a:lnTo>
                  <a:pt x="157183" y="0"/>
                </a:lnTo>
                <a:lnTo>
                  <a:pt x="107556" y="8027"/>
                </a:lnTo>
                <a:lnTo>
                  <a:pt x="72463" y="26201"/>
                </a:lnTo>
                <a:lnTo>
                  <a:pt x="157186" y="26201"/>
                </a:lnTo>
                <a:lnTo>
                  <a:pt x="72462" y="26202"/>
                </a:lnTo>
                <a:lnTo>
                  <a:pt x="64414" y="30370"/>
                </a:lnTo>
                <a:lnTo>
                  <a:pt x="30369" y="64416"/>
                </a:lnTo>
                <a:lnTo>
                  <a:pt x="8027" y="107556"/>
                </a:lnTo>
                <a:lnTo>
                  <a:pt x="0" y="157199"/>
                </a:lnTo>
                <a:lnTo>
                  <a:pt x="8023" y="206813"/>
                </a:lnTo>
                <a:lnTo>
                  <a:pt x="30364" y="249957"/>
                </a:lnTo>
                <a:lnTo>
                  <a:pt x="64411" y="284002"/>
                </a:lnTo>
                <a:lnTo>
                  <a:pt x="72486" y="288184"/>
                </a:lnTo>
                <a:close/>
              </a:path>
              <a:path w="314960" h="314960">
                <a:moveTo>
                  <a:pt x="209590" y="117891"/>
                </a:moveTo>
                <a:lnTo>
                  <a:pt x="314375" y="117891"/>
                </a:lnTo>
                <a:lnTo>
                  <a:pt x="314364" y="13095"/>
                </a:lnTo>
                <a:lnTo>
                  <a:pt x="288173" y="13095"/>
                </a:lnTo>
                <a:lnTo>
                  <a:pt x="288173" y="70435"/>
                </a:lnTo>
                <a:lnTo>
                  <a:pt x="254056" y="70438"/>
                </a:lnTo>
                <a:lnTo>
                  <a:pt x="270372" y="91692"/>
                </a:lnTo>
                <a:lnTo>
                  <a:pt x="209590" y="91692"/>
                </a:lnTo>
                <a:lnTo>
                  <a:pt x="209590" y="117891"/>
                </a:lnTo>
                <a:close/>
              </a:path>
              <a:path w="314960" h="314960">
                <a:moveTo>
                  <a:pt x="254056" y="70438"/>
                </a:moveTo>
                <a:lnTo>
                  <a:pt x="288173" y="70438"/>
                </a:lnTo>
                <a:lnTo>
                  <a:pt x="263065" y="41092"/>
                </a:lnTo>
                <a:lnTo>
                  <a:pt x="242131" y="26202"/>
                </a:lnTo>
                <a:lnTo>
                  <a:pt x="157193" y="26202"/>
                </a:lnTo>
                <a:lnTo>
                  <a:pt x="191493" y="30789"/>
                </a:lnTo>
                <a:lnTo>
                  <a:pt x="222746" y="43893"/>
                </a:lnTo>
                <a:lnTo>
                  <a:pt x="249515" y="64523"/>
                </a:lnTo>
                <a:lnTo>
                  <a:pt x="254056" y="70438"/>
                </a:lnTo>
                <a:close/>
              </a:path>
              <a:path w="314960" h="314960">
                <a:moveTo>
                  <a:pt x="157186" y="314367"/>
                </a:moveTo>
                <a:lnTo>
                  <a:pt x="201094" y="308146"/>
                </a:lnTo>
                <a:lnTo>
                  <a:pt x="240450" y="290559"/>
                </a:lnTo>
                <a:lnTo>
                  <a:pt x="273310" y="263220"/>
                </a:lnTo>
                <a:lnTo>
                  <a:pt x="297733" y="227745"/>
                </a:lnTo>
                <a:lnTo>
                  <a:pt x="311774" y="185748"/>
                </a:lnTo>
                <a:lnTo>
                  <a:pt x="313079" y="178634"/>
                </a:lnTo>
                <a:lnTo>
                  <a:pt x="308375" y="171816"/>
                </a:lnTo>
                <a:lnTo>
                  <a:pt x="293995" y="169215"/>
                </a:lnTo>
                <a:lnTo>
                  <a:pt x="287309" y="173931"/>
                </a:lnTo>
                <a:lnTo>
                  <a:pt x="286014" y="181026"/>
                </a:lnTo>
                <a:lnTo>
                  <a:pt x="269969" y="223969"/>
                </a:lnTo>
                <a:lnTo>
                  <a:pt x="241042" y="257893"/>
                </a:lnTo>
                <a:lnTo>
                  <a:pt x="202394" y="280173"/>
                </a:lnTo>
                <a:lnTo>
                  <a:pt x="157182" y="288184"/>
                </a:lnTo>
                <a:lnTo>
                  <a:pt x="72486" y="288184"/>
                </a:lnTo>
                <a:lnTo>
                  <a:pt x="107554" y="306341"/>
                </a:lnTo>
                <a:lnTo>
                  <a:pt x="157186" y="314367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922903" y="1591280"/>
            <a:ext cx="274320" cy="263525"/>
          </a:xfrm>
          <a:custGeom>
            <a:avLst/>
            <a:gdLst/>
            <a:ahLst/>
            <a:cxnLst/>
            <a:rect l="l" t="t" r="r" b="b"/>
            <a:pathLst>
              <a:path w="274320" h="263525">
                <a:moveTo>
                  <a:pt x="71829" y="262977"/>
                </a:moveTo>
                <a:lnTo>
                  <a:pt x="42377" y="237922"/>
                </a:lnTo>
                <a:lnTo>
                  <a:pt x="42302" y="236333"/>
                </a:lnTo>
                <a:lnTo>
                  <a:pt x="56658" y="168590"/>
                </a:lnTo>
                <a:lnTo>
                  <a:pt x="5049" y="122060"/>
                </a:lnTo>
                <a:lnTo>
                  <a:pt x="2340" y="117554"/>
                </a:lnTo>
                <a:lnTo>
                  <a:pt x="0" y="107905"/>
                </a:lnTo>
                <a:lnTo>
                  <a:pt x="192" y="103008"/>
                </a:lnTo>
                <a:lnTo>
                  <a:pt x="87391" y="73955"/>
                </a:lnTo>
                <a:lnTo>
                  <a:pt x="115676" y="10509"/>
                </a:lnTo>
                <a:lnTo>
                  <a:pt x="119114" y="6537"/>
                </a:lnTo>
                <a:lnTo>
                  <a:pt x="127605" y="1315"/>
                </a:lnTo>
                <a:lnTo>
                  <a:pt x="132306" y="0"/>
                </a:lnTo>
                <a:lnTo>
                  <a:pt x="141955" y="0"/>
                </a:lnTo>
                <a:lnTo>
                  <a:pt x="146670" y="1315"/>
                </a:lnTo>
                <a:lnTo>
                  <a:pt x="155121" y="6537"/>
                </a:lnTo>
                <a:lnTo>
                  <a:pt x="158572" y="10509"/>
                </a:lnTo>
                <a:lnTo>
                  <a:pt x="164490" y="23779"/>
                </a:lnTo>
                <a:lnTo>
                  <a:pt x="136278" y="23779"/>
                </a:lnTo>
                <a:lnTo>
                  <a:pt x="135640" y="24195"/>
                </a:lnTo>
                <a:lnTo>
                  <a:pt x="104607" y="93775"/>
                </a:lnTo>
                <a:lnTo>
                  <a:pt x="100921" y="96445"/>
                </a:lnTo>
                <a:lnTo>
                  <a:pt x="25156" y="104441"/>
                </a:lnTo>
                <a:lnTo>
                  <a:pt x="24570" y="104922"/>
                </a:lnTo>
                <a:lnTo>
                  <a:pt x="24023" y="106602"/>
                </a:lnTo>
                <a:lnTo>
                  <a:pt x="24218" y="107345"/>
                </a:lnTo>
                <a:lnTo>
                  <a:pt x="80806" y="158341"/>
                </a:lnTo>
                <a:lnTo>
                  <a:pt x="82208" y="162665"/>
                </a:lnTo>
                <a:lnTo>
                  <a:pt x="66404" y="237219"/>
                </a:lnTo>
                <a:lnTo>
                  <a:pt x="66690" y="237922"/>
                </a:lnTo>
                <a:lnTo>
                  <a:pt x="68117" y="238938"/>
                </a:lnTo>
                <a:lnTo>
                  <a:pt x="68873" y="238977"/>
                </a:lnTo>
                <a:lnTo>
                  <a:pt x="116538" y="238977"/>
                </a:lnTo>
                <a:lnTo>
                  <a:pt x="76960" y="261792"/>
                </a:lnTo>
                <a:lnTo>
                  <a:pt x="71829" y="262977"/>
                </a:lnTo>
                <a:close/>
              </a:path>
              <a:path w="274320" h="263525">
                <a:moveTo>
                  <a:pt x="231830" y="239211"/>
                </a:moveTo>
                <a:lnTo>
                  <a:pt x="205831" y="239211"/>
                </a:lnTo>
                <a:lnTo>
                  <a:pt x="207633" y="237909"/>
                </a:lnTo>
                <a:lnTo>
                  <a:pt x="207886" y="237206"/>
                </a:lnTo>
                <a:lnTo>
                  <a:pt x="192079" y="162665"/>
                </a:lnTo>
                <a:lnTo>
                  <a:pt x="193513" y="158328"/>
                </a:lnTo>
                <a:lnTo>
                  <a:pt x="250082" y="107332"/>
                </a:lnTo>
                <a:lnTo>
                  <a:pt x="250277" y="106602"/>
                </a:lnTo>
                <a:lnTo>
                  <a:pt x="249730" y="104922"/>
                </a:lnTo>
                <a:lnTo>
                  <a:pt x="249144" y="104441"/>
                </a:lnTo>
                <a:lnTo>
                  <a:pt x="173374" y="96445"/>
                </a:lnTo>
                <a:lnTo>
                  <a:pt x="169701" y="93775"/>
                </a:lnTo>
                <a:lnTo>
                  <a:pt x="138674" y="24195"/>
                </a:lnTo>
                <a:lnTo>
                  <a:pt x="138049" y="23779"/>
                </a:lnTo>
                <a:lnTo>
                  <a:pt x="164490" y="23779"/>
                </a:lnTo>
                <a:lnTo>
                  <a:pt x="186870" y="73968"/>
                </a:lnTo>
                <a:lnTo>
                  <a:pt x="255981" y="81273"/>
                </a:lnTo>
                <a:lnTo>
                  <a:pt x="260813" y="83331"/>
                </a:lnTo>
                <a:lnTo>
                  <a:pt x="268379" y="89751"/>
                </a:lnTo>
                <a:lnTo>
                  <a:pt x="271087" y="93827"/>
                </a:lnTo>
                <a:lnTo>
                  <a:pt x="274078" y="103008"/>
                </a:lnTo>
                <a:lnTo>
                  <a:pt x="274278" y="107905"/>
                </a:lnTo>
                <a:lnTo>
                  <a:pt x="273171" y="112593"/>
                </a:lnTo>
                <a:lnTo>
                  <a:pt x="271947" y="117606"/>
                </a:lnTo>
                <a:lnTo>
                  <a:pt x="269238" y="122112"/>
                </a:lnTo>
                <a:lnTo>
                  <a:pt x="217656" y="168616"/>
                </a:lnTo>
                <a:lnTo>
                  <a:pt x="232006" y="236333"/>
                </a:lnTo>
                <a:lnTo>
                  <a:pt x="231942" y="237922"/>
                </a:lnTo>
                <a:lnTo>
                  <a:pt x="231830" y="239211"/>
                </a:lnTo>
                <a:close/>
              </a:path>
              <a:path w="274320" h="263525">
                <a:moveTo>
                  <a:pt x="116538" y="238977"/>
                </a:moveTo>
                <a:lnTo>
                  <a:pt x="68873" y="238977"/>
                </a:lnTo>
                <a:lnTo>
                  <a:pt x="131212" y="203035"/>
                </a:lnTo>
                <a:lnTo>
                  <a:pt x="133035" y="202006"/>
                </a:lnTo>
                <a:lnTo>
                  <a:pt x="135080" y="201459"/>
                </a:lnTo>
                <a:lnTo>
                  <a:pt x="139234" y="201459"/>
                </a:lnTo>
                <a:lnTo>
                  <a:pt x="141278" y="202006"/>
                </a:lnTo>
                <a:lnTo>
                  <a:pt x="184796" y="227087"/>
                </a:lnTo>
                <a:lnTo>
                  <a:pt x="137163" y="227087"/>
                </a:lnTo>
                <a:lnTo>
                  <a:pt x="116538" y="238977"/>
                </a:lnTo>
                <a:close/>
              </a:path>
              <a:path w="274320" h="263525">
                <a:moveTo>
                  <a:pt x="206391" y="262652"/>
                </a:moveTo>
                <a:lnTo>
                  <a:pt x="201221" y="262652"/>
                </a:lnTo>
                <a:lnTo>
                  <a:pt x="196755" y="261441"/>
                </a:lnTo>
                <a:lnTo>
                  <a:pt x="137163" y="227087"/>
                </a:lnTo>
                <a:lnTo>
                  <a:pt x="184796" y="227087"/>
                </a:lnTo>
                <a:lnTo>
                  <a:pt x="205831" y="239211"/>
                </a:lnTo>
                <a:lnTo>
                  <a:pt x="231830" y="239211"/>
                </a:lnTo>
                <a:lnTo>
                  <a:pt x="207029" y="262626"/>
                </a:lnTo>
                <a:lnTo>
                  <a:pt x="206391" y="262652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29684" y="814138"/>
            <a:ext cx="379901" cy="37990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49098" y="4264705"/>
            <a:ext cx="8106269" cy="476498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574573" y="3447976"/>
            <a:ext cx="374650" cy="514350"/>
          </a:xfrm>
          <a:custGeom>
            <a:avLst/>
            <a:gdLst/>
            <a:ahLst/>
            <a:cxnLst/>
            <a:rect l="l" t="t" r="r" b="b"/>
            <a:pathLst>
              <a:path w="374650" h="514350">
                <a:moveTo>
                  <a:pt x="70273" y="514350"/>
                </a:moveTo>
                <a:lnTo>
                  <a:pt x="0" y="514350"/>
                </a:lnTo>
                <a:lnTo>
                  <a:pt x="0" y="0"/>
                </a:lnTo>
                <a:lnTo>
                  <a:pt x="239395" y="0"/>
                </a:lnTo>
                <a:lnTo>
                  <a:pt x="252035" y="297"/>
                </a:lnTo>
                <a:lnTo>
                  <a:pt x="301128" y="7600"/>
                </a:lnTo>
                <a:lnTo>
                  <a:pt x="341788" y="28098"/>
                </a:lnTo>
                <a:lnTo>
                  <a:pt x="367462" y="62230"/>
                </a:lnTo>
                <a:lnTo>
                  <a:pt x="74295" y="62230"/>
                </a:lnTo>
                <a:lnTo>
                  <a:pt x="74295" y="238760"/>
                </a:lnTo>
                <a:lnTo>
                  <a:pt x="363673" y="238760"/>
                </a:lnTo>
                <a:lnTo>
                  <a:pt x="362585" y="240982"/>
                </a:lnTo>
                <a:lnTo>
                  <a:pt x="331470" y="274955"/>
                </a:lnTo>
                <a:lnTo>
                  <a:pt x="288290" y="294957"/>
                </a:lnTo>
                <a:lnTo>
                  <a:pt x="239395" y="301625"/>
                </a:lnTo>
                <a:lnTo>
                  <a:pt x="74295" y="301625"/>
                </a:lnTo>
                <a:lnTo>
                  <a:pt x="74295" y="510540"/>
                </a:lnTo>
                <a:lnTo>
                  <a:pt x="70273" y="514350"/>
                </a:lnTo>
                <a:close/>
              </a:path>
              <a:path w="374650" h="514350">
                <a:moveTo>
                  <a:pt x="363673" y="238760"/>
                </a:moveTo>
                <a:lnTo>
                  <a:pt x="233680" y="238760"/>
                </a:lnTo>
                <a:lnTo>
                  <a:pt x="247411" y="237946"/>
                </a:lnTo>
                <a:lnTo>
                  <a:pt x="260032" y="235505"/>
                </a:lnTo>
                <a:lnTo>
                  <a:pt x="296703" y="208835"/>
                </a:lnTo>
                <a:lnTo>
                  <a:pt x="301625" y="184150"/>
                </a:lnTo>
                <a:lnTo>
                  <a:pt x="301537" y="102870"/>
                </a:lnTo>
                <a:lnTo>
                  <a:pt x="277177" y="69215"/>
                </a:lnTo>
                <a:lnTo>
                  <a:pt x="236855" y="62230"/>
                </a:lnTo>
                <a:lnTo>
                  <a:pt x="367462" y="62230"/>
                </a:lnTo>
                <a:lnTo>
                  <a:pt x="368220" y="63817"/>
                </a:lnTo>
                <a:lnTo>
                  <a:pt x="371792" y="75565"/>
                </a:lnTo>
                <a:lnTo>
                  <a:pt x="373935" y="88582"/>
                </a:lnTo>
                <a:lnTo>
                  <a:pt x="374650" y="102870"/>
                </a:lnTo>
                <a:lnTo>
                  <a:pt x="374650" y="192405"/>
                </a:lnTo>
                <a:lnTo>
                  <a:pt x="373895" y="205918"/>
                </a:lnTo>
                <a:lnTo>
                  <a:pt x="371633" y="218519"/>
                </a:lnTo>
                <a:lnTo>
                  <a:pt x="367863" y="230207"/>
                </a:lnTo>
                <a:lnTo>
                  <a:pt x="363673" y="238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12724" y="3595296"/>
            <a:ext cx="294005" cy="367665"/>
          </a:xfrm>
          <a:custGeom>
            <a:avLst/>
            <a:gdLst/>
            <a:ahLst/>
            <a:cxnLst/>
            <a:rect l="l" t="t" r="r" b="b"/>
            <a:pathLst>
              <a:path w="294004" h="367664">
                <a:moveTo>
                  <a:pt x="26670" y="66039"/>
                </a:moveTo>
                <a:lnTo>
                  <a:pt x="26670" y="5079"/>
                </a:lnTo>
                <a:lnTo>
                  <a:pt x="69453" y="1944"/>
                </a:lnTo>
                <a:lnTo>
                  <a:pt x="114935" y="158"/>
                </a:lnTo>
                <a:lnTo>
                  <a:pt x="133985" y="0"/>
                </a:lnTo>
                <a:lnTo>
                  <a:pt x="147855" y="119"/>
                </a:lnTo>
                <a:lnTo>
                  <a:pt x="188277" y="1905"/>
                </a:lnTo>
                <a:lnTo>
                  <a:pt x="236220" y="10477"/>
                </a:lnTo>
                <a:lnTo>
                  <a:pt x="272097" y="30162"/>
                </a:lnTo>
                <a:lnTo>
                  <a:pt x="288992" y="60960"/>
                </a:lnTo>
                <a:lnTo>
                  <a:pt x="132715" y="60960"/>
                </a:lnTo>
                <a:lnTo>
                  <a:pt x="116681" y="61118"/>
                </a:lnTo>
                <a:lnTo>
                  <a:pt x="99060" y="61595"/>
                </a:lnTo>
                <a:lnTo>
                  <a:pt x="89971" y="61952"/>
                </a:lnTo>
                <a:lnTo>
                  <a:pt x="81121" y="62388"/>
                </a:lnTo>
                <a:lnTo>
                  <a:pt x="72509" y="62904"/>
                </a:lnTo>
                <a:lnTo>
                  <a:pt x="26670" y="66039"/>
                </a:lnTo>
                <a:close/>
              </a:path>
              <a:path w="294004" h="367664">
                <a:moveTo>
                  <a:pt x="294005" y="129540"/>
                </a:moveTo>
                <a:lnTo>
                  <a:pt x="220980" y="129540"/>
                </a:lnTo>
                <a:lnTo>
                  <a:pt x="220980" y="110490"/>
                </a:lnTo>
                <a:lnTo>
                  <a:pt x="220067" y="97948"/>
                </a:lnTo>
                <a:lnTo>
                  <a:pt x="197008" y="65881"/>
                </a:lnTo>
                <a:lnTo>
                  <a:pt x="166264" y="60960"/>
                </a:lnTo>
                <a:lnTo>
                  <a:pt x="288992" y="60960"/>
                </a:lnTo>
                <a:lnTo>
                  <a:pt x="293766" y="106521"/>
                </a:lnTo>
                <a:lnTo>
                  <a:pt x="294005" y="123190"/>
                </a:lnTo>
                <a:lnTo>
                  <a:pt x="294005" y="129540"/>
                </a:lnTo>
                <a:close/>
              </a:path>
              <a:path w="294004" h="367664">
                <a:moveTo>
                  <a:pt x="99695" y="367665"/>
                </a:moveTo>
                <a:lnTo>
                  <a:pt x="59055" y="363299"/>
                </a:lnTo>
                <a:lnTo>
                  <a:pt x="15359" y="337442"/>
                </a:lnTo>
                <a:lnTo>
                  <a:pt x="0" y="281305"/>
                </a:lnTo>
                <a:lnTo>
                  <a:pt x="0" y="207010"/>
                </a:lnTo>
                <a:lnTo>
                  <a:pt x="12243" y="166330"/>
                </a:lnTo>
                <a:lnTo>
                  <a:pt x="43576" y="139541"/>
                </a:lnTo>
                <a:lnTo>
                  <a:pt x="87094" y="127000"/>
                </a:lnTo>
                <a:lnTo>
                  <a:pt x="116284" y="126047"/>
                </a:lnTo>
                <a:lnTo>
                  <a:pt x="126702" y="126126"/>
                </a:lnTo>
                <a:lnTo>
                  <a:pt x="158511" y="127000"/>
                </a:lnTo>
                <a:lnTo>
                  <a:pt x="177800" y="127635"/>
                </a:lnTo>
                <a:lnTo>
                  <a:pt x="184996" y="128058"/>
                </a:lnTo>
                <a:lnTo>
                  <a:pt x="192193" y="128375"/>
                </a:lnTo>
                <a:lnTo>
                  <a:pt x="206586" y="128799"/>
                </a:lnTo>
                <a:lnTo>
                  <a:pt x="213783" y="129116"/>
                </a:lnTo>
                <a:lnTo>
                  <a:pt x="220980" y="129540"/>
                </a:lnTo>
                <a:lnTo>
                  <a:pt x="294005" y="129540"/>
                </a:lnTo>
                <a:lnTo>
                  <a:pt x="294005" y="187642"/>
                </a:lnTo>
                <a:lnTo>
                  <a:pt x="131445" y="187642"/>
                </a:lnTo>
                <a:lnTo>
                  <a:pt x="122713" y="187721"/>
                </a:lnTo>
                <a:lnTo>
                  <a:pt x="83502" y="197485"/>
                </a:lnTo>
                <a:lnTo>
                  <a:pt x="71120" y="225425"/>
                </a:lnTo>
                <a:lnTo>
                  <a:pt x="71120" y="267335"/>
                </a:lnTo>
                <a:lnTo>
                  <a:pt x="92154" y="300017"/>
                </a:lnTo>
                <a:lnTo>
                  <a:pt x="131048" y="305831"/>
                </a:lnTo>
                <a:lnTo>
                  <a:pt x="294005" y="305851"/>
                </a:lnTo>
                <a:lnTo>
                  <a:pt x="294005" y="346286"/>
                </a:lnTo>
                <a:lnTo>
                  <a:pt x="291782" y="352530"/>
                </a:lnTo>
                <a:lnTo>
                  <a:pt x="282892" y="363114"/>
                </a:lnTo>
                <a:lnTo>
                  <a:pt x="277071" y="365760"/>
                </a:lnTo>
                <a:lnTo>
                  <a:pt x="269875" y="365760"/>
                </a:lnTo>
                <a:lnTo>
                  <a:pt x="99695" y="367665"/>
                </a:lnTo>
                <a:close/>
              </a:path>
              <a:path w="294004" h="367664">
                <a:moveTo>
                  <a:pt x="294005" y="305851"/>
                </a:moveTo>
                <a:lnTo>
                  <a:pt x="139600" y="305851"/>
                </a:lnTo>
                <a:lnTo>
                  <a:pt x="156825" y="305573"/>
                </a:lnTo>
                <a:lnTo>
                  <a:pt x="180340" y="304800"/>
                </a:lnTo>
                <a:lnTo>
                  <a:pt x="186266" y="304376"/>
                </a:lnTo>
                <a:lnTo>
                  <a:pt x="191981" y="304165"/>
                </a:lnTo>
                <a:lnTo>
                  <a:pt x="202988" y="304165"/>
                </a:lnTo>
                <a:lnTo>
                  <a:pt x="208491" y="303953"/>
                </a:lnTo>
                <a:lnTo>
                  <a:pt x="213995" y="303530"/>
                </a:lnTo>
                <a:lnTo>
                  <a:pt x="219075" y="303530"/>
                </a:lnTo>
                <a:lnTo>
                  <a:pt x="221615" y="301201"/>
                </a:lnTo>
                <a:lnTo>
                  <a:pt x="221615" y="191135"/>
                </a:lnTo>
                <a:lnTo>
                  <a:pt x="215688" y="190711"/>
                </a:lnTo>
                <a:lnTo>
                  <a:pt x="209550" y="190394"/>
                </a:lnTo>
                <a:lnTo>
                  <a:pt x="196850" y="189970"/>
                </a:lnTo>
                <a:lnTo>
                  <a:pt x="190711" y="189653"/>
                </a:lnTo>
                <a:lnTo>
                  <a:pt x="184785" y="189230"/>
                </a:lnTo>
                <a:lnTo>
                  <a:pt x="140493" y="187721"/>
                </a:lnTo>
                <a:lnTo>
                  <a:pt x="131445" y="187642"/>
                </a:lnTo>
                <a:lnTo>
                  <a:pt x="294005" y="187642"/>
                </a:lnTo>
                <a:lnTo>
                  <a:pt x="294005" y="3058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392453" y="3448611"/>
            <a:ext cx="81280" cy="91440"/>
          </a:xfrm>
          <a:custGeom>
            <a:avLst/>
            <a:gdLst/>
            <a:ahLst/>
            <a:cxnLst/>
            <a:rect l="l" t="t" r="r" b="b"/>
            <a:pathLst>
              <a:path w="81279" h="91439">
                <a:moveTo>
                  <a:pt x="81279" y="91440"/>
                </a:moveTo>
                <a:lnTo>
                  <a:pt x="0" y="91440"/>
                </a:lnTo>
                <a:lnTo>
                  <a:pt x="0" y="0"/>
                </a:lnTo>
                <a:lnTo>
                  <a:pt x="81279" y="0"/>
                </a:lnTo>
                <a:lnTo>
                  <a:pt x="81279" y="91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396899" y="3596640"/>
            <a:ext cx="73660" cy="365760"/>
          </a:xfrm>
          <a:custGeom>
            <a:avLst/>
            <a:gdLst/>
            <a:ahLst/>
            <a:cxnLst/>
            <a:rect l="l" t="t" r="r" b="b"/>
            <a:pathLst>
              <a:path w="73660" h="365760">
                <a:moveTo>
                  <a:pt x="0" y="0"/>
                </a:moveTo>
                <a:lnTo>
                  <a:pt x="73659" y="0"/>
                </a:lnTo>
                <a:lnTo>
                  <a:pt x="73659" y="365759"/>
                </a:lnTo>
                <a:lnTo>
                  <a:pt x="0" y="3657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566443" y="3596566"/>
            <a:ext cx="308610" cy="366395"/>
          </a:xfrm>
          <a:custGeom>
            <a:avLst/>
            <a:gdLst/>
            <a:ahLst/>
            <a:cxnLst/>
            <a:rect l="l" t="t" r="r" b="b"/>
            <a:pathLst>
              <a:path w="308610" h="366395">
                <a:moveTo>
                  <a:pt x="305223" y="366395"/>
                </a:moveTo>
                <a:lnTo>
                  <a:pt x="234949" y="366395"/>
                </a:lnTo>
                <a:lnTo>
                  <a:pt x="234949" y="131444"/>
                </a:lnTo>
                <a:lnTo>
                  <a:pt x="233699" y="112772"/>
                </a:lnTo>
                <a:lnTo>
                  <a:pt x="214947" y="76517"/>
                </a:lnTo>
                <a:lnTo>
                  <a:pt x="175478" y="63122"/>
                </a:lnTo>
                <a:lnTo>
                  <a:pt x="158114" y="62230"/>
                </a:lnTo>
                <a:lnTo>
                  <a:pt x="75988" y="63500"/>
                </a:lnTo>
                <a:lnTo>
                  <a:pt x="74294" y="64981"/>
                </a:lnTo>
                <a:lnTo>
                  <a:pt x="74294" y="362796"/>
                </a:lnTo>
                <a:lnTo>
                  <a:pt x="71119" y="366395"/>
                </a:lnTo>
                <a:lnTo>
                  <a:pt x="0" y="366395"/>
                </a:lnTo>
                <a:lnTo>
                  <a:pt x="0" y="16298"/>
                </a:lnTo>
                <a:lnTo>
                  <a:pt x="1799" y="11429"/>
                </a:lnTo>
                <a:lnTo>
                  <a:pt x="8995" y="3810"/>
                </a:lnTo>
                <a:lnTo>
                  <a:pt x="13758" y="1904"/>
                </a:lnTo>
                <a:lnTo>
                  <a:pt x="169544" y="0"/>
                </a:lnTo>
                <a:lnTo>
                  <a:pt x="188436" y="416"/>
                </a:lnTo>
                <a:lnTo>
                  <a:pt x="235584" y="6667"/>
                </a:lnTo>
                <a:lnTo>
                  <a:pt x="278447" y="28575"/>
                </a:lnTo>
                <a:lnTo>
                  <a:pt x="301624" y="68897"/>
                </a:lnTo>
                <a:lnTo>
                  <a:pt x="308173" y="113129"/>
                </a:lnTo>
                <a:lnTo>
                  <a:pt x="308609" y="130810"/>
                </a:lnTo>
                <a:lnTo>
                  <a:pt x="308609" y="3625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138311" y="3447976"/>
            <a:ext cx="374650" cy="514350"/>
          </a:xfrm>
          <a:custGeom>
            <a:avLst/>
            <a:gdLst/>
            <a:ahLst/>
            <a:cxnLst/>
            <a:rect l="l" t="t" r="r" b="b"/>
            <a:pathLst>
              <a:path w="374650" h="514350">
                <a:moveTo>
                  <a:pt x="70273" y="514350"/>
                </a:moveTo>
                <a:lnTo>
                  <a:pt x="0" y="514350"/>
                </a:lnTo>
                <a:lnTo>
                  <a:pt x="0" y="0"/>
                </a:lnTo>
                <a:lnTo>
                  <a:pt x="239395" y="0"/>
                </a:lnTo>
                <a:lnTo>
                  <a:pt x="252035" y="297"/>
                </a:lnTo>
                <a:lnTo>
                  <a:pt x="301128" y="7600"/>
                </a:lnTo>
                <a:lnTo>
                  <a:pt x="341788" y="28098"/>
                </a:lnTo>
                <a:lnTo>
                  <a:pt x="367462" y="62230"/>
                </a:lnTo>
                <a:lnTo>
                  <a:pt x="74295" y="62230"/>
                </a:lnTo>
                <a:lnTo>
                  <a:pt x="74295" y="238760"/>
                </a:lnTo>
                <a:lnTo>
                  <a:pt x="363673" y="238760"/>
                </a:lnTo>
                <a:lnTo>
                  <a:pt x="362585" y="240982"/>
                </a:lnTo>
                <a:lnTo>
                  <a:pt x="331470" y="274955"/>
                </a:lnTo>
                <a:lnTo>
                  <a:pt x="288290" y="294957"/>
                </a:lnTo>
                <a:lnTo>
                  <a:pt x="239395" y="301625"/>
                </a:lnTo>
                <a:lnTo>
                  <a:pt x="74295" y="301625"/>
                </a:lnTo>
                <a:lnTo>
                  <a:pt x="74295" y="510540"/>
                </a:lnTo>
                <a:lnTo>
                  <a:pt x="70273" y="514350"/>
                </a:lnTo>
                <a:close/>
              </a:path>
              <a:path w="374650" h="514350">
                <a:moveTo>
                  <a:pt x="363673" y="238760"/>
                </a:moveTo>
                <a:lnTo>
                  <a:pt x="233680" y="238760"/>
                </a:lnTo>
                <a:lnTo>
                  <a:pt x="247411" y="237946"/>
                </a:lnTo>
                <a:lnTo>
                  <a:pt x="260032" y="235505"/>
                </a:lnTo>
                <a:lnTo>
                  <a:pt x="296703" y="208835"/>
                </a:lnTo>
                <a:lnTo>
                  <a:pt x="301625" y="184150"/>
                </a:lnTo>
                <a:lnTo>
                  <a:pt x="301537" y="102870"/>
                </a:lnTo>
                <a:lnTo>
                  <a:pt x="277177" y="69215"/>
                </a:lnTo>
                <a:lnTo>
                  <a:pt x="236855" y="62230"/>
                </a:lnTo>
                <a:lnTo>
                  <a:pt x="367462" y="62230"/>
                </a:lnTo>
                <a:lnTo>
                  <a:pt x="368220" y="63817"/>
                </a:lnTo>
                <a:lnTo>
                  <a:pt x="371792" y="75565"/>
                </a:lnTo>
                <a:lnTo>
                  <a:pt x="373935" y="88582"/>
                </a:lnTo>
                <a:lnTo>
                  <a:pt x="374650" y="102870"/>
                </a:lnTo>
                <a:lnTo>
                  <a:pt x="374650" y="192405"/>
                </a:lnTo>
                <a:lnTo>
                  <a:pt x="373895" y="205918"/>
                </a:lnTo>
                <a:lnTo>
                  <a:pt x="371633" y="218519"/>
                </a:lnTo>
                <a:lnTo>
                  <a:pt x="367863" y="230207"/>
                </a:lnTo>
                <a:lnTo>
                  <a:pt x="363673" y="238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573286" y="3596566"/>
            <a:ext cx="330200" cy="366395"/>
          </a:xfrm>
          <a:custGeom>
            <a:avLst/>
            <a:gdLst/>
            <a:ahLst/>
            <a:cxnLst/>
            <a:rect l="l" t="t" r="r" b="b"/>
            <a:pathLst>
              <a:path w="330200" h="366395">
                <a:moveTo>
                  <a:pt x="194310" y="366395"/>
                </a:moveTo>
                <a:lnTo>
                  <a:pt x="137160" y="366395"/>
                </a:lnTo>
                <a:lnTo>
                  <a:pt x="121979" y="365164"/>
                </a:lnTo>
                <a:lnTo>
                  <a:pt x="80962" y="354330"/>
                </a:lnTo>
                <a:lnTo>
                  <a:pt x="47267" y="333494"/>
                </a:lnTo>
                <a:lnTo>
                  <a:pt x="21748" y="303688"/>
                </a:lnTo>
                <a:lnTo>
                  <a:pt x="5536" y="266025"/>
                </a:lnTo>
                <a:lnTo>
                  <a:pt x="0" y="221615"/>
                </a:lnTo>
                <a:lnTo>
                  <a:pt x="45" y="146050"/>
                </a:lnTo>
                <a:lnTo>
                  <a:pt x="5179" y="101183"/>
                </a:lnTo>
                <a:lnTo>
                  <a:pt x="20478" y="62230"/>
                </a:lnTo>
                <a:lnTo>
                  <a:pt x="45124" y="31809"/>
                </a:lnTo>
                <a:lnTo>
                  <a:pt x="79057" y="10795"/>
                </a:lnTo>
                <a:lnTo>
                  <a:pt x="121384" y="674"/>
                </a:lnTo>
                <a:lnTo>
                  <a:pt x="137160" y="0"/>
                </a:lnTo>
                <a:lnTo>
                  <a:pt x="194310" y="0"/>
                </a:lnTo>
                <a:lnTo>
                  <a:pt x="241339" y="6250"/>
                </a:lnTo>
                <a:lnTo>
                  <a:pt x="277891" y="24447"/>
                </a:lnTo>
                <a:lnTo>
                  <a:pt x="304740" y="52665"/>
                </a:lnTo>
                <a:lnTo>
                  <a:pt x="308967" y="59690"/>
                </a:lnTo>
                <a:lnTo>
                  <a:pt x="147955" y="59690"/>
                </a:lnTo>
                <a:lnTo>
                  <a:pt x="129043" y="61198"/>
                </a:lnTo>
                <a:lnTo>
                  <a:pt x="89217" y="83820"/>
                </a:lnTo>
                <a:lnTo>
                  <a:pt x="72251" y="127873"/>
                </a:lnTo>
                <a:lnTo>
                  <a:pt x="71120" y="146050"/>
                </a:lnTo>
                <a:lnTo>
                  <a:pt x="71120" y="219710"/>
                </a:lnTo>
                <a:lnTo>
                  <a:pt x="82907" y="270609"/>
                </a:lnTo>
                <a:lnTo>
                  <a:pt x="116840" y="301386"/>
                </a:lnTo>
                <a:lnTo>
                  <a:pt x="149225" y="307340"/>
                </a:lnTo>
                <a:lnTo>
                  <a:pt x="307844" y="307340"/>
                </a:lnTo>
                <a:lnTo>
                  <a:pt x="307260" y="308371"/>
                </a:lnTo>
                <a:lnTo>
                  <a:pt x="281225" y="337581"/>
                </a:lnTo>
                <a:lnTo>
                  <a:pt x="247650" y="356870"/>
                </a:lnTo>
                <a:lnTo>
                  <a:pt x="208359" y="365799"/>
                </a:lnTo>
                <a:lnTo>
                  <a:pt x="194310" y="366395"/>
                </a:lnTo>
                <a:close/>
              </a:path>
              <a:path w="330200" h="366395">
                <a:moveTo>
                  <a:pt x="307844" y="307340"/>
                </a:moveTo>
                <a:lnTo>
                  <a:pt x="180975" y="307340"/>
                </a:lnTo>
                <a:lnTo>
                  <a:pt x="198874" y="304522"/>
                </a:lnTo>
                <a:lnTo>
                  <a:pt x="214471" y="299243"/>
                </a:lnTo>
                <a:lnTo>
                  <a:pt x="247372" y="268803"/>
                </a:lnTo>
                <a:lnTo>
                  <a:pt x="258362" y="219710"/>
                </a:lnTo>
                <a:lnTo>
                  <a:pt x="258387" y="146050"/>
                </a:lnTo>
                <a:lnTo>
                  <a:pt x="258206" y="140017"/>
                </a:lnTo>
                <a:lnTo>
                  <a:pt x="249465" y="101183"/>
                </a:lnTo>
                <a:lnTo>
                  <a:pt x="224591" y="71874"/>
                </a:lnTo>
                <a:lnTo>
                  <a:pt x="180975" y="59690"/>
                </a:lnTo>
                <a:lnTo>
                  <a:pt x="308967" y="59690"/>
                </a:lnTo>
                <a:lnTo>
                  <a:pt x="325556" y="102969"/>
                </a:lnTo>
                <a:lnTo>
                  <a:pt x="330157" y="146050"/>
                </a:lnTo>
                <a:lnTo>
                  <a:pt x="330200" y="221615"/>
                </a:lnTo>
                <a:lnTo>
                  <a:pt x="329530" y="238700"/>
                </a:lnTo>
                <a:lnTo>
                  <a:pt x="327580" y="254555"/>
                </a:lnTo>
                <a:lnTo>
                  <a:pt x="324306" y="269537"/>
                </a:lnTo>
                <a:lnTo>
                  <a:pt x="319722" y="283527"/>
                </a:lnTo>
                <a:lnTo>
                  <a:pt x="313987" y="296485"/>
                </a:lnTo>
                <a:lnTo>
                  <a:pt x="307844" y="307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982225" y="3448611"/>
            <a:ext cx="81280" cy="91440"/>
          </a:xfrm>
          <a:custGeom>
            <a:avLst/>
            <a:gdLst/>
            <a:ahLst/>
            <a:cxnLst/>
            <a:rect l="l" t="t" r="r" b="b"/>
            <a:pathLst>
              <a:path w="81279" h="91439">
                <a:moveTo>
                  <a:pt x="81280" y="91440"/>
                </a:moveTo>
                <a:lnTo>
                  <a:pt x="0" y="91440"/>
                </a:lnTo>
                <a:lnTo>
                  <a:pt x="0" y="0"/>
                </a:lnTo>
                <a:lnTo>
                  <a:pt x="81280" y="0"/>
                </a:lnTo>
                <a:lnTo>
                  <a:pt x="81280" y="91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986671" y="3596640"/>
            <a:ext cx="73660" cy="365760"/>
          </a:xfrm>
          <a:custGeom>
            <a:avLst/>
            <a:gdLst/>
            <a:ahLst/>
            <a:cxnLst/>
            <a:rect l="l" t="t" r="r" b="b"/>
            <a:pathLst>
              <a:path w="73660" h="365760">
                <a:moveTo>
                  <a:pt x="0" y="0"/>
                </a:moveTo>
                <a:lnTo>
                  <a:pt x="73659" y="0"/>
                </a:lnTo>
                <a:lnTo>
                  <a:pt x="73659" y="365759"/>
                </a:lnTo>
                <a:lnTo>
                  <a:pt x="0" y="3657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156215" y="3596566"/>
            <a:ext cx="308610" cy="366395"/>
          </a:xfrm>
          <a:custGeom>
            <a:avLst/>
            <a:gdLst/>
            <a:ahLst/>
            <a:cxnLst/>
            <a:rect l="l" t="t" r="r" b="b"/>
            <a:pathLst>
              <a:path w="308610" h="366395">
                <a:moveTo>
                  <a:pt x="305223" y="366395"/>
                </a:moveTo>
                <a:lnTo>
                  <a:pt x="234950" y="366395"/>
                </a:lnTo>
                <a:lnTo>
                  <a:pt x="234950" y="131444"/>
                </a:lnTo>
                <a:lnTo>
                  <a:pt x="233699" y="112772"/>
                </a:lnTo>
                <a:lnTo>
                  <a:pt x="214947" y="76517"/>
                </a:lnTo>
                <a:lnTo>
                  <a:pt x="175478" y="63122"/>
                </a:lnTo>
                <a:lnTo>
                  <a:pt x="158115" y="62230"/>
                </a:lnTo>
                <a:lnTo>
                  <a:pt x="75988" y="63500"/>
                </a:lnTo>
                <a:lnTo>
                  <a:pt x="74295" y="64981"/>
                </a:lnTo>
                <a:lnTo>
                  <a:pt x="74295" y="362796"/>
                </a:lnTo>
                <a:lnTo>
                  <a:pt x="71120" y="366395"/>
                </a:lnTo>
                <a:lnTo>
                  <a:pt x="0" y="366395"/>
                </a:lnTo>
                <a:lnTo>
                  <a:pt x="0" y="16298"/>
                </a:lnTo>
                <a:lnTo>
                  <a:pt x="1799" y="11429"/>
                </a:lnTo>
                <a:lnTo>
                  <a:pt x="8995" y="3810"/>
                </a:lnTo>
                <a:lnTo>
                  <a:pt x="13758" y="1904"/>
                </a:lnTo>
                <a:lnTo>
                  <a:pt x="169545" y="0"/>
                </a:lnTo>
                <a:lnTo>
                  <a:pt x="188436" y="416"/>
                </a:lnTo>
                <a:lnTo>
                  <a:pt x="235584" y="6667"/>
                </a:lnTo>
                <a:lnTo>
                  <a:pt x="278447" y="28575"/>
                </a:lnTo>
                <a:lnTo>
                  <a:pt x="301625" y="68897"/>
                </a:lnTo>
                <a:lnTo>
                  <a:pt x="308173" y="113129"/>
                </a:lnTo>
                <a:lnTo>
                  <a:pt x="308610" y="130810"/>
                </a:lnTo>
                <a:lnTo>
                  <a:pt x="308610" y="3625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516261" y="3487346"/>
            <a:ext cx="243840" cy="475615"/>
          </a:xfrm>
          <a:custGeom>
            <a:avLst/>
            <a:gdLst/>
            <a:ahLst/>
            <a:cxnLst/>
            <a:rect l="l" t="t" r="r" b="b"/>
            <a:pathLst>
              <a:path w="243840" h="475614">
                <a:moveTo>
                  <a:pt x="235373" y="475614"/>
                </a:moveTo>
                <a:lnTo>
                  <a:pt x="151130" y="475614"/>
                </a:lnTo>
                <a:lnTo>
                  <a:pt x="110013" y="469939"/>
                </a:lnTo>
                <a:lnTo>
                  <a:pt x="80645" y="452913"/>
                </a:lnTo>
                <a:lnTo>
                  <a:pt x="63023" y="424537"/>
                </a:lnTo>
                <a:lnTo>
                  <a:pt x="57150" y="384809"/>
                </a:lnTo>
                <a:lnTo>
                  <a:pt x="57150" y="171449"/>
                </a:lnTo>
                <a:lnTo>
                  <a:pt x="0" y="171449"/>
                </a:lnTo>
                <a:lnTo>
                  <a:pt x="0" y="109219"/>
                </a:lnTo>
                <a:lnTo>
                  <a:pt x="57150" y="109219"/>
                </a:lnTo>
                <a:lnTo>
                  <a:pt x="57150" y="0"/>
                </a:lnTo>
                <a:lnTo>
                  <a:pt x="131444" y="0"/>
                </a:lnTo>
                <a:lnTo>
                  <a:pt x="131444" y="109219"/>
                </a:lnTo>
                <a:lnTo>
                  <a:pt x="220344" y="109219"/>
                </a:lnTo>
                <a:lnTo>
                  <a:pt x="220344" y="168274"/>
                </a:lnTo>
                <a:lnTo>
                  <a:pt x="217381" y="171449"/>
                </a:lnTo>
                <a:lnTo>
                  <a:pt x="131444" y="171449"/>
                </a:lnTo>
                <a:lnTo>
                  <a:pt x="131444" y="379729"/>
                </a:lnTo>
                <a:lnTo>
                  <a:pt x="155495" y="411797"/>
                </a:lnTo>
                <a:lnTo>
                  <a:pt x="172085" y="413384"/>
                </a:lnTo>
                <a:lnTo>
                  <a:pt x="243839" y="413384"/>
                </a:lnTo>
                <a:lnTo>
                  <a:pt x="243839" y="466936"/>
                </a:lnTo>
                <a:lnTo>
                  <a:pt x="242675" y="469794"/>
                </a:lnTo>
                <a:lnTo>
                  <a:pt x="238019" y="474450"/>
                </a:lnTo>
                <a:lnTo>
                  <a:pt x="235373" y="475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590300" y="4896558"/>
            <a:ext cx="299720" cy="416559"/>
          </a:xfrm>
          <a:custGeom>
            <a:avLst/>
            <a:gdLst/>
            <a:ahLst/>
            <a:cxnLst/>
            <a:rect l="l" t="t" r="r" b="b"/>
            <a:pathLst>
              <a:path w="299719" h="416560">
                <a:moveTo>
                  <a:pt x="249427" y="416559"/>
                </a:moveTo>
                <a:lnTo>
                  <a:pt x="194563" y="416559"/>
                </a:lnTo>
                <a:lnTo>
                  <a:pt x="194563" y="351535"/>
                </a:lnTo>
                <a:lnTo>
                  <a:pt x="14054" y="351535"/>
                </a:lnTo>
                <a:lnTo>
                  <a:pt x="9313" y="349588"/>
                </a:lnTo>
                <a:lnTo>
                  <a:pt x="1862" y="341799"/>
                </a:lnTo>
                <a:lnTo>
                  <a:pt x="0" y="336973"/>
                </a:lnTo>
                <a:lnTo>
                  <a:pt x="0" y="277875"/>
                </a:lnTo>
                <a:lnTo>
                  <a:pt x="184403" y="0"/>
                </a:lnTo>
                <a:lnTo>
                  <a:pt x="249427" y="0"/>
                </a:lnTo>
                <a:lnTo>
                  <a:pt x="249427" y="73659"/>
                </a:lnTo>
                <a:lnTo>
                  <a:pt x="194563" y="73659"/>
                </a:lnTo>
                <a:lnTo>
                  <a:pt x="58927" y="265683"/>
                </a:lnTo>
                <a:lnTo>
                  <a:pt x="56557" y="269070"/>
                </a:lnTo>
                <a:lnTo>
                  <a:pt x="55371" y="272795"/>
                </a:lnTo>
                <a:lnTo>
                  <a:pt x="55371" y="301074"/>
                </a:lnTo>
                <a:lnTo>
                  <a:pt x="57234" y="302259"/>
                </a:lnTo>
                <a:lnTo>
                  <a:pt x="299719" y="302259"/>
                </a:lnTo>
                <a:lnTo>
                  <a:pt x="299719" y="351027"/>
                </a:lnTo>
                <a:lnTo>
                  <a:pt x="249427" y="351027"/>
                </a:lnTo>
                <a:lnTo>
                  <a:pt x="249427" y="416559"/>
                </a:lnTo>
                <a:close/>
              </a:path>
              <a:path w="299719" h="416560">
                <a:moveTo>
                  <a:pt x="299719" y="302259"/>
                </a:moveTo>
                <a:lnTo>
                  <a:pt x="194563" y="302259"/>
                </a:lnTo>
                <a:lnTo>
                  <a:pt x="194563" y="73659"/>
                </a:lnTo>
                <a:lnTo>
                  <a:pt x="249427" y="73659"/>
                </a:lnTo>
                <a:lnTo>
                  <a:pt x="249427" y="301751"/>
                </a:lnTo>
                <a:lnTo>
                  <a:pt x="299719" y="301751"/>
                </a:lnTo>
                <a:lnTo>
                  <a:pt x="299719" y="3022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931167" y="5256222"/>
            <a:ext cx="58419" cy="56515"/>
          </a:xfrm>
          <a:custGeom>
            <a:avLst/>
            <a:gdLst/>
            <a:ahLst/>
            <a:cxnLst/>
            <a:rect l="l" t="t" r="r" b="b"/>
            <a:pathLst>
              <a:path w="58419" h="56514">
                <a:moveTo>
                  <a:pt x="57911" y="56387"/>
                </a:moveTo>
                <a:lnTo>
                  <a:pt x="0" y="56387"/>
                </a:lnTo>
                <a:lnTo>
                  <a:pt x="0" y="0"/>
                </a:lnTo>
                <a:lnTo>
                  <a:pt x="57911" y="0"/>
                </a:lnTo>
                <a:lnTo>
                  <a:pt x="57911" y="563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92712" y="4873190"/>
            <a:ext cx="386715" cy="484505"/>
          </a:xfrm>
          <a:custGeom>
            <a:avLst/>
            <a:gdLst/>
            <a:ahLst/>
            <a:cxnLst/>
            <a:rect l="l" t="t" r="r" b="b"/>
            <a:pathLst>
              <a:path w="386714" h="484504">
                <a:moveTo>
                  <a:pt x="132587" y="381507"/>
                </a:moveTo>
                <a:lnTo>
                  <a:pt x="85724" y="373078"/>
                </a:lnTo>
                <a:lnTo>
                  <a:pt x="49910" y="348868"/>
                </a:lnTo>
                <a:lnTo>
                  <a:pt x="23907" y="312562"/>
                </a:lnTo>
                <a:lnTo>
                  <a:pt x="7619" y="266699"/>
                </a:lnTo>
                <a:lnTo>
                  <a:pt x="476" y="214407"/>
                </a:lnTo>
                <a:lnTo>
                  <a:pt x="0" y="196087"/>
                </a:lnTo>
                <a:lnTo>
                  <a:pt x="476" y="180054"/>
                </a:lnTo>
                <a:lnTo>
                  <a:pt x="7619" y="131571"/>
                </a:lnTo>
                <a:lnTo>
                  <a:pt x="23764" y="86232"/>
                </a:lnTo>
                <a:lnTo>
                  <a:pt x="49529" y="48704"/>
                </a:lnTo>
                <a:lnTo>
                  <a:pt x="85582" y="22494"/>
                </a:lnTo>
                <a:lnTo>
                  <a:pt x="132587" y="13207"/>
                </a:lnTo>
                <a:lnTo>
                  <a:pt x="149717" y="14239"/>
                </a:lnTo>
                <a:lnTo>
                  <a:pt x="193293" y="29717"/>
                </a:lnTo>
                <a:lnTo>
                  <a:pt x="225869" y="60055"/>
                </a:lnTo>
                <a:lnTo>
                  <a:pt x="228561" y="64007"/>
                </a:lnTo>
                <a:lnTo>
                  <a:pt x="132587" y="64007"/>
                </a:lnTo>
                <a:lnTo>
                  <a:pt x="123031" y="64833"/>
                </a:lnTo>
                <a:lnTo>
                  <a:pt x="85661" y="92074"/>
                </a:lnTo>
                <a:lnTo>
                  <a:pt x="67754" y="130809"/>
                </a:lnTo>
                <a:lnTo>
                  <a:pt x="59435" y="175005"/>
                </a:lnTo>
                <a:lnTo>
                  <a:pt x="58419" y="195579"/>
                </a:lnTo>
                <a:lnTo>
                  <a:pt x="58689" y="209105"/>
                </a:lnTo>
                <a:lnTo>
                  <a:pt x="62737" y="247395"/>
                </a:lnTo>
                <a:lnTo>
                  <a:pt x="76199" y="290321"/>
                </a:lnTo>
                <a:lnTo>
                  <a:pt x="106632" y="324564"/>
                </a:lnTo>
                <a:lnTo>
                  <a:pt x="132587" y="330707"/>
                </a:lnTo>
                <a:lnTo>
                  <a:pt x="230741" y="330707"/>
                </a:lnTo>
                <a:lnTo>
                  <a:pt x="225504" y="338042"/>
                </a:lnTo>
                <a:lnTo>
                  <a:pt x="192785" y="366521"/>
                </a:lnTo>
                <a:lnTo>
                  <a:pt x="149494" y="380571"/>
                </a:lnTo>
                <a:lnTo>
                  <a:pt x="132587" y="381507"/>
                </a:lnTo>
                <a:close/>
              </a:path>
              <a:path w="386714" h="484504">
                <a:moveTo>
                  <a:pt x="230741" y="330707"/>
                </a:moveTo>
                <a:lnTo>
                  <a:pt x="132587" y="330707"/>
                </a:lnTo>
                <a:lnTo>
                  <a:pt x="141700" y="330025"/>
                </a:lnTo>
                <a:lnTo>
                  <a:pt x="150240" y="327977"/>
                </a:lnTo>
                <a:lnTo>
                  <a:pt x="184086" y="299116"/>
                </a:lnTo>
                <a:lnTo>
                  <a:pt x="200120" y="259222"/>
                </a:lnTo>
                <a:lnTo>
                  <a:pt x="206978" y="209105"/>
                </a:lnTo>
                <a:lnTo>
                  <a:pt x="207263" y="195579"/>
                </a:lnTo>
                <a:lnTo>
                  <a:pt x="207009" y="185483"/>
                </a:lnTo>
                <a:lnTo>
                  <a:pt x="200850" y="141668"/>
                </a:lnTo>
                <a:lnTo>
                  <a:pt x="185102" y="100742"/>
                </a:lnTo>
                <a:lnTo>
                  <a:pt x="159162" y="71437"/>
                </a:lnTo>
                <a:lnTo>
                  <a:pt x="132587" y="64007"/>
                </a:lnTo>
                <a:lnTo>
                  <a:pt x="228561" y="64007"/>
                </a:lnTo>
                <a:lnTo>
                  <a:pt x="248348" y="100583"/>
                </a:lnTo>
                <a:lnTo>
                  <a:pt x="261397" y="147796"/>
                </a:lnTo>
                <a:lnTo>
                  <a:pt x="265683" y="196087"/>
                </a:lnTo>
                <a:lnTo>
                  <a:pt x="265207" y="214407"/>
                </a:lnTo>
                <a:lnTo>
                  <a:pt x="258063" y="266699"/>
                </a:lnTo>
                <a:lnTo>
                  <a:pt x="241776" y="312562"/>
                </a:lnTo>
                <a:lnTo>
                  <a:pt x="234187" y="325881"/>
                </a:lnTo>
                <a:lnTo>
                  <a:pt x="230741" y="330707"/>
                </a:lnTo>
                <a:close/>
              </a:path>
              <a:path w="386714" h="484504">
                <a:moveTo>
                  <a:pt x="379137" y="484123"/>
                </a:moveTo>
                <a:lnTo>
                  <a:pt x="328675" y="484123"/>
                </a:lnTo>
                <a:lnTo>
                  <a:pt x="328675" y="0"/>
                </a:lnTo>
                <a:lnTo>
                  <a:pt x="386587" y="0"/>
                </a:lnTo>
                <a:lnTo>
                  <a:pt x="386587" y="476673"/>
                </a:lnTo>
                <a:lnTo>
                  <a:pt x="385571" y="479043"/>
                </a:lnTo>
                <a:lnTo>
                  <a:pt x="381507" y="483107"/>
                </a:lnTo>
                <a:lnTo>
                  <a:pt x="379137" y="484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776255" y="4898590"/>
            <a:ext cx="457200" cy="396240"/>
          </a:xfrm>
          <a:custGeom>
            <a:avLst/>
            <a:gdLst/>
            <a:ahLst/>
            <a:cxnLst/>
            <a:rect l="l" t="t" r="r" b="b"/>
            <a:pathLst>
              <a:path w="457200" h="396239">
                <a:moveTo>
                  <a:pt x="377274" y="246379"/>
                </a:moveTo>
                <a:lnTo>
                  <a:pt x="80263" y="246379"/>
                </a:lnTo>
                <a:lnTo>
                  <a:pt x="73067" y="243416"/>
                </a:lnTo>
                <a:lnTo>
                  <a:pt x="60536" y="231563"/>
                </a:lnTo>
                <a:lnTo>
                  <a:pt x="57403" y="224197"/>
                </a:lnTo>
                <a:lnTo>
                  <a:pt x="57403" y="0"/>
                </a:lnTo>
                <a:lnTo>
                  <a:pt x="400303" y="0"/>
                </a:lnTo>
                <a:lnTo>
                  <a:pt x="400303" y="48767"/>
                </a:lnTo>
                <a:lnTo>
                  <a:pt x="113791" y="48767"/>
                </a:lnTo>
                <a:lnTo>
                  <a:pt x="113791" y="196426"/>
                </a:lnTo>
                <a:lnTo>
                  <a:pt x="115485" y="198119"/>
                </a:lnTo>
                <a:lnTo>
                  <a:pt x="400303" y="198119"/>
                </a:lnTo>
                <a:lnTo>
                  <a:pt x="400303" y="224197"/>
                </a:lnTo>
                <a:lnTo>
                  <a:pt x="397171" y="231563"/>
                </a:lnTo>
                <a:lnTo>
                  <a:pt x="384640" y="243416"/>
                </a:lnTo>
                <a:lnTo>
                  <a:pt x="377274" y="246379"/>
                </a:lnTo>
                <a:close/>
              </a:path>
              <a:path w="457200" h="396239">
                <a:moveTo>
                  <a:pt x="400303" y="198119"/>
                </a:moveTo>
                <a:lnTo>
                  <a:pt x="342222" y="198119"/>
                </a:lnTo>
                <a:lnTo>
                  <a:pt x="343915" y="196426"/>
                </a:lnTo>
                <a:lnTo>
                  <a:pt x="343915" y="48767"/>
                </a:lnTo>
                <a:lnTo>
                  <a:pt x="400303" y="48767"/>
                </a:lnTo>
                <a:lnTo>
                  <a:pt x="400303" y="198119"/>
                </a:lnTo>
                <a:close/>
              </a:path>
              <a:path w="457200" h="396239">
                <a:moveTo>
                  <a:pt x="256539" y="346963"/>
                </a:moveTo>
                <a:lnTo>
                  <a:pt x="198119" y="346963"/>
                </a:lnTo>
                <a:lnTo>
                  <a:pt x="198119" y="246379"/>
                </a:lnTo>
                <a:lnTo>
                  <a:pt x="256539" y="246379"/>
                </a:lnTo>
                <a:lnTo>
                  <a:pt x="256539" y="346963"/>
                </a:lnTo>
                <a:close/>
              </a:path>
              <a:path w="457200" h="396239">
                <a:moveTo>
                  <a:pt x="449749" y="396239"/>
                </a:moveTo>
                <a:lnTo>
                  <a:pt x="0" y="396239"/>
                </a:lnTo>
                <a:lnTo>
                  <a:pt x="0" y="346963"/>
                </a:lnTo>
                <a:lnTo>
                  <a:pt x="457199" y="346963"/>
                </a:lnTo>
                <a:lnTo>
                  <a:pt x="457199" y="388789"/>
                </a:lnTo>
                <a:lnTo>
                  <a:pt x="456183" y="391159"/>
                </a:lnTo>
                <a:lnTo>
                  <a:pt x="452119" y="395223"/>
                </a:lnTo>
                <a:lnTo>
                  <a:pt x="449749" y="396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248695" y="4885890"/>
            <a:ext cx="457200" cy="471805"/>
          </a:xfrm>
          <a:custGeom>
            <a:avLst/>
            <a:gdLst/>
            <a:ahLst/>
            <a:cxnLst/>
            <a:rect l="l" t="t" r="r" b="b"/>
            <a:pathLst>
              <a:path w="457200" h="471804">
                <a:moveTo>
                  <a:pt x="449749" y="302767"/>
                </a:moveTo>
                <a:lnTo>
                  <a:pt x="0" y="302767"/>
                </a:lnTo>
                <a:lnTo>
                  <a:pt x="0" y="253999"/>
                </a:lnTo>
                <a:lnTo>
                  <a:pt x="457199" y="253999"/>
                </a:lnTo>
                <a:lnTo>
                  <a:pt x="457199" y="295317"/>
                </a:lnTo>
                <a:lnTo>
                  <a:pt x="456183" y="297687"/>
                </a:lnTo>
                <a:lnTo>
                  <a:pt x="452119" y="301751"/>
                </a:lnTo>
                <a:lnTo>
                  <a:pt x="449749" y="302767"/>
                </a:lnTo>
                <a:close/>
              </a:path>
              <a:path w="457200" h="471804">
                <a:moveTo>
                  <a:pt x="250613" y="471423"/>
                </a:moveTo>
                <a:lnTo>
                  <a:pt x="200151" y="471423"/>
                </a:lnTo>
                <a:lnTo>
                  <a:pt x="200151" y="302767"/>
                </a:lnTo>
                <a:lnTo>
                  <a:pt x="258063" y="302767"/>
                </a:lnTo>
                <a:lnTo>
                  <a:pt x="258063" y="463973"/>
                </a:lnTo>
                <a:lnTo>
                  <a:pt x="257047" y="466343"/>
                </a:lnTo>
                <a:lnTo>
                  <a:pt x="252983" y="470407"/>
                </a:lnTo>
                <a:lnTo>
                  <a:pt x="250613" y="471423"/>
                </a:lnTo>
                <a:close/>
              </a:path>
              <a:path w="457200" h="471804">
                <a:moveTo>
                  <a:pt x="400811" y="202691"/>
                </a:moveTo>
                <a:lnTo>
                  <a:pt x="81787" y="202691"/>
                </a:lnTo>
                <a:lnTo>
                  <a:pt x="74591" y="199813"/>
                </a:lnTo>
                <a:lnTo>
                  <a:pt x="62060" y="188298"/>
                </a:lnTo>
                <a:lnTo>
                  <a:pt x="58927" y="181017"/>
                </a:lnTo>
                <a:lnTo>
                  <a:pt x="58927" y="21674"/>
                </a:lnTo>
                <a:lnTo>
                  <a:pt x="61891" y="14393"/>
                </a:lnTo>
                <a:lnTo>
                  <a:pt x="73744" y="2878"/>
                </a:lnTo>
                <a:lnTo>
                  <a:pt x="81110" y="0"/>
                </a:lnTo>
                <a:lnTo>
                  <a:pt x="395731" y="0"/>
                </a:lnTo>
                <a:lnTo>
                  <a:pt x="395731" y="48259"/>
                </a:lnTo>
                <a:lnTo>
                  <a:pt x="118533" y="48259"/>
                </a:lnTo>
                <a:lnTo>
                  <a:pt x="116839" y="49953"/>
                </a:lnTo>
                <a:lnTo>
                  <a:pt x="116839" y="152230"/>
                </a:lnTo>
                <a:lnTo>
                  <a:pt x="118533" y="153923"/>
                </a:lnTo>
                <a:lnTo>
                  <a:pt x="400811" y="153923"/>
                </a:lnTo>
                <a:lnTo>
                  <a:pt x="400811" y="2026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720627" y="4874207"/>
            <a:ext cx="457834" cy="487680"/>
          </a:xfrm>
          <a:custGeom>
            <a:avLst/>
            <a:gdLst/>
            <a:ahLst/>
            <a:cxnLst/>
            <a:rect l="l" t="t" r="r" b="b"/>
            <a:pathLst>
              <a:path w="457835" h="487679">
                <a:moveTo>
                  <a:pt x="450257" y="265683"/>
                </a:moveTo>
                <a:lnTo>
                  <a:pt x="0" y="265683"/>
                </a:lnTo>
                <a:lnTo>
                  <a:pt x="0" y="218947"/>
                </a:lnTo>
                <a:lnTo>
                  <a:pt x="457707" y="218947"/>
                </a:lnTo>
                <a:lnTo>
                  <a:pt x="457707" y="258233"/>
                </a:lnTo>
                <a:lnTo>
                  <a:pt x="456691" y="260603"/>
                </a:lnTo>
                <a:lnTo>
                  <a:pt x="452627" y="264667"/>
                </a:lnTo>
                <a:lnTo>
                  <a:pt x="450257" y="265683"/>
                </a:lnTo>
                <a:close/>
              </a:path>
              <a:path w="457835" h="487679">
                <a:moveTo>
                  <a:pt x="397763" y="191515"/>
                </a:moveTo>
                <a:lnTo>
                  <a:pt x="89238" y="191515"/>
                </a:lnTo>
                <a:lnTo>
                  <a:pt x="81872" y="188552"/>
                </a:lnTo>
                <a:lnTo>
                  <a:pt x="70019" y="176699"/>
                </a:lnTo>
                <a:lnTo>
                  <a:pt x="67055" y="169502"/>
                </a:lnTo>
                <a:lnTo>
                  <a:pt x="67055" y="74167"/>
                </a:lnTo>
                <a:lnTo>
                  <a:pt x="331046" y="74167"/>
                </a:lnTo>
                <a:lnTo>
                  <a:pt x="332739" y="72474"/>
                </a:lnTo>
                <a:lnTo>
                  <a:pt x="332739" y="44703"/>
                </a:lnTo>
                <a:lnTo>
                  <a:pt x="67563" y="44703"/>
                </a:lnTo>
                <a:lnTo>
                  <a:pt x="67563" y="0"/>
                </a:lnTo>
                <a:lnTo>
                  <a:pt x="391667" y="0"/>
                </a:lnTo>
                <a:lnTo>
                  <a:pt x="391667" y="96350"/>
                </a:lnTo>
                <a:lnTo>
                  <a:pt x="388704" y="103801"/>
                </a:lnTo>
                <a:lnTo>
                  <a:pt x="376851" y="114638"/>
                </a:lnTo>
                <a:lnTo>
                  <a:pt x="369485" y="117347"/>
                </a:lnTo>
                <a:lnTo>
                  <a:pt x="126491" y="117347"/>
                </a:lnTo>
                <a:lnTo>
                  <a:pt x="126491" y="143594"/>
                </a:lnTo>
                <a:lnTo>
                  <a:pt x="128185" y="145287"/>
                </a:lnTo>
                <a:lnTo>
                  <a:pt x="397763" y="145287"/>
                </a:lnTo>
                <a:lnTo>
                  <a:pt x="397763" y="191515"/>
                </a:lnTo>
                <a:close/>
              </a:path>
              <a:path w="457835" h="487679">
                <a:moveTo>
                  <a:pt x="396409" y="487171"/>
                </a:moveTo>
                <a:lnTo>
                  <a:pt x="97535" y="487171"/>
                </a:lnTo>
                <a:lnTo>
                  <a:pt x="83978" y="485266"/>
                </a:lnTo>
                <a:lnTo>
                  <a:pt x="74294" y="479551"/>
                </a:lnTo>
                <a:lnTo>
                  <a:pt x="68484" y="470026"/>
                </a:lnTo>
                <a:lnTo>
                  <a:pt x="66547" y="456691"/>
                </a:lnTo>
                <a:lnTo>
                  <a:pt x="66547" y="368299"/>
                </a:lnTo>
                <a:lnTo>
                  <a:pt x="334094" y="368299"/>
                </a:lnTo>
                <a:lnTo>
                  <a:pt x="335787" y="366606"/>
                </a:lnTo>
                <a:lnTo>
                  <a:pt x="335787" y="340359"/>
                </a:lnTo>
                <a:lnTo>
                  <a:pt x="66547" y="340359"/>
                </a:lnTo>
                <a:lnTo>
                  <a:pt x="66547" y="294639"/>
                </a:lnTo>
                <a:lnTo>
                  <a:pt x="393699" y="294639"/>
                </a:lnTo>
                <a:lnTo>
                  <a:pt x="393699" y="391498"/>
                </a:lnTo>
                <a:lnTo>
                  <a:pt x="390736" y="398949"/>
                </a:lnTo>
                <a:lnTo>
                  <a:pt x="378883" y="409786"/>
                </a:lnTo>
                <a:lnTo>
                  <a:pt x="371517" y="412495"/>
                </a:lnTo>
                <a:lnTo>
                  <a:pt x="123443" y="412495"/>
                </a:lnTo>
                <a:lnTo>
                  <a:pt x="123443" y="439758"/>
                </a:lnTo>
                <a:lnTo>
                  <a:pt x="125137" y="441451"/>
                </a:lnTo>
                <a:lnTo>
                  <a:pt x="403859" y="441451"/>
                </a:lnTo>
                <a:lnTo>
                  <a:pt x="403859" y="479721"/>
                </a:lnTo>
                <a:lnTo>
                  <a:pt x="402843" y="482091"/>
                </a:lnTo>
                <a:lnTo>
                  <a:pt x="398779" y="486155"/>
                </a:lnTo>
                <a:lnTo>
                  <a:pt x="396409" y="4871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331632" y="4873699"/>
            <a:ext cx="454659" cy="485140"/>
          </a:xfrm>
          <a:custGeom>
            <a:avLst/>
            <a:gdLst/>
            <a:ahLst/>
            <a:cxnLst/>
            <a:rect l="l" t="t" r="r" b="b"/>
            <a:pathLst>
              <a:path w="454660" h="485139">
                <a:moveTo>
                  <a:pt x="353906" y="485139"/>
                </a:moveTo>
                <a:lnTo>
                  <a:pt x="77554" y="485139"/>
                </a:lnTo>
                <a:lnTo>
                  <a:pt x="70188" y="482261"/>
                </a:lnTo>
                <a:lnTo>
                  <a:pt x="58335" y="470746"/>
                </a:lnTo>
                <a:lnTo>
                  <a:pt x="55371" y="463465"/>
                </a:lnTo>
                <a:lnTo>
                  <a:pt x="55371" y="298703"/>
                </a:lnTo>
                <a:lnTo>
                  <a:pt x="376427" y="298703"/>
                </a:lnTo>
                <a:lnTo>
                  <a:pt x="376427" y="345439"/>
                </a:lnTo>
                <a:lnTo>
                  <a:pt x="111759" y="345439"/>
                </a:lnTo>
                <a:lnTo>
                  <a:pt x="111759" y="436710"/>
                </a:lnTo>
                <a:lnTo>
                  <a:pt x="113453" y="438403"/>
                </a:lnTo>
                <a:lnTo>
                  <a:pt x="376427" y="438403"/>
                </a:lnTo>
                <a:lnTo>
                  <a:pt x="376427" y="463803"/>
                </a:lnTo>
                <a:lnTo>
                  <a:pt x="373379" y="471169"/>
                </a:lnTo>
                <a:lnTo>
                  <a:pt x="361187" y="482345"/>
                </a:lnTo>
                <a:lnTo>
                  <a:pt x="353906" y="485139"/>
                </a:lnTo>
                <a:close/>
              </a:path>
              <a:path w="454660" h="485139">
                <a:moveTo>
                  <a:pt x="376427" y="438403"/>
                </a:moveTo>
                <a:lnTo>
                  <a:pt x="319362" y="438403"/>
                </a:lnTo>
                <a:lnTo>
                  <a:pt x="321055" y="436710"/>
                </a:lnTo>
                <a:lnTo>
                  <a:pt x="321055" y="345439"/>
                </a:lnTo>
                <a:lnTo>
                  <a:pt x="376427" y="345439"/>
                </a:lnTo>
                <a:lnTo>
                  <a:pt x="376427" y="438403"/>
                </a:lnTo>
                <a:close/>
              </a:path>
              <a:path w="454660" h="485139">
                <a:moveTo>
                  <a:pt x="31495" y="273303"/>
                </a:moveTo>
                <a:lnTo>
                  <a:pt x="0" y="236727"/>
                </a:lnTo>
                <a:lnTo>
                  <a:pt x="19621" y="231981"/>
                </a:lnTo>
                <a:lnTo>
                  <a:pt x="38353" y="226885"/>
                </a:lnTo>
                <a:lnTo>
                  <a:pt x="89058" y="209470"/>
                </a:lnTo>
                <a:lnTo>
                  <a:pt x="129539" y="188467"/>
                </a:lnTo>
                <a:lnTo>
                  <a:pt x="158591" y="163321"/>
                </a:lnTo>
                <a:lnTo>
                  <a:pt x="177514" y="122396"/>
                </a:lnTo>
                <a:lnTo>
                  <a:pt x="178307" y="110743"/>
                </a:lnTo>
                <a:lnTo>
                  <a:pt x="178307" y="63161"/>
                </a:lnTo>
                <a:lnTo>
                  <a:pt x="176614" y="61467"/>
                </a:lnTo>
                <a:lnTo>
                  <a:pt x="21335" y="61467"/>
                </a:lnTo>
                <a:lnTo>
                  <a:pt x="21335" y="14731"/>
                </a:lnTo>
                <a:lnTo>
                  <a:pt x="214037" y="14731"/>
                </a:lnTo>
                <a:lnTo>
                  <a:pt x="221403" y="17695"/>
                </a:lnTo>
                <a:lnTo>
                  <a:pt x="233256" y="29548"/>
                </a:lnTo>
                <a:lnTo>
                  <a:pt x="236219" y="36745"/>
                </a:lnTo>
                <a:lnTo>
                  <a:pt x="236219" y="100583"/>
                </a:lnTo>
                <a:lnTo>
                  <a:pt x="223583" y="160972"/>
                </a:lnTo>
                <a:lnTo>
                  <a:pt x="185673" y="209041"/>
                </a:lnTo>
                <a:lnTo>
                  <a:pt x="121856" y="246062"/>
                </a:lnTo>
                <a:lnTo>
                  <a:pt x="79994" y="260905"/>
                </a:lnTo>
                <a:lnTo>
                  <a:pt x="31495" y="273303"/>
                </a:lnTo>
                <a:close/>
              </a:path>
              <a:path w="454660" h="485139">
                <a:moveTo>
                  <a:pt x="368469" y="274319"/>
                </a:moveTo>
                <a:lnTo>
                  <a:pt x="319023" y="274319"/>
                </a:lnTo>
                <a:lnTo>
                  <a:pt x="319023" y="0"/>
                </a:lnTo>
                <a:lnTo>
                  <a:pt x="375919" y="0"/>
                </a:lnTo>
                <a:lnTo>
                  <a:pt x="375919" y="98551"/>
                </a:lnTo>
                <a:lnTo>
                  <a:pt x="454151" y="98551"/>
                </a:lnTo>
                <a:lnTo>
                  <a:pt x="454151" y="146303"/>
                </a:lnTo>
                <a:lnTo>
                  <a:pt x="375919" y="146303"/>
                </a:lnTo>
                <a:lnTo>
                  <a:pt x="375919" y="266869"/>
                </a:lnTo>
                <a:lnTo>
                  <a:pt x="374903" y="269239"/>
                </a:lnTo>
                <a:lnTo>
                  <a:pt x="370839" y="273303"/>
                </a:lnTo>
                <a:lnTo>
                  <a:pt x="368469" y="2743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819312" y="4873699"/>
            <a:ext cx="438784" cy="494665"/>
          </a:xfrm>
          <a:custGeom>
            <a:avLst/>
            <a:gdLst/>
            <a:ahLst/>
            <a:cxnLst/>
            <a:rect l="l" t="t" r="r" b="b"/>
            <a:pathLst>
              <a:path w="438785" h="494664">
                <a:moveTo>
                  <a:pt x="61213" y="256539"/>
                </a:moveTo>
                <a:lnTo>
                  <a:pt x="21505" y="255693"/>
                </a:lnTo>
                <a:lnTo>
                  <a:pt x="0" y="233679"/>
                </a:lnTo>
                <a:lnTo>
                  <a:pt x="0" y="36745"/>
                </a:lnTo>
                <a:lnTo>
                  <a:pt x="2963" y="29548"/>
                </a:lnTo>
                <a:lnTo>
                  <a:pt x="14816" y="17695"/>
                </a:lnTo>
                <a:lnTo>
                  <a:pt x="22182" y="14731"/>
                </a:lnTo>
                <a:lnTo>
                  <a:pt x="241807" y="14731"/>
                </a:lnTo>
                <a:lnTo>
                  <a:pt x="241807" y="61975"/>
                </a:lnTo>
                <a:lnTo>
                  <a:pt x="59605" y="61975"/>
                </a:lnTo>
                <a:lnTo>
                  <a:pt x="57911" y="63669"/>
                </a:lnTo>
                <a:lnTo>
                  <a:pt x="57911" y="207094"/>
                </a:lnTo>
                <a:lnTo>
                  <a:pt x="59605" y="208787"/>
                </a:lnTo>
                <a:lnTo>
                  <a:pt x="281431" y="208787"/>
                </a:lnTo>
                <a:lnTo>
                  <a:pt x="281431" y="241299"/>
                </a:lnTo>
                <a:lnTo>
                  <a:pt x="235902" y="248110"/>
                </a:lnTo>
                <a:lnTo>
                  <a:pt x="189277" y="252047"/>
                </a:lnTo>
                <a:lnTo>
                  <a:pt x="92074" y="256111"/>
                </a:lnTo>
                <a:lnTo>
                  <a:pt x="70992" y="256492"/>
                </a:lnTo>
                <a:lnTo>
                  <a:pt x="61213" y="256539"/>
                </a:lnTo>
                <a:close/>
              </a:path>
              <a:path w="438785" h="494664">
                <a:moveTo>
                  <a:pt x="281431" y="208787"/>
                </a:moveTo>
                <a:lnTo>
                  <a:pt x="62991" y="208787"/>
                </a:lnTo>
                <a:lnTo>
                  <a:pt x="87487" y="208597"/>
                </a:lnTo>
                <a:lnTo>
                  <a:pt x="113220" y="208025"/>
                </a:lnTo>
                <a:lnTo>
                  <a:pt x="168401" y="205739"/>
                </a:lnTo>
                <a:lnTo>
                  <a:pt x="225488" y="201421"/>
                </a:lnTo>
                <a:lnTo>
                  <a:pt x="281431" y="194563"/>
                </a:lnTo>
                <a:lnTo>
                  <a:pt x="281431" y="208787"/>
                </a:lnTo>
                <a:close/>
              </a:path>
              <a:path w="438785" h="494664">
                <a:moveTo>
                  <a:pt x="203707" y="494283"/>
                </a:moveTo>
                <a:lnTo>
                  <a:pt x="161401" y="491823"/>
                </a:lnTo>
                <a:lnTo>
                  <a:pt x="116141" y="481837"/>
                </a:lnTo>
                <a:lnTo>
                  <a:pt x="75564" y="461898"/>
                </a:lnTo>
                <a:lnTo>
                  <a:pt x="48005" y="429259"/>
                </a:lnTo>
                <a:lnTo>
                  <a:pt x="40131" y="392175"/>
                </a:lnTo>
                <a:lnTo>
                  <a:pt x="40624" y="381841"/>
                </a:lnTo>
                <a:lnTo>
                  <a:pt x="57213" y="339978"/>
                </a:lnTo>
                <a:lnTo>
                  <a:pt x="90900" y="312403"/>
                </a:lnTo>
                <a:lnTo>
                  <a:pt x="134111" y="296417"/>
                </a:lnTo>
                <a:lnTo>
                  <a:pt x="179276" y="289543"/>
                </a:lnTo>
                <a:lnTo>
                  <a:pt x="203707" y="288543"/>
                </a:lnTo>
                <a:lnTo>
                  <a:pt x="211518" y="288654"/>
                </a:lnTo>
                <a:lnTo>
                  <a:pt x="255523" y="292734"/>
                </a:lnTo>
                <a:lnTo>
                  <a:pt x="300529" y="304609"/>
                </a:lnTo>
                <a:lnTo>
                  <a:pt x="339089" y="327151"/>
                </a:lnTo>
                <a:lnTo>
                  <a:pt x="347345" y="335787"/>
                </a:lnTo>
                <a:lnTo>
                  <a:pt x="204215" y="335787"/>
                </a:lnTo>
                <a:lnTo>
                  <a:pt x="195468" y="335946"/>
                </a:lnTo>
                <a:lnTo>
                  <a:pt x="149605" y="341883"/>
                </a:lnTo>
                <a:lnTo>
                  <a:pt x="111982" y="359663"/>
                </a:lnTo>
                <a:lnTo>
                  <a:pt x="96011" y="392175"/>
                </a:lnTo>
                <a:lnTo>
                  <a:pt x="96662" y="400176"/>
                </a:lnTo>
                <a:lnTo>
                  <a:pt x="125190" y="433037"/>
                </a:lnTo>
                <a:lnTo>
                  <a:pt x="167893" y="444753"/>
                </a:lnTo>
                <a:lnTo>
                  <a:pt x="204215" y="447039"/>
                </a:lnTo>
                <a:lnTo>
                  <a:pt x="348531" y="447039"/>
                </a:lnTo>
                <a:lnTo>
                  <a:pt x="345249" y="450944"/>
                </a:lnTo>
                <a:lnTo>
                  <a:pt x="309117" y="475487"/>
                </a:lnTo>
                <a:lnTo>
                  <a:pt x="264667" y="488902"/>
                </a:lnTo>
                <a:lnTo>
                  <a:pt x="219709" y="493902"/>
                </a:lnTo>
                <a:lnTo>
                  <a:pt x="211518" y="494188"/>
                </a:lnTo>
                <a:lnTo>
                  <a:pt x="203707" y="494283"/>
                </a:lnTo>
                <a:close/>
              </a:path>
              <a:path w="438785" h="494664">
                <a:moveTo>
                  <a:pt x="348531" y="447039"/>
                </a:moveTo>
                <a:lnTo>
                  <a:pt x="204215" y="447039"/>
                </a:lnTo>
                <a:lnTo>
                  <a:pt x="212740" y="446896"/>
                </a:lnTo>
                <a:lnTo>
                  <a:pt x="221551" y="446468"/>
                </a:lnTo>
                <a:lnTo>
                  <a:pt x="266747" y="439181"/>
                </a:lnTo>
                <a:lnTo>
                  <a:pt x="300989" y="419607"/>
                </a:lnTo>
                <a:lnTo>
                  <a:pt x="311403" y="392175"/>
                </a:lnTo>
                <a:lnTo>
                  <a:pt x="310752" y="384174"/>
                </a:lnTo>
                <a:lnTo>
                  <a:pt x="282368" y="351027"/>
                </a:lnTo>
                <a:lnTo>
                  <a:pt x="240029" y="338327"/>
                </a:lnTo>
                <a:lnTo>
                  <a:pt x="204215" y="335787"/>
                </a:lnTo>
                <a:lnTo>
                  <a:pt x="347345" y="335787"/>
                </a:lnTo>
                <a:lnTo>
                  <a:pt x="365823" y="372173"/>
                </a:lnTo>
                <a:lnTo>
                  <a:pt x="367791" y="392175"/>
                </a:lnTo>
                <a:lnTo>
                  <a:pt x="367299" y="402510"/>
                </a:lnTo>
                <a:lnTo>
                  <a:pt x="350773" y="444372"/>
                </a:lnTo>
                <a:lnTo>
                  <a:pt x="348531" y="447039"/>
                </a:lnTo>
                <a:close/>
              </a:path>
              <a:path w="438785" h="494664">
                <a:moveTo>
                  <a:pt x="356785" y="278891"/>
                </a:moveTo>
                <a:lnTo>
                  <a:pt x="306831" y="278891"/>
                </a:lnTo>
                <a:lnTo>
                  <a:pt x="306831" y="0"/>
                </a:lnTo>
                <a:lnTo>
                  <a:pt x="364235" y="0"/>
                </a:lnTo>
                <a:lnTo>
                  <a:pt x="364235" y="102615"/>
                </a:lnTo>
                <a:lnTo>
                  <a:pt x="438403" y="102615"/>
                </a:lnTo>
                <a:lnTo>
                  <a:pt x="438403" y="151383"/>
                </a:lnTo>
                <a:lnTo>
                  <a:pt x="364235" y="151383"/>
                </a:lnTo>
                <a:lnTo>
                  <a:pt x="364235" y="271441"/>
                </a:lnTo>
                <a:lnTo>
                  <a:pt x="363219" y="273811"/>
                </a:lnTo>
                <a:lnTo>
                  <a:pt x="359155" y="277875"/>
                </a:lnTo>
                <a:lnTo>
                  <a:pt x="356785" y="278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270924" y="4873190"/>
            <a:ext cx="462280" cy="484505"/>
          </a:xfrm>
          <a:custGeom>
            <a:avLst/>
            <a:gdLst/>
            <a:ahLst/>
            <a:cxnLst/>
            <a:rect l="l" t="t" r="r" b="b"/>
            <a:pathLst>
              <a:path w="462279" h="484504">
                <a:moveTo>
                  <a:pt x="145287" y="390651"/>
                </a:moveTo>
                <a:lnTo>
                  <a:pt x="104092" y="385079"/>
                </a:lnTo>
                <a:lnTo>
                  <a:pt x="69278" y="368998"/>
                </a:lnTo>
                <a:lnTo>
                  <a:pt x="34988" y="334835"/>
                </a:lnTo>
                <a:lnTo>
                  <a:pt x="16573" y="289115"/>
                </a:lnTo>
                <a:lnTo>
                  <a:pt x="14223" y="263143"/>
                </a:lnTo>
                <a:lnTo>
                  <a:pt x="14827" y="250380"/>
                </a:lnTo>
                <a:lnTo>
                  <a:pt x="29194" y="203326"/>
                </a:lnTo>
                <a:lnTo>
                  <a:pt x="60213" y="166798"/>
                </a:lnTo>
                <a:lnTo>
                  <a:pt x="104711" y="143748"/>
                </a:lnTo>
                <a:lnTo>
                  <a:pt x="145287" y="138175"/>
                </a:lnTo>
                <a:lnTo>
                  <a:pt x="159019" y="138810"/>
                </a:lnTo>
                <a:lnTo>
                  <a:pt x="197357" y="148335"/>
                </a:lnTo>
                <a:lnTo>
                  <a:pt x="239013" y="175513"/>
                </a:lnTo>
                <a:lnTo>
                  <a:pt x="249640" y="187451"/>
                </a:lnTo>
                <a:lnTo>
                  <a:pt x="145287" y="187451"/>
                </a:lnTo>
                <a:lnTo>
                  <a:pt x="137212" y="187848"/>
                </a:lnTo>
                <a:lnTo>
                  <a:pt x="96885" y="205120"/>
                </a:lnTo>
                <a:lnTo>
                  <a:pt x="73755" y="241141"/>
                </a:lnTo>
                <a:lnTo>
                  <a:pt x="70611" y="263143"/>
                </a:lnTo>
                <a:lnTo>
                  <a:pt x="70977" y="272049"/>
                </a:lnTo>
                <a:lnTo>
                  <a:pt x="83375" y="309308"/>
                </a:lnTo>
                <a:lnTo>
                  <a:pt x="116331" y="336041"/>
                </a:lnTo>
                <a:lnTo>
                  <a:pt x="145287" y="341375"/>
                </a:lnTo>
                <a:lnTo>
                  <a:pt x="250243" y="341375"/>
                </a:lnTo>
                <a:lnTo>
                  <a:pt x="248570" y="343693"/>
                </a:lnTo>
                <a:lnTo>
                  <a:pt x="210867" y="374951"/>
                </a:lnTo>
                <a:lnTo>
                  <a:pt x="173481" y="388111"/>
                </a:lnTo>
                <a:lnTo>
                  <a:pt x="159702" y="390016"/>
                </a:lnTo>
                <a:lnTo>
                  <a:pt x="145287" y="390651"/>
                </a:lnTo>
                <a:close/>
              </a:path>
              <a:path w="462279" h="484504">
                <a:moveTo>
                  <a:pt x="250243" y="341375"/>
                </a:moveTo>
                <a:lnTo>
                  <a:pt x="145287" y="341375"/>
                </a:lnTo>
                <a:lnTo>
                  <a:pt x="153050" y="341026"/>
                </a:lnTo>
                <a:lnTo>
                  <a:pt x="160591" y="339978"/>
                </a:lnTo>
                <a:lnTo>
                  <a:pt x="198881" y="320039"/>
                </a:lnTo>
                <a:lnTo>
                  <a:pt x="219011" y="280098"/>
                </a:lnTo>
                <a:lnTo>
                  <a:pt x="220471" y="263143"/>
                </a:lnTo>
                <a:lnTo>
                  <a:pt x="220138" y="256063"/>
                </a:lnTo>
                <a:lnTo>
                  <a:pt x="204708" y="216344"/>
                </a:lnTo>
                <a:lnTo>
                  <a:pt x="169338" y="191023"/>
                </a:lnTo>
                <a:lnTo>
                  <a:pt x="145287" y="187451"/>
                </a:lnTo>
                <a:lnTo>
                  <a:pt x="249640" y="187451"/>
                </a:lnTo>
                <a:lnTo>
                  <a:pt x="270779" y="226948"/>
                </a:lnTo>
                <a:lnTo>
                  <a:pt x="276351" y="263143"/>
                </a:lnTo>
                <a:lnTo>
                  <a:pt x="275764" y="275923"/>
                </a:lnTo>
                <a:lnTo>
                  <a:pt x="261778" y="323373"/>
                </a:lnTo>
                <a:lnTo>
                  <a:pt x="255650" y="333882"/>
                </a:lnTo>
                <a:lnTo>
                  <a:pt x="250243" y="341375"/>
                </a:lnTo>
                <a:close/>
              </a:path>
              <a:path w="462279" h="484504">
                <a:moveTo>
                  <a:pt x="175259" y="68579"/>
                </a:moveTo>
                <a:lnTo>
                  <a:pt x="116839" y="68579"/>
                </a:lnTo>
                <a:lnTo>
                  <a:pt x="116839" y="0"/>
                </a:lnTo>
                <a:lnTo>
                  <a:pt x="175259" y="0"/>
                </a:lnTo>
                <a:lnTo>
                  <a:pt x="175259" y="68579"/>
                </a:lnTo>
                <a:close/>
              </a:path>
              <a:path w="462279" h="484504">
                <a:moveTo>
                  <a:pt x="293623" y="116839"/>
                </a:moveTo>
                <a:lnTo>
                  <a:pt x="0" y="116839"/>
                </a:lnTo>
                <a:lnTo>
                  <a:pt x="0" y="68579"/>
                </a:lnTo>
                <a:lnTo>
                  <a:pt x="293623" y="68579"/>
                </a:lnTo>
                <a:lnTo>
                  <a:pt x="293623" y="116839"/>
                </a:lnTo>
                <a:close/>
              </a:path>
              <a:path w="462279" h="484504">
                <a:moveTo>
                  <a:pt x="384725" y="484123"/>
                </a:moveTo>
                <a:lnTo>
                  <a:pt x="335787" y="484123"/>
                </a:lnTo>
                <a:lnTo>
                  <a:pt x="335787" y="0"/>
                </a:lnTo>
                <a:lnTo>
                  <a:pt x="392175" y="0"/>
                </a:lnTo>
                <a:lnTo>
                  <a:pt x="392175" y="194055"/>
                </a:lnTo>
                <a:lnTo>
                  <a:pt x="462279" y="194055"/>
                </a:lnTo>
                <a:lnTo>
                  <a:pt x="462279" y="242823"/>
                </a:lnTo>
                <a:lnTo>
                  <a:pt x="392175" y="242823"/>
                </a:lnTo>
                <a:lnTo>
                  <a:pt x="392175" y="476673"/>
                </a:lnTo>
                <a:lnTo>
                  <a:pt x="391159" y="479043"/>
                </a:lnTo>
                <a:lnTo>
                  <a:pt x="387095" y="483107"/>
                </a:lnTo>
                <a:lnTo>
                  <a:pt x="384725" y="484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747935" y="4868619"/>
            <a:ext cx="457200" cy="489584"/>
          </a:xfrm>
          <a:custGeom>
            <a:avLst/>
            <a:gdLst/>
            <a:ahLst/>
            <a:cxnLst/>
            <a:rect l="l" t="t" r="r" b="b"/>
            <a:pathLst>
              <a:path w="457200" h="489585">
                <a:moveTo>
                  <a:pt x="401827" y="193547"/>
                </a:moveTo>
                <a:lnTo>
                  <a:pt x="86190" y="193547"/>
                </a:lnTo>
                <a:lnTo>
                  <a:pt x="78824" y="190584"/>
                </a:lnTo>
                <a:lnTo>
                  <a:pt x="66971" y="178731"/>
                </a:lnTo>
                <a:lnTo>
                  <a:pt x="64007" y="171534"/>
                </a:lnTo>
                <a:lnTo>
                  <a:pt x="64007" y="0"/>
                </a:lnTo>
                <a:lnTo>
                  <a:pt x="121919" y="0"/>
                </a:lnTo>
                <a:lnTo>
                  <a:pt x="121919" y="144610"/>
                </a:lnTo>
                <a:lnTo>
                  <a:pt x="123613" y="146303"/>
                </a:lnTo>
                <a:lnTo>
                  <a:pt x="401827" y="146303"/>
                </a:lnTo>
                <a:lnTo>
                  <a:pt x="401827" y="193547"/>
                </a:lnTo>
                <a:close/>
              </a:path>
              <a:path w="457200" h="489585">
                <a:moveTo>
                  <a:pt x="449749" y="293115"/>
                </a:moveTo>
                <a:lnTo>
                  <a:pt x="0" y="293115"/>
                </a:lnTo>
                <a:lnTo>
                  <a:pt x="0" y="243839"/>
                </a:lnTo>
                <a:lnTo>
                  <a:pt x="457199" y="243839"/>
                </a:lnTo>
                <a:lnTo>
                  <a:pt x="457199" y="285665"/>
                </a:lnTo>
                <a:lnTo>
                  <a:pt x="456183" y="288035"/>
                </a:lnTo>
                <a:lnTo>
                  <a:pt x="452119" y="292099"/>
                </a:lnTo>
                <a:lnTo>
                  <a:pt x="449749" y="293115"/>
                </a:lnTo>
                <a:close/>
              </a:path>
              <a:path w="457200" h="489585">
                <a:moveTo>
                  <a:pt x="394885" y="489203"/>
                </a:moveTo>
                <a:lnTo>
                  <a:pt x="81787" y="489203"/>
                </a:lnTo>
                <a:lnTo>
                  <a:pt x="74591" y="486240"/>
                </a:lnTo>
                <a:lnTo>
                  <a:pt x="62060" y="474387"/>
                </a:lnTo>
                <a:lnTo>
                  <a:pt x="58927" y="467021"/>
                </a:lnTo>
                <a:lnTo>
                  <a:pt x="58927" y="339851"/>
                </a:lnTo>
                <a:lnTo>
                  <a:pt x="116839" y="339851"/>
                </a:lnTo>
                <a:lnTo>
                  <a:pt x="116839" y="437049"/>
                </a:lnTo>
                <a:lnTo>
                  <a:pt x="117347" y="438319"/>
                </a:lnTo>
                <a:lnTo>
                  <a:pt x="119379" y="440012"/>
                </a:lnTo>
                <a:lnTo>
                  <a:pt x="120395" y="440435"/>
                </a:lnTo>
                <a:lnTo>
                  <a:pt x="402335" y="440435"/>
                </a:lnTo>
                <a:lnTo>
                  <a:pt x="402335" y="481753"/>
                </a:lnTo>
                <a:lnTo>
                  <a:pt x="401319" y="484123"/>
                </a:lnTo>
                <a:lnTo>
                  <a:pt x="397255" y="488187"/>
                </a:lnTo>
                <a:lnTo>
                  <a:pt x="394885" y="4892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373106" y="4873699"/>
            <a:ext cx="405765" cy="483870"/>
          </a:xfrm>
          <a:custGeom>
            <a:avLst/>
            <a:gdLst/>
            <a:ahLst/>
            <a:cxnLst/>
            <a:rect l="l" t="t" r="r" b="b"/>
            <a:pathLst>
              <a:path w="405765" h="483870">
                <a:moveTo>
                  <a:pt x="392683" y="119887"/>
                </a:moveTo>
                <a:lnTo>
                  <a:pt x="335279" y="119887"/>
                </a:lnTo>
                <a:lnTo>
                  <a:pt x="335279" y="0"/>
                </a:lnTo>
                <a:lnTo>
                  <a:pt x="392683" y="0"/>
                </a:lnTo>
                <a:lnTo>
                  <a:pt x="392683" y="119887"/>
                </a:lnTo>
                <a:close/>
              </a:path>
              <a:path w="405765" h="483870">
                <a:moveTo>
                  <a:pt x="31495" y="296502"/>
                </a:moveTo>
                <a:lnTo>
                  <a:pt x="29887" y="294724"/>
                </a:lnTo>
                <a:lnTo>
                  <a:pt x="23452" y="286935"/>
                </a:lnTo>
                <a:lnTo>
                  <a:pt x="19811" y="282617"/>
                </a:lnTo>
                <a:lnTo>
                  <a:pt x="11683" y="273134"/>
                </a:lnTo>
                <a:lnTo>
                  <a:pt x="8043" y="268731"/>
                </a:lnTo>
                <a:lnTo>
                  <a:pt x="0" y="258571"/>
                </a:lnTo>
                <a:lnTo>
                  <a:pt x="17319" y="253872"/>
                </a:lnTo>
                <a:lnTo>
                  <a:pt x="34226" y="248919"/>
                </a:lnTo>
                <a:lnTo>
                  <a:pt x="82200" y="232393"/>
                </a:lnTo>
                <a:lnTo>
                  <a:pt x="122681" y="211581"/>
                </a:lnTo>
                <a:lnTo>
                  <a:pt x="153304" y="185197"/>
                </a:lnTo>
                <a:lnTo>
                  <a:pt x="171703" y="151828"/>
                </a:lnTo>
                <a:lnTo>
                  <a:pt x="175259" y="124459"/>
                </a:lnTo>
                <a:lnTo>
                  <a:pt x="175259" y="63161"/>
                </a:lnTo>
                <a:lnTo>
                  <a:pt x="173566" y="61467"/>
                </a:lnTo>
                <a:lnTo>
                  <a:pt x="18795" y="61467"/>
                </a:lnTo>
                <a:lnTo>
                  <a:pt x="18795" y="14731"/>
                </a:lnTo>
                <a:lnTo>
                  <a:pt x="210142" y="14731"/>
                </a:lnTo>
                <a:lnTo>
                  <a:pt x="217423" y="17610"/>
                </a:lnTo>
                <a:lnTo>
                  <a:pt x="229615" y="29125"/>
                </a:lnTo>
                <a:lnTo>
                  <a:pt x="232663" y="36406"/>
                </a:lnTo>
                <a:lnTo>
                  <a:pt x="232541" y="63161"/>
                </a:lnTo>
                <a:lnTo>
                  <a:pt x="232155" y="119887"/>
                </a:lnTo>
                <a:lnTo>
                  <a:pt x="392683" y="119887"/>
                </a:lnTo>
                <a:lnTo>
                  <a:pt x="392683" y="168147"/>
                </a:lnTo>
                <a:lnTo>
                  <a:pt x="227583" y="168147"/>
                </a:lnTo>
                <a:lnTo>
                  <a:pt x="222456" y="180149"/>
                </a:lnTo>
                <a:lnTo>
                  <a:pt x="197357" y="213867"/>
                </a:lnTo>
                <a:lnTo>
                  <a:pt x="161401" y="243300"/>
                </a:lnTo>
                <a:lnTo>
                  <a:pt x="119189" y="267398"/>
                </a:lnTo>
                <a:lnTo>
                  <a:pt x="74025" y="285448"/>
                </a:lnTo>
                <a:lnTo>
                  <a:pt x="31495" y="296163"/>
                </a:lnTo>
                <a:lnTo>
                  <a:pt x="31495" y="296502"/>
                </a:lnTo>
                <a:close/>
              </a:path>
              <a:path w="405765" h="483870">
                <a:moveTo>
                  <a:pt x="385233" y="351027"/>
                </a:moveTo>
                <a:lnTo>
                  <a:pt x="335279" y="351027"/>
                </a:lnTo>
                <a:lnTo>
                  <a:pt x="335279" y="168147"/>
                </a:lnTo>
                <a:lnTo>
                  <a:pt x="392683" y="168147"/>
                </a:lnTo>
                <a:lnTo>
                  <a:pt x="392683" y="343577"/>
                </a:lnTo>
                <a:lnTo>
                  <a:pt x="391667" y="345947"/>
                </a:lnTo>
                <a:lnTo>
                  <a:pt x="387603" y="350011"/>
                </a:lnTo>
                <a:lnTo>
                  <a:pt x="385233" y="351027"/>
                </a:lnTo>
                <a:close/>
              </a:path>
              <a:path w="405765" h="483870">
                <a:moveTo>
                  <a:pt x="397933" y="483615"/>
                </a:moveTo>
                <a:lnTo>
                  <a:pt x="95503" y="483615"/>
                </a:lnTo>
                <a:lnTo>
                  <a:pt x="88307" y="480652"/>
                </a:lnTo>
                <a:lnTo>
                  <a:pt x="75776" y="468799"/>
                </a:lnTo>
                <a:lnTo>
                  <a:pt x="72643" y="461433"/>
                </a:lnTo>
                <a:lnTo>
                  <a:pt x="72643" y="320039"/>
                </a:lnTo>
                <a:lnTo>
                  <a:pt x="130047" y="320039"/>
                </a:lnTo>
                <a:lnTo>
                  <a:pt x="130047" y="431969"/>
                </a:lnTo>
                <a:lnTo>
                  <a:pt x="130555" y="433239"/>
                </a:lnTo>
                <a:lnTo>
                  <a:pt x="132587" y="434932"/>
                </a:lnTo>
                <a:lnTo>
                  <a:pt x="133603" y="435355"/>
                </a:lnTo>
                <a:lnTo>
                  <a:pt x="405383" y="435355"/>
                </a:lnTo>
                <a:lnTo>
                  <a:pt x="405383" y="476165"/>
                </a:lnTo>
                <a:lnTo>
                  <a:pt x="404367" y="478535"/>
                </a:lnTo>
                <a:lnTo>
                  <a:pt x="400303" y="482599"/>
                </a:lnTo>
                <a:lnTo>
                  <a:pt x="397933" y="483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005417" y="4879794"/>
            <a:ext cx="137667" cy="14376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195409" y="4898082"/>
            <a:ext cx="459105" cy="397510"/>
          </a:xfrm>
          <a:custGeom>
            <a:avLst/>
            <a:gdLst/>
            <a:ahLst/>
            <a:cxnLst/>
            <a:rect l="l" t="t" r="r" b="b"/>
            <a:pathLst>
              <a:path w="459104" h="397510">
                <a:moveTo>
                  <a:pt x="358139" y="295147"/>
                </a:moveTo>
                <a:lnTo>
                  <a:pt x="302259" y="295147"/>
                </a:lnTo>
                <a:lnTo>
                  <a:pt x="305815" y="288273"/>
                </a:lnTo>
                <a:lnTo>
                  <a:pt x="309371" y="280352"/>
                </a:lnTo>
                <a:lnTo>
                  <a:pt x="323278" y="239585"/>
                </a:lnTo>
                <a:lnTo>
                  <a:pt x="334708" y="192404"/>
                </a:lnTo>
                <a:lnTo>
                  <a:pt x="341502" y="145033"/>
                </a:lnTo>
                <a:lnTo>
                  <a:pt x="342391" y="124459"/>
                </a:lnTo>
                <a:lnTo>
                  <a:pt x="342391" y="50461"/>
                </a:lnTo>
                <a:lnTo>
                  <a:pt x="340698" y="48767"/>
                </a:lnTo>
                <a:lnTo>
                  <a:pt x="56895" y="48767"/>
                </a:lnTo>
                <a:lnTo>
                  <a:pt x="56895" y="0"/>
                </a:lnTo>
                <a:lnTo>
                  <a:pt x="378629" y="0"/>
                </a:lnTo>
                <a:lnTo>
                  <a:pt x="385995" y="2878"/>
                </a:lnTo>
                <a:lnTo>
                  <a:pt x="397848" y="14393"/>
                </a:lnTo>
                <a:lnTo>
                  <a:pt x="400811" y="21674"/>
                </a:lnTo>
                <a:lnTo>
                  <a:pt x="400765" y="124459"/>
                </a:lnTo>
                <a:lnTo>
                  <a:pt x="397763" y="166115"/>
                </a:lnTo>
                <a:lnTo>
                  <a:pt x="389127" y="213613"/>
                </a:lnTo>
                <a:lnTo>
                  <a:pt x="375665" y="258571"/>
                </a:lnTo>
                <a:lnTo>
                  <a:pt x="362854" y="287146"/>
                </a:lnTo>
                <a:lnTo>
                  <a:pt x="358139" y="295147"/>
                </a:lnTo>
                <a:close/>
              </a:path>
              <a:path w="459104" h="397510">
                <a:moveTo>
                  <a:pt x="216407" y="348487"/>
                </a:moveTo>
                <a:lnTo>
                  <a:pt x="158495" y="348487"/>
                </a:lnTo>
                <a:lnTo>
                  <a:pt x="158495" y="149859"/>
                </a:lnTo>
                <a:lnTo>
                  <a:pt x="216407" y="149859"/>
                </a:lnTo>
                <a:lnTo>
                  <a:pt x="216407" y="348487"/>
                </a:lnTo>
                <a:close/>
              </a:path>
              <a:path w="459104" h="397510">
                <a:moveTo>
                  <a:pt x="451273" y="397255"/>
                </a:moveTo>
                <a:lnTo>
                  <a:pt x="0" y="397255"/>
                </a:lnTo>
                <a:lnTo>
                  <a:pt x="0" y="348487"/>
                </a:lnTo>
                <a:lnTo>
                  <a:pt x="458723" y="348487"/>
                </a:lnTo>
                <a:lnTo>
                  <a:pt x="458723" y="389805"/>
                </a:lnTo>
                <a:lnTo>
                  <a:pt x="457707" y="392175"/>
                </a:lnTo>
                <a:lnTo>
                  <a:pt x="453643" y="396239"/>
                </a:lnTo>
                <a:lnTo>
                  <a:pt x="451273" y="397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691217" y="4873699"/>
            <a:ext cx="383540" cy="495300"/>
          </a:xfrm>
          <a:custGeom>
            <a:avLst/>
            <a:gdLst/>
            <a:ahLst/>
            <a:cxnLst/>
            <a:rect l="l" t="t" r="r" b="b"/>
            <a:pathLst>
              <a:path w="383540" h="495300">
                <a:moveTo>
                  <a:pt x="214883" y="494791"/>
                </a:moveTo>
                <a:lnTo>
                  <a:pt x="172307" y="492362"/>
                </a:lnTo>
                <a:lnTo>
                  <a:pt x="128841" y="484504"/>
                </a:lnTo>
                <a:lnTo>
                  <a:pt x="91074" y="469264"/>
                </a:lnTo>
                <a:lnTo>
                  <a:pt x="54863" y="435085"/>
                </a:lnTo>
                <a:lnTo>
                  <a:pt x="45719" y="396747"/>
                </a:lnTo>
                <a:lnTo>
                  <a:pt x="46722" y="382841"/>
                </a:lnTo>
                <a:lnTo>
                  <a:pt x="70627" y="338835"/>
                </a:lnTo>
                <a:lnTo>
                  <a:pt x="102869" y="317499"/>
                </a:lnTo>
                <a:lnTo>
                  <a:pt x="142917" y="304577"/>
                </a:lnTo>
                <a:lnTo>
                  <a:pt x="186816" y="298767"/>
                </a:lnTo>
                <a:lnTo>
                  <a:pt x="214883" y="297687"/>
                </a:lnTo>
                <a:lnTo>
                  <a:pt x="228742" y="297957"/>
                </a:lnTo>
                <a:lnTo>
                  <a:pt x="272033" y="302005"/>
                </a:lnTo>
                <a:lnTo>
                  <a:pt x="313753" y="312197"/>
                </a:lnTo>
                <a:lnTo>
                  <a:pt x="348932" y="330263"/>
                </a:lnTo>
                <a:lnTo>
                  <a:pt x="365839" y="345947"/>
                </a:lnTo>
                <a:lnTo>
                  <a:pt x="214883" y="345947"/>
                </a:lnTo>
                <a:lnTo>
                  <a:pt x="205009" y="346090"/>
                </a:lnTo>
                <a:lnTo>
                  <a:pt x="166338" y="349583"/>
                </a:lnTo>
                <a:lnTo>
                  <a:pt x="126491" y="362775"/>
                </a:lnTo>
                <a:lnTo>
                  <a:pt x="105663" y="396747"/>
                </a:lnTo>
                <a:lnTo>
                  <a:pt x="106267" y="403796"/>
                </a:lnTo>
                <a:lnTo>
                  <a:pt x="133222" y="433323"/>
                </a:lnTo>
                <a:lnTo>
                  <a:pt x="175767" y="444245"/>
                </a:lnTo>
                <a:lnTo>
                  <a:pt x="214883" y="446531"/>
                </a:lnTo>
                <a:lnTo>
                  <a:pt x="366065" y="446531"/>
                </a:lnTo>
                <a:lnTo>
                  <a:pt x="358631" y="454278"/>
                </a:lnTo>
                <a:lnTo>
                  <a:pt x="326389" y="475233"/>
                </a:lnTo>
                <a:lnTo>
                  <a:pt x="286575" y="487901"/>
                </a:lnTo>
                <a:lnTo>
                  <a:pt x="242887" y="493712"/>
                </a:lnTo>
                <a:lnTo>
                  <a:pt x="228742" y="494521"/>
                </a:lnTo>
                <a:lnTo>
                  <a:pt x="214883" y="494791"/>
                </a:lnTo>
                <a:close/>
              </a:path>
              <a:path w="383540" h="495300">
                <a:moveTo>
                  <a:pt x="366065" y="446531"/>
                </a:moveTo>
                <a:lnTo>
                  <a:pt x="214883" y="446531"/>
                </a:lnTo>
                <a:lnTo>
                  <a:pt x="224551" y="446388"/>
                </a:lnTo>
                <a:lnTo>
                  <a:pt x="234251" y="445960"/>
                </a:lnTo>
                <a:lnTo>
                  <a:pt x="272287" y="441134"/>
                </a:lnTo>
                <a:lnTo>
                  <a:pt x="308752" y="425703"/>
                </a:lnTo>
                <a:lnTo>
                  <a:pt x="323595" y="396747"/>
                </a:lnTo>
                <a:lnTo>
                  <a:pt x="322992" y="389461"/>
                </a:lnTo>
                <a:lnTo>
                  <a:pt x="296179" y="359171"/>
                </a:lnTo>
                <a:lnTo>
                  <a:pt x="253745" y="348233"/>
                </a:lnTo>
                <a:lnTo>
                  <a:pt x="214883" y="345947"/>
                </a:lnTo>
                <a:lnTo>
                  <a:pt x="365839" y="345947"/>
                </a:lnTo>
                <a:lnTo>
                  <a:pt x="382523" y="382428"/>
                </a:lnTo>
                <a:lnTo>
                  <a:pt x="383539" y="396747"/>
                </a:lnTo>
                <a:lnTo>
                  <a:pt x="382523" y="410828"/>
                </a:lnTo>
                <a:lnTo>
                  <a:pt x="379475" y="423608"/>
                </a:lnTo>
                <a:lnTo>
                  <a:pt x="374395" y="435085"/>
                </a:lnTo>
                <a:lnTo>
                  <a:pt x="367283" y="445261"/>
                </a:lnTo>
                <a:lnTo>
                  <a:pt x="366065" y="446531"/>
                </a:lnTo>
                <a:close/>
              </a:path>
              <a:path w="383540" h="495300">
                <a:moveTo>
                  <a:pt x="373549" y="283463"/>
                </a:moveTo>
                <a:lnTo>
                  <a:pt x="324103" y="283463"/>
                </a:lnTo>
                <a:lnTo>
                  <a:pt x="324103" y="192531"/>
                </a:lnTo>
                <a:lnTo>
                  <a:pt x="234695" y="192531"/>
                </a:lnTo>
                <a:lnTo>
                  <a:pt x="234695" y="146303"/>
                </a:lnTo>
                <a:lnTo>
                  <a:pt x="324103" y="146303"/>
                </a:lnTo>
                <a:lnTo>
                  <a:pt x="324103" y="93979"/>
                </a:lnTo>
                <a:lnTo>
                  <a:pt x="234695" y="93979"/>
                </a:lnTo>
                <a:lnTo>
                  <a:pt x="234695" y="47751"/>
                </a:lnTo>
                <a:lnTo>
                  <a:pt x="324103" y="47751"/>
                </a:lnTo>
                <a:lnTo>
                  <a:pt x="324103" y="0"/>
                </a:lnTo>
                <a:lnTo>
                  <a:pt x="380999" y="0"/>
                </a:lnTo>
                <a:lnTo>
                  <a:pt x="380936" y="276161"/>
                </a:lnTo>
                <a:lnTo>
                  <a:pt x="379983" y="278383"/>
                </a:lnTo>
                <a:lnTo>
                  <a:pt x="375919" y="282447"/>
                </a:lnTo>
                <a:lnTo>
                  <a:pt x="373549" y="283463"/>
                </a:lnTo>
                <a:close/>
              </a:path>
              <a:path w="383540" h="495300">
                <a:moveTo>
                  <a:pt x="30987" y="279907"/>
                </a:moveTo>
                <a:lnTo>
                  <a:pt x="21843" y="279907"/>
                </a:lnTo>
                <a:lnTo>
                  <a:pt x="14393" y="276944"/>
                </a:lnTo>
                <a:lnTo>
                  <a:pt x="2878" y="265091"/>
                </a:lnTo>
                <a:lnTo>
                  <a:pt x="0" y="257894"/>
                </a:lnTo>
                <a:lnTo>
                  <a:pt x="0" y="118871"/>
                </a:lnTo>
                <a:lnTo>
                  <a:pt x="155278" y="118871"/>
                </a:lnTo>
                <a:lnTo>
                  <a:pt x="156971" y="117009"/>
                </a:lnTo>
                <a:lnTo>
                  <a:pt x="156971" y="59435"/>
                </a:lnTo>
                <a:lnTo>
                  <a:pt x="0" y="59435"/>
                </a:lnTo>
                <a:lnTo>
                  <a:pt x="0" y="14223"/>
                </a:lnTo>
                <a:lnTo>
                  <a:pt x="213359" y="14223"/>
                </a:lnTo>
                <a:lnTo>
                  <a:pt x="213359" y="142409"/>
                </a:lnTo>
                <a:lnTo>
                  <a:pt x="210396" y="149690"/>
                </a:lnTo>
                <a:lnTo>
                  <a:pt x="198543" y="161205"/>
                </a:lnTo>
                <a:lnTo>
                  <a:pt x="191177" y="164083"/>
                </a:lnTo>
                <a:lnTo>
                  <a:pt x="55879" y="164083"/>
                </a:lnTo>
                <a:lnTo>
                  <a:pt x="55879" y="230970"/>
                </a:lnTo>
                <a:lnTo>
                  <a:pt x="57573" y="232663"/>
                </a:lnTo>
                <a:lnTo>
                  <a:pt x="286511" y="232663"/>
                </a:lnTo>
                <a:lnTo>
                  <a:pt x="286511" y="264159"/>
                </a:lnTo>
                <a:lnTo>
                  <a:pt x="219582" y="271367"/>
                </a:lnTo>
                <a:lnTo>
                  <a:pt x="170433" y="275081"/>
                </a:lnTo>
                <a:lnTo>
                  <a:pt x="100075" y="278637"/>
                </a:lnTo>
                <a:lnTo>
                  <a:pt x="64769" y="279590"/>
                </a:lnTo>
                <a:lnTo>
                  <a:pt x="30987" y="279907"/>
                </a:lnTo>
                <a:close/>
              </a:path>
              <a:path w="383540" h="495300">
                <a:moveTo>
                  <a:pt x="286511" y="232663"/>
                </a:moveTo>
                <a:lnTo>
                  <a:pt x="57573" y="232663"/>
                </a:lnTo>
                <a:lnTo>
                  <a:pt x="74120" y="232616"/>
                </a:lnTo>
                <a:lnTo>
                  <a:pt x="116077" y="231901"/>
                </a:lnTo>
                <a:lnTo>
                  <a:pt x="175005" y="229361"/>
                </a:lnTo>
                <a:lnTo>
                  <a:pt x="233171" y="224789"/>
                </a:lnTo>
                <a:lnTo>
                  <a:pt x="273843" y="219884"/>
                </a:lnTo>
                <a:lnTo>
                  <a:pt x="286511" y="217931"/>
                </a:lnTo>
                <a:lnTo>
                  <a:pt x="286511" y="2326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118952" y="4873699"/>
            <a:ext cx="476884" cy="483870"/>
          </a:xfrm>
          <a:custGeom>
            <a:avLst/>
            <a:gdLst/>
            <a:ahLst/>
            <a:cxnLst/>
            <a:rect l="l" t="t" r="r" b="b"/>
            <a:pathLst>
              <a:path w="476884" h="483870">
                <a:moveTo>
                  <a:pt x="295147" y="72643"/>
                </a:moveTo>
                <a:lnTo>
                  <a:pt x="27431" y="72643"/>
                </a:lnTo>
                <a:lnTo>
                  <a:pt x="27431" y="24383"/>
                </a:lnTo>
                <a:lnTo>
                  <a:pt x="295147" y="24383"/>
                </a:lnTo>
                <a:lnTo>
                  <a:pt x="295147" y="72643"/>
                </a:lnTo>
                <a:close/>
              </a:path>
              <a:path w="476884" h="483870">
                <a:moveTo>
                  <a:pt x="41147" y="377443"/>
                </a:moveTo>
                <a:lnTo>
                  <a:pt x="0" y="340359"/>
                </a:lnTo>
                <a:lnTo>
                  <a:pt x="11906" y="332549"/>
                </a:lnTo>
                <a:lnTo>
                  <a:pt x="23748" y="323849"/>
                </a:lnTo>
                <a:lnTo>
                  <a:pt x="58626" y="292734"/>
                </a:lnTo>
                <a:lnTo>
                  <a:pt x="89153" y="258063"/>
                </a:lnTo>
                <a:lnTo>
                  <a:pt x="112966" y="222392"/>
                </a:lnTo>
                <a:lnTo>
                  <a:pt x="129841" y="178133"/>
                </a:lnTo>
                <a:lnTo>
                  <a:pt x="130555" y="168655"/>
                </a:lnTo>
                <a:lnTo>
                  <a:pt x="130555" y="72643"/>
                </a:lnTo>
                <a:lnTo>
                  <a:pt x="188975" y="72643"/>
                </a:lnTo>
                <a:lnTo>
                  <a:pt x="188975" y="170687"/>
                </a:lnTo>
                <a:lnTo>
                  <a:pt x="189706" y="180530"/>
                </a:lnTo>
                <a:lnTo>
                  <a:pt x="206914" y="223503"/>
                </a:lnTo>
                <a:lnTo>
                  <a:pt x="227224" y="252475"/>
                </a:lnTo>
                <a:lnTo>
                  <a:pt x="161543" y="252475"/>
                </a:lnTo>
                <a:lnTo>
                  <a:pt x="136651" y="285749"/>
                </a:lnTo>
                <a:lnTo>
                  <a:pt x="105409" y="321309"/>
                </a:lnTo>
                <a:lnTo>
                  <a:pt x="72135" y="353821"/>
                </a:lnTo>
                <a:lnTo>
                  <a:pt x="48418" y="372728"/>
                </a:lnTo>
                <a:lnTo>
                  <a:pt x="41147" y="377443"/>
                </a:lnTo>
                <a:close/>
              </a:path>
              <a:path w="476884" h="483870">
                <a:moveTo>
                  <a:pt x="276859" y="368807"/>
                </a:moveTo>
                <a:lnTo>
                  <a:pt x="238283" y="338692"/>
                </a:lnTo>
                <a:lnTo>
                  <a:pt x="206612" y="306958"/>
                </a:lnTo>
                <a:lnTo>
                  <a:pt x="177974" y="274145"/>
                </a:lnTo>
                <a:lnTo>
                  <a:pt x="161543" y="252475"/>
                </a:lnTo>
                <a:lnTo>
                  <a:pt x="227224" y="252475"/>
                </a:lnTo>
                <a:lnTo>
                  <a:pt x="230631" y="256793"/>
                </a:lnTo>
                <a:lnTo>
                  <a:pt x="240045" y="267684"/>
                </a:lnTo>
                <a:lnTo>
                  <a:pt x="271525" y="298449"/>
                </a:lnTo>
                <a:lnTo>
                  <a:pt x="304720" y="324214"/>
                </a:lnTo>
                <a:lnTo>
                  <a:pt x="315467" y="331215"/>
                </a:lnTo>
                <a:lnTo>
                  <a:pt x="276859" y="368807"/>
                </a:lnTo>
                <a:close/>
              </a:path>
              <a:path w="476884" h="483870">
                <a:moveTo>
                  <a:pt x="403521" y="483615"/>
                </a:moveTo>
                <a:lnTo>
                  <a:pt x="353059" y="483615"/>
                </a:lnTo>
                <a:lnTo>
                  <a:pt x="353059" y="0"/>
                </a:lnTo>
                <a:lnTo>
                  <a:pt x="410971" y="0"/>
                </a:lnTo>
                <a:lnTo>
                  <a:pt x="410971" y="173735"/>
                </a:lnTo>
                <a:lnTo>
                  <a:pt x="476503" y="173735"/>
                </a:lnTo>
                <a:lnTo>
                  <a:pt x="476503" y="221995"/>
                </a:lnTo>
                <a:lnTo>
                  <a:pt x="410971" y="221995"/>
                </a:lnTo>
                <a:lnTo>
                  <a:pt x="410971" y="476165"/>
                </a:lnTo>
                <a:lnTo>
                  <a:pt x="409955" y="478535"/>
                </a:lnTo>
                <a:lnTo>
                  <a:pt x="405891" y="482599"/>
                </a:lnTo>
                <a:lnTo>
                  <a:pt x="403521" y="483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651336" y="4879794"/>
            <a:ext cx="137667" cy="14376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628974" y="6015543"/>
            <a:ext cx="302260" cy="323850"/>
          </a:xfrm>
          <a:custGeom>
            <a:avLst/>
            <a:gdLst/>
            <a:ahLst/>
            <a:cxnLst/>
            <a:rect l="l" t="t" r="r" b="b"/>
            <a:pathLst>
              <a:path w="302260" h="323850">
                <a:moveTo>
                  <a:pt x="267068" y="109984"/>
                </a:moveTo>
                <a:lnTo>
                  <a:pt x="41310" y="109984"/>
                </a:lnTo>
                <a:lnTo>
                  <a:pt x="41310" y="0"/>
                </a:lnTo>
                <a:lnTo>
                  <a:pt x="70253" y="0"/>
                </a:lnTo>
                <a:lnTo>
                  <a:pt x="70253" y="86040"/>
                </a:lnTo>
                <a:lnTo>
                  <a:pt x="267068" y="86040"/>
                </a:lnTo>
                <a:lnTo>
                  <a:pt x="267068" y="109984"/>
                </a:lnTo>
                <a:close/>
              </a:path>
              <a:path w="302260" h="323850">
                <a:moveTo>
                  <a:pt x="165240" y="153662"/>
                </a:moveTo>
                <a:lnTo>
                  <a:pt x="136560" y="153662"/>
                </a:lnTo>
                <a:lnTo>
                  <a:pt x="136560" y="109984"/>
                </a:lnTo>
                <a:lnTo>
                  <a:pt x="165240" y="109984"/>
                </a:lnTo>
                <a:lnTo>
                  <a:pt x="165240" y="153662"/>
                </a:lnTo>
                <a:close/>
              </a:path>
              <a:path w="302260" h="323850">
                <a:moveTo>
                  <a:pt x="301800" y="178133"/>
                </a:moveTo>
                <a:lnTo>
                  <a:pt x="0" y="178133"/>
                </a:lnTo>
                <a:lnTo>
                  <a:pt x="0" y="153662"/>
                </a:lnTo>
                <a:lnTo>
                  <a:pt x="301800" y="153662"/>
                </a:lnTo>
                <a:lnTo>
                  <a:pt x="301800" y="178133"/>
                </a:lnTo>
                <a:close/>
              </a:path>
              <a:path w="302260" h="323850">
                <a:moveTo>
                  <a:pt x="150505" y="323376"/>
                </a:moveTo>
                <a:lnTo>
                  <a:pt x="102580" y="319367"/>
                </a:lnTo>
                <a:lnTo>
                  <a:pt x="66668" y="307687"/>
                </a:lnTo>
                <a:lnTo>
                  <a:pt x="44126" y="288854"/>
                </a:lnTo>
                <a:lnTo>
                  <a:pt x="36310" y="263384"/>
                </a:lnTo>
                <a:lnTo>
                  <a:pt x="44126" y="237763"/>
                </a:lnTo>
                <a:lnTo>
                  <a:pt x="66668" y="218851"/>
                </a:lnTo>
                <a:lnTo>
                  <a:pt x="102580" y="207142"/>
                </a:lnTo>
                <a:lnTo>
                  <a:pt x="150505" y="203129"/>
                </a:lnTo>
                <a:lnTo>
                  <a:pt x="198241" y="207142"/>
                </a:lnTo>
                <a:lnTo>
                  <a:pt x="234013" y="218851"/>
                </a:lnTo>
                <a:lnTo>
                  <a:pt x="242544" y="226021"/>
                </a:lnTo>
                <a:lnTo>
                  <a:pt x="150505" y="226021"/>
                </a:lnTo>
                <a:lnTo>
                  <a:pt x="114959" y="228640"/>
                </a:lnTo>
                <a:lnTo>
                  <a:pt x="88343" y="235921"/>
                </a:lnTo>
                <a:lnTo>
                  <a:pt x="71692" y="247593"/>
                </a:lnTo>
                <a:lnTo>
                  <a:pt x="66043" y="263384"/>
                </a:lnTo>
                <a:lnTo>
                  <a:pt x="71692" y="278797"/>
                </a:lnTo>
                <a:lnTo>
                  <a:pt x="88343" y="290387"/>
                </a:lnTo>
                <a:lnTo>
                  <a:pt x="114959" y="297685"/>
                </a:lnTo>
                <a:lnTo>
                  <a:pt x="150505" y="300221"/>
                </a:lnTo>
                <a:lnTo>
                  <a:pt x="242933" y="300221"/>
                </a:lnTo>
                <a:lnTo>
                  <a:pt x="234013" y="307687"/>
                </a:lnTo>
                <a:lnTo>
                  <a:pt x="198241" y="319367"/>
                </a:lnTo>
                <a:lnTo>
                  <a:pt x="150505" y="323376"/>
                </a:lnTo>
                <a:close/>
              </a:path>
              <a:path w="302260" h="323850">
                <a:moveTo>
                  <a:pt x="242933" y="300221"/>
                </a:moveTo>
                <a:lnTo>
                  <a:pt x="150505" y="300221"/>
                </a:lnTo>
                <a:lnTo>
                  <a:pt x="185907" y="297685"/>
                </a:lnTo>
                <a:lnTo>
                  <a:pt x="212503" y="290387"/>
                </a:lnTo>
                <a:lnTo>
                  <a:pt x="229281" y="278797"/>
                </a:lnTo>
                <a:lnTo>
                  <a:pt x="235230" y="263384"/>
                </a:lnTo>
                <a:lnTo>
                  <a:pt x="229281" y="247593"/>
                </a:lnTo>
                <a:lnTo>
                  <a:pt x="212503" y="235921"/>
                </a:lnTo>
                <a:lnTo>
                  <a:pt x="185907" y="228640"/>
                </a:lnTo>
                <a:lnTo>
                  <a:pt x="150505" y="226021"/>
                </a:lnTo>
                <a:lnTo>
                  <a:pt x="242544" y="226021"/>
                </a:lnTo>
                <a:lnTo>
                  <a:pt x="256514" y="237763"/>
                </a:lnTo>
                <a:lnTo>
                  <a:pt x="264437" y="263384"/>
                </a:lnTo>
                <a:lnTo>
                  <a:pt x="256514" y="288854"/>
                </a:lnTo>
                <a:lnTo>
                  <a:pt x="242933" y="300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960507" y="6008965"/>
            <a:ext cx="307975" cy="330835"/>
          </a:xfrm>
          <a:custGeom>
            <a:avLst/>
            <a:gdLst/>
            <a:ahLst/>
            <a:cxnLst/>
            <a:rect l="l" t="t" r="r" b="b"/>
            <a:pathLst>
              <a:path w="307975" h="330835">
                <a:moveTo>
                  <a:pt x="253912" y="330480"/>
                </a:moveTo>
                <a:lnTo>
                  <a:pt x="224705" y="330480"/>
                </a:lnTo>
                <a:lnTo>
                  <a:pt x="224705" y="0"/>
                </a:lnTo>
                <a:lnTo>
                  <a:pt x="253912" y="0"/>
                </a:lnTo>
                <a:lnTo>
                  <a:pt x="253912" y="134455"/>
                </a:lnTo>
                <a:lnTo>
                  <a:pt x="307589" y="134455"/>
                </a:lnTo>
                <a:lnTo>
                  <a:pt x="307589" y="159188"/>
                </a:lnTo>
                <a:lnTo>
                  <a:pt x="253912" y="159188"/>
                </a:lnTo>
                <a:lnTo>
                  <a:pt x="253912" y="330480"/>
                </a:lnTo>
                <a:close/>
              </a:path>
              <a:path w="307975" h="330835">
                <a:moveTo>
                  <a:pt x="16313" y="267594"/>
                </a:moveTo>
                <a:lnTo>
                  <a:pt x="0" y="244703"/>
                </a:lnTo>
                <a:lnTo>
                  <a:pt x="46627" y="216715"/>
                </a:lnTo>
                <a:lnTo>
                  <a:pt x="83857" y="183947"/>
                </a:lnTo>
                <a:lnTo>
                  <a:pt x="111641" y="146701"/>
                </a:lnTo>
                <a:lnTo>
                  <a:pt x="129927" y="105282"/>
                </a:lnTo>
                <a:lnTo>
                  <a:pt x="138665" y="59991"/>
                </a:lnTo>
                <a:lnTo>
                  <a:pt x="15524" y="59991"/>
                </a:lnTo>
                <a:lnTo>
                  <a:pt x="15524" y="35521"/>
                </a:lnTo>
                <a:lnTo>
                  <a:pt x="168397" y="35521"/>
                </a:lnTo>
                <a:lnTo>
                  <a:pt x="164532" y="81545"/>
                </a:lnTo>
                <a:lnTo>
                  <a:pt x="152824" y="125508"/>
                </a:lnTo>
                <a:lnTo>
                  <a:pt x="132711" y="166753"/>
                </a:lnTo>
                <a:lnTo>
                  <a:pt x="103630" y="204620"/>
                </a:lnTo>
                <a:lnTo>
                  <a:pt x="65019" y="238453"/>
                </a:lnTo>
                <a:lnTo>
                  <a:pt x="16313" y="2675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387708" y="6009228"/>
            <a:ext cx="271780" cy="328930"/>
          </a:xfrm>
          <a:custGeom>
            <a:avLst/>
            <a:gdLst/>
            <a:ahLst/>
            <a:cxnLst/>
            <a:rect l="l" t="t" r="r" b="b"/>
            <a:pathLst>
              <a:path w="271780" h="328929">
                <a:moveTo>
                  <a:pt x="269699" y="61570"/>
                </a:moveTo>
                <a:lnTo>
                  <a:pt x="240493" y="61570"/>
                </a:lnTo>
                <a:lnTo>
                  <a:pt x="240493" y="0"/>
                </a:lnTo>
                <a:lnTo>
                  <a:pt x="269699" y="0"/>
                </a:lnTo>
                <a:lnTo>
                  <a:pt x="269699" y="61570"/>
                </a:lnTo>
                <a:close/>
              </a:path>
              <a:path w="271780" h="328929">
                <a:moveTo>
                  <a:pt x="12103" y="197867"/>
                </a:moveTo>
                <a:lnTo>
                  <a:pt x="0" y="174712"/>
                </a:lnTo>
                <a:lnTo>
                  <a:pt x="53997" y="153247"/>
                </a:lnTo>
                <a:lnTo>
                  <a:pt x="95513" y="124555"/>
                </a:lnTo>
                <a:lnTo>
                  <a:pt x="123214" y="89498"/>
                </a:lnTo>
                <a:lnTo>
                  <a:pt x="135770" y="48940"/>
                </a:lnTo>
                <a:lnTo>
                  <a:pt x="16839" y="48940"/>
                </a:lnTo>
                <a:lnTo>
                  <a:pt x="16839" y="24470"/>
                </a:lnTo>
                <a:lnTo>
                  <a:pt x="167345" y="24470"/>
                </a:lnTo>
                <a:lnTo>
                  <a:pt x="167078" y="34059"/>
                </a:lnTo>
                <a:lnTo>
                  <a:pt x="166292" y="43464"/>
                </a:lnTo>
                <a:lnTo>
                  <a:pt x="165014" y="52646"/>
                </a:lnTo>
                <a:lnTo>
                  <a:pt x="163266" y="61570"/>
                </a:lnTo>
                <a:lnTo>
                  <a:pt x="269699" y="61570"/>
                </a:lnTo>
                <a:lnTo>
                  <a:pt x="269699" y="84988"/>
                </a:lnTo>
                <a:lnTo>
                  <a:pt x="155899" y="84988"/>
                </a:lnTo>
                <a:lnTo>
                  <a:pt x="134263" y="122217"/>
                </a:lnTo>
                <a:lnTo>
                  <a:pt x="102502" y="153613"/>
                </a:lnTo>
                <a:lnTo>
                  <a:pt x="61490" y="178916"/>
                </a:lnTo>
                <a:lnTo>
                  <a:pt x="12103" y="197867"/>
                </a:lnTo>
                <a:close/>
              </a:path>
              <a:path w="271780" h="328929">
                <a:moveTo>
                  <a:pt x="269699" y="198656"/>
                </a:moveTo>
                <a:lnTo>
                  <a:pt x="240493" y="198656"/>
                </a:lnTo>
                <a:lnTo>
                  <a:pt x="240493" y="153926"/>
                </a:lnTo>
                <a:lnTo>
                  <a:pt x="152347" y="153926"/>
                </a:lnTo>
                <a:lnTo>
                  <a:pt x="152347" y="129718"/>
                </a:lnTo>
                <a:lnTo>
                  <a:pt x="240493" y="129718"/>
                </a:lnTo>
                <a:lnTo>
                  <a:pt x="240493" y="84988"/>
                </a:lnTo>
                <a:lnTo>
                  <a:pt x="269699" y="84988"/>
                </a:lnTo>
                <a:lnTo>
                  <a:pt x="269699" y="198656"/>
                </a:lnTo>
                <a:close/>
              </a:path>
              <a:path w="271780" h="328929">
                <a:moveTo>
                  <a:pt x="161556" y="328901"/>
                </a:moveTo>
                <a:lnTo>
                  <a:pt x="115609" y="324539"/>
                </a:lnTo>
                <a:lnTo>
                  <a:pt x="80712" y="311963"/>
                </a:lnTo>
                <a:lnTo>
                  <a:pt x="58544" y="291937"/>
                </a:lnTo>
                <a:lnTo>
                  <a:pt x="50782" y="265226"/>
                </a:lnTo>
                <a:lnTo>
                  <a:pt x="58544" y="238708"/>
                </a:lnTo>
                <a:lnTo>
                  <a:pt x="80712" y="218851"/>
                </a:lnTo>
                <a:lnTo>
                  <a:pt x="115609" y="206394"/>
                </a:lnTo>
                <a:lnTo>
                  <a:pt x="161556" y="202077"/>
                </a:lnTo>
                <a:lnTo>
                  <a:pt x="206936" y="206394"/>
                </a:lnTo>
                <a:lnTo>
                  <a:pt x="241611" y="218851"/>
                </a:lnTo>
                <a:lnTo>
                  <a:pt x="249019" y="225495"/>
                </a:lnTo>
                <a:lnTo>
                  <a:pt x="161556" y="225495"/>
                </a:lnTo>
                <a:lnTo>
                  <a:pt x="127679" y="228077"/>
                </a:lnTo>
                <a:lnTo>
                  <a:pt x="101893" y="235888"/>
                </a:lnTo>
                <a:lnTo>
                  <a:pt x="85481" y="248436"/>
                </a:lnTo>
                <a:lnTo>
                  <a:pt x="79725" y="265226"/>
                </a:lnTo>
                <a:lnTo>
                  <a:pt x="85481" y="282021"/>
                </a:lnTo>
                <a:lnTo>
                  <a:pt x="101893" y="294597"/>
                </a:lnTo>
                <a:lnTo>
                  <a:pt x="127679" y="302487"/>
                </a:lnTo>
                <a:lnTo>
                  <a:pt x="161556" y="305221"/>
                </a:lnTo>
                <a:lnTo>
                  <a:pt x="249066" y="305221"/>
                </a:lnTo>
                <a:lnTo>
                  <a:pt x="241611" y="311963"/>
                </a:lnTo>
                <a:lnTo>
                  <a:pt x="206936" y="324539"/>
                </a:lnTo>
                <a:lnTo>
                  <a:pt x="161556" y="328901"/>
                </a:lnTo>
                <a:close/>
              </a:path>
              <a:path w="271780" h="328929">
                <a:moveTo>
                  <a:pt x="249066" y="305221"/>
                </a:moveTo>
                <a:lnTo>
                  <a:pt x="161556" y="305221"/>
                </a:lnTo>
                <a:lnTo>
                  <a:pt x="194829" y="302487"/>
                </a:lnTo>
                <a:lnTo>
                  <a:pt x="220331" y="294597"/>
                </a:lnTo>
                <a:lnTo>
                  <a:pt x="236706" y="282021"/>
                </a:lnTo>
                <a:lnTo>
                  <a:pt x="242598" y="265226"/>
                </a:lnTo>
                <a:lnTo>
                  <a:pt x="236706" y="248436"/>
                </a:lnTo>
                <a:lnTo>
                  <a:pt x="220331" y="235888"/>
                </a:lnTo>
                <a:lnTo>
                  <a:pt x="194829" y="228077"/>
                </a:lnTo>
                <a:lnTo>
                  <a:pt x="161556" y="225495"/>
                </a:lnTo>
                <a:lnTo>
                  <a:pt x="249019" y="225495"/>
                </a:lnTo>
                <a:lnTo>
                  <a:pt x="263754" y="238708"/>
                </a:lnTo>
                <a:lnTo>
                  <a:pt x="271541" y="265226"/>
                </a:lnTo>
                <a:lnTo>
                  <a:pt x="263754" y="291937"/>
                </a:lnTo>
                <a:lnTo>
                  <a:pt x="249066" y="305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717925" y="6008965"/>
            <a:ext cx="270510" cy="330200"/>
          </a:xfrm>
          <a:custGeom>
            <a:avLst/>
            <a:gdLst/>
            <a:ahLst/>
            <a:cxnLst/>
            <a:rect l="l" t="t" r="r" b="b"/>
            <a:pathLst>
              <a:path w="270510" h="330200">
                <a:moveTo>
                  <a:pt x="268910" y="47888"/>
                </a:moveTo>
                <a:lnTo>
                  <a:pt x="239703" y="47888"/>
                </a:lnTo>
                <a:lnTo>
                  <a:pt x="239703" y="0"/>
                </a:lnTo>
                <a:lnTo>
                  <a:pt x="268910" y="0"/>
                </a:lnTo>
                <a:lnTo>
                  <a:pt x="268910" y="47888"/>
                </a:lnTo>
                <a:close/>
              </a:path>
              <a:path w="270510" h="330200">
                <a:moveTo>
                  <a:pt x="85777" y="176554"/>
                </a:moveTo>
                <a:lnTo>
                  <a:pt x="51469" y="170930"/>
                </a:lnTo>
                <a:lnTo>
                  <a:pt x="24240" y="154847"/>
                </a:lnTo>
                <a:lnTo>
                  <a:pt x="6335" y="130080"/>
                </a:lnTo>
                <a:lnTo>
                  <a:pt x="0" y="98407"/>
                </a:lnTo>
                <a:lnTo>
                  <a:pt x="6335" y="66582"/>
                </a:lnTo>
                <a:lnTo>
                  <a:pt x="24240" y="41737"/>
                </a:lnTo>
                <a:lnTo>
                  <a:pt x="51469" y="25625"/>
                </a:lnTo>
                <a:lnTo>
                  <a:pt x="85777" y="19997"/>
                </a:lnTo>
                <a:lnTo>
                  <a:pt x="105863" y="21820"/>
                </a:lnTo>
                <a:lnTo>
                  <a:pt x="124012" y="27282"/>
                </a:lnTo>
                <a:lnTo>
                  <a:pt x="139818" y="36074"/>
                </a:lnTo>
                <a:lnTo>
                  <a:pt x="149965" y="45256"/>
                </a:lnTo>
                <a:lnTo>
                  <a:pt x="85777" y="45256"/>
                </a:lnTo>
                <a:lnTo>
                  <a:pt x="62524" y="49047"/>
                </a:lnTo>
                <a:lnTo>
                  <a:pt x="44204" y="59991"/>
                </a:lnTo>
                <a:lnTo>
                  <a:pt x="32199" y="76856"/>
                </a:lnTo>
                <a:lnTo>
                  <a:pt x="27890" y="98407"/>
                </a:lnTo>
                <a:lnTo>
                  <a:pt x="32199" y="119736"/>
                </a:lnTo>
                <a:lnTo>
                  <a:pt x="44204" y="136625"/>
                </a:lnTo>
                <a:lnTo>
                  <a:pt x="62524" y="147693"/>
                </a:lnTo>
                <a:lnTo>
                  <a:pt x="85777" y="151558"/>
                </a:lnTo>
                <a:lnTo>
                  <a:pt x="149675" y="151558"/>
                </a:lnTo>
                <a:lnTo>
                  <a:pt x="139818" y="160477"/>
                </a:lnTo>
                <a:lnTo>
                  <a:pt x="124012" y="169269"/>
                </a:lnTo>
                <a:lnTo>
                  <a:pt x="105863" y="174731"/>
                </a:lnTo>
                <a:lnTo>
                  <a:pt x="85777" y="176554"/>
                </a:lnTo>
                <a:close/>
              </a:path>
              <a:path w="270510" h="330200">
                <a:moveTo>
                  <a:pt x="149675" y="151558"/>
                </a:moveTo>
                <a:lnTo>
                  <a:pt x="85777" y="151558"/>
                </a:lnTo>
                <a:lnTo>
                  <a:pt x="108615" y="147693"/>
                </a:lnTo>
                <a:lnTo>
                  <a:pt x="126791" y="136625"/>
                </a:lnTo>
                <a:lnTo>
                  <a:pt x="138800" y="119736"/>
                </a:lnTo>
                <a:lnTo>
                  <a:pt x="143138" y="98407"/>
                </a:lnTo>
                <a:lnTo>
                  <a:pt x="138800" y="76856"/>
                </a:lnTo>
                <a:lnTo>
                  <a:pt x="126791" y="59991"/>
                </a:lnTo>
                <a:lnTo>
                  <a:pt x="108615" y="49047"/>
                </a:lnTo>
                <a:lnTo>
                  <a:pt x="85777" y="45256"/>
                </a:lnTo>
                <a:lnTo>
                  <a:pt x="149965" y="45256"/>
                </a:lnTo>
                <a:lnTo>
                  <a:pt x="152873" y="47888"/>
                </a:lnTo>
                <a:lnTo>
                  <a:pt x="268910" y="47888"/>
                </a:lnTo>
                <a:lnTo>
                  <a:pt x="268910" y="71832"/>
                </a:lnTo>
                <a:lnTo>
                  <a:pt x="166819" y="71832"/>
                </a:lnTo>
                <a:lnTo>
                  <a:pt x="168739" y="78093"/>
                </a:lnTo>
                <a:lnTo>
                  <a:pt x="170140" y="84626"/>
                </a:lnTo>
                <a:lnTo>
                  <a:pt x="171000" y="91405"/>
                </a:lnTo>
                <a:lnTo>
                  <a:pt x="171292" y="98407"/>
                </a:lnTo>
                <a:lnTo>
                  <a:pt x="171002" y="105289"/>
                </a:lnTo>
                <a:lnTo>
                  <a:pt x="170157" y="111925"/>
                </a:lnTo>
                <a:lnTo>
                  <a:pt x="168794" y="118314"/>
                </a:lnTo>
                <a:lnTo>
                  <a:pt x="166950" y="124456"/>
                </a:lnTo>
                <a:lnTo>
                  <a:pt x="268910" y="124456"/>
                </a:lnTo>
                <a:lnTo>
                  <a:pt x="268910" y="148663"/>
                </a:lnTo>
                <a:lnTo>
                  <a:pt x="152873" y="148663"/>
                </a:lnTo>
                <a:lnTo>
                  <a:pt x="149675" y="151558"/>
                </a:lnTo>
                <a:close/>
              </a:path>
              <a:path w="270510" h="330200">
                <a:moveTo>
                  <a:pt x="268910" y="124456"/>
                </a:moveTo>
                <a:lnTo>
                  <a:pt x="239703" y="124456"/>
                </a:lnTo>
                <a:lnTo>
                  <a:pt x="239703" y="71832"/>
                </a:lnTo>
                <a:lnTo>
                  <a:pt x="268910" y="71832"/>
                </a:lnTo>
                <a:lnTo>
                  <a:pt x="268910" y="124456"/>
                </a:lnTo>
                <a:close/>
              </a:path>
              <a:path w="270510" h="330200">
                <a:moveTo>
                  <a:pt x="268910" y="196025"/>
                </a:moveTo>
                <a:lnTo>
                  <a:pt x="239703" y="196025"/>
                </a:lnTo>
                <a:lnTo>
                  <a:pt x="239703" y="148663"/>
                </a:lnTo>
                <a:lnTo>
                  <a:pt x="268910" y="148663"/>
                </a:lnTo>
                <a:lnTo>
                  <a:pt x="268910" y="196025"/>
                </a:lnTo>
                <a:close/>
              </a:path>
              <a:path w="270510" h="330200">
                <a:moveTo>
                  <a:pt x="159188" y="329954"/>
                </a:moveTo>
                <a:lnTo>
                  <a:pt x="112870" y="325711"/>
                </a:lnTo>
                <a:lnTo>
                  <a:pt x="77949" y="313377"/>
                </a:lnTo>
                <a:lnTo>
                  <a:pt x="55954" y="293544"/>
                </a:lnTo>
                <a:lnTo>
                  <a:pt x="48414" y="266805"/>
                </a:lnTo>
                <a:lnTo>
                  <a:pt x="55954" y="240065"/>
                </a:lnTo>
                <a:lnTo>
                  <a:pt x="77949" y="220232"/>
                </a:lnTo>
                <a:lnTo>
                  <a:pt x="112870" y="207898"/>
                </a:lnTo>
                <a:lnTo>
                  <a:pt x="159188" y="203656"/>
                </a:lnTo>
                <a:lnTo>
                  <a:pt x="205358" y="207898"/>
                </a:lnTo>
                <a:lnTo>
                  <a:pt x="240229" y="220232"/>
                </a:lnTo>
                <a:lnTo>
                  <a:pt x="247249" y="226547"/>
                </a:lnTo>
                <a:lnTo>
                  <a:pt x="159188" y="226547"/>
                </a:lnTo>
                <a:lnTo>
                  <a:pt x="124900" y="229285"/>
                </a:lnTo>
                <a:lnTo>
                  <a:pt x="98999" y="237204"/>
                </a:lnTo>
                <a:lnTo>
                  <a:pt x="82669" y="249858"/>
                </a:lnTo>
                <a:lnTo>
                  <a:pt x="77094" y="266805"/>
                </a:lnTo>
                <a:lnTo>
                  <a:pt x="82669" y="283447"/>
                </a:lnTo>
                <a:lnTo>
                  <a:pt x="98999" y="295945"/>
                </a:lnTo>
                <a:lnTo>
                  <a:pt x="124900" y="303806"/>
                </a:lnTo>
                <a:lnTo>
                  <a:pt x="159188" y="306536"/>
                </a:lnTo>
                <a:lnTo>
                  <a:pt x="247834" y="306536"/>
                </a:lnTo>
                <a:lnTo>
                  <a:pt x="240229" y="313377"/>
                </a:lnTo>
                <a:lnTo>
                  <a:pt x="205358" y="325711"/>
                </a:lnTo>
                <a:lnTo>
                  <a:pt x="159188" y="329954"/>
                </a:lnTo>
                <a:close/>
              </a:path>
              <a:path w="270510" h="330200">
                <a:moveTo>
                  <a:pt x="247834" y="306536"/>
                </a:moveTo>
                <a:lnTo>
                  <a:pt x="159188" y="306536"/>
                </a:lnTo>
                <a:lnTo>
                  <a:pt x="193480" y="303806"/>
                </a:lnTo>
                <a:lnTo>
                  <a:pt x="219410" y="295945"/>
                </a:lnTo>
                <a:lnTo>
                  <a:pt x="235818" y="283447"/>
                </a:lnTo>
                <a:lnTo>
                  <a:pt x="241545" y="266805"/>
                </a:lnTo>
                <a:lnTo>
                  <a:pt x="235818" y="249858"/>
                </a:lnTo>
                <a:lnTo>
                  <a:pt x="219410" y="237204"/>
                </a:lnTo>
                <a:lnTo>
                  <a:pt x="193480" y="229285"/>
                </a:lnTo>
                <a:lnTo>
                  <a:pt x="159188" y="226547"/>
                </a:lnTo>
                <a:lnTo>
                  <a:pt x="247249" y="226547"/>
                </a:lnTo>
                <a:lnTo>
                  <a:pt x="262274" y="240065"/>
                </a:lnTo>
                <a:lnTo>
                  <a:pt x="269962" y="266805"/>
                </a:lnTo>
                <a:lnTo>
                  <a:pt x="262274" y="293544"/>
                </a:lnTo>
                <a:lnTo>
                  <a:pt x="247834" y="306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042091" y="6029752"/>
            <a:ext cx="301625" cy="309880"/>
          </a:xfrm>
          <a:custGeom>
            <a:avLst/>
            <a:gdLst/>
            <a:ahLst/>
            <a:cxnLst/>
            <a:rect l="l" t="t" r="r" b="b"/>
            <a:pathLst>
              <a:path w="301625" h="309879">
                <a:moveTo>
                  <a:pt x="272593" y="23680"/>
                </a:moveTo>
                <a:lnTo>
                  <a:pt x="28417" y="23680"/>
                </a:lnTo>
                <a:lnTo>
                  <a:pt x="28417" y="0"/>
                </a:lnTo>
                <a:lnTo>
                  <a:pt x="272593" y="0"/>
                </a:lnTo>
                <a:lnTo>
                  <a:pt x="272593" y="23680"/>
                </a:lnTo>
                <a:close/>
              </a:path>
              <a:path w="301625" h="309879">
                <a:moveTo>
                  <a:pt x="29206" y="139454"/>
                </a:moveTo>
                <a:lnTo>
                  <a:pt x="17892" y="116299"/>
                </a:lnTo>
                <a:lnTo>
                  <a:pt x="60267" y="104858"/>
                </a:lnTo>
                <a:lnTo>
                  <a:pt x="97585" y="84560"/>
                </a:lnTo>
                <a:lnTo>
                  <a:pt x="124197" y="57504"/>
                </a:lnTo>
                <a:lnTo>
                  <a:pt x="134455" y="25785"/>
                </a:lnTo>
                <a:lnTo>
                  <a:pt x="134455" y="23680"/>
                </a:lnTo>
                <a:lnTo>
                  <a:pt x="167082" y="23680"/>
                </a:lnTo>
                <a:lnTo>
                  <a:pt x="167082" y="25785"/>
                </a:lnTo>
                <a:lnTo>
                  <a:pt x="177043" y="57504"/>
                </a:lnTo>
                <a:lnTo>
                  <a:pt x="182833" y="63412"/>
                </a:lnTo>
                <a:lnTo>
                  <a:pt x="150637" y="63412"/>
                </a:lnTo>
                <a:lnTo>
                  <a:pt x="130331" y="90815"/>
                </a:lnTo>
                <a:lnTo>
                  <a:pt x="101466" y="113027"/>
                </a:lnTo>
                <a:lnTo>
                  <a:pt x="66828" y="129441"/>
                </a:lnTo>
                <a:lnTo>
                  <a:pt x="29206" y="139454"/>
                </a:lnTo>
                <a:close/>
              </a:path>
              <a:path w="301625" h="309879">
                <a:moveTo>
                  <a:pt x="272593" y="139454"/>
                </a:moveTo>
                <a:lnTo>
                  <a:pt x="234611" y="129441"/>
                </a:lnTo>
                <a:lnTo>
                  <a:pt x="199824" y="113027"/>
                </a:lnTo>
                <a:lnTo>
                  <a:pt x="170932" y="90815"/>
                </a:lnTo>
                <a:lnTo>
                  <a:pt x="150637" y="63412"/>
                </a:lnTo>
                <a:lnTo>
                  <a:pt x="182833" y="63412"/>
                </a:lnTo>
                <a:lnTo>
                  <a:pt x="203557" y="84560"/>
                </a:lnTo>
                <a:lnTo>
                  <a:pt x="240974" y="104858"/>
                </a:lnTo>
                <a:lnTo>
                  <a:pt x="283645" y="116299"/>
                </a:lnTo>
                <a:lnTo>
                  <a:pt x="272593" y="139454"/>
                </a:lnTo>
                <a:close/>
              </a:path>
              <a:path w="301625" h="309879">
                <a:moveTo>
                  <a:pt x="301537" y="191815"/>
                </a:moveTo>
                <a:lnTo>
                  <a:pt x="0" y="191815"/>
                </a:lnTo>
                <a:lnTo>
                  <a:pt x="0" y="167608"/>
                </a:lnTo>
                <a:lnTo>
                  <a:pt x="301537" y="167608"/>
                </a:lnTo>
                <a:lnTo>
                  <a:pt x="301537" y="191815"/>
                </a:lnTo>
                <a:close/>
              </a:path>
              <a:path w="301625" h="309879">
                <a:moveTo>
                  <a:pt x="164450" y="309694"/>
                </a:moveTo>
                <a:lnTo>
                  <a:pt x="135770" y="309694"/>
                </a:lnTo>
                <a:lnTo>
                  <a:pt x="135770" y="191815"/>
                </a:lnTo>
                <a:lnTo>
                  <a:pt x="164450" y="191815"/>
                </a:lnTo>
                <a:lnTo>
                  <a:pt x="164450" y="3096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467791" y="6008965"/>
            <a:ext cx="274955" cy="330200"/>
          </a:xfrm>
          <a:custGeom>
            <a:avLst/>
            <a:gdLst/>
            <a:ahLst/>
            <a:cxnLst/>
            <a:rect l="l" t="t" r="r" b="b"/>
            <a:pathLst>
              <a:path w="274954" h="330200">
                <a:moveTo>
                  <a:pt x="273383" y="204182"/>
                </a:moveTo>
                <a:lnTo>
                  <a:pt x="244176" y="204182"/>
                </a:lnTo>
                <a:lnTo>
                  <a:pt x="244176" y="142611"/>
                </a:lnTo>
                <a:lnTo>
                  <a:pt x="188131" y="142611"/>
                </a:lnTo>
                <a:lnTo>
                  <a:pt x="188131" y="118667"/>
                </a:lnTo>
                <a:lnTo>
                  <a:pt x="244176" y="118667"/>
                </a:lnTo>
                <a:lnTo>
                  <a:pt x="244176" y="83409"/>
                </a:lnTo>
                <a:lnTo>
                  <a:pt x="188131" y="83409"/>
                </a:lnTo>
                <a:lnTo>
                  <a:pt x="188131" y="59465"/>
                </a:lnTo>
                <a:lnTo>
                  <a:pt x="244176" y="59465"/>
                </a:lnTo>
                <a:lnTo>
                  <a:pt x="244176" y="0"/>
                </a:lnTo>
                <a:lnTo>
                  <a:pt x="273383" y="0"/>
                </a:lnTo>
                <a:lnTo>
                  <a:pt x="273383" y="204182"/>
                </a:lnTo>
                <a:close/>
              </a:path>
              <a:path w="274954" h="330200">
                <a:moveTo>
                  <a:pt x="184711" y="49203"/>
                </a:moveTo>
                <a:lnTo>
                  <a:pt x="9209" y="49203"/>
                </a:lnTo>
                <a:lnTo>
                  <a:pt x="9209" y="24996"/>
                </a:lnTo>
                <a:lnTo>
                  <a:pt x="184711" y="24996"/>
                </a:lnTo>
                <a:lnTo>
                  <a:pt x="184711" y="49203"/>
                </a:lnTo>
                <a:close/>
              </a:path>
              <a:path w="274954" h="330200">
                <a:moveTo>
                  <a:pt x="3683" y="184185"/>
                </a:moveTo>
                <a:lnTo>
                  <a:pt x="0" y="159451"/>
                </a:lnTo>
                <a:lnTo>
                  <a:pt x="42625" y="159188"/>
                </a:lnTo>
                <a:lnTo>
                  <a:pt x="42625" y="49203"/>
                </a:lnTo>
                <a:lnTo>
                  <a:pt x="71042" y="49203"/>
                </a:lnTo>
                <a:lnTo>
                  <a:pt x="71042" y="158793"/>
                </a:lnTo>
                <a:lnTo>
                  <a:pt x="196234" y="158793"/>
                </a:lnTo>
                <a:lnTo>
                  <a:pt x="197078" y="173133"/>
                </a:lnTo>
                <a:lnTo>
                  <a:pt x="147212" y="179078"/>
                </a:lnTo>
                <a:lnTo>
                  <a:pt x="96335" y="182409"/>
                </a:lnTo>
                <a:lnTo>
                  <a:pt x="47481" y="183864"/>
                </a:lnTo>
                <a:lnTo>
                  <a:pt x="3683" y="184185"/>
                </a:lnTo>
                <a:close/>
              </a:path>
              <a:path w="274954" h="330200">
                <a:moveTo>
                  <a:pt x="196234" y="158793"/>
                </a:moveTo>
                <a:lnTo>
                  <a:pt x="71042" y="158793"/>
                </a:lnTo>
                <a:lnTo>
                  <a:pt x="96812" y="158004"/>
                </a:lnTo>
                <a:lnTo>
                  <a:pt x="122877" y="156820"/>
                </a:lnTo>
                <a:lnTo>
                  <a:pt x="122877" y="49203"/>
                </a:lnTo>
                <a:lnTo>
                  <a:pt x="151031" y="49203"/>
                </a:lnTo>
                <a:lnTo>
                  <a:pt x="151031" y="155110"/>
                </a:lnTo>
                <a:lnTo>
                  <a:pt x="196017" y="155110"/>
                </a:lnTo>
                <a:lnTo>
                  <a:pt x="196234" y="158793"/>
                </a:lnTo>
                <a:close/>
              </a:path>
              <a:path w="274954" h="330200">
                <a:moveTo>
                  <a:pt x="196017" y="155110"/>
                </a:moveTo>
                <a:lnTo>
                  <a:pt x="151031" y="155110"/>
                </a:lnTo>
                <a:lnTo>
                  <a:pt x="173791" y="153186"/>
                </a:lnTo>
                <a:lnTo>
                  <a:pt x="184888" y="152057"/>
                </a:lnTo>
                <a:lnTo>
                  <a:pt x="195762" y="150768"/>
                </a:lnTo>
                <a:lnTo>
                  <a:pt x="196017" y="155110"/>
                </a:lnTo>
                <a:close/>
              </a:path>
              <a:path w="274954" h="330200">
                <a:moveTo>
                  <a:pt x="163661" y="329954"/>
                </a:moveTo>
                <a:lnTo>
                  <a:pt x="117121" y="325954"/>
                </a:lnTo>
                <a:lnTo>
                  <a:pt x="82225" y="314331"/>
                </a:lnTo>
                <a:lnTo>
                  <a:pt x="60353" y="295654"/>
                </a:lnTo>
                <a:lnTo>
                  <a:pt x="52887" y="270488"/>
                </a:lnTo>
                <a:lnTo>
                  <a:pt x="60353" y="245212"/>
                </a:lnTo>
                <a:lnTo>
                  <a:pt x="82225" y="226547"/>
                </a:lnTo>
                <a:lnTo>
                  <a:pt x="117121" y="214986"/>
                </a:lnTo>
                <a:lnTo>
                  <a:pt x="163661" y="211023"/>
                </a:lnTo>
                <a:lnTo>
                  <a:pt x="210164" y="214986"/>
                </a:lnTo>
                <a:lnTo>
                  <a:pt x="244999" y="226547"/>
                </a:lnTo>
                <a:lnTo>
                  <a:pt x="253627" y="233915"/>
                </a:lnTo>
                <a:lnTo>
                  <a:pt x="163661" y="233915"/>
                </a:lnTo>
                <a:lnTo>
                  <a:pt x="129303" y="236410"/>
                </a:lnTo>
                <a:lnTo>
                  <a:pt x="103505" y="243617"/>
                </a:lnTo>
                <a:lnTo>
                  <a:pt x="87327" y="255116"/>
                </a:lnTo>
                <a:lnTo>
                  <a:pt x="81830" y="270488"/>
                </a:lnTo>
                <a:lnTo>
                  <a:pt x="87327" y="285819"/>
                </a:lnTo>
                <a:lnTo>
                  <a:pt x="103505" y="297228"/>
                </a:lnTo>
                <a:lnTo>
                  <a:pt x="129303" y="304345"/>
                </a:lnTo>
                <a:lnTo>
                  <a:pt x="163661" y="306799"/>
                </a:lnTo>
                <a:lnTo>
                  <a:pt x="253814" y="306799"/>
                </a:lnTo>
                <a:lnTo>
                  <a:pt x="244999" y="314331"/>
                </a:lnTo>
                <a:lnTo>
                  <a:pt x="210164" y="325954"/>
                </a:lnTo>
                <a:lnTo>
                  <a:pt x="163661" y="329954"/>
                </a:lnTo>
                <a:close/>
              </a:path>
              <a:path w="274954" h="330200">
                <a:moveTo>
                  <a:pt x="253814" y="306799"/>
                </a:moveTo>
                <a:lnTo>
                  <a:pt x="163661" y="306799"/>
                </a:lnTo>
                <a:lnTo>
                  <a:pt x="197871" y="304345"/>
                </a:lnTo>
                <a:lnTo>
                  <a:pt x="223620" y="297228"/>
                </a:lnTo>
                <a:lnTo>
                  <a:pt x="239847" y="285819"/>
                </a:lnTo>
                <a:lnTo>
                  <a:pt x="245492" y="270488"/>
                </a:lnTo>
                <a:lnTo>
                  <a:pt x="239847" y="255116"/>
                </a:lnTo>
                <a:lnTo>
                  <a:pt x="223620" y="243617"/>
                </a:lnTo>
                <a:lnTo>
                  <a:pt x="197871" y="236410"/>
                </a:lnTo>
                <a:lnTo>
                  <a:pt x="163661" y="233915"/>
                </a:lnTo>
                <a:lnTo>
                  <a:pt x="253627" y="233915"/>
                </a:lnTo>
                <a:lnTo>
                  <a:pt x="266858" y="245212"/>
                </a:lnTo>
                <a:lnTo>
                  <a:pt x="274435" y="270488"/>
                </a:lnTo>
                <a:lnTo>
                  <a:pt x="266858" y="295654"/>
                </a:lnTo>
                <a:lnTo>
                  <a:pt x="253814" y="306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796429" y="6027121"/>
            <a:ext cx="302895" cy="305435"/>
          </a:xfrm>
          <a:custGeom>
            <a:avLst/>
            <a:gdLst/>
            <a:ahLst/>
            <a:cxnLst/>
            <a:rect l="l" t="t" r="r" b="b"/>
            <a:pathLst>
              <a:path w="302895" h="305435">
                <a:moveTo>
                  <a:pt x="255359" y="123930"/>
                </a:moveTo>
                <a:lnTo>
                  <a:pt x="226152" y="123930"/>
                </a:lnTo>
                <a:lnTo>
                  <a:pt x="230792" y="94466"/>
                </a:lnTo>
                <a:lnTo>
                  <a:pt x="233175" y="68592"/>
                </a:lnTo>
                <a:lnTo>
                  <a:pt x="234052" y="45653"/>
                </a:lnTo>
                <a:lnTo>
                  <a:pt x="234178" y="23680"/>
                </a:lnTo>
                <a:lnTo>
                  <a:pt x="38152" y="23680"/>
                </a:lnTo>
                <a:lnTo>
                  <a:pt x="38152" y="0"/>
                </a:lnTo>
                <a:lnTo>
                  <a:pt x="263121" y="0"/>
                </a:lnTo>
                <a:lnTo>
                  <a:pt x="263000" y="45783"/>
                </a:lnTo>
                <a:lnTo>
                  <a:pt x="262151" y="68839"/>
                </a:lnTo>
                <a:lnTo>
                  <a:pt x="259846" y="94707"/>
                </a:lnTo>
                <a:lnTo>
                  <a:pt x="255359" y="123930"/>
                </a:lnTo>
                <a:close/>
              </a:path>
              <a:path w="302895" h="305435">
                <a:moveTo>
                  <a:pt x="302852" y="148137"/>
                </a:moveTo>
                <a:lnTo>
                  <a:pt x="0" y="148137"/>
                </a:lnTo>
                <a:lnTo>
                  <a:pt x="0" y="123930"/>
                </a:lnTo>
                <a:lnTo>
                  <a:pt x="302852" y="123930"/>
                </a:lnTo>
                <a:lnTo>
                  <a:pt x="302852" y="148137"/>
                </a:lnTo>
                <a:close/>
              </a:path>
              <a:path w="302895" h="305435">
                <a:moveTo>
                  <a:pt x="128929" y="228126"/>
                </a:moveTo>
                <a:lnTo>
                  <a:pt x="100512" y="228126"/>
                </a:lnTo>
                <a:lnTo>
                  <a:pt x="100512" y="148137"/>
                </a:lnTo>
                <a:lnTo>
                  <a:pt x="128929" y="148137"/>
                </a:lnTo>
                <a:lnTo>
                  <a:pt x="128929" y="228126"/>
                </a:lnTo>
                <a:close/>
              </a:path>
              <a:path w="302895" h="305435">
                <a:moveTo>
                  <a:pt x="218127" y="228126"/>
                </a:moveTo>
                <a:lnTo>
                  <a:pt x="189710" y="228126"/>
                </a:lnTo>
                <a:lnTo>
                  <a:pt x="189710" y="148137"/>
                </a:lnTo>
                <a:lnTo>
                  <a:pt x="218127" y="148137"/>
                </a:lnTo>
                <a:lnTo>
                  <a:pt x="218127" y="228126"/>
                </a:lnTo>
                <a:close/>
              </a:path>
              <a:path w="302895" h="305435">
                <a:moveTo>
                  <a:pt x="271804" y="305221"/>
                </a:moveTo>
                <a:lnTo>
                  <a:pt x="37100" y="305221"/>
                </a:lnTo>
                <a:lnTo>
                  <a:pt x="37100" y="201814"/>
                </a:lnTo>
                <a:lnTo>
                  <a:pt x="66306" y="201814"/>
                </a:lnTo>
                <a:lnTo>
                  <a:pt x="66306" y="281013"/>
                </a:lnTo>
                <a:lnTo>
                  <a:pt x="271804" y="281013"/>
                </a:lnTo>
                <a:lnTo>
                  <a:pt x="271804" y="305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228779" y="6036330"/>
            <a:ext cx="192405" cy="276860"/>
          </a:xfrm>
          <a:custGeom>
            <a:avLst/>
            <a:gdLst/>
            <a:ahLst/>
            <a:cxnLst/>
            <a:rect l="l" t="t" r="r" b="b"/>
            <a:pathLst>
              <a:path w="192404" h="276860">
                <a:moveTo>
                  <a:pt x="98144" y="276803"/>
                </a:moveTo>
                <a:lnTo>
                  <a:pt x="63161" y="270620"/>
                </a:lnTo>
                <a:lnTo>
                  <a:pt x="31607" y="250031"/>
                </a:lnTo>
                <a:lnTo>
                  <a:pt x="8785" y="210793"/>
                </a:lnTo>
                <a:lnTo>
                  <a:pt x="0" y="148663"/>
                </a:lnTo>
                <a:lnTo>
                  <a:pt x="7112" y="85251"/>
                </a:lnTo>
                <a:lnTo>
                  <a:pt x="27496" y="38613"/>
                </a:lnTo>
                <a:lnTo>
                  <a:pt x="59720" y="9834"/>
                </a:lnTo>
                <a:lnTo>
                  <a:pt x="102354" y="0"/>
                </a:lnTo>
                <a:lnTo>
                  <a:pt x="135022" y="5221"/>
                </a:lnTo>
                <a:lnTo>
                  <a:pt x="161227" y="19865"/>
                </a:lnTo>
                <a:lnTo>
                  <a:pt x="169374" y="29732"/>
                </a:lnTo>
                <a:lnTo>
                  <a:pt x="102354" y="29732"/>
                </a:lnTo>
                <a:lnTo>
                  <a:pt x="72646" y="36668"/>
                </a:lnTo>
                <a:lnTo>
                  <a:pt x="50387" y="56801"/>
                </a:lnTo>
                <a:lnTo>
                  <a:pt x="36417" y="89120"/>
                </a:lnTo>
                <a:lnTo>
                  <a:pt x="31574" y="132613"/>
                </a:lnTo>
                <a:lnTo>
                  <a:pt x="72430" y="132613"/>
                </a:lnTo>
                <a:lnTo>
                  <a:pt x="54531" y="144618"/>
                </a:lnTo>
                <a:lnTo>
                  <a:pt x="41252" y="163928"/>
                </a:lnTo>
                <a:lnTo>
                  <a:pt x="36310" y="186816"/>
                </a:lnTo>
                <a:lnTo>
                  <a:pt x="40903" y="209592"/>
                </a:lnTo>
                <a:lnTo>
                  <a:pt x="53709" y="228915"/>
                </a:lnTo>
                <a:lnTo>
                  <a:pt x="73275" y="242318"/>
                </a:lnTo>
                <a:lnTo>
                  <a:pt x="98144" y="247334"/>
                </a:lnTo>
                <a:lnTo>
                  <a:pt x="168601" y="247334"/>
                </a:lnTo>
                <a:lnTo>
                  <a:pt x="166424" y="250656"/>
                </a:lnTo>
                <a:lnTo>
                  <a:pt x="136798" y="269983"/>
                </a:lnTo>
                <a:lnTo>
                  <a:pt x="98144" y="276803"/>
                </a:lnTo>
                <a:close/>
              </a:path>
              <a:path w="192404" h="276860">
                <a:moveTo>
                  <a:pt x="189710" y="71305"/>
                </a:moveTo>
                <a:lnTo>
                  <a:pt x="156557" y="71305"/>
                </a:lnTo>
                <a:lnTo>
                  <a:pt x="149753" y="54819"/>
                </a:lnTo>
                <a:lnTo>
                  <a:pt x="138434" y="41638"/>
                </a:lnTo>
                <a:lnTo>
                  <a:pt x="122626" y="32898"/>
                </a:lnTo>
                <a:lnTo>
                  <a:pt x="102354" y="29732"/>
                </a:lnTo>
                <a:lnTo>
                  <a:pt x="169374" y="29732"/>
                </a:lnTo>
                <a:lnTo>
                  <a:pt x="179835" y="42403"/>
                </a:lnTo>
                <a:lnTo>
                  <a:pt x="189710" y="71305"/>
                </a:lnTo>
                <a:close/>
              </a:path>
              <a:path w="192404" h="276860">
                <a:moveTo>
                  <a:pt x="72430" y="132613"/>
                </a:moveTo>
                <a:lnTo>
                  <a:pt x="34995" y="132613"/>
                </a:lnTo>
                <a:lnTo>
                  <a:pt x="48286" y="117475"/>
                </a:lnTo>
                <a:lnTo>
                  <a:pt x="64563" y="106235"/>
                </a:lnTo>
                <a:lnTo>
                  <a:pt x="83356" y="99237"/>
                </a:lnTo>
                <a:lnTo>
                  <a:pt x="104196" y="96828"/>
                </a:lnTo>
                <a:lnTo>
                  <a:pt x="138130" y="103439"/>
                </a:lnTo>
                <a:lnTo>
                  <a:pt x="166095" y="121891"/>
                </a:lnTo>
                <a:lnTo>
                  <a:pt x="169060" y="126298"/>
                </a:lnTo>
                <a:lnTo>
                  <a:pt x="99196" y="126298"/>
                </a:lnTo>
                <a:lnTo>
                  <a:pt x="74422" y="131277"/>
                </a:lnTo>
                <a:lnTo>
                  <a:pt x="72430" y="132613"/>
                </a:lnTo>
                <a:close/>
              </a:path>
              <a:path w="192404" h="276860">
                <a:moveTo>
                  <a:pt x="168601" y="247334"/>
                </a:moveTo>
                <a:lnTo>
                  <a:pt x="98144" y="247334"/>
                </a:lnTo>
                <a:lnTo>
                  <a:pt x="122491" y="242532"/>
                </a:lnTo>
                <a:lnTo>
                  <a:pt x="141954" y="229441"/>
                </a:lnTo>
                <a:lnTo>
                  <a:pt x="154904" y="210036"/>
                </a:lnTo>
                <a:lnTo>
                  <a:pt x="159608" y="186816"/>
                </a:lnTo>
                <a:lnTo>
                  <a:pt x="159662" y="186026"/>
                </a:lnTo>
                <a:lnTo>
                  <a:pt x="155069" y="163040"/>
                </a:lnTo>
                <a:lnTo>
                  <a:pt x="142480" y="143960"/>
                </a:lnTo>
                <a:lnTo>
                  <a:pt x="123379" y="131046"/>
                </a:lnTo>
                <a:lnTo>
                  <a:pt x="99196" y="126298"/>
                </a:lnTo>
                <a:lnTo>
                  <a:pt x="169060" y="126298"/>
                </a:lnTo>
                <a:lnTo>
                  <a:pt x="185081" y="150110"/>
                </a:lnTo>
                <a:lnTo>
                  <a:pt x="192078" y="186026"/>
                </a:lnTo>
                <a:lnTo>
                  <a:pt x="185393" y="221708"/>
                </a:lnTo>
                <a:lnTo>
                  <a:pt x="168601" y="2473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456642" y="6040013"/>
            <a:ext cx="177165" cy="269875"/>
          </a:xfrm>
          <a:custGeom>
            <a:avLst/>
            <a:gdLst/>
            <a:ahLst/>
            <a:cxnLst/>
            <a:rect l="l" t="t" r="r" b="b"/>
            <a:pathLst>
              <a:path w="177164" h="269875">
                <a:moveTo>
                  <a:pt x="53939" y="269436"/>
                </a:moveTo>
                <a:lnTo>
                  <a:pt x="18681" y="269436"/>
                </a:lnTo>
                <a:lnTo>
                  <a:pt x="142348" y="31837"/>
                </a:lnTo>
                <a:lnTo>
                  <a:pt x="142348" y="29732"/>
                </a:lnTo>
                <a:lnTo>
                  <a:pt x="0" y="29732"/>
                </a:lnTo>
                <a:lnTo>
                  <a:pt x="0" y="0"/>
                </a:lnTo>
                <a:lnTo>
                  <a:pt x="177080" y="0"/>
                </a:lnTo>
                <a:lnTo>
                  <a:pt x="177080" y="31311"/>
                </a:lnTo>
                <a:lnTo>
                  <a:pt x="53939" y="269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676348" y="6263667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763704" y="6040013"/>
            <a:ext cx="177165" cy="269875"/>
          </a:xfrm>
          <a:custGeom>
            <a:avLst/>
            <a:gdLst/>
            <a:ahLst/>
            <a:cxnLst/>
            <a:rect l="l" t="t" r="r" b="b"/>
            <a:pathLst>
              <a:path w="177164" h="269875">
                <a:moveTo>
                  <a:pt x="53939" y="269436"/>
                </a:moveTo>
                <a:lnTo>
                  <a:pt x="18681" y="269436"/>
                </a:lnTo>
                <a:lnTo>
                  <a:pt x="142348" y="31837"/>
                </a:lnTo>
                <a:lnTo>
                  <a:pt x="142348" y="29732"/>
                </a:lnTo>
                <a:lnTo>
                  <a:pt x="0" y="29732"/>
                </a:lnTo>
                <a:lnTo>
                  <a:pt x="0" y="0"/>
                </a:lnTo>
                <a:lnTo>
                  <a:pt x="177080" y="0"/>
                </a:lnTo>
                <a:lnTo>
                  <a:pt x="177080" y="31311"/>
                </a:lnTo>
                <a:lnTo>
                  <a:pt x="53939" y="269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968676" y="6008965"/>
            <a:ext cx="287655" cy="330835"/>
          </a:xfrm>
          <a:custGeom>
            <a:avLst/>
            <a:gdLst/>
            <a:ahLst/>
            <a:cxnLst/>
            <a:rect l="l" t="t" r="r" b="b"/>
            <a:pathLst>
              <a:path w="287654" h="330835">
                <a:moveTo>
                  <a:pt x="287065" y="330743"/>
                </a:moveTo>
                <a:lnTo>
                  <a:pt x="258911" y="330743"/>
                </a:lnTo>
                <a:lnTo>
                  <a:pt x="258911" y="0"/>
                </a:lnTo>
                <a:lnTo>
                  <a:pt x="287065" y="0"/>
                </a:lnTo>
                <a:lnTo>
                  <a:pt x="287065" y="330743"/>
                </a:lnTo>
                <a:close/>
              </a:path>
              <a:path w="287654" h="330835">
                <a:moveTo>
                  <a:pt x="218654" y="313904"/>
                </a:moveTo>
                <a:lnTo>
                  <a:pt x="191026" y="313904"/>
                </a:lnTo>
                <a:lnTo>
                  <a:pt x="191026" y="143401"/>
                </a:lnTo>
                <a:lnTo>
                  <a:pt x="134981" y="143401"/>
                </a:lnTo>
                <a:lnTo>
                  <a:pt x="134981" y="118667"/>
                </a:lnTo>
                <a:lnTo>
                  <a:pt x="191026" y="118667"/>
                </a:lnTo>
                <a:lnTo>
                  <a:pt x="191026" y="7104"/>
                </a:lnTo>
                <a:lnTo>
                  <a:pt x="218654" y="7104"/>
                </a:lnTo>
                <a:lnTo>
                  <a:pt x="218654" y="313904"/>
                </a:lnTo>
                <a:close/>
              </a:path>
              <a:path w="287654" h="330835">
                <a:moveTo>
                  <a:pt x="18681" y="259174"/>
                </a:moveTo>
                <a:lnTo>
                  <a:pt x="0" y="237335"/>
                </a:lnTo>
                <a:lnTo>
                  <a:pt x="30826" y="211767"/>
                </a:lnTo>
                <a:lnTo>
                  <a:pt x="54005" y="177442"/>
                </a:lnTo>
                <a:lnTo>
                  <a:pt x="68600" y="137542"/>
                </a:lnTo>
                <a:lnTo>
                  <a:pt x="73674" y="95250"/>
                </a:lnTo>
                <a:lnTo>
                  <a:pt x="73674" y="31048"/>
                </a:lnTo>
                <a:lnTo>
                  <a:pt x="101828" y="31048"/>
                </a:lnTo>
                <a:lnTo>
                  <a:pt x="101828" y="93934"/>
                </a:lnTo>
                <a:lnTo>
                  <a:pt x="106543" y="133645"/>
                </a:lnTo>
                <a:lnTo>
                  <a:pt x="115068" y="157346"/>
                </a:lnTo>
                <a:lnTo>
                  <a:pt x="88277" y="157346"/>
                </a:lnTo>
                <a:lnTo>
                  <a:pt x="76940" y="188908"/>
                </a:lnTo>
                <a:lnTo>
                  <a:pt x="61323" y="217141"/>
                </a:lnTo>
                <a:lnTo>
                  <a:pt x="41784" y="240933"/>
                </a:lnTo>
                <a:lnTo>
                  <a:pt x="18681" y="259174"/>
                </a:lnTo>
                <a:close/>
              </a:path>
              <a:path w="287654" h="330835">
                <a:moveTo>
                  <a:pt x="154715" y="252070"/>
                </a:moveTo>
                <a:lnTo>
                  <a:pt x="132494" y="234809"/>
                </a:lnTo>
                <a:lnTo>
                  <a:pt x="113898" y="212552"/>
                </a:lnTo>
                <a:lnTo>
                  <a:pt x="99102" y="186374"/>
                </a:lnTo>
                <a:lnTo>
                  <a:pt x="88277" y="157346"/>
                </a:lnTo>
                <a:lnTo>
                  <a:pt x="115068" y="157346"/>
                </a:lnTo>
                <a:lnTo>
                  <a:pt x="120213" y="171653"/>
                </a:lnTo>
                <a:lnTo>
                  <a:pt x="142122" y="204679"/>
                </a:lnTo>
                <a:lnTo>
                  <a:pt x="171555" y="229441"/>
                </a:lnTo>
                <a:lnTo>
                  <a:pt x="154715" y="2520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299683" y="6284190"/>
            <a:ext cx="56515" cy="101600"/>
          </a:xfrm>
          <a:custGeom>
            <a:avLst/>
            <a:gdLst/>
            <a:ahLst/>
            <a:cxnLst/>
            <a:rect l="l" t="t" r="r" b="b"/>
            <a:pathLst>
              <a:path w="56514" h="101600">
                <a:moveTo>
                  <a:pt x="27627" y="101301"/>
                </a:moveTo>
                <a:lnTo>
                  <a:pt x="0" y="101301"/>
                </a:lnTo>
                <a:lnTo>
                  <a:pt x="20523" y="0"/>
                </a:lnTo>
                <a:lnTo>
                  <a:pt x="56308" y="0"/>
                </a:lnTo>
                <a:lnTo>
                  <a:pt x="27627" y="101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497256" y="6040013"/>
            <a:ext cx="177165" cy="269875"/>
          </a:xfrm>
          <a:custGeom>
            <a:avLst/>
            <a:gdLst/>
            <a:ahLst/>
            <a:cxnLst/>
            <a:rect l="l" t="t" r="r" b="b"/>
            <a:pathLst>
              <a:path w="177164" h="269875">
                <a:moveTo>
                  <a:pt x="53939" y="269436"/>
                </a:moveTo>
                <a:lnTo>
                  <a:pt x="18681" y="269436"/>
                </a:lnTo>
                <a:lnTo>
                  <a:pt x="142348" y="31837"/>
                </a:lnTo>
                <a:lnTo>
                  <a:pt x="142348" y="29732"/>
                </a:lnTo>
                <a:lnTo>
                  <a:pt x="0" y="29732"/>
                </a:lnTo>
                <a:lnTo>
                  <a:pt x="0" y="0"/>
                </a:lnTo>
                <a:lnTo>
                  <a:pt x="177080" y="0"/>
                </a:lnTo>
                <a:lnTo>
                  <a:pt x="177080" y="31311"/>
                </a:lnTo>
                <a:lnTo>
                  <a:pt x="53939" y="269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711700" y="6036330"/>
            <a:ext cx="188595" cy="276860"/>
          </a:xfrm>
          <a:custGeom>
            <a:avLst/>
            <a:gdLst/>
            <a:ahLst/>
            <a:cxnLst/>
            <a:rect l="l" t="t" r="r" b="b"/>
            <a:pathLst>
              <a:path w="188595" h="276860">
                <a:moveTo>
                  <a:pt x="94197" y="276803"/>
                </a:moveTo>
                <a:lnTo>
                  <a:pt x="54281" y="267574"/>
                </a:lnTo>
                <a:lnTo>
                  <a:pt x="24700" y="240657"/>
                </a:lnTo>
                <a:lnTo>
                  <a:pt x="6319" y="197213"/>
                </a:lnTo>
                <a:lnTo>
                  <a:pt x="0" y="138401"/>
                </a:lnTo>
                <a:lnTo>
                  <a:pt x="6393" y="79923"/>
                </a:lnTo>
                <a:lnTo>
                  <a:pt x="24897" y="36442"/>
                </a:lnTo>
                <a:lnTo>
                  <a:pt x="54503" y="9340"/>
                </a:lnTo>
                <a:lnTo>
                  <a:pt x="94197" y="0"/>
                </a:lnTo>
                <a:lnTo>
                  <a:pt x="133891" y="9340"/>
                </a:lnTo>
                <a:lnTo>
                  <a:pt x="155592" y="29206"/>
                </a:lnTo>
                <a:lnTo>
                  <a:pt x="94197" y="29206"/>
                </a:lnTo>
                <a:lnTo>
                  <a:pt x="68259" y="36462"/>
                </a:lnTo>
                <a:lnTo>
                  <a:pt x="48907" y="57656"/>
                </a:lnTo>
                <a:lnTo>
                  <a:pt x="36808" y="91923"/>
                </a:lnTo>
                <a:lnTo>
                  <a:pt x="32627" y="138401"/>
                </a:lnTo>
                <a:lnTo>
                  <a:pt x="36771" y="184797"/>
                </a:lnTo>
                <a:lnTo>
                  <a:pt x="48809" y="218884"/>
                </a:lnTo>
                <a:lnTo>
                  <a:pt x="68148" y="239896"/>
                </a:lnTo>
                <a:lnTo>
                  <a:pt x="94197" y="247071"/>
                </a:lnTo>
                <a:lnTo>
                  <a:pt x="156646" y="247071"/>
                </a:lnTo>
                <a:lnTo>
                  <a:pt x="134113" y="267574"/>
                </a:lnTo>
                <a:lnTo>
                  <a:pt x="94197" y="276803"/>
                </a:lnTo>
                <a:close/>
              </a:path>
              <a:path w="188595" h="276860">
                <a:moveTo>
                  <a:pt x="156646" y="247071"/>
                </a:moveTo>
                <a:lnTo>
                  <a:pt x="94197" y="247071"/>
                </a:lnTo>
                <a:lnTo>
                  <a:pt x="120246" y="239896"/>
                </a:lnTo>
                <a:lnTo>
                  <a:pt x="139585" y="218884"/>
                </a:lnTo>
                <a:lnTo>
                  <a:pt x="151623" y="184797"/>
                </a:lnTo>
                <a:lnTo>
                  <a:pt x="155767" y="138401"/>
                </a:lnTo>
                <a:lnTo>
                  <a:pt x="151586" y="91923"/>
                </a:lnTo>
                <a:lnTo>
                  <a:pt x="139487" y="57656"/>
                </a:lnTo>
                <a:lnTo>
                  <a:pt x="120135" y="36462"/>
                </a:lnTo>
                <a:lnTo>
                  <a:pt x="94197" y="29206"/>
                </a:lnTo>
                <a:lnTo>
                  <a:pt x="155592" y="29206"/>
                </a:lnTo>
                <a:lnTo>
                  <a:pt x="163505" y="36462"/>
                </a:lnTo>
                <a:lnTo>
                  <a:pt x="182001" y="79923"/>
                </a:lnTo>
                <a:lnTo>
                  <a:pt x="188395" y="138401"/>
                </a:lnTo>
                <a:lnTo>
                  <a:pt x="182076" y="197213"/>
                </a:lnTo>
                <a:lnTo>
                  <a:pt x="163694" y="240657"/>
                </a:lnTo>
                <a:lnTo>
                  <a:pt x="156646" y="2470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929039" y="6008965"/>
            <a:ext cx="287655" cy="330835"/>
          </a:xfrm>
          <a:custGeom>
            <a:avLst/>
            <a:gdLst/>
            <a:ahLst/>
            <a:cxnLst/>
            <a:rect l="l" t="t" r="r" b="b"/>
            <a:pathLst>
              <a:path w="287654" h="330835">
                <a:moveTo>
                  <a:pt x="287065" y="330743"/>
                </a:moveTo>
                <a:lnTo>
                  <a:pt x="258911" y="330743"/>
                </a:lnTo>
                <a:lnTo>
                  <a:pt x="258911" y="0"/>
                </a:lnTo>
                <a:lnTo>
                  <a:pt x="287065" y="0"/>
                </a:lnTo>
                <a:lnTo>
                  <a:pt x="287065" y="330743"/>
                </a:lnTo>
                <a:close/>
              </a:path>
              <a:path w="287654" h="330835">
                <a:moveTo>
                  <a:pt x="218654" y="313904"/>
                </a:moveTo>
                <a:lnTo>
                  <a:pt x="191026" y="313904"/>
                </a:lnTo>
                <a:lnTo>
                  <a:pt x="191026" y="143401"/>
                </a:lnTo>
                <a:lnTo>
                  <a:pt x="134981" y="143401"/>
                </a:lnTo>
                <a:lnTo>
                  <a:pt x="134981" y="118667"/>
                </a:lnTo>
                <a:lnTo>
                  <a:pt x="191026" y="118667"/>
                </a:lnTo>
                <a:lnTo>
                  <a:pt x="191026" y="7104"/>
                </a:lnTo>
                <a:lnTo>
                  <a:pt x="218654" y="7104"/>
                </a:lnTo>
                <a:lnTo>
                  <a:pt x="218654" y="313904"/>
                </a:lnTo>
                <a:close/>
              </a:path>
              <a:path w="287654" h="330835">
                <a:moveTo>
                  <a:pt x="18681" y="259174"/>
                </a:moveTo>
                <a:lnTo>
                  <a:pt x="0" y="237335"/>
                </a:lnTo>
                <a:lnTo>
                  <a:pt x="30826" y="211767"/>
                </a:lnTo>
                <a:lnTo>
                  <a:pt x="54005" y="177442"/>
                </a:lnTo>
                <a:lnTo>
                  <a:pt x="68600" y="137542"/>
                </a:lnTo>
                <a:lnTo>
                  <a:pt x="73674" y="95250"/>
                </a:lnTo>
                <a:lnTo>
                  <a:pt x="73674" y="31048"/>
                </a:lnTo>
                <a:lnTo>
                  <a:pt x="101828" y="31048"/>
                </a:lnTo>
                <a:lnTo>
                  <a:pt x="101828" y="93934"/>
                </a:lnTo>
                <a:lnTo>
                  <a:pt x="106543" y="133645"/>
                </a:lnTo>
                <a:lnTo>
                  <a:pt x="115068" y="157346"/>
                </a:lnTo>
                <a:lnTo>
                  <a:pt x="88277" y="157346"/>
                </a:lnTo>
                <a:lnTo>
                  <a:pt x="76940" y="188908"/>
                </a:lnTo>
                <a:lnTo>
                  <a:pt x="61323" y="217141"/>
                </a:lnTo>
                <a:lnTo>
                  <a:pt x="41784" y="240933"/>
                </a:lnTo>
                <a:lnTo>
                  <a:pt x="18681" y="259174"/>
                </a:lnTo>
                <a:close/>
              </a:path>
              <a:path w="287654" h="330835">
                <a:moveTo>
                  <a:pt x="154715" y="252070"/>
                </a:moveTo>
                <a:lnTo>
                  <a:pt x="132494" y="234809"/>
                </a:lnTo>
                <a:lnTo>
                  <a:pt x="113898" y="212552"/>
                </a:lnTo>
                <a:lnTo>
                  <a:pt x="99102" y="186374"/>
                </a:lnTo>
                <a:lnTo>
                  <a:pt x="88277" y="157346"/>
                </a:lnTo>
                <a:lnTo>
                  <a:pt x="115068" y="157346"/>
                </a:lnTo>
                <a:lnTo>
                  <a:pt x="120213" y="171653"/>
                </a:lnTo>
                <a:lnTo>
                  <a:pt x="142122" y="204679"/>
                </a:lnTo>
                <a:lnTo>
                  <a:pt x="171555" y="229441"/>
                </a:lnTo>
                <a:lnTo>
                  <a:pt x="154715" y="2520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370057" y="6008965"/>
            <a:ext cx="260350" cy="331470"/>
          </a:xfrm>
          <a:custGeom>
            <a:avLst/>
            <a:gdLst/>
            <a:ahLst/>
            <a:cxnLst/>
            <a:rect l="l" t="t" r="r" b="b"/>
            <a:pathLst>
              <a:path w="260350" h="331470">
                <a:moveTo>
                  <a:pt x="260227" y="331270"/>
                </a:moveTo>
                <a:lnTo>
                  <a:pt x="231020" y="331270"/>
                </a:lnTo>
                <a:lnTo>
                  <a:pt x="231020" y="0"/>
                </a:lnTo>
                <a:lnTo>
                  <a:pt x="260227" y="0"/>
                </a:lnTo>
                <a:lnTo>
                  <a:pt x="260227" y="331270"/>
                </a:lnTo>
                <a:close/>
              </a:path>
              <a:path w="260350" h="331470">
                <a:moveTo>
                  <a:pt x="84462" y="256017"/>
                </a:moveTo>
                <a:lnTo>
                  <a:pt x="50395" y="247926"/>
                </a:lnTo>
                <a:lnTo>
                  <a:pt x="23680" y="224837"/>
                </a:lnTo>
                <a:lnTo>
                  <a:pt x="6240" y="188526"/>
                </a:lnTo>
                <a:lnTo>
                  <a:pt x="0" y="140770"/>
                </a:lnTo>
                <a:lnTo>
                  <a:pt x="6240" y="93161"/>
                </a:lnTo>
                <a:lnTo>
                  <a:pt x="23680" y="56900"/>
                </a:lnTo>
                <a:lnTo>
                  <a:pt x="50395" y="33761"/>
                </a:lnTo>
                <a:lnTo>
                  <a:pt x="84462" y="25522"/>
                </a:lnTo>
                <a:lnTo>
                  <a:pt x="118306" y="33761"/>
                </a:lnTo>
                <a:lnTo>
                  <a:pt x="138888" y="51571"/>
                </a:lnTo>
                <a:lnTo>
                  <a:pt x="84462" y="51571"/>
                </a:lnTo>
                <a:lnTo>
                  <a:pt x="61677" y="58071"/>
                </a:lnTo>
                <a:lnTo>
                  <a:pt x="43875" y="76140"/>
                </a:lnTo>
                <a:lnTo>
                  <a:pt x="32289" y="104224"/>
                </a:lnTo>
                <a:lnTo>
                  <a:pt x="28154" y="140770"/>
                </a:lnTo>
                <a:lnTo>
                  <a:pt x="32289" y="177463"/>
                </a:lnTo>
                <a:lnTo>
                  <a:pt x="43875" y="205596"/>
                </a:lnTo>
                <a:lnTo>
                  <a:pt x="61677" y="223616"/>
                </a:lnTo>
                <a:lnTo>
                  <a:pt x="84462" y="229968"/>
                </a:lnTo>
                <a:lnTo>
                  <a:pt x="139103" y="229968"/>
                </a:lnTo>
                <a:lnTo>
                  <a:pt x="118306" y="247926"/>
                </a:lnTo>
                <a:lnTo>
                  <a:pt x="84462" y="256017"/>
                </a:lnTo>
                <a:close/>
              </a:path>
              <a:path w="260350" h="331470">
                <a:moveTo>
                  <a:pt x="139103" y="229968"/>
                </a:moveTo>
                <a:lnTo>
                  <a:pt x="84462" y="229968"/>
                </a:lnTo>
                <a:lnTo>
                  <a:pt x="107205" y="223616"/>
                </a:lnTo>
                <a:lnTo>
                  <a:pt x="124916" y="205596"/>
                </a:lnTo>
                <a:lnTo>
                  <a:pt x="136412" y="177463"/>
                </a:lnTo>
                <a:lnTo>
                  <a:pt x="140506" y="140770"/>
                </a:lnTo>
                <a:lnTo>
                  <a:pt x="136412" y="104224"/>
                </a:lnTo>
                <a:lnTo>
                  <a:pt x="124916" y="76140"/>
                </a:lnTo>
                <a:lnTo>
                  <a:pt x="107205" y="58071"/>
                </a:lnTo>
                <a:lnTo>
                  <a:pt x="84462" y="51571"/>
                </a:lnTo>
                <a:lnTo>
                  <a:pt x="138888" y="51571"/>
                </a:lnTo>
                <a:lnTo>
                  <a:pt x="145045" y="56900"/>
                </a:lnTo>
                <a:lnTo>
                  <a:pt x="162609" y="93161"/>
                </a:lnTo>
                <a:lnTo>
                  <a:pt x="168924" y="140770"/>
                </a:lnTo>
                <a:lnTo>
                  <a:pt x="162609" y="188526"/>
                </a:lnTo>
                <a:lnTo>
                  <a:pt x="145045" y="224837"/>
                </a:lnTo>
                <a:lnTo>
                  <a:pt x="139103" y="229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685803" y="6008965"/>
            <a:ext cx="309880" cy="330200"/>
          </a:xfrm>
          <a:custGeom>
            <a:avLst/>
            <a:gdLst/>
            <a:ahLst/>
            <a:cxnLst/>
            <a:rect l="l" t="t" r="r" b="b"/>
            <a:pathLst>
              <a:path w="309879" h="330200">
                <a:moveTo>
                  <a:pt x="259964" y="201287"/>
                </a:moveTo>
                <a:lnTo>
                  <a:pt x="230757" y="201287"/>
                </a:lnTo>
                <a:lnTo>
                  <a:pt x="230757" y="0"/>
                </a:lnTo>
                <a:lnTo>
                  <a:pt x="259964" y="0"/>
                </a:lnTo>
                <a:lnTo>
                  <a:pt x="259964" y="86303"/>
                </a:lnTo>
                <a:lnTo>
                  <a:pt x="309694" y="86303"/>
                </a:lnTo>
                <a:lnTo>
                  <a:pt x="309694" y="110774"/>
                </a:lnTo>
                <a:lnTo>
                  <a:pt x="259964" y="110774"/>
                </a:lnTo>
                <a:lnTo>
                  <a:pt x="259964" y="201287"/>
                </a:lnTo>
                <a:close/>
              </a:path>
              <a:path w="309879" h="330200">
                <a:moveTo>
                  <a:pt x="15787" y="188395"/>
                </a:moveTo>
                <a:lnTo>
                  <a:pt x="0" y="164977"/>
                </a:lnTo>
                <a:lnTo>
                  <a:pt x="33934" y="146624"/>
                </a:lnTo>
                <a:lnTo>
                  <a:pt x="60123" y="120378"/>
                </a:lnTo>
                <a:lnTo>
                  <a:pt x="77037" y="88014"/>
                </a:lnTo>
                <a:lnTo>
                  <a:pt x="83146" y="51308"/>
                </a:lnTo>
                <a:lnTo>
                  <a:pt x="83146" y="17102"/>
                </a:lnTo>
                <a:lnTo>
                  <a:pt x="111826" y="17102"/>
                </a:lnTo>
                <a:lnTo>
                  <a:pt x="111826" y="53413"/>
                </a:lnTo>
                <a:lnTo>
                  <a:pt x="117919" y="86135"/>
                </a:lnTo>
                <a:lnTo>
                  <a:pt x="128228" y="103933"/>
                </a:lnTo>
                <a:lnTo>
                  <a:pt x="98275" y="103933"/>
                </a:lnTo>
                <a:lnTo>
                  <a:pt x="84832" y="131523"/>
                </a:lnTo>
                <a:lnTo>
                  <a:pt x="66207" y="155241"/>
                </a:lnTo>
                <a:lnTo>
                  <a:pt x="42995" y="174420"/>
                </a:lnTo>
                <a:lnTo>
                  <a:pt x="15787" y="188395"/>
                </a:lnTo>
                <a:close/>
              </a:path>
              <a:path w="309879" h="330200">
                <a:moveTo>
                  <a:pt x="178133" y="179185"/>
                </a:moveTo>
                <a:lnTo>
                  <a:pt x="152242" y="166613"/>
                </a:lnTo>
                <a:lnTo>
                  <a:pt x="129866" y="149453"/>
                </a:lnTo>
                <a:lnTo>
                  <a:pt x="111660" y="128345"/>
                </a:lnTo>
                <a:lnTo>
                  <a:pt x="98275" y="103933"/>
                </a:lnTo>
                <a:lnTo>
                  <a:pt x="128228" y="103933"/>
                </a:lnTo>
                <a:lnTo>
                  <a:pt x="134915" y="115477"/>
                </a:lnTo>
                <a:lnTo>
                  <a:pt x="160890" y="139442"/>
                </a:lnTo>
                <a:lnTo>
                  <a:pt x="193920" y="156031"/>
                </a:lnTo>
                <a:lnTo>
                  <a:pt x="178133" y="179185"/>
                </a:lnTo>
                <a:close/>
              </a:path>
              <a:path w="309879" h="330200">
                <a:moveTo>
                  <a:pt x="153926" y="329954"/>
                </a:moveTo>
                <a:lnTo>
                  <a:pt x="108031" y="325941"/>
                </a:lnTo>
                <a:lnTo>
                  <a:pt x="73509" y="314232"/>
                </a:lnTo>
                <a:lnTo>
                  <a:pt x="51765" y="295321"/>
                </a:lnTo>
                <a:lnTo>
                  <a:pt x="44204" y="269699"/>
                </a:lnTo>
                <a:lnTo>
                  <a:pt x="51765" y="244341"/>
                </a:lnTo>
                <a:lnTo>
                  <a:pt x="73509" y="225495"/>
                </a:lnTo>
                <a:lnTo>
                  <a:pt x="108031" y="213753"/>
                </a:lnTo>
                <a:lnTo>
                  <a:pt x="153926" y="209707"/>
                </a:lnTo>
                <a:lnTo>
                  <a:pt x="199585" y="213753"/>
                </a:lnTo>
                <a:lnTo>
                  <a:pt x="233849" y="225495"/>
                </a:lnTo>
                <a:lnTo>
                  <a:pt x="242568" y="233125"/>
                </a:lnTo>
                <a:lnTo>
                  <a:pt x="153926" y="233125"/>
                </a:lnTo>
                <a:lnTo>
                  <a:pt x="120217" y="235658"/>
                </a:lnTo>
                <a:lnTo>
                  <a:pt x="94822" y="242926"/>
                </a:lnTo>
                <a:lnTo>
                  <a:pt x="78850" y="254438"/>
                </a:lnTo>
                <a:lnTo>
                  <a:pt x="73410" y="269699"/>
                </a:lnTo>
                <a:lnTo>
                  <a:pt x="78850" y="285338"/>
                </a:lnTo>
                <a:lnTo>
                  <a:pt x="94822" y="296932"/>
                </a:lnTo>
                <a:lnTo>
                  <a:pt x="120217" y="304184"/>
                </a:lnTo>
                <a:lnTo>
                  <a:pt x="153926" y="306799"/>
                </a:lnTo>
                <a:lnTo>
                  <a:pt x="242313" y="306799"/>
                </a:lnTo>
                <a:lnTo>
                  <a:pt x="233849" y="314232"/>
                </a:lnTo>
                <a:lnTo>
                  <a:pt x="199585" y="325941"/>
                </a:lnTo>
                <a:lnTo>
                  <a:pt x="153926" y="329954"/>
                </a:lnTo>
                <a:close/>
              </a:path>
              <a:path w="309879" h="330200">
                <a:moveTo>
                  <a:pt x="242313" y="306799"/>
                </a:moveTo>
                <a:lnTo>
                  <a:pt x="153926" y="306799"/>
                </a:lnTo>
                <a:lnTo>
                  <a:pt x="187597" y="304184"/>
                </a:lnTo>
                <a:lnTo>
                  <a:pt x="212931" y="296932"/>
                </a:lnTo>
                <a:lnTo>
                  <a:pt x="228891" y="285338"/>
                </a:lnTo>
                <a:lnTo>
                  <a:pt x="234441" y="269699"/>
                </a:lnTo>
                <a:lnTo>
                  <a:pt x="228891" y="254438"/>
                </a:lnTo>
                <a:lnTo>
                  <a:pt x="212931" y="242926"/>
                </a:lnTo>
                <a:lnTo>
                  <a:pt x="187597" y="235658"/>
                </a:lnTo>
                <a:lnTo>
                  <a:pt x="153926" y="233125"/>
                </a:lnTo>
                <a:lnTo>
                  <a:pt x="242568" y="233125"/>
                </a:lnTo>
                <a:lnTo>
                  <a:pt x="255384" y="244341"/>
                </a:lnTo>
                <a:lnTo>
                  <a:pt x="262858" y="269699"/>
                </a:lnTo>
                <a:lnTo>
                  <a:pt x="255384" y="295321"/>
                </a:lnTo>
                <a:lnTo>
                  <a:pt x="242313" y="306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117362" y="6040013"/>
            <a:ext cx="200660" cy="269875"/>
          </a:xfrm>
          <a:custGeom>
            <a:avLst/>
            <a:gdLst/>
            <a:ahLst/>
            <a:cxnLst/>
            <a:rect l="l" t="t" r="r" b="b"/>
            <a:pathLst>
              <a:path w="200659" h="269875">
                <a:moveTo>
                  <a:pt x="200235" y="214444"/>
                </a:moveTo>
                <a:lnTo>
                  <a:pt x="0" y="214444"/>
                </a:lnTo>
                <a:lnTo>
                  <a:pt x="0" y="186816"/>
                </a:lnTo>
                <a:lnTo>
                  <a:pt x="121299" y="0"/>
                </a:lnTo>
                <a:lnTo>
                  <a:pt x="162346" y="0"/>
                </a:lnTo>
                <a:lnTo>
                  <a:pt x="162346" y="42362"/>
                </a:lnTo>
                <a:lnTo>
                  <a:pt x="127350" y="42362"/>
                </a:lnTo>
                <a:lnTo>
                  <a:pt x="36047" y="182869"/>
                </a:lnTo>
                <a:lnTo>
                  <a:pt x="36047" y="184974"/>
                </a:lnTo>
                <a:lnTo>
                  <a:pt x="200235" y="184974"/>
                </a:lnTo>
                <a:lnTo>
                  <a:pt x="200235" y="214444"/>
                </a:lnTo>
                <a:close/>
              </a:path>
              <a:path w="200659" h="269875">
                <a:moveTo>
                  <a:pt x="162346" y="184974"/>
                </a:moveTo>
                <a:lnTo>
                  <a:pt x="130508" y="184974"/>
                </a:lnTo>
                <a:lnTo>
                  <a:pt x="130508" y="42362"/>
                </a:lnTo>
                <a:lnTo>
                  <a:pt x="162346" y="42362"/>
                </a:lnTo>
                <a:lnTo>
                  <a:pt x="162346" y="184974"/>
                </a:lnTo>
                <a:close/>
              </a:path>
              <a:path w="200659" h="269875">
                <a:moveTo>
                  <a:pt x="162346" y="269436"/>
                </a:moveTo>
                <a:lnTo>
                  <a:pt x="130508" y="269436"/>
                </a:lnTo>
                <a:lnTo>
                  <a:pt x="130508" y="214444"/>
                </a:lnTo>
                <a:lnTo>
                  <a:pt x="162346" y="214444"/>
                </a:lnTo>
                <a:lnTo>
                  <a:pt x="162346" y="269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354961" y="6040013"/>
            <a:ext cx="200660" cy="269875"/>
          </a:xfrm>
          <a:custGeom>
            <a:avLst/>
            <a:gdLst/>
            <a:ahLst/>
            <a:cxnLst/>
            <a:rect l="l" t="t" r="r" b="b"/>
            <a:pathLst>
              <a:path w="200659" h="269875">
                <a:moveTo>
                  <a:pt x="200235" y="214444"/>
                </a:moveTo>
                <a:lnTo>
                  <a:pt x="0" y="214444"/>
                </a:lnTo>
                <a:lnTo>
                  <a:pt x="0" y="186816"/>
                </a:lnTo>
                <a:lnTo>
                  <a:pt x="121299" y="0"/>
                </a:lnTo>
                <a:lnTo>
                  <a:pt x="162346" y="0"/>
                </a:lnTo>
                <a:lnTo>
                  <a:pt x="162346" y="42362"/>
                </a:lnTo>
                <a:lnTo>
                  <a:pt x="127350" y="42362"/>
                </a:lnTo>
                <a:lnTo>
                  <a:pt x="36047" y="182869"/>
                </a:lnTo>
                <a:lnTo>
                  <a:pt x="36047" y="184974"/>
                </a:lnTo>
                <a:lnTo>
                  <a:pt x="200235" y="184974"/>
                </a:lnTo>
                <a:lnTo>
                  <a:pt x="200235" y="214444"/>
                </a:lnTo>
                <a:close/>
              </a:path>
              <a:path w="200659" h="269875">
                <a:moveTo>
                  <a:pt x="162346" y="184974"/>
                </a:moveTo>
                <a:lnTo>
                  <a:pt x="130508" y="184974"/>
                </a:lnTo>
                <a:lnTo>
                  <a:pt x="130508" y="42362"/>
                </a:lnTo>
                <a:lnTo>
                  <a:pt x="162346" y="42362"/>
                </a:lnTo>
                <a:lnTo>
                  <a:pt x="162346" y="184974"/>
                </a:lnTo>
                <a:close/>
              </a:path>
              <a:path w="200659" h="269875">
                <a:moveTo>
                  <a:pt x="162346" y="269436"/>
                </a:moveTo>
                <a:lnTo>
                  <a:pt x="130508" y="269436"/>
                </a:lnTo>
                <a:lnTo>
                  <a:pt x="130508" y="214444"/>
                </a:lnTo>
                <a:lnTo>
                  <a:pt x="162346" y="214444"/>
                </a:lnTo>
                <a:lnTo>
                  <a:pt x="162346" y="269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598348" y="6263667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59" h="48260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690441" y="6040013"/>
            <a:ext cx="100965" cy="269875"/>
          </a:xfrm>
          <a:custGeom>
            <a:avLst/>
            <a:gdLst/>
            <a:ahLst/>
            <a:cxnLst/>
            <a:rect l="l" t="t" r="r" b="b"/>
            <a:pathLst>
              <a:path w="100965" h="269875">
                <a:moveTo>
                  <a:pt x="100775" y="269436"/>
                </a:moveTo>
                <a:lnTo>
                  <a:pt x="67095" y="269436"/>
                </a:lnTo>
                <a:lnTo>
                  <a:pt x="67095" y="34995"/>
                </a:lnTo>
                <a:lnTo>
                  <a:pt x="65517" y="34995"/>
                </a:lnTo>
                <a:lnTo>
                  <a:pt x="0" y="78410"/>
                </a:lnTo>
                <a:lnTo>
                  <a:pt x="0" y="44730"/>
                </a:lnTo>
                <a:lnTo>
                  <a:pt x="67095" y="0"/>
                </a:lnTo>
                <a:lnTo>
                  <a:pt x="100775" y="0"/>
                </a:lnTo>
                <a:lnTo>
                  <a:pt x="100775" y="269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865943" y="6036067"/>
            <a:ext cx="240029" cy="277495"/>
          </a:xfrm>
          <a:custGeom>
            <a:avLst/>
            <a:gdLst/>
            <a:ahLst/>
            <a:cxnLst/>
            <a:rect l="l" t="t" r="r" b="b"/>
            <a:pathLst>
              <a:path w="240029" h="277495">
                <a:moveTo>
                  <a:pt x="52887" y="123140"/>
                </a:moveTo>
                <a:lnTo>
                  <a:pt x="30082" y="118774"/>
                </a:lnTo>
                <a:lnTo>
                  <a:pt x="13517" y="106958"/>
                </a:lnTo>
                <a:lnTo>
                  <a:pt x="3416" y="89617"/>
                </a:lnTo>
                <a:lnTo>
                  <a:pt x="0" y="68674"/>
                </a:lnTo>
                <a:lnTo>
                  <a:pt x="0" y="54466"/>
                </a:lnTo>
                <a:lnTo>
                  <a:pt x="3527" y="33523"/>
                </a:lnTo>
                <a:lnTo>
                  <a:pt x="13813" y="16181"/>
                </a:lnTo>
                <a:lnTo>
                  <a:pt x="30415" y="4366"/>
                </a:lnTo>
                <a:lnTo>
                  <a:pt x="52887" y="0"/>
                </a:lnTo>
                <a:lnTo>
                  <a:pt x="75610" y="4366"/>
                </a:lnTo>
                <a:lnTo>
                  <a:pt x="91993" y="16181"/>
                </a:lnTo>
                <a:lnTo>
                  <a:pt x="95982" y="23154"/>
                </a:lnTo>
                <a:lnTo>
                  <a:pt x="52887" y="23154"/>
                </a:lnTo>
                <a:lnTo>
                  <a:pt x="41240" y="25790"/>
                </a:lnTo>
                <a:lnTo>
                  <a:pt x="33317" y="32791"/>
                </a:lnTo>
                <a:lnTo>
                  <a:pt x="28799" y="42802"/>
                </a:lnTo>
                <a:lnTo>
                  <a:pt x="27364" y="54466"/>
                </a:lnTo>
                <a:lnTo>
                  <a:pt x="27364" y="68674"/>
                </a:lnTo>
                <a:lnTo>
                  <a:pt x="28725" y="80338"/>
                </a:lnTo>
                <a:lnTo>
                  <a:pt x="33120" y="90349"/>
                </a:lnTo>
                <a:lnTo>
                  <a:pt x="41018" y="97350"/>
                </a:lnTo>
                <a:lnTo>
                  <a:pt x="52887" y="99986"/>
                </a:lnTo>
                <a:lnTo>
                  <a:pt x="95835" y="99986"/>
                </a:lnTo>
                <a:lnTo>
                  <a:pt x="91796" y="106958"/>
                </a:lnTo>
                <a:lnTo>
                  <a:pt x="75388" y="118774"/>
                </a:lnTo>
                <a:lnTo>
                  <a:pt x="52887" y="123140"/>
                </a:lnTo>
                <a:close/>
              </a:path>
              <a:path w="240029" h="277495">
                <a:moveTo>
                  <a:pt x="40520" y="273383"/>
                </a:moveTo>
                <a:lnTo>
                  <a:pt x="10524" y="273383"/>
                </a:lnTo>
                <a:lnTo>
                  <a:pt x="195762" y="3946"/>
                </a:lnTo>
                <a:lnTo>
                  <a:pt x="225758" y="3946"/>
                </a:lnTo>
                <a:lnTo>
                  <a:pt x="40520" y="273383"/>
                </a:lnTo>
                <a:close/>
              </a:path>
              <a:path w="240029" h="277495">
                <a:moveTo>
                  <a:pt x="95835" y="99986"/>
                </a:moveTo>
                <a:lnTo>
                  <a:pt x="52887" y="99986"/>
                </a:lnTo>
                <a:lnTo>
                  <a:pt x="64563" y="97350"/>
                </a:lnTo>
                <a:lnTo>
                  <a:pt x="72292" y="90349"/>
                </a:lnTo>
                <a:lnTo>
                  <a:pt x="76568" y="80338"/>
                </a:lnTo>
                <a:lnTo>
                  <a:pt x="77883" y="68674"/>
                </a:lnTo>
                <a:lnTo>
                  <a:pt x="77883" y="54466"/>
                </a:lnTo>
                <a:lnTo>
                  <a:pt x="76642" y="42802"/>
                </a:lnTo>
                <a:lnTo>
                  <a:pt x="72489" y="32791"/>
                </a:lnTo>
                <a:lnTo>
                  <a:pt x="64785" y="25790"/>
                </a:lnTo>
                <a:lnTo>
                  <a:pt x="52887" y="23154"/>
                </a:lnTo>
                <a:lnTo>
                  <a:pt x="95982" y="23154"/>
                </a:lnTo>
                <a:lnTo>
                  <a:pt x="101914" y="33523"/>
                </a:lnTo>
                <a:lnTo>
                  <a:pt x="105248" y="54466"/>
                </a:lnTo>
                <a:lnTo>
                  <a:pt x="105248" y="68674"/>
                </a:lnTo>
                <a:lnTo>
                  <a:pt x="101840" y="89617"/>
                </a:lnTo>
                <a:lnTo>
                  <a:pt x="95835" y="99986"/>
                </a:lnTo>
                <a:close/>
              </a:path>
              <a:path w="240029" h="277495">
                <a:moveTo>
                  <a:pt x="187342" y="277330"/>
                </a:moveTo>
                <a:lnTo>
                  <a:pt x="164537" y="272963"/>
                </a:lnTo>
                <a:lnTo>
                  <a:pt x="147972" y="261148"/>
                </a:lnTo>
                <a:lnTo>
                  <a:pt x="137871" y="243806"/>
                </a:lnTo>
                <a:lnTo>
                  <a:pt x="134455" y="222863"/>
                </a:lnTo>
                <a:lnTo>
                  <a:pt x="134455" y="208655"/>
                </a:lnTo>
                <a:lnTo>
                  <a:pt x="137945" y="187712"/>
                </a:lnTo>
                <a:lnTo>
                  <a:pt x="148170" y="170371"/>
                </a:lnTo>
                <a:lnTo>
                  <a:pt x="164759" y="158555"/>
                </a:lnTo>
                <a:lnTo>
                  <a:pt x="187342" y="154189"/>
                </a:lnTo>
                <a:lnTo>
                  <a:pt x="209954" y="158555"/>
                </a:lnTo>
                <a:lnTo>
                  <a:pt x="226350" y="170371"/>
                </a:lnTo>
                <a:lnTo>
                  <a:pt x="230364" y="177343"/>
                </a:lnTo>
                <a:lnTo>
                  <a:pt x="187342" y="177343"/>
                </a:lnTo>
                <a:lnTo>
                  <a:pt x="175584" y="179979"/>
                </a:lnTo>
                <a:lnTo>
                  <a:pt x="167674" y="186980"/>
                </a:lnTo>
                <a:lnTo>
                  <a:pt x="163217" y="196991"/>
                </a:lnTo>
                <a:lnTo>
                  <a:pt x="161819" y="208655"/>
                </a:lnTo>
                <a:lnTo>
                  <a:pt x="161819" y="222863"/>
                </a:lnTo>
                <a:lnTo>
                  <a:pt x="163143" y="234527"/>
                </a:lnTo>
                <a:lnTo>
                  <a:pt x="167476" y="244538"/>
                </a:lnTo>
                <a:lnTo>
                  <a:pt x="175362" y="251540"/>
                </a:lnTo>
                <a:lnTo>
                  <a:pt x="187342" y="254175"/>
                </a:lnTo>
                <a:lnTo>
                  <a:pt x="230216" y="254175"/>
                </a:lnTo>
                <a:lnTo>
                  <a:pt x="226152" y="261148"/>
                </a:lnTo>
                <a:lnTo>
                  <a:pt x="209732" y="272963"/>
                </a:lnTo>
                <a:lnTo>
                  <a:pt x="187342" y="277330"/>
                </a:lnTo>
                <a:close/>
              </a:path>
              <a:path w="240029" h="277495">
                <a:moveTo>
                  <a:pt x="230216" y="254175"/>
                </a:moveTo>
                <a:lnTo>
                  <a:pt x="187342" y="254175"/>
                </a:lnTo>
                <a:lnTo>
                  <a:pt x="198907" y="251540"/>
                </a:lnTo>
                <a:lnTo>
                  <a:pt x="206649" y="244538"/>
                </a:lnTo>
                <a:lnTo>
                  <a:pt x="210986" y="234527"/>
                </a:lnTo>
                <a:lnTo>
                  <a:pt x="212339" y="222863"/>
                </a:lnTo>
                <a:lnTo>
                  <a:pt x="212339" y="208655"/>
                </a:lnTo>
                <a:lnTo>
                  <a:pt x="211060" y="196991"/>
                </a:lnTo>
                <a:lnTo>
                  <a:pt x="206846" y="186980"/>
                </a:lnTo>
                <a:lnTo>
                  <a:pt x="199129" y="179979"/>
                </a:lnTo>
                <a:lnTo>
                  <a:pt x="187342" y="177343"/>
                </a:lnTo>
                <a:lnTo>
                  <a:pt x="230364" y="177343"/>
                </a:lnTo>
                <a:lnTo>
                  <a:pt x="236332" y="187712"/>
                </a:lnTo>
                <a:lnTo>
                  <a:pt x="239703" y="208655"/>
                </a:lnTo>
                <a:lnTo>
                  <a:pt x="239703" y="222863"/>
                </a:lnTo>
                <a:lnTo>
                  <a:pt x="236258" y="243806"/>
                </a:lnTo>
                <a:lnTo>
                  <a:pt x="230216" y="2541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184320" y="6033770"/>
            <a:ext cx="227965" cy="24130"/>
          </a:xfrm>
          <a:custGeom>
            <a:avLst/>
            <a:gdLst/>
            <a:ahLst/>
            <a:cxnLst/>
            <a:rect l="l" t="t" r="r" b="b"/>
            <a:pathLst>
              <a:path w="227965" h="24129">
                <a:moveTo>
                  <a:pt x="0" y="0"/>
                </a:moveTo>
                <a:lnTo>
                  <a:pt x="227600" y="0"/>
                </a:lnTo>
                <a:lnTo>
                  <a:pt x="227600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8382977" y="6057900"/>
            <a:ext cx="29209" cy="52069"/>
          </a:xfrm>
          <a:custGeom>
            <a:avLst/>
            <a:gdLst/>
            <a:ahLst/>
            <a:cxnLst/>
            <a:rect l="l" t="t" r="r" b="b"/>
            <a:pathLst>
              <a:path w="29209" h="52070">
                <a:moveTo>
                  <a:pt x="0" y="0"/>
                </a:moveTo>
                <a:lnTo>
                  <a:pt x="28943" y="0"/>
                </a:lnTo>
                <a:lnTo>
                  <a:pt x="28943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185109" y="6109970"/>
            <a:ext cx="227329" cy="22860"/>
          </a:xfrm>
          <a:custGeom>
            <a:avLst/>
            <a:gdLst/>
            <a:ahLst/>
            <a:cxnLst/>
            <a:rect l="l" t="t" r="r" b="b"/>
            <a:pathLst>
              <a:path w="227329" h="22860">
                <a:moveTo>
                  <a:pt x="0" y="0"/>
                </a:moveTo>
                <a:lnTo>
                  <a:pt x="226810" y="0"/>
                </a:lnTo>
                <a:lnTo>
                  <a:pt x="226810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8185109" y="6132829"/>
            <a:ext cx="29209" cy="54610"/>
          </a:xfrm>
          <a:custGeom>
            <a:avLst/>
            <a:gdLst/>
            <a:ahLst/>
            <a:cxnLst/>
            <a:rect l="l" t="t" r="r" b="b"/>
            <a:pathLst>
              <a:path w="29209" h="54610">
                <a:moveTo>
                  <a:pt x="0" y="0"/>
                </a:moveTo>
                <a:lnTo>
                  <a:pt x="28943" y="0"/>
                </a:lnTo>
                <a:lnTo>
                  <a:pt x="28943" y="54610"/>
                </a:lnTo>
                <a:lnTo>
                  <a:pt x="0" y="546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185109" y="6187440"/>
            <a:ext cx="234950" cy="24130"/>
          </a:xfrm>
          <a:custGeom>
            <a:avLst/>
            <a:gdLst/>
            <a:ahLst/>
            <a:cxnLst/>
            <a:rect l="l" t="t" r="r" b="b"/>
            <a:pathLst>
              <a:path w="234950" h="24129">
                <a:moveTo>
                  <a:pt x="0" y="0"/>
                </a:moveTo>
                <a:lnTo>
                  <a:pt x="234441" y="0"/>
                </a:lnTo>
                <a:lnTo>
                  <a:pt x="23444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8283254" y="6211570"/>
            <a:ext cx="29209" cy="62230"/>
          </a:xfrm>
          <a:custGeom>
            <a:avLst/>
            <a:gdLst/>
            <a:ahLst/>
            <a:cxnLst/>
            <a:rect l="l" t="t" r="r" b="b"/>
            <a:pathLst>
              <a:path w="29209" h="62229">
                <a:moveTo>
                  <a:pt x="0" y="0"/>
                </a:moveTo>
                <a:lnTo>
                  <a:pt x="28943" y="0"/>
                </a:lnTo>
                <a:lnTo>
                  <a:pt x="28943" y="62229"/>
                </a:lnTo>
                <a:lnTo>
                  <a:pt x="0" y="62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8147220" y="6273800"/>
            <a:ext cx="302895" cy="25400"/>
          </a:xfrm>
          <a:custGeom>
            <a:avLst/>
            <a:gdLst/>
            <a:ahLst/>
            <a:cxnLst/>
            <a:rect l="l" t="t" r="r" b="b"/>
            <a:pathLst>
              <a:path w="302895" h="25400">
                <a:moveTo>
                  <a:pt x="0" y="0"/>
                </a:moveTo>
                <a:lnTo>
                  <a:pt x="302852" y="0"/>
                </a:lnTo>
                <a:lnTo>
                  <a:pt x="302852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628974" y="6548943"/>
            <a:ext cx="302260" cy="323850"/>
          </a:xfrm>
          <a:custGeom>
            <a:avLst/>
            <a:gdLst/>
            <a:ahLst/>
            <a:cxnLst/>
            <a:rect l="l" t="t" r="r" b="b"/>
            <a:pathLst>
              <a:path w="302260" h="323850">
                <a:moveTo>
                  <a:pt x="267068" y="109984"/>
                </a:moveTo>
                <a:lnTo>
                  <a:pt x="41310" y="109984"/>
                </a:lnTo>
                <a:lnTo>
                  <a:pt x="41310" y="0"/>
                </a:lnTo>
                <a:lnTo>
                  <a:pt x="70253" y="0"/>
                </a:lnTo>
                <a:lnTo>
                  <a:pt x="70253" y="86040"/>
                </a:lnTo>
                <a:lnTo>
                  <a:pt x="267068" y="86040"/>
                </a:lnTo>
                <a:lnTo>
                  <a:pt x="267068" y="109984"/>
                </a:lnTo>
                <a:close/>
              </a:path>
              <a:path w="302260" h="323850">
                <a:moveTo>
                  <a:pt x="165240" y="153662"/>
                </a:moveTo>
                <a:lnTo>
                  <a:pt x="136560" y="153662"/>
                </a:lnTo>
                <a:lnTo>
                  <a:pt x="136560" y="109984"/>
                </a:lnTo>
                <a:lnTo>
                  <a:pt x="165240" y="109984"/>
                </a:lnTo>
                <a:lnTo>
                  <a:pt x="165240" y="153662"/>
                </a:lnTo>
                <a:close/>
              </a:path>
              <a:path w="302260" h="323850">
                <a:moveTo>
                  <a:pt x="301800" y="178133"/>
                </a:moveTo>
                <a:lnTo>
                  <a:pt x="0" y="178133"/>
                </a:lnTo>
                <a:lnTo>
                  <a:pt x="0" y="153662"/>
                </a:lnTo>
                <a:lnTo>
                  <a:pt x="301800" y="153662"/>
                </a:lnTo>
                <a:lnTo>
                  <a:pt x="301800" y="178133"/>
                </a:lnTo>
                <a:close/>
              </a:path>
              <a:path w="302260" h="323850">
                <a:moveTo>
                  <a:pt x="150505" y="323376"/>
                </a:moveTo>
                <a:lnTo>
                  <a:pt x="102580" y="319367"/>
                </a:lnTo>
                <a:lnTo>
                  <a:pt x="66668" y="307687"/>
                </a:lnTo>
                <a:lnTo>
                  <a:pt x="44126" y="288854"/>
                </a:lnTo>
                <a:lnTo>
                  <a:pt x="36310" y="263384"/>
                </a:lnTo>
                <a:lnTo>
                  <a:pt x="44126" y="237763"/>
                </a:lnTo>
                <a:lnTo>
                  <a:pt x="66668" y="218851"/>
                </a:lnTo>
                <a:lnTo>
                  <a:pt x="102580" y="207142"/>
                </a:lnTo>
                <a:lnTo>
                  <a:pt x="150505" y="203129"/>
                </a:lnTo>
                <a:lnTo>
                  <a:pt x="198241" y="207142"/>
                </a:lnTo>
                <a:lnTo>
                  <a:pt x="234013" y="218851"/>
                </a:lnTo>
                <a:lnTo>
                  <a:pt x="242544" y="226021"/>
                </a:lnTo>
                <a:lnTo>
                  <a:pt x="150505" y="226021"/>
                </a:lnTo>
                <a:lnTo>
                  <a:pt x="114959" y="228640"/>
                </a:lnTo>
                <a:lnTo>
                  <a:pt x="88343" y="235921"/>
                </a:lnTo>
                <a:lnTo>
                  <a:pt x="71692" y="247593"/>
                </a:lnTo>
                <a:lnTo>
                  <a:pt x="66043" y="263384"/>
                </a:lnTo>
                <a:lnTo>
                  <a:pt x="71692" y="278797"/>
                </a:lnTo>
                <a:lnTo>
                  <a:pt x="88343" y="290387"/>
                </a:lnTo>
                <a:lnTo>
                  <a:pt x="114959" y="297685"/>
                </a:lnTo>
                <a:lnTo>
                  <a:pt x="150505" y="300221"/>
                </a:lnTo>
                <a:lnTo>
                  <a:pt x="242933" y="300221"/>
                </a:lnTo>
                <a:lnTo>
                  <a:pt x="234013" y="307687"/>
                </a:lnTo>
                <a:lnTo>
                  <a:pt x="198241" y="319367"/>
                </a:lnTo>
                <a:lnTo>
                  <a:pt x="150505" y="323376"/>
                </a:lnTo>
                <a:close/>
              </a:path>
              <a:path w="302260" h="323850">
                <a:moveTo>
                  <a:pt x="242933" y="300221"/>
                </a:moveTo>
                <a:lnTo>
                  <a:pt x="150505" y="300221"/>
                </a:lnTo>
                <a:lnTo>
                  <a:pt x="185907" y="297685"/>
                </a:lnTo>
                <a:lnTo>
                  <a:pt x="212503" y="290387"/>
                </a:lnTo>
                <a:lnTo>
                  <a:pt x="229281" y="278797"/>
                </a:lnTo>
                <a:lnTo>
                  <a:pt x="235230" y="263384"/>
                </a:lnTo>
                <a:lnTo>
                  <a:pt x="229281" y="247593"/>
                </a:lnTo>
                <a:lnTo>
                  <a:pt x="212503" y="235921"/>
                </a:lnTo>
                <a:lnTo>
                  <a:pt x="185907" y="228640"/>
                </a:lnTo>
                <a:lnTo>
                  <a:pt x="150505" y="226021"/>
                </a:lnTo>
                <a:lnTo>
                  <a:pt x="242544" y="226021"/>
                </a:lnTo>
                <a:lnTo>
                  <a:pt x="256514" y="237763"/>
                </a:lnTo>
                <a:lnTo>
                  <a:pt x="264437" y="263384"/>
                </a:lnTo>
                <a:lnTo>
                  <a:pt x="256514" y="288854"/>
                </a:lnTo>
                <a:lnTo>
                  <a:pt x="242933" y="300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958402" y="6541839"/>
            <a:ext cx="301625" cy="324485"/>
          </a:xfrm>
          <a:custGeom>
            <a:avLst/>
            <a:gdLst/>
            <a:ahLst/>
            <a:cxnLst/>
            <a:rect l="l" t="t" r="r" b="b"/>
            <a:pathLst>
              <a:path w="301625" h="324484">
                <a:moveTo>
                  <a:pt x="164977" y="36573"/>
                </a:moveTo>
                <a:lnTo>
                  <a:pt x="136296" y="36573"/>
                </a:lnTo>
                <a:lnTo>
                  <a:pt x="136296" y="0"/>
                </a:lnTo>
                <a:lnTo>
                  <a:pt x="164977" y="0"/>
                </a:lnTo>
                <a:lnTo>
                  <a:pt x="164977" y="36573"/>
                </a:lnTo>
                <a:close/>
              </a:path>
              <a:path w="301625" h="324484">
                <a:moveTo>
                  <a:pt x="270752" y="59991"/>
                </a:moveTo>
                <a:lnTo>
                  <a:pt x="31048" y="59991"/>
                </a:lnTo>
                <a:lnTo>
                  <a:pt x="31048" y="36573"/>
                </a:lnTo>
                <a:lnTo>
                  <a:pt x="270752" y="36573"/>
                </a:lnTo>
                <a:lnTo>
                  <a:pt x="270752" y="59991"/>
                </a:lnTo>
                <a:close/>
              </a:path>
              <a:path w="301625" h="324484">
                <a:moveTo>
                  <a:pt x="28154" y="155767"/>
                </a:moveTo>
                <a:lnTo>
                  <a:pt x="18418" y="133139"/>
                </a:lnTo>
                <a:lnTo>
                  <a:pt x="62341" y="124263"/>
                </a:lnTo>
                <a:lnTo>
                  <a:pt x="98851" y="108603"/>
                </a:lnTo>
                <a:lnTo>
                  <a:pt x="124187" y="86924"/>
                </a:lnTo>
                <a:lnTo>
                  <a:pt x="134586" y="59991"/>
                </a:lnTo>
                <a:lnTo>
                  <a:pt x="166555" y="59991"/>
                </a:lnTo>
                <a:lnTo>
                  <a:pt x="176901" y="86924"/>
                </a:lnTo>
                <a:lnTo>
                  <a:pt x="184485" y="93408"/>
                </a:lnTo>
                <a:lnTo>
                  <a:pt x="150637" y="93408"/>
                </a:lnTo>
                <a:lnTo>
                  <a:pt x="130722" y="116879"/>
                </a:lnTo>
                <a:lnTo>
                  <a:pt x="102222" y="135145"/>
                </a:lnTo>
                <a:lnTo>
                  <a:pt x="67309" y="148133"/>
                </a:lnTo>
                <a:lnTo>
                  <a:pt x="28154" y="155767"/>
                </a:lnTo>
                <a:close/>
              </a:path>
              <a:path w="301625" h="324484">
                <a:moveTo>
                  <a:pt x="273120" y="155767"/>
                </a:moveTo>
                <a:lnTo>
                  <a:pt x="233964" y="148133"/>
                </a:lnTo>
                <a:lnTo>
                  <a:pt x="199051" y="135145"/>
                </a:lnTo>
                <a:lnTo>
                  <a:pt x="170552" y="116879"/>
                </a:lnTo>
                <a:lnTo>
                  <a:pt x="150637" y="93408"/>
                </a:lnTo>
                <a:lnTo>
                  <a:pt x="184485" y="93408"/>
                </a:lnTo>
                <a:lnTo>
                  <a:pt x="202258" y="108603"/>
                </a:lnTo>
                <a:lnTo>
                  <a:pt x="238838" y="124263"/>
                </a:lnTo>
                <a:lnTo>
                  <a:pt x="282855" y="133139"/>
                </a:lnTo>
                <a:lnTo>
                  <a:pt x="273120" y="155767"/>
                </a:lnTo>
                <a:close/>
              </a:path>
              <a:path w="301625" h="324484">
                <a:moveTo>
                  <a:pt x="164977" y="183132"/>
                </a:moveTo>
                <a:lnTo>
                  <a:pt x="136296" y="183132"/>
                </a:lnTo>
                <a:lnTo>
                  <a:pt x="136296" y="139717"/>
                </a:lnTo>
                <a:lnTo>
                  <a:pt x="164977" y="139717"/>
                </a:lnTo>
                <a:lnTo>
                  <a:pt x="164977" y="183132"/>
                </a:lnTo>
                <a:close/>
              </a:path>
              <a:path w="301625" h="324484">
                <a:moveTo>
                  <a:pt x="301537" y="207076"/>
                </a:moveTo>
                <a:lnTo>
                  <a:pt x="0" y="207076"/>
                </a:lnTo>
                <a:lnTo>
                  <a:pt x="0" y="183132"/>
                </a:lnTo>
                <a:lnTo>
                  <a:pt x="301537" y="183132"/>
                </a:lnTo>
                <a:lnTo>
                  <a:pt x="301537" y="207076"/>
                </a:lnTo>
                <a:close/>
              </a:path>
              <a:path w="301625" h="324484">
                <a:moveTo>
                  <a:pt x="267857" y="323902"/>
                </a:moveTo>
                <a:lnTo>
                  <a:pt x="38941" y="323902"/>
                </a:lnTo>
                <a:lnTo>
                  <a:pt x="38941" y="233388"/>
                </a:lnTo>
                <a:lnTo>
                  <a:pt x="68411" y="233388"/>
                </a:lnTo>
                <a:lnTo>
                  <a:pt x="68411" y="299695"/>
                </a:lnTo>
                <a:lnTo>
                  <a:pt x="267857" y="299695"/>
                </a:lnTo>
                <a:lnTo>
                  <a:pt x="267857" y="3239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383235" y="6575782"/>
            <a:ext cx="301625" cy="250825"/>
          </a:xfrm>
          <a:custGeom>
            <a:avLst/>
            <a:gdLst/>
            <a:ahLst/>
            <a:cxnLst/>
            <a:rect l="l" t="t" r="r" b="b"/>
            <a:pathLst>
              <a:path w="301625" h="250825">
                <a:moveTo>
                  <a:pt x="252859" y="185500"/>
                </a:moveTo>
                <a:lnTo>
                  <a:pt x="223390" y="182080"/>
                </a:lnTo>
                <a:lnTo>
                  <a:pt x="230543" y="137715"/>
                </a:lnTo>
                <a:lnTo>
                  <a:pt x="234243" y="98703"/>
                </a:lnTo>
                <a:lnTo>
                  <a:pt x="235674" y="64082"/>
                </a:lnTo>
                <a:lnTo>
                  <a:pt x="236020" y="32890"/>
                </a:lnTo>
                <a:lnTo>
                  <a:pt x="236020" y="24207"/>
                </a:lnTo>
                <a:lnTo>
                  <a:pt x="32100" y="24207"/>
                </a:lnTo>
                <a:lnTo>
                  <a:pt x="32100" y="0"/>
                </a:lnTo>
                <a:lnTo>
                  <a:pt x="265226" y="0"/>
                </a:lnTo>
                <a:lnTo>
                  <a:pt x="265226" y="32890"/>
                </a:lnTo>
                <a:lnTo>
                  <a:pt x="264885" y="64579"/>
                </a:lnTo>
                <a:lnTo>
                  <a:pt x="263483" y="99525"/>
                </a:lnTo>
                <a:lnTo>
                  <a:pt x="259861" y="139306"/>
                </a:lnTo>
                <a:lnTo>
                  <a:pt x="252859" y="185500"/>
                </a:lnTo>
                <a:close/>
              </a:path>
              <a:path w="301625" h="250825">
                <a:moveTo>
                  <a:pt x="147084" y="226021"/>
                </a:moveTo>
                <a:lnTo>
                  <a:pt x="118141" y="226021"/>
                </a:lnTo>
                <a:lnTo>
                  <a:pt x="118141" y="107879"/>
                </a:lnTo>
                <a:lnTo>
                  <a:pt x="147084" y="107879"/>
                </a:lnTo>
                <a:lnTo>
                  <a:pt x="147084" y="226021"/>
                </a:lnTo>
                <a:close/>
              </a:path>
              <a:path w="301625" h="250825">
                <a:moveTo>
                  <a:pt x="301537" y="250491"/>
                </a:moveTo>
                <a:lnTo>
                  <a:pt x="0" y="250491"/>
                </a:lnTo>
                <a:lnTo>
                  <a:pt x="0" y="226021"/>
                </a:lnTo>
                <a:lnTo>
                  <a:pt x="301537" y="226021"/>
                </a:lnTo>
                <a:lnTo>
                  <a:pt x="301537" y="2504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726082" y="6542628"/>
            <a:ext cx="262255" cy="332740"/>
          </a:xfrm>
          <a:custGeom>
            <a:avLst/>
            <a:gdLst/>
            <a:ahLst/>
            <a:cxnLst/>
            <a:rect l="l" t="t" r="r" b="b"/>
            <a:pathLst>
              <a:path w="262255" h="332740">
                <a:moveTo>
                  <a:pt x="260753" y="204445"/>
                </a:moveTo>
                <a:lnTo>
                  <a:pt x="231546" y="204445"/>
                </a:lnTo>
                <a:lnTo>
                  <a:pt x="231546" y="143401"/>
                </a:lnTo>
                <a:lnTo>
                  <a:pt x="166029" y="143401"/>
                </a:lnTo>
                <a:lnTo>
                  <a:pt x="166029" y="119194"/>
                </a:lnTo>
                <a:lnTo>
                  <a:pt x="231546" y="119194"/>
                </a:lnTo>
                <a:lnTo>
                  <a:pt x="231546" y="76042"/>
                </a:lnTo>
                <a:lnTo>
                  <a:pt x="166029" y="76042"/>
                </a:lnTo>
                <a:lnTo>
                  <a:pt x="166029" y="52098"/>
                </a:lnTo>
                <a:lnTo>
                  <a:pt x="231546" y="52098"/>
                </a:lnTo>
                <a:lnTo>
                  <a:pt x="231546" y="0"/>
                </a:lnTo>
                <a:lnTo>
                  <a:pt x="260753" y="0"/>
                </a:lnTo>
                <a:lnTo>
                  <a:pt x="260753" y="204445"/>
                </a:lnTo>
                <a:close/>
              </a:path>
              <a:path w="262255" h="332740">
                <a:moveTo>
                  <a:pt x="24207" y="185763"/>
                </a:moveTo>
                <a:lnTo>
                  <a:pt x="789" y="185763"/>
                </a:lnTo>
                <a:lnTo>
                  <a:pt x="789" y="87882"/>
                </a:lnTo>
                <a:lnTo>
                  <a:pt x="114457" y="87882"/>
                </a:lnTo>
                <a:lnTo>
                  <a:pt x="114457" y="42625"/>
                </a:lnTo>
                <a:lnTo>
                  <a:pt x="0" y="42625"/>
                </a:lnTo>
                <a:lnTo>
                  <a:pt x="0" y="18681"/>
                </a:lnTo>
                <a:lnTo>
                  <a:pt x="143401" y="18681"/>
                </a:lnTo>
                <a:lnTo>
                  <a:pt x="143401" y="111037"/>
                </a:lnTo>
                <a:lnTo>
                  <a:pt x="29732" y="111037"/>
                </a:lnTo>
                <a:lnTo>
                  <a:pt x="29732" y="161819"/>
                </a:lnTo>
                <a:lnTo>
                  <a:pt x="163878" y="161819"/>
                </a:lnTo>
                <a:lnTo>
                  <a:pt x="165766" y="177607"/>
                </a:lnTo>
                <a:lnTo>
                  <a:pt x="135729" y="181915"/>
                </a:lnTo>
                <a:lnTo>
                  <a:pt x="104656" y="184448"/>
                </a:lnTo>
                <a:lnTo>
                  <a:pt x="68748" y="185599"/>
                </a:lnTo>
                <a:lnTo>
                  <a:pt x="24207" y="185763"/>
                </a:lnTo>
                <a:close/>
              </a:path>
              <a:path w="262255" h="332740">
                <a:moveTo>
                  <a:pt x="163878" y="161819"/>
                </a:moveTo>
                <a:lnTo>
                  <a:pt x="29732" y="161819"/>
                </a:lnTo>
                <a:lnTo>
                  <a:pt x="71275" y="161503"/>
                </a:lnTo>
                <a:lnTo>
                  <a:pt x="105034" y="160273"/>
                </a:lnTo>
                <a:lnTo>
                  <a:pt x="134428" y="157712"/>
                </a:lnTo>
                <a:lnTo>
                  <a:pt x="162872" y="153399"/>
                </a:lnTo>
                <a:lnTo>
                  <a:pt x="163878" y="161819"/>
                </a:lnTo>
                <a:close/>
              </a:path>
              <a:path w="262255" h="332740">
                <a:moveTo>
                  <a:pt x="151294" y="332322"/>
                </a:moveTo>
                <a:lnTo>
                  <a:pt x="104714" y="328264"/>
                </a:lnTo>
                <a:lnTo>
                  <a:pt x="69727" y="316436"/>
                </a:lnTo>
                <a:lnTo>
                  <a:pt x="47764" y="297356"/>
                </a:lnTo>
                <a:lnTo>
                  <a:pt x="40257" y="271541"/>
                </a:lnTo>
                <a:lnTo>
                  <a:pt x="47764" y="245644"/>
                </a:lnTo>
                <a:lnTo>
                  <a:pt x="69727" y="226383"/>
                </a:lnTo>
                <a:lnTo>
                  <a:pt x="104714" y="214374"/>
                </a:lnTo>
                <a:lnTo>
                  <a:pt x="151294" y="210234"/>
                </a:lnTo>
                <a:lnTo>
                  <a:pt x="197686" y="214374"/>
                </a:lnTo>
                <a:lnTo>
                  <a:pt x="232533" y="226383"/>
                </a:lnTo>
                <a:lnTo>
                  <a:pt x="240506" y="233388"/>
                </a:lnTo>
                <a:lnTo>
                  <a:pt x="151294" y="233388"/>
                </a:lnTo>
                <a:lnTo>
                  <a:pt x="116978" y="235946"/>
                </a:lnTo>
                <a:lnTo>
                  <a:pt x="91270" y="243387"/>
                </a:lnTo>
                <a:lnTo>
                  <a:pt x="75182" y="255367"/>
                </a:lnTo>
                <a:lnTo>
                  <a:pt x="69727" y="271541"/>
                </a:lnTo>
                <a:lnTo>
                  <a:pt x="75182" y="287521"/>
                </a:lnTo>
                <a:lnTo>
                  <a:pt x="91270" y="299333"/>
                </a:lnTo>
                <a:lnTo>
                  <a:pt x="116978" y="306655"/>
                </a:lnTo>
                <a:lnTo>
                  <a:pt x="151294" y="309167"/>
                </a:lnTo>
                <a:lnTo>
                  <a:pt x="240884" y="309167"/>
                </a:lnTo>
                <a:lnTo>
                  <a:pt x="232533" y="316436"/>
                </a:lnTo>
                <a:lnTo>
                  <a:pt x="197686" y="328264"/>
                </a:lnTo>
                <a:lnTo>
                  <a:pt x="151294" y="332322"/>
                </a:lnTo>
                <a:close/>
              </a:path>
              <a:path w="262255" h="332740">
                <a:moveTo>
                  <a:pt x="240884" y="309167"/>
                </a:moveTo>
                <a:lnTo>
                  <a:pt x="151294" y="309167"/>
                </a:lnTo>
                <a:lnTo>
                  <a:pt x="185434" y="306655"/>
                </a:lnTo>
                <a:lnTo>
                  <a:pt x="211286" y="299333"/>
                </a:lnTo>
                <a:lnTo>
                  <a:pt x="227665" y="287521"/>
                </a:lnTo>
                <a:lnTo>
                  <a:pt x="233388" y="271541"/>
                </a:lnTo>
                <a:lnTo>
                  <a:pt x="227665" y="255367"/>
                </a:lnTo>
                <a:lnTo>
                  <a:pt x="211286" y="243387"/>
                </a:lnTo>
                <a:lnTo>
                  <a:pt x="185434" y="235946"/>
                </a:lnTo>
                <a:lnTo>
                  <a:pt x="151294" y="233388"/>
                </a:lnTo>
                <a:lnTo>
                  <a:pt x="240506" y="233388"/>
                </a:lnTo>
                <a:lnTo>
                  <a:pt x="254454" y="245644"/>
                </a:lnTo>
                <a:lnTo>
                  <a:pt x="262069" y="271541"/>
                </a:lnTo>
                <a:lnTo>
                  <a:pt x="254454" y="297356"/>
                </a:lnTo>
                <a:lnTo>
                  <a:pt x="240884" y="3091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037881" y="6542365"/>
            <a:ext cx="313690" cy="330835"/>
          </a:xfrm>
          <a:custGeom>
            <a:avLst/>
            <a:gdLst/>
            <a:ahLst/>
            <a:cxnLst/>
            <a:rect l="l" t="t" r="r" b="b"/>
            <a:pathLst>
              <a:path w="313689" h="330834">
                <a:moveTo>
                  <a:pt x="260753" y="330743"/>
                </a:moveTo>
                <a:lnTo>
                  <a:pt x="231546" y="330743"/>
                </a:lnTo>
                <a:lnTo>
                  <a:pt x="231546" y="0"/>
                </a:lnTo>
                <a:lnTo>
                  <a:pt x="260753" y="0"/>
                </a:lnTo>
                <a:lnTo>
                  <a:pt x="260753" y="140770"/>
                </a:lnTo>
                <a:lnTo>
                  <a:pt x="313640" y="140770"/>
                </a:lnTo>
                <a:lnTo>
                  <a:pt x="313640" y="165503"/>
                </a:lnTo>
                <a:lnTo>
                  <a:pt x="260753" y="165503"/>
                </a:lnTo>
                <a:lnTo>
                  <a:pt x="260753" y="330743"/>
                </a:lnTo>
                <a:close/>
              </a:path>
              <a:path w="313689" h="330834">
                <a:moveTo>
                  <a:pt x="120509" y="40520"/>
                </a:moveTo>
                <a:lnTo>
                  <a:pt x="91303" y="40520"/>
                </a:lnTo>
                <a:lnTo>
                  <a:pt x="91303" y="526"/>
                </a:lnTo>
                <a:lnTo>
                  <a:pt x="120509" y="526"/>
                </a:lnTo>
                <a:lnTo>
                  <a:pt x="120509" y="40520"/>
                </a:lnTo>
                <a:close/>
              </a:path>
              <a:path w="313689" h="330834">
                <a:moveTo>
                  <a:pt x="205497" y="64201"/>
                </a:moveTo>
                <a:lnTo>
                  <a:pt x="6051" y="64201"/>
                </a:lnTo>
                <a:lnTo>
                  <a:pt x="6051" y="40520"/>
                </a:lnTo>
                <a:lnTo>
                  <a:pt x="205497" y="40520"/>
                </a:lnTo>
                <a:lnTo>
                  <a:pt x="205497" y="64201"/>
                </a:lnTo>
                <a:close/>
              </a:path>
              <a:path w="313689" h="330834">
                <a:moveTo>
                  <a:pt x="4999" y="267331"/>
                </a:moveTo>
                <a:lnTo>
                  <a:pt x="0" y="242598"/>
                </a:lnTo>
                <a:lnTo>
                  <a:pt x="43480" y="242302"/>
                </a:lnTo>
                <a:lnTo>
                  <a:pt x="91303" y="241414"/>
                </a:lnTo>
                <a:lnTo>
                  <a:pt x="91303" y="204971"/>
                </a:lnTo>
                <a:lnTo>
                  <a:pt x="65095" y="198280"/>
                </a:lnTo>
                <a:lnTo>
                  <a:pt x="45043" y="185582"/>
                </a:lnTo>
                <a:lnTo>
                  <a:pt x="32267" y="167581"/>
                </a:lnTo>
                <a:lnTo>
                  <a:pt x="27890" y="144979"/>
                </a:lnTo>
                <a:lnTo>
                  <a:pt x="33404" y="119596"/>
                </a:lnTo>
                <a:lnTo>
                  <a:pt x="49302" y="100183"/>
                </a:lnTo>
                <a:lnTo>
                  <a:pt x="74031" y="87775"/>
                </a:lnTo>
                <a:lnTo>
                  <a:pt x="106037" y="83409"/>
                </a:lnTo>
                <a:lnTo>
                  <a:pt x="137830" y="87775"/>
                </a:lnTo>
                <a:lnTo>
                  <a:pt x="162642" y="100183"/>
                </a:lnTo>
                <a:lnTo>
                  <a:pt x="167739" y="106301"/>
                </a:lnTo>
                <a:lnTo>
                  <a:pt x="106037" y="106301"/>
                </a:lnTo>
                <a:lnTo>
                  <a:pt x="85226" y="109088"/>
                </a:lnTo>
                <a:lnTo>
                  <a:pt x="69200" y="116957"/>
                </a:lnTo>
                <a:lnTo>
                  <a:pt x="58898" y="129168"/>
                </a:lnTo>
                <a:lnTo>
                  <a:pt x="55255" y="144979"/>
                </a:lnTo>
                <a:lnTo>
                  <a:pt x="58898" y="160553"/>
                </a:lnTo>
                <a:lnTo>
                  <a:pt x="69200" y="172476"/>
                </a:lnTo>
                <a:lnTo>
                  <a:pt x="85226" y="180057"/>
                </a:lnTo>
                <a:lnTo>
                  <a:pt x="106037" y="182606"/>
                </a:lnTo>
                <a:lnTo>
                  <a:pt x="169108" y="182606"/>
                </a:lnTo>
                <a:lnTo>
                  <a:pt x="166917" y="185632"/>
                </a:lnTo>
                <a:lnTo>
                  <a:pt x="146710" y="198336"/>
                </a:lnTo>
                <a:lnTo>
                  <a:pt x="120509" y="204971"/>
                </a:lnTo>
                <a:lnTo>
                  <a:pt x="120509" y="240229"/>
                </a:lnTo>
                <a:lnTo>
                  <a:pt x="212063" y="240229"/>
                </a:lnTo>
                <a:lnTo>
                  <a:pt x="213391" y="254175"/>
                </a:lnTo>
                <a:lnTo>
                  <a:pt x="158444" y="261448"/>
                </a:lnTo>
                <a:lnTo>
                  <a:pt x="103768" y="265390"/>
                </a:lnTo>
                <a:lnTo>
                  <a:pt x="51806" y="267014"/>
                </a:lnTo>
                <a:lnTo>
                  <a:pt x="4999" y="267331"/>
                </a:lnTo>
                <a:close/>
              </a:path>
              <a:path w="313689" h="330834">
                <a:moveTo>
                  <a:pt x="169108" y="182606"/>
                </a:moveTo>
                <a:lnTo>
                  <a:pt x="106037" y="182606"/>
                </a:lnTo>
                <a:lnTo>
                  <a:pt x="126697" y="180057"/>
                </a:lnTo>
                <a:lnTo>
                  <a:pt x="142644" y="172476"/>
                </a:lnTo>
                <a:lnTo>
                  <a:pt x="152918" y="160553"/>
                </a:lnTo>
                <a:lnTo>
                  <a:pt x="156557" y="144979"/>
                </a:lnTo>
                <a:lnTo>
                  <a:pt x="152918" y="129168"/>
                </a:lnTo>
                <a:lnTo>
                  <a:pt x="142644" y="116957"/>
                </a:lnTo>
                <a:lnTo>
                  <a:pt x="126697" y="109088"/>
                </a:lnTo>
                <a:lnTo>
                  <a:pt x="106037" y="106301"/>
                </a:lnTo>
                <a:lnTo>
                  <a:pt x="167739" y="106301"/>
                </a:lnTo>
                <a:lnTo>
                  <a:pt x="178819" y="119596"/>
                </a:lnTo>
                <a:lnTo>
                  <a:pt x="184711" y="144979"/>
                </a:lnTo>
                <a:lnTo>
                  <a:pt x="179971" y="167600"/>
                </a:lnTo>
                <a:lnTo>
                  <a:pt x="169108" y="182606"/>
                </a:lnTo>
                <a:close/>
              </a:path>
              <a:path w="313689" h="330834">
                <a:moveTo>
                  <a:pt x="212063" y="240229"/>
                </a:moveTo>
                <a:lnTo>
                  <a:pt x="120509" y="240229"/>
                </a:lnTo>
                <a:lnTo>
                  <a:pt x="143629" y="238936"/>
                </a:lnTo>
                <a:lnTo>
                  <a:pt x="166638" y="237187"/>
                </a:lnTo>
                <a:lnTo>
                  <a:pt x="189276" y="234920"/>
                </a:lnTo>
                <a:lnTo>
                  <a:pt x="211286" y="232073"/>
                </a:lnTo>
                <a:lnTo>
                  <a:pt x="212063" y="2402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471738" y="6542628"/>
            <a:ext cx="278765" cy="323215"/>
          </a:xfrm>
          <a:custGeom>
            <a:avLst/>
            <a:gdLst/>
            <a:ahLst/>
            <a:cxnLst/>
            <a:rect l="l" t="t" r="r" b="b"/>
            <a:pathLst>
              <a:path w="278764" h="323215">
                <a:moveTo>
                  <a:pt x="268383" y="242598"/>
                </a:moveTo>
                <a:lnTo>
                  <a:pt x="239177" y="242598"/>
                </a:lnTo>
                <a:lnTo>
                  <a:pt x="239177" y="0"/>
                </a:lnTo>
                <a:lnTo>
                  <a:pt x="268383" y="0"/>
                </a:lnTo>
                <a:lnTo>
                  <a:pt x="268383" y="242598"/>
                </a:lnTo>
                <a:close/>
              </a:path>
              <a:path w="278764" h="323215">
                <a:moveTo>
                  <a:pt x="190500" y="51308"/>
                </a:moveTo>
                <a:lnTo>
                  <a:pt x="7630" y="51308"/>
                </a:lnTo>
                <a:lnTo>
                  <a:pt x="7630" y="27364"/>
                </a:lnTo>
                <a:lnTo>
                  <a:pt x="190500" y="27364"/>
                </a:lnTo>
                <a:lnTo>
                  <a:pt x="190500" y="51308"/>
                </a:lnTo>
                <a:close/>
              </a:path>
              <a:path w="278764" h="323215">
                <a:moveTo>
                  <a:pt x="15261" y="201287"/>
                </a:moveTo>
                <a:lnTo>
                  <a:pt x="0" y="177870"/>
                </a:lnTo>
                <a:lnTo>
                  <a:pt x="34222" y="160393"/>
                </a:lnTo>
                <a:lnTo>
                  <a:pt x="61044" y="135343"/>
                </a:lnTo>
                <a:lnTo>
                  <a:pt x="78591" y="104718"/>
                </a:lnTo>
                <a:lnTo>
                  <a:pt x="84988" y="70516"/>
                </a:lnTo>
                <a:lnTo>
                  <a:pt x="84988" y="51308"/>
                </a:lnTo>
                <a:lnTo>
                  <a:pt x="114457" y="51308"/>
                </a:lnTo>
                <a:lnTo>
                  <a:pt x="114457" y="70516"/>
                </a:lnTo>
                <a:lnTo>
                  <a:pt x="120739" y="102913"/>
                </a:lnTo>
                <a:lnTo>
                  <a:pt x="130714" y="119325"/>
                </a:lnTo>
                <a:lnTo>
                  <a:pt x="100249" y="119325"/>
                </a:lnTo>
                <a:lnTo>
                  <a:pt x="86359" y="146026"/>
                </a:lnTo>
                <a:lnTo>
                  <a:pt x="67079" y="169039"/>
                </a:lnTo>
                <a:lnTo>
                  <a:pt x="43137" y="187685"/>
                </a:lnTo>
                <a:lnTo>
                  <a:pt x="15261" y="201287"/>
                </a:lnTo>
                <a:close/>
              </a:path>
              <a:path w="278764" h="323215">
                <a:moveTo>
                  <a:pt x="184185" y="194446"/>
                </a:moveTo>
                <a:lnTo>
                  <a:pt x="156954" y="182117"/>
                </a:lnTo>
                <a:lnTo>
                  <a:pt x="133386" y="165075"/>
                </a:lnTo>
                <a:lnTo>
                  <a:pt x="114233" y="143939"/>
                </a:lnTo>
                <a:lnTo>
                  <a:pt x="100249" y="119325"/>
                </a:lnTo>
                <a:lnTo>
                  <a:pt x="130714" y="119325"/>
                </a:lnTo>
                <a:lnTo>
                  <a:pt x="138270" y="131758"/>
                </a:lnTo>
                <a:lnTo>
                  <a:pt x="165075" y="155175"/>
                </a:lnTo>
                <a:lnTo>
                  <a:pt x="199183" y="171292"/>
                </a:lnTo>
                <a:lnTo>
                  <a:pt x="184185" y="194446"/>
                </a:lnTo>
                <a:close/>
              </a:path>
              <a:path w="278764" h="323215">
                <a:moveTo>
                  <a:pt x="278645" y="323113"/>
                </a:moveTo>
                <a:lnTo>
                  <a:pt x="54729" y="323113"/>
                </a:lnTo>
                <a:lnTo>
                  <a:pt x="54729" y="219443"/>
                </a:lnTo>
                <a:lnTo>
                  <a:pt x="83935" y="219443"/>
                </a:lnTo>
                <a:lnTo>
                  <a:pt x="83935" y="298906"/>
                </a:lnTo>
                <a:lnTo>
                  <a:pt x="278645" y="298906"/>
                </a:lnTo>
                <a:lnTo>
                  <a:pt x="278645" y="32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794588" y="6542365"/>
            <a:ext cx="284480" cy="330200"/>
          </a:xfrm>
          <a:custGeom>
            <a:avLst/>
            <a:gdLst/>
            <a:ahLst/>
            <a:cxnLst/>
            <a:rect l="l" t="t" r="r" b="b"/>
            <a:pathLst>
              <a:path w="284479" h="330200">
                <a:moveTo>
                  <a:pt x="282592" y="90250"/>
                </a:moveTo>
                <a:lnTo>
                  <a:pt x="254964" y="90250"/>
                </a:lnTo>
                <a:lnTo>
                  <a:pt x="254964" y="0"/>
                </a:lnTo>
                <a:lnTo>
                  <a:pt x="282592" y="0"/>
                </a:lnTo>
                <a:lnTo>
                  <a:pt x="282592" y="90250"/>
                </a:lnTo>
                <a:close/>
              </a:path>
              <a:path w="284479" h="330200">
                <a:moveTo>
                  <a:pt x="210497" y="197604"/>
                </a:moveTo>
                <a:lnTo>
                  <a:pt x="183132" y="197604"/>
                </a:lnTo>
                <a:lnTo>
                  <a:pt x="183132" y="6578"/>
                </a:lnTo>
                <a:lnTo>
                  <a:pt x="210497" y="6578"/>
                </a:lnTo>
                <a:lnTo>
                  <a:pt x="210497" y="90250"/>
                </a:lnTo>
                <a:lnTo>
                  <a:pt x="282592" y="90250"/>
                </a:lnTo>
                <a:lnTo>
                  <a:pt x="282592" y="114457"/>
                </a:lnTo>
                <a:lnTo>
                  <a:pt x="210497" y="114457"/>
                </a:lnTo>
                <a:lnTo>
                  <a:pt x="210497" y="197604"/>
                </a:lnTo>
                <a:close/>
              </a:path>
              <a:path w="284479" h="330200">
                <a:moveTo>
                  <a:pt x="282592" y="209444"/>
                </a:moveTo>
                <a:lnTo>
                  <a:pt x="254964" y="209444"/>
                </a:lnTo>
                <a:lnTo>
                  <a:pt x="254964" y="114457"/>
                </a:lnTo>
                <a:lnTo>
                  <a:pt x="282592" y="114457"/>
                </a:lnTo>
                <a:lnTo>
                  <a:pt x="282592" y="209444"/>
                </a:lnTo>
                <a:close/>
              </a:path>
              <a:path w="284479" h="330200">
                <a:moveTo>
                  <a:pt x="99723" y="39731"/>
                </a:moveTo>
                <a:lnTo>
                  <a:pt x="70779" y="39731"/>
                </a:lnTo>
                <a:lnTo>
                  <a:pt x="70779" y="2368"/>
                </a:lnTo>
                <a:lnTo>
                  <a:pt x="99723" y="2368"/>
                </a:lnTo>
                <a:lnTo>
                  <a:pt x="99723" y="39731"/>
                </a:lnTo>
                <a:close/>
              </a:path>
              <a:path w="284479" h="330200">
                <a:moveTo>
                  <a:pt x="169713" y="63149"/>
                </a:moveTo>
                <a:lnTo>
                  <a:pt x="0" y="63149"/>
                </a:lnTo>
                <a:lnTo>
                  <a:pt x="0" y="39731"/>
                </a:lnTo>
                <a:lnTo>
                  <a:pt x="169713" y="39731"/>
                </a:lnTo>
                <a:lnTo>
                  <a:pt x="169713" y="63149"/>
                </a:lnTo>
                <a:close/>
              </a:path>
              <a:path w="284479" h="330200">
                <a:moveTo>
                  <a:pt x="84988" y="193657"/>
                </a:moveTo>
                <a:lnTo>
                  <a:pt x="56394" y="189669"/>
                </a:lnTo>
                <a:lnTo>
                  <a:pt x="34041" y="178330"/>
                </a:lnTo>
                <a:lnTo>
                  <a:pt x="19532" y="160578"/>
                </a:lnTo>
                <a:lnTo>
                  <a:pt x="14471" y="137349"/>
                </a:lnTo>
                <a:lnTo>
                  <a:pt x="19532" y="113968"/>
                </a:lnTo>
                <a:lnTo>
                  <a:pt x="34041" y="96138"/>
                </a:lnTo>
                <a:lnTo>
                  <a:pt x="56394" y="84770"/>
                </a:lnTo>
                <a:lnTo>
                  <a:pt x="84988" y="80778"/>
                </a:lnTo>
                <a:lnTo>
                  <a:pt x="113853" y="84770"/>
                </a:lnTo>
                <a:lnTo>
                  <a:pt x="136329" y="96138"/>
                </a:lnTo>
                <a:lnTo>
                  <a:pt x="141646" y="102617"/>
                </a:lnTo>
                <a:lnTo>
                  <a:pt x="84988" y="102617"/>
                </a:lnTo>
                <a:lnTo>
                  <a:pt x="66939" y="105121"/>
                </a:lnTo>
                <a:lnTo>
                  <a:pt x="52887" y="112188"/>
                </a:lnTo>
                <a:lnTo>
                  <a:pt x="43768" y="123153"/>
                </a:lnTo>
                <a:lnTo>
                  <a:pt x="40520" y="137349"/>
                </a:lnTo>
                <a:lnTo>
                  <a:pt x="43768" y="151393"/>
                </a:lnTo>
                <a:lnTo>
                  <a:pt x="52887" y="162280"/>
                </a:lnTo>
                <a:lnTo>
                  <a:pt x="66939" y="169318"/>
                </a:lnTo>
                <a:lnTo>
                  <a:pt x="84988" y="171818"/>
                </a:lnTo>
                <a:lnTo>
                  <a:pt x="141697" y="171818"/>
                </a:lnTo>
                <a:lnTo>
                  <a:pt x="136329" y="178330"/>
                </a:lnTo>
                <a:lnTo>
                  <a:pt x="113853" y="189669"/>
                </a:lnTo>
                <a:lnTo>
                  <a:pt x="84988" y="193657"/>
                </a:lnTo>
                <a:close/>
              </a:path>
              <a:path w="284479" h="330200">
                <a:moveTo>
                  <a:pt x="141697" y="171818"/>
                </a:moveTo>
                <a:lnTo>
                  <a:pt x="84988" y="171818"/>
                </a:lnTo>
                <a:lnTo>
                  <a:pt x="103188" y="169318"/>
                </a:lnTo>
                <a:lnTo>
                  <a:pt x="117319" y="162280"/>
                </a:lnTo>
                <a:lnTo>
                  <a:pt x="126466" y="151393"/>
                </a:lnTo>
                <a:lnTo>
                  <a:pt x="129718" y="137349"/>
                </a:lnTo>
                <a:lnTo>
                  <a:pt x="126466" y="123153"/>
                </a:lnTo>
                <a:lnTo>
                  <a:pt x="117319" y="112188"/>
                </a:lnTo>
                <a:lnTo>
                  <a:pt x="103188" y="105121"/>
                </a:lnTo>
                <a:lnTo>
                  <a:pt x="84988" y="102617"/>
                </a:lnTo>
                <a:lnTo>
                  <a:pt x="141646" y="102617"/>
                </a:lnTo>
                <a:lnTo>
                  <a:pt x="150961" y="113968"/>
                </a:lnTo>
                <a:lnTo>
                  <a:pt x="156294" y="137349"/>
                </a:lnTo>
                <a:lnTo>
                  <a:pt x="150961" y="160578"/>
                </a:lnTo>
                <a:lnTo>
                  <a:pt x="141697" y="171818"/>
                </a:lnTo>
                <a:close/>
              </a:path>
              <a:path w="284479" h="330200">
                <a:moveTo>
                  <a:pt x="173397" y="329954"/>
                </a:moveTo>
                <a:lnTo>
                  <a:pt x="126594" y="326139"/>
                </a:lnTo>
                <a:lnTo>
                  <a:pt x="91632" y="315022"/>
                </a:lnTo>
                <a:lnTo>
                  <a:pt x="69792" y="297097"/>
                </a:lnTo>
                <a:lnTo>
                  <a:pt x="62359" y="272857"/>
                </a:lnTo>
                <a:lnTo>
                  <a:pt x="69792" y="248160"/>
                </a:lnTo>
                <a:lnTo>
                  <a:pt x="91632" y="230001"/>
                </a:lnTo>
                <a:lnTo>
                  <a:pt x="126594" y="218797"/>
                </a:lnTo>
                <a:lnTo>
                  <a:pt x="173397" y="214970"/>
                </a:lnTo>
                <a:lnTo>
                  <a:pt x="220051" y="218797"/>
                </a:lnTo>
                <a:lnTo>
                  <a:pt x="254964" y="230001"/>
                </a:lnTo>
                <a:lnTo>
                  <a:pt x="264439" y="237861"/>
                </a:lnTo>
                <a:lnTo>
                  <a:pt x="173397" y="237861"/>
                </a:lnTo>
                <a:lnTo>
                  <a:pt x="138776" y="240036"/>
                </a:lnTo>
                <a:lnTo>
                  <a:pt x="112912" y="246775"/>
                </a:lnTo>
                <a:lnTo>
                  <a:pt x="96767" y="257805"/>
                </a:lnTo>
                <a:lnTo>
                  <a:pt x="91303" y="272857"/>
                </a:lnTo>
                <a:lnTo>
                  <a:pt x="96767" y="287341"/>
                </a:lnTo>
                <a:lnTo>
                  <a:pt x="112912" y="298149"/>
                </a:lnTo>
                <a:lnTo>
                  <a:pt x="138776" y="304863"/>
                </a:lnTo>
                <a:lnTo>
                  <a:pt x="173397" y="307062"/>
                </a:lnTo>
                <a:lnTo>
                  <a:pt x="264684" y="307062"/>
                </a:lnTo>
                <a:lnTo>
                  <a:pt x="254964" y="315022"/>
                </a:lnTo>
                <a:lnTo>
                  <a:pt x="220051" y="326139"/>
                </a:lnTo>
                <a:lnTo>
                  <a:pt x="173397" y="329954"/>
                </a:lnTo>
                <a:close/>
              </a:path>
              <a:path w="284479" h="330200">
                <a:moveTo>
                  <a:pt x="264684" y="307062"/>
                </a:moveTo>
                <a:lnTo>
                  <a:pt x="173397" y="307062"/>
                </a:lnTo>
                <a:lnTo>
                  <a:pt x="207833" y="304863"/>
                </a:lnTo>
                <a:lnTo>
                  <a:pt x="233586" y="298149"/>
                </a:lnTo>
                <a:lnTo>
                  <a:pt x="249768" y="287341"/>
                </a:lnTo>
                <a:lnTo>
                  <a:pt x="255491" y="272857"/>
                </a:lnTo>
                <a:lnTo>
                  <a:pt x="249768" y="257805"/>
                </a:lnTo>
                <a:lnTo>
                  <a:pt x="233586" y="246775"/>
                </a:lnTo>
                <a:lnTo>
                  <a:pt x="207833" y="240036"/>
                </a:lnTo>
                <a:lnTo>
                  <a:pt x="173397" y="237861"/>
                </a:lnTo>
                <a:lnTo>
                  <a:pt x="264439" y="237861"/>
                </a:lnTo>
                <a:lnTo>
                  <a:pt x="276853" y="248160"/>
                </a:lnTo>
                <a:lnTo>
                  <a:pt x="284434" y="272857"/>
                </a:lnTo>
                <a:lnTo>
                  <a:pt x="276853" y="297097"/>
                </a:lnTo>
                <a:lnTo>
                  <a:pt x="264684" y="307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628974" y="7615743"/>
            <a:ext cx="302260" cy="323850"/>
          </a:xfrm>
          <a:custGeom>
            <a:avLst/>
            <a:gdLst/>
            <a:ahLst/>
            <a:cxnLst/>
            <a:rect l="l" t="t" r="r" b="b"/>
            <a:pathLst>
              <a:path w="302260" h="323850">
                <a:moveTo>
                  <a:pt x="267068" y="109984"/>
                </a:moveTo>
                <a:lnTo>
                  <a:pt x="41310" y="109984"/>
                </a:lnTo>
                <a:lnTo>
                  <a:pt x="41310" y="0"/>
                </a:lnTo>
                <a:lnTo>
                  <a:pt x="70253" y="0"/>
                </a:lnTo>
                <a:lnTo>
                  <a:pt x="70253" y="86040"/>
                </a:lnTo>
                <a:lnTo>
                  <a:pt x="267068" y="86040"/>
                </a:lnTo>
                <a:lnTo>
                  <a:pt x="267068" y="109984"/>
                </a:lnTo>
                <a:close/>
              </a:path>
              <a:path w="302260" h="323850">
                <a:moveTo>
                  <a:pt x="165240" y="153662"/>
                </a:moveTo>
                <a:lnTo>
                  <a:pt x="136560" y="153662"/>
                </a:lnTo>
                <a:lnTo>
                  <a:pt x="136560" y="109984"/>
                </a:lnTo>
                <a:lnTo>
                  <a:pt x="165240" y="109984"/>
                </a:lnTo>
                <a:lnTo>
                  <a:pt x="165240" y="153662"/>
                </a:lnTo>
                <a:close/>
              </a:path>
              <a:path w="302260" h="323850">
                <a:moveTo>
                  <a:pt x="301800" y="178133"/>
                </a:moveTo>
                <a:lnTo>
                  <a:pt x="0" y="178133"/>
                </a:lnTo>
                <a:lnTo>
                  <a:pt x="0" y="153662"/>
                </a:lnTo>
                <a:lnTo>
                  <a:pt x="301800" y="153662"/>
                </a:lnTo>
                <a:lnTo>
                  <a:pt x="301800" y="178133"/>
                </a:lnTo>
                <a:close/>
              </a:path>
              <a:path w="302260" h="323850">
                <a:moveTo>
                  <a:pt x="150505" y="323376"/>
                </a:moveTo>
                <a:lnTo>
                  <a:pt x="102580" y="319367"/>
                </a:lnTo>
                <a:lnTo>
                  <a:pt x="66668" y="307687"/>
                </a:lnTo>
                <a:lnTo>
                  <a:pt x="44126" y="288854"/>
                </a:lnTo>
                <a:lnTo>
                  <a:pt x="36310" y="263384"/>
                </a:lnTo>
                <a:lnTo>
                  <a:pt x="44126" y="237763"/>
                </a:lnTo>
                <a:lnTo>
                  <a:pt x="66668" y="218851"/>
                </a:lnTo>
                <a:lnTo>
                  <a:pt x="102580" y="207142"/>
                </a:lnTo>
                <a:lnTo>
                  <a:pt x="150505" y="203129"/>
                </a:lnTo>
                <a:lnTo>
                  <a:pt x="198241" y="207142"/>
                </a:lnTo>
                <a:lnTo>
                  <a:pt x="234013" y="218851"/>
                </a:lnTo>
                <a:lnTo>
                  <a:pt x="242544" y="226021"/>
                </a:lnTo>
                <a:lnTo>
                  <a:pt x="150505" y="226021"/>
                </a:lnTo>
                <a:lnTo>
                  <a:pt x="114959" y="228640"/>
                </a:lnTo>
                <a:lnTo>
                  <a:pt x="88343" y="235921"/>
                </a:lnTo>
                <a:lnTo>
                  <a:pt x="71692" y="247593"/>
                </a:lnTo>
                <a:lnTo>
                  <a:pt x="66043" y="263384"/>
                </a:lnTo>
                <a:lnTo>
                  <a:pt x="71692" y="278797"/>
                </a:lnTo>
                <a:lnTo>
                  <a:pt x="88343" y="290387"/>
                </a:lnTo>
                <a:lnTo>
                  <a:pt x="114959" y="297685"/>
                </a:lnTo>
                <a:lnTo>
                  <a:pt x="150505" y="300221"/>
                </a:lnTo>
                <a:lnTo>
                  <a:pt x="242933" y="300221"/>
                </a:lnTo>
                <a:lnTo>
                  <a:pt x="234013" y="307687"/>
                </a:lnTo>
                <a:lnTo>
                  <a:pt x="198241" y="319367"/>
                </a:lnTo>
                <a:lnTo>
                  <a:pt x="150505" y="323376"/>
                </a:lnTo>
                <a:close/>
              </a:path>
              <a:path w="302260" h="323850">
                <a:moveTo>
                  <a:pt x="242933" y="300221"/>
                </a:moveTo>
                <a:lnTo>
                  <a:pt x="150505" y="300221"/>
                </a:lnTo>
                <a:lnTo>
                  <a:pt x="185907" y="297685"/>
                </a:lnTo>
                <a:lnTo>
                  <a:pt x="212503" y="290387"/>
                </a:lnTo>
                <a:lnTo>
                  <a:pt x="229281" y="278797"/>
                </a:lnTo>
                <a:lnTo>
                  <a:pt x="235230" y="263384"/>
                </a:lnTo>
                <a:lnTo>
                  <a:pt x="229281" y="247593"/>
                </a:lnTo>
                <a:lnTo>
                  <a:pt x="212503" y="235921"/>
                </a:lnTo>
                <a:lnTo>
                  <a:pt x="185907" y="228640"/>
                </a:lnTo>
                <a:lnTo>
                  <a:pt x="150505" y="226021"/>
                </a:lnTo>
                <a:lnTo>
                  <a:pt x="242544" y="226021"/>
                </a:lnTo>
                <a:lnTo>
                  <a:pt x="256514" y="237763"/>
                </a:lnTo>
                <a:lnTo>
                  <a:pt x="264437" y="263384"/>
                </a:lnTo>
                <a:lnTo>
                  <a:pt x="256514" y="288854"/>
                </a:lnTo>
                <a:lnTo>
                  <a:pt x="242933" y="300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964454" y="7609165"/>
            <a:ext cx="268605" cy="331470"/>
          </a:xfrm>
          <a:custGeom>
            <a:avLst/>
            <a:gdLst/>
            <a:ahLst/>
            <a:cxnLst/>
            <a:rect l="l" t="t" r="r" b="b"/>
            <a:pathLst>
              <a:path w="268605" h="331470">
                <a:moveTo>
                  <a:pt x="268120" y="126298"/>
                </a:moveTo>
                <a:lnTo>
                  <a:pt x="239177" y="126298"/>
                </a:lnTo>
                <a:lnTo>
                  <a:pt x="239177" y="0"/>
                </a:lnTo>
                <a:lnTo>
                  <a:pt x="268120" y="0"/>
                </a:lnTo>
                <a:lnTo>
                  <a:pt x="268120" y="126298"/>
                </a:lnTo>
                <a:close/>
              </a:path>
              <a:path w="268605" h="331470">
                <a:moveTo>
                  <a:pt x="82883" y="256017"/>
                </a:moveTo>
                <a:lnTo>
                  <a:pt x="49248" y="247926"/>
                </a:lnTo>
                <a:lnTo>
                  <a:pt x="22990" y="224837"/>
                </a:lnTo>
                <a:lnTo>
                  <a:pt x="5957" y="188526"/>
                </a:lnTo>
                <a:lnTo>
                  <a:pt x="0" y="140770"/>
                </a:lnTo>
                <a:lnTo>
                  <a:pt x="5957" y="93161"/>
                </a:lnTo>
                <a:lnTo>
                  <a:pt x="22990" y="56900"/>
                </a:lnTo>
                <a:lnTo>
                  <a:pt x="49248" y="33761"/>
                </a:lnTo>
                <a:lnTo>
                  <a:pt x="82883" y="25522"/>
                </a:lnTo>
                <a:lnTo>
                  <a:pt x="114044" y="32684"/>
                </a:lnTo>
                <a:lnTo>
                  <a:pt x="137522" y="51571"/>
                </a:lnTo>
                <a:lnTo>
                  <a:pt x="82883" y="51571"/>
                </a:lnTo>
                <a:lnTo>
                  <a:pt x="60526" y="58071"/>
                </a:lnTo>
                <a:lnTo>
                  <a:pt x="43151" y="76140"/>
                </a:lnTo>
                <a:lnTo>
                  <a:pt x="31895" y="104224"/>
                </a:lnTo>
                <a:lnTo>
                  <a:pt x="27890" y="140770"/>
                </a:lnTo>
                <a:lnTo>
                  <a:pt x="31895" y="177463"/>
                </a:lnTo>
                <a:lnTo>
                  <a:pt x="43151" y="205596"/>
                </a:lnTo>
                <a:lnTo>
                  <a:pt x="60526" y="223616"/>
                </a:lnTo>
                <a:lnTo>
                  <a:pt x="82883" y="229968"/>
                </a:lnTo>
                <a:lnTo>
                  <a:pt x="137319" y="229968"/>
                </a:lnTo>
                <a:lnTo>
                  <a:pt x="114788" y="248651"/>
                </a:lnTo>
                <a:lnTo>
                  <a:pt x="82883" y="256017"/>
                </a:lnTo>
                <a:close/>
              </a:path>
              <a:path w="268605" h="331470">
                <a:moveTo>
                  <a:pt x="137319" y="229968"/>
                </a:moveTo>
                <a:lnTo>
                  <a:pt x="82883" y="229968"/>
                </a:lnTo>
                <a:lnTo>
                  <a:pt x="105129" y="223616"/>
                </a:lnTo>
                <a:lnTo>
                  <a:pt x="122515" y="205596"/>
                </a:lnTo>
                <a:lnTo>
                  <a:pt x="133834" y="177463"/>
                </a:lnTo>
                <a:lnTo>
                  <a:pt x="137875" y="140770"/>
                </a:lnTo>
                <a:lnTo>
                  <a:pt x="133834" y="104224"/>
                </a:lnTo>
                <a:lnTo>
                  <a:pt x="122515" y="76140"/>
                </a:lnTo>
                <a:lnTo>
                  <a:pt x="105129" y="58071"/>
                </a:lnTo>
                <a:lnTo>
                  <a:pt x="82883" y="51571"/>
                </a:lnTo>
                <a:lnTo>
                  <a:pt x="137522" y="51571"/>
                </a:lnTo>
                <a:lnTo>
                  <a:pt x="139076" y="52821"/>
                </a:lnTo>
                <a:lnTo>
                  <a:pt x="156534" y="84503"/>
                </a:lnTo>
                <a:lnTo>
                  <a:pt x="164977" y="126298"/>
                </a:lnTo>
                <a:lnTo>
                  <a:pt x="268120" y="126298"/>
                </a:lnTo>
                <a:lnTo>
                  <a:pt x="268120" y="150505"/>
                </a:lnTo>
                <a:lnTo>
                  <a:pt x="165240" y="150505"/>
                </a:lnTo>
                <a:lnTo>
                  <a:pt x="157533" y="194354"/>
                </a:lnTo>
                <a:lnTo>
                  <a:pt x="140194" y="227583"/>
                </a:lnTo>
                <a:lnTo>
                  <a:pt x="137319" y="229968"/>
                </a:lnTo>
                <a:close/>
              </a:path>
              <a:path w="268605" h="331470">
                <a:moveTo>
                  <a:pt x="268120" y="331270"/>
                </a:moveTo>
                <a:lnTo>
                  <a:pt x="239177" y="331270"/>
                </a:lnTo>
                <a:lnTo>
                  <a:pt x="239177" y="150505"/>
                </a:lnTo>
                <a:lnTo>
                  <a:pt x="268120" y="150505"/>
                </a:lnTo>
                <a:lnTo>
                  <a:pt x="268120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531744" y="7609428"/>
            <a:ext cx="29209" cy="238125"/>
          </a:xfrm>
          <a:custGeom>
            <a:avLst/>
            <a:gdLst/>
            <a:ahLst/>
            <a:cxnLst/>
            <a:rect l="l" t="t" r="r" b="b"/>
            <a:pathLst>
              <a:path w="29210" h="238125">
                <a:moveTo>
                  <a:pt x="29206" y="237861"/>
                </a:moveTo>
                <a:lnTo>
                  <a:pt x="0" y="237861"/>
                </a:lnTo>
                <a:lnTo>
                  <a:pt x="0" y="0"/>
                </a:lnTo>
                <a:lnTo>
                  <a:pt x="29206" y="0"/>
                </a:lnTo>
                <a:lnTo>
                  <a:pt x="29206" y="2378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305196" y="7637780"/>
            <a:ext cx="155575" cy="24130"/>
          </a:xfrm>
          <a:custGeom>
            <a:avLst/>
            <a:gdLst/>
            <a:ahLst/>
            <a:cxnLst/>
            <a:rect l="l" t="t" r="r" b="b"/>
            <a:pathLst>
              <a:path w="155575" h="24129">
                <a:moveTo>
                  <a:pt x="0" y="0"/>
                </a:moveTo>
                <a:lnTo>
                  <a:pt x="155241" y="0"/>
                </a:lnTo>
                <a:lnTo>
                  <a:pt x="15524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305196" y="7661909"/>
            <a:ext cx="29209" cy="105410"/>
          </a:xfrm>
          <a:custGeom>
            <a:avLst/>
            <a:gdLst/>
            <a:ahLst/>
            <a:cxnLst/>
            <a:rect l="l" t="t" r="r" b="b"/>
            <a:pathLst>
              <a:path w="29210" h="105409">
                <a:moveTo>
                  <a:pt x="0" y="0"/>
                </a:moveTo>
                <a:lnTo>
                  <a:pt x="28680" y="0"/>
                </a:lnTo>
                <a:lnTo>
                  <a:pt x="28680" y="105410"/>
                </a:lnTo>
                <a:lnTo>
                  <a:pt x="0" y="1054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305196" y="7767319"/>
            <a:ext cx="155575" cy="24130"/>
          </a:xfrm>
          <a:custGeom>
            <a:avLst/>
            <a:gdLst/>
            <a:ahLst/>
            <a:cxnLst/>
            <a:rect l="l" t="t" r="r" b="b"/>
            <a:pathLst>
              <a:path w="155575" h="24129">
                <a:moveTo>
                  <a:pt x="0" y="0"/>
                </a:moveTo>
                <a:lnTo>
                  <a:pt x="155241" y="0"/>
                </a:lnTo>
                <a:lnTo>
                  <a:pt x="15524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2431758" y="7662053"/>
            <a:ext cx="29209" cy="106045"/>
          </a:xfrm>
          <a:custGeom>
            <a:avLst/>
            <a:gdLst/>
            <a:ahLst/>
            <a:cxnLst/>
            <a:rect l="l" t="t" r="r" b="b"/>
            <a:pathLst>
              <a:path w="29210" h="106045">
                <a:moveTo>
                  <a:pt x="28680" y="105774"/>
                </a:moveTo>
                <a:lnTo>
                  <a:pt x="0" y="105774"/>
                </a:lnTo>
                <a:lnTo>
                  <a:pt x="0" y="0"/>
                </a:lnTo>
                <a:lnTo>
                  <a:pt x="28680" y="0"/>
                </a:lnTo>
                <a:lnTo>
                  <a:pt x="28680" y="1057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2347296" y="7824469"/>
            <a:ext cx="29209" cy="80010"/>
          </a:xfrm>
          <a:custGeom>
            <a:avLst/>
            <a:gdLst/>
            <a:ahLst/>
            <a:cxnLst/>
            <a:rect l="l" t="t" r="r" b="b"/>
            <a:pathLst>
              <a:path w="29210" h="80009">
                <a:moveTo>
                  <a:pt x="0" y="0"/>
                </a:moveTo>
                <a:lnTo>
                  <a:pt x="29206" y="0"/>
                </a:lnTo>
                <a:lnTo>
                  <a:pt x="29206" y="80009"/>
                </a:lnTo>
                <a:lnTo>
                  <a:pt x="0" y="800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2347296" y="7904480"/>
            <a:ext cx="224154" cy="24130"/>
          </a:xfrm>
          <a:custGeom>
            <a:avLst/>
            <a:gdLst/>
            <a:ahLst/>
            <a:cxnLst/>
            <a:rect l="l" t="t" r="r" b="b"/>
            <a:pathLst>
              <a:path w="224155" h="24129">
                <a:moveTo>
                  <a:pt x="0" y="0"/>
                </a:moveTo>
                <a:lnTo>
                  <a:pt x="223916" y="0"/>
                </a:lnTo>
                <a:lnTo>
                  <a:pt x="223916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2734316" y="7609165"/>
            <a:ext cx="251460" cy="331470"/>
          </a:xfrm>
          <a:custGeom>
            <a:avLst/>
            <a:gdLst/>
            <a:ahLst/>
            <a:cxnLst/>
            <a:rect l="l" t="t" r="r" b="b"/>
            <a:pathLst>
              <a:path w="251460" h="331470">
                <a:moveTo>
                  <a:pt x="251017" y="331270"/>
                </a:moveTo>
                <a:lnTo>
                  <a:pt x="221811" y="331270"/>
                </a:lnTo>
                <a:lnTo>
                  <a:pt x="221811" y="0"/>
                </a:lnTo>
                <a:lnTo>
                  <a:pt x="251017" y="0"/>
                </a:lnTo>
                <a:lnTo>
                  <a:pt x="251017" y="331270"/>
                </a:lnTo>
                <a:close/>
              </a:path>
              <a:path w="251460" h="331470">
                <a:moveTo>
                  <a:pt x="26838" y="249176"/>
                </a:moveTo>
                <a:lnTo>
                  <a:pt x="0" y="249176"/>
                </a:lnTo>
                <a:lnTo>
                  <a:pt x="0" y="31574"/>
                </a:lnTo>
                <a:lnTo>
                  <a:pt x="157346" y="31574"/>
                </a:lnTo>
                <a:lnTo>
                  <a:pt x="157346" y="56044"/>
                </a:lnTo>
                <a:lnTo>
                  <a:pt x="29469" y="56044"/>
                </a:lnTo>
                <a:lnTo>
                  <a:pt x="29469" y="223916"/>
                </a:lnTo>
                <a:lnTo>
                  <a:pt x="186911" y="223916"/>
                </a:lnTo>
                <a:lnTo>
                  <a:pt x="188658" y="237598"/>
                </a:lnTo>
                <a:lnTo>
                  <a:pt x="151126" y="243255"/>
                </a:lnTo>
                <a:lnTo>
                  <a:pt x="113569" y="246742"/>
                </a:lnTo>
                <a:lnTo>
                  <a:pt x="73102" y="248551"/>
                </a:lnTo>
                <a:lnTo>
                  <a:pt x="26838" y="249176"/>
                </a:lnTo>
                <a:close/>
              </a:path>
              <a:path w="251460" h="331470">
                <a:moveTo>
                  <a:pt x="186911" y="223916"/>
                </a:moveTo>
                <a:lnTo>
                  <a:pt x="29469" y="223916"/>
                </a:lnTo>
                <a:lnTo>
                  <a:pt x="74015" y="223466"/>
                </a:lnTo>
                <a:lnTo>
                  <a:pt x="113010" y="221795"/>
                </a:lnTo>
                <a:lnTo>
                  <a:pt x="149243" y="218421"/>
                </a:lnTo>
                <a:lnTo>
                  <a:pt x="185500" y="212865"/>
                </a:lnTo>
                <a:lnTo>
                  <a:pt x="186911" y="2239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042168" y="7609165"/>
            <a:ext cx="273050" cy="330835"/>
          </a:xfrm>
          <a:custGeom>
            <a:avLst/>
            <a:gdLst/>
            <a:ahLst/>
            <a:cxnLst/>
            <a:rect l="l" t="t" r="r" b="b"/>
            <a:pathLst>
              <a:path w="273050" h="330834">
                <a:moveTo>
                  <a:pt x="272593" y="330743"/>
                </a:moveTo>
                <a:lnTo>
                  <a:pt x="243387" y="330743"/>
                </a:lnTo>
                <a:lnTo>
                  <a:pt x="243387" y="0"/>
                </a:lnTo>
                <a:lnTo>
                  <a:pt x="272593" y="0"/>
                </a:lnTo>
                <a:lnTo>
                  <a:pt x="272593" y="330743"/>
                </a:lnTo>
                <a:close/>
              </a:path>
              <a:path w="273050" h="330834">
                <a:moveTo>
                  <a:pt x="197078" y="58412"/>
                </a:moveTo>
                <a:lnTo>
                  <a:pt x="10787" y="58412"/>
                </a:lnTo>
                <a:lnTo>
                  <a:pt x="10787" y="33942"/>
                </a:lnTo>
                <a:lnTo>
                  <a:pt x="197078" y="33942"/>
                </a:lnTo>
                <a:lnTo>
                  <a:pt x="197078" y="58412"/>
                </a:lnTo>
                <a:close/>
              </a:path>
              <a:path w="273050" h="330834">
                <a:moveTo>
                  <a:pt x="17366" y="267068"/>
                </a:moveTo>
                <a:lnTo>
                  <a:pt x="0" y="243913"/>
                </a:lnTo>
                <a:lnTo>
                  <a:pt x="33839" y="220154"/>
                </a:lnTo>
                <a:lnTo>
                  <a:pt x="62129" y="185665"/>
                </a:lnTo>
                <a:lnTo>
                  <a:pt x="81588" y="144712"/>
                </a:lnTo>
                <a:lnTo>
                  <a:pt x="88935" y="101564"/>
                </a:lnTo>
                <a:lnTo>
                  <a:pt x="88935" y="58412"/>
                </a:lnTo>
                <a:lnTo>
                  <a:pt x="118404" y="58412"/>
                </a:lnTo>
                <a:lnTo>
                  <a:pt x="118404" y="101564"/>
                </a:lnTo>
                <a:lnTo>
                  <a:pt x="125537" y="143216"/>
                </a:lnTo>
                <a:lnTo>
                  <a:pt x="132756" y="157609"/>
                </a:lnTo>
                <a:lnTo>
                  <a:pt x="104064" y="157609"/>
                </a:lnTo>
                <a:lnTo>
                  <a:pt x="89278" y="192473"/>
                </a:lnTo>
                <a:lnTo>
                  <a:pt x="69052" y="223390"/>
                </a:lnTo>
                <a:lnTo>
                  <a:pt x="44658" y="248781"/>
                </a:lnTo>
                <a:lnTo>
                  <a:pt x="17366" y="267068"/>
                </a:lnTo>
                <a:close/>
              </a:path>
              <a:path w="273050" h="330834">
                <a:moveTo>
                  <a:pt x="191552" y="258911"/>
                </a:moveTo>
                <a:lnTo>
                  <a:pt x="163747" y="242065"/>
                </a:lnTo>
                <a:lnTo>
                  <a:pt x="139125" y="218769"/>
                </a:lnTo>
                <a:lnTo>
                  <a:pt x="118844" y="190218"/>
                </a:lnTo>
                <a:lnTo>
                  <a:pt x="104064" y="157609"/>
                </a:lnTo>
                <a:lnTo>
                  <a:pt x="132756" y="157609"/>
                </a:lnTo>
                <a:lnTo>
                  <a:pt x="144881" y="181784"/>
                </a:lnTo>
                <a:lnTo>
                  <a:pt x="173351" y="213790"/>
                </a:lnTo>
                <a:lnTo>
                  <a:pt x="207866" y="235756"/>
                </a:lnTo>
                <a:lnTo>
                  <a:pt x="191552" y="2589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3388700" y="7609165"/>
            <a:ext cx="269875" cy="327660"/>
          </a:xfrm>
          <a:custGeom>
            <a:avLst/>
            <a:gdLst/>
            <a:ahLst/>
            <a:cxnLst/>
            <a:rect l="l" t="t" r="r" b="b"/>
            <a:pathLst>
              <a:path w="269875" h="327659">
                <a:moveTo>
                  <a:pt x="256806" y="178659"/>
                </a:moveTo>
                <a:lnTo>
                  <a:pt x="227863" y="178659"/>
                </a:lnTo>
                <a:lnTo>
                  <a:pt x="227863" y="99986"/>
                </a:lnTo>
                <a:lnTo>
                  <a:pt x="164187" y="99986"/>
                </a:lnTo>
                <a:lnTo>
                  <a:pt x="164187" y="76042"/>
                </a:lnTo>
                <a:lnTo>
                  <a:pt x="227863" y="76042"/>
                </a:lnTo>
                <a:lnTo>
                  <a:pt x="227863" y="0"/>
                </a:lnTo>
                <a:lnTo>
                  <a:pt x="256806" y="0"/>
                </a:lnTo>
                <a:lnTo>
                  <a:pt x="256806" y="178659"/>
                </a:lnTo>
                <a:close/>
              </a:path>
              <a:path w="269875" h="327659">
                <a:moveTo>
                  <a:pt x="24207" y="165503"/>
                </a:moveTo>
                <a:lnTo>
                  <a:pt x="0" y="165503"/>
                </a:lnTo>
                <a:lnTo>
                  <a:pt x="0" y="20260"/>
                </a:lnTo>
                <a:lnTo>
                  <a:pt x="149979" y="20260"/>
                </a:lnTo>
                <a:lnTo>
                  <a:pt x="149979" y="44467"/>
                </a:lnTo>
                <a:lnTo>
                  <a:pt x="28943" y="44467"/>
                </a:lnTo>
                <a:lnTo>
                  <a:pt x="28943" y="79725"/>
                </a:lnTo>
                <a:lnTo>
                  <a:pt x="141033" y="79725"/>
                </a:lnTo>
                <a:lnTo>
                  <a:pt x="141033" y="102617"/>
                </a:lnTo>
                <a:lnTo>
                  <a:pt x="28943" y="102617"/>
                </a:lnTo>
                <a:lnTo>
                  <a:pt x="28943" y="141822"/>
                </a:lnTo>
                <a:lnTo>
                  <a:pt x="168543" y="141822"/>
                </a:lnTo>
                <a:lnTo>
                  <a:pt x="170239" y="157083"/>
                </a:lnTo>
                <a:lnTo>
                  <a:pt x="137653" y="161618"/>
                </a:lnTo>
                <a:lnTo>
                  <a:pt x="104722" y="164154"/>
                </a:lnTo>
                <a:lnTo>
                  <a:pt x="68041" y="165260"/>
                </a:lnTo>
                <a:lnTo>
                  <a:pt x="24207" y="165503"/>
                </a:lnTo>
                <a:close/>
              </a:path>
              <a:path w="269875" h="327659">
                <a:moveTo>
                  <a:pt x="168543" y="141822"/>
                </a:moveTo>
                <a:lnTo>
                  <a:pt x="28943" y="141822"/>
                </a:lnTo>
                <a:lnTo>
                  <a:pt x="70368" y="141524"/>
                </a:lnTo>
                <a:lnTo>
                  <a:pt x="105182" y="140326"/>
                </a:lnTo>
                <a:lnTo>
                  <a:pt x="136543" y="137770"/>
                </a:lnTo>
                <a:lnTo>
                  <a:pt x="167608" y="133402"/>
                </a:lnTo>
                <a:lnTo>
                  <a:pt x="168543" y="141822"/>
                </a:lnTo>
                <a:close/>
              </a:path>
              <a:path w="269875" h="327659">
                <a:moveTo>
                  <a:pt x="269436" y="327060"/>
                </a:moveTo>
                <a:lnTo>
                  <a:pt x="43151" y="327060"/>
                </a:lnTo>
                <a:lnTo>
                  <a:pt x="43151" y="248123"/>
                </a:lnTo>
                <a:lnTo>
                  <a:pt x="227863" y="248123"/>
                </a:lnTo>
                <a:lnTo>
                  <a:pt x="227863" y="217075"/>
                </a:lnTo>
                <a:lnTo>
                  <a:pt x="42362" y="217075"/>
                </a:lnTo>
                <a:lnTo>
                  <a:pt x="42362" y="193657"/>
                </a:lnTo>
                <a:lnTo>
                  <a:pt x="256806" y="193657"/>
                </a:lnTo>
                <a:lnTo>
                  <a:pt x="256806" y="270225"/>
                </a:lnTo>
                <a:lnTo>
                  <a:pt x="72095" y="270225"/>
                </a:lnTo>
                <a:lnTo>
                  <a:pt x="72095" y="303642"/>
                </a:lnTo>
                <a:lnTo>
                  <a:pt x="269436" y="303642"/>
                </a:lnTo>
                <a:lnTo>
                  <a:pt x="269436" y="327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3702341" y="7609165"/>
            <a:ext cx="274320" cy="330835"/>
          </a:xfrm>
          <a:custGeom>
            <a:avLst/>
            <a:gdLst/>
            <a:ahLst/>
            <a:cxnLst/>
            <a:rect l="l" t="t" r="r" b="b"/>
            <a:pathLst>
              <a:path w="274320" h="330834">
                <a:moveTo>
                  <a:pt x="272857" y="197078"/>
                </a:moveTo>
                <a:lnTo>
                  <a:pt x="243650" y="197078"/>
                </a:lnTo>
                <a:lnTo>
                  <a:pt x="243650" y="110511"/>
                </a:lnTo>
                <a:lnTo>
                  <a:pt x="176817" y="110511"/>
                </a:lnTo>
                <a:lnTo>
                  <a:pt x="176817" y="86303"/>
                </a:lnTo>
                <a:lnTo>
                  <a:pt x="243650" y="86303"/>
                </a:lnTo>
                <a:lnTo>
                  <a:pt x="243650" y="0"/>
                </a:lnTo>
                <a:lnTo>
                  <a:pt x="272857" y="0"/>
                </a:lnTo>
                <a:lnTo>
                  <a:pt x="272857" y="197078"/>
                </a:lnTo>
                <a:close/>
              </a:path>
              <a:path w="274320" h="330834">
                <a:moveTo>
                  <a:pt x="187605" y="48414"/>
                </a:moveTo>
                <a:lnTo>
                  <a:pt x="9472" y="48414"/>
                </a:lnTo>
                <a:lnTo>
                  <a:pt x="9472" y="24207"/>
                </a:lnTo>
                <a:lnTo>
                  <a:pt x="187605" y="24207"/>
                </a:lnTo>
                <a:lnTo>
                  <a:pt x="187605" y="48414"/>
                </a:lnTo>
                <a:close/>
              </a:path>
              <a:path w="274320" h="330834">
                <a:moveTo>
                  <a:pt x="15261" y="193920"/>
                </a:moveTo>
                <a:lnTo>
                  <a:pt x="0" y="170765"/>
                </a:lnTo>
                <a:lnTo>
                  <a:pt x="33913" y="152692"/>
                </a:lnTo>
                <a:lnTo>
                  <a:pt x="60550" y="126824"/>
                </a:lnTo>
                <a:lnTo>
                  <a:pt x="77962" y="95430"/>
                </a:lnTo>
                <a:lnTo>
                  <a:pt x="84198" y="60781"/>
                </a:lnTo>
                <a:lnTo>
                  <a:pt x="84198" y="48414"/>
                </a:lnTo>
                <a:lnTo>
                  <a:pt x="113668" y="48414"/>
                </a:lnTo>
                <a:lnTo>
                  <a:pt x="113717" y="60781"/>
                </a:lnTo>
                <a:lnTo>
                  <a:pt x="119605" y="92137"/>
                </a:lnTo>
                <a:lnTo>
                  <a:pt x="129667" y="109458"/>
                </a:lnTo>
                <a:lnTo>
                  <a:pt x="99591" y="109458"/>
                </a:lnTo>
                <a:lnTo>
                  <a:pt x="85970" y="136882"/>
                </a:lnTo>
                <a:lnTo>
                  <a:pt x="66898" y="160619"/>
                </a:lnTo>
                <a:lnTo>
                  <a:pt x="43090" y="179890"/>
                </a:lnTo>
                <a:lnTo>
                  <a:pt x="15261" y="193920"/>
                </a:lnTo>
                <a:close/>
              </a:path>
              <a:path w="274320" h="330834">
                <a:moveTo>
                  <a:pt x="179975" y="184711"/>
                </a:moveTo>
                <a:lnTo>
                  <a:pt x="153724" y="172083"/>
                </a:lnTo>
                <a:lnTo>
                  <a:pt x="131198" y="154830"/>
                </a:lnTo>
                <a:lnTo>
                  <a:pt x="112965" y="133704"/>
                </a:lnTo>
                <a:lnTo>
                  <a:pt x="99591" y="109458"/>
                </a:lnTo>
                <a:lnTo>
                  <a:pt x="129667" y="109458"/>
                </a:lnTo>
                <a:lnTo>
                  <a:pt x="136296" y="120871"/>
                </a:lnTo>
                <a:lnTo>
                  <a:pt x="162066" y="144622"/>
                </a:lnTo>
                <a:lnTo>
                  <a:pt x="195236" y="161293"/>
                </a:lnTo>
                <a:lnTo>
                  <a:pt x="179975" y="184711"/>
                </a:lnTo>
                <a:close/>
              </a:path>
              <a:path w="274320" h="330834">
                <a:moveTo>
                  <a:pt x="163135" y="330480"/>
                </a:moveTo>
                <a:lnTo>
                  <a:pt x="116706" y="326225"/>
                </a:lnTo>
                <a:lnTo>
                  <a:pt x="81797" y="314200"/>
                </a:lnTo>
                <a:lnTo>
                  <a:pt x="59864" y="294922"/>
                </a:lnTo>
                <a:lnTo>
                  <a:pt x="52361" y="268910"/>
                </a:lnTo>
                <a:lnTo>
                  <a:pt x="59864" y="242861"/>
                </a:lnTo>
                <a:lnTo>
                  <a:pt x="81797" y="223521"/>
                </a:lnTo>
                <a:lnTo>
                  <a:pt x="116706" y="211483"/>
                </a:lnTo>
                <a:lnTo>
                  <a:pt x="163135" y="207339"/>
                </a:lnTo>
                <a:lnTo>
                  <a:pt x="209415" y="211483"/>
                </a:lnTo>
                <a:lnTo>
                  <a:pt x="244275" y="223521"/>
                </a:lnTo>
                <a:lnTo>
                  <a:pt x="251902" y="230231"/>
                </a:lnTo>
                <a:lnTo>
                  <a:pt x="163135" y="230231"/>
                </a:lnTo>
                <a:lnTo>
                  <a:pt x="128888" y="232870"/>
                </a:lnTo>
                <a:lnTo>
                  <a:pt x="103077" y="240493"/>
                </a:lnTo>
                <a:lnTo>
                  <a:pt x="86838" y="252654"/>
                </a:lnTo>
                <a:lnTo>
                  <a:pt x="81304" y="268910"/>
                </a:lnTo>
                <a:lnTo>
                  <a:pt x="86838" y="285009"/>
                </a:lnTo>
                <a:lnTo>
                  <a:pt x="103077" y="297064"/>
                </a:lnTo>
                <a:lnTo>
                  <a:pt x="128888" y="304579"/>
                </a:lnTo>
                <a:lnTo>
                  <a:pt x="163135" y="307062"/>
                </a:lnTo>
                <a:lnTo>
                  <a:pt x="252414" y="307062"/>
                </a:lnTo>
                <a:lnTo>
                  <a:pt x="244275" y="314200"/>
                </a:lnTo>
                <a:lnTo>
                  <a:pt x="209415" y="326225"/>
                </a:lnTo>
                <a:lnTo>
                  <a:pt x="163135" y="330480"/>
                </a:lnTo>
                <a:close/>
              </a:path>
              <a:path w="274320" h="330834">
                <a:moveTo>
                  <a:pt x="252414" y="307062"/>
                </a:moveTo>
                <a:lnTo>
                  <a:pt x="163135" y="307062"/>
                </a:lnTo>
                <a:lnTo>
                  <a:pt x="197234" y="304579"/>
                </a:lnTo>
                <a:lnTo>
                  <a:pt x="222995" y="297064"/>
                </a:lnTo>
                <a:lnTo>
                  <a:pt x="239284" y="285009"/>
                </a:lnTo>
                <a:lnTo>
                  <a:pt x="244966" y="268910"/>
                </a:lnTo>
                <a:lnTo>
                  <a:pt x="239284" y="252654"/>
                </a:lnTo>
                <a:lnTo>
                  <a:pt x="222995" y="240493"/>
                </a:lnTo>
                <a:lnTo>
                  <a:pt x="197234" y="232870"/>
                </a:lnTo>
                <a:lnTo>
                  <a:pt x="163135" y="230231"/>
                </a:lnTo>
                <a:lnTo>
                  <a:pt x="251902" y="230231"/>
                </a:lnTo>
                <a:lnTo>
                  <a:pt x="266258" y="242861"/>
                </a:lnTo>
                <a:lnTo>
                  <a:pt x="273909" y="268910"/>
                </a:lnTo>
                <a:lnTo>
                  <a:pt x="266258" y="294922"/>
                </a:lnTo>
                <a:lnTo>
                  <a:pt x="252414" y="307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066238" y="7632700"/>
            <a:ext cx="29209" cy="59690"/>
          </a:xfrm>
          <a:custGeom>
            <a:avLst/>
            <a:gdLst/>
            <a:ahLst/>
            <a:cxnLst/>
            <a:rect l="l" t="t" r="r" b="b"/>
            <a:pathLst>
              <a:path w="29210" h="59690">
                <a:moveTo>
                  <a:pt x="0" y="0"/>
                </a:moveTo>
                <a:lnTo>
                  <a:pt x="29206" y="0"/>
                </a:lnTo>
                <a:lnTo>
                  <a:pt x="29206" y="59690"/>
                </a:lnTo>
                <a:lnTo>
                  <a:pt x="0" y="596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066238" y="7692390"/>
            <a:ext cx="230504" cy="24130"/>
          </a:xfrm>
          <a:custGeom>
            <a:avLst/>
            <a:gdLst/>
            <a:ahLst/>
            <a:cxnLst/>
            <a:rect l="l" t="t" r="r" b="b"/>
            <a:pathLst>
              <a:path w="230504" h="24129">
                <a:moveTo>
                  <a:pt x="0" y="0"/>
                </a:moveTo>
                <a:lnTo>
                  <a:pt x="229968" y="0"/>
                </a:lnTo>
                <a:lnTo>
                  <a:pt x="229968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066238" y="7716519"/>
            <a:ext cx="29209" cy="60960"/>
          </a:xfrm>
          <a:custGeom>
            <a:avLst/>
            <a:gdLst/>
            <a:ahLst/>
            <a:cxnLst/>
            <a:rect l="l" t="t" r="r" b="b"/>
            <a:pathLst>
              <a:path w="29210" h="60959">
                <a:moveTo>
                  <a:pt x="0" y="0"/>
                </a:moveTo>
                <a:lnTo>
                  <a:pt x="29206" y="0"/>
                </a:lnTo>
                <a:lnTo>
                  <a:pt x="29206" y="60959"/>
                </a:lnTo>
                <a:lnTo>
                  <a:pt x="0" y="609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066238" y="7777480"/>
            <a:ext cx="230504" cy="24130"/>
          </a:xfrm>
          <a:custGeom>
            <a:avLst/>
            <a:gdLst/>
            <a:ahLst/>
            <a:cxnLst/>
            <a:rect l="l" t="t" r="r" b="b"/>
            <a:pathLst>
              <a:path w="230504" h="24129">
                <a:moveTo>
                  <a:pt x="0" y="0"/>
                </a:moveTo>
                <a:lnTo>
                  <a:pt x="229968" y="0"/>
                </a:lnTo>
                <a:lnTo>
                  <a:pt x="229968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267263" y="7632583"/>
            <a:ext cx="29209" cy="60325"/>
          </a:xfrm>
          <a:custGeom>
            <a:avLst/>
            <a:gdLst/>
            <a:ahLst/>
            <a:cxnLst/>
            <a:rect l="l" t="t" r="r" b="b"/>
            <a:pathLst>
              <a:path w="29210" h="60325">
                <a:moveTo>
                  <a:pt x="28943" y="59728"/>
                </a:moveTo>
                <a:lnTo>
                  <a:pt x="0" y="59728"/>
                </a:lnTo>
                <a:lnTo>
                  <a:pt x="0" y="0"/>
                </a:lnTo>
                <a:lnTo>
                  <a:pt x="28943" y="0"/>
                </a:lnTo>
                <a:lnTo>
                  <a:pt x="28943" y="597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267263" y="7716256"/>
            <a:ext cx="29209" cy="61594"/>
          </a:xfrm>
          <a:custGeom>
            <a:avLst/>
            <a:gdLst/>
            <a:ahLst/>
            <a:cxnLst/>
            <a:rect l="l" t="t" r="r" b="b"/>
            <a:pathLst>
              <a:path w="29210" h="61595">
                <a:moveTo>
                  <a:pt x="28943" y="61570"/>
                </a:moveTo>
                <a:lnTo>
                  <a:pt x="0" y="61570"/>
                </a:lnTo>
                <a:lnTo>
                  <a:pt x="0" y="0"/>
                </a:lnTo>
                <a:lnTo>
                  <a:pt x="28943" y="0"/>
                </a:lnTo>
                <a:lnTo>
                  <a:pt x="28943" y="61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166487" y="7801771"/>
            <a:ext cx="29209" cy="71755"/>
          </a:xfrm>
          <a:custGeom>
            <a:avLst/>
            <a:gdLst/>
            <a:ahLst/>
            <a:cxnLst/>
            <a:rect l="l" t="t" r="r" b="b"/>
            <a:pathLst>
              <a:path w="29210" h="71754">
                <a:moveTo>
                  <a:pt x="28943" y="71305"/>
                </a:moveTo>
                <a:lnTo>
                  <a:pt x="0" y="71305"/>
                </a:lnTo>
                <a:lnTo>
                  <a:pt x="0" y="0"/>
                </a:lnTo>
                <a:lnTo>
                  <a:pt x="28943" y="0"/>
                </a:lnTo>
                <a:lnTo>
                  <a:pt x="28943" y="713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4030453" y="7873076"/>
            <a:ext cx="302895" cy="24765"/>
          </a:xfrm>
          <a:custGeom>
            <a:avLst/>
            <a:gdLst/>
            <a:ahLst/>
            <a:cxnLst/>
            <a:rect l="l" t="t" r="r" b="b"/>
            <a:pathLst>
              <a:path w="302895" h="24765">
                <a:moveTo>
                  <a:pt x="302852" y="24470"/>
                </a:moveTo>
                <a:lnTo>
                  <a:pt x="0" y="24470"/>
                </a:lnTo>
                <a:lnTo>
                  <a:pt x="0" y="0"/>
                </a:lnTo>
                <a:lnTo>
                  <a:pt x="302852" y="0"/>
                </a:lnTo>
                <a:lnTo>
                  <a:pt x="302852" y="244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4355671" y="7609165"/>
            <a:ext cx="313690" cy="330835"/>
          </a:xfrm>
          <a:custGeom>
            <a:avLst/>
            <a:gdLst/>
            <a:ahLst/>
            <a:cxnLst/>
            <a:rect l="l" t="t" r="r" b="b"/>
            <a:pathLst>
              <a:path w="313689" h="330834">
                <a:moveTo>
                  <a:pt x="260753" y="330743"/>
                </a:moveTo>
                <a:lnTo>
                  <a:pt x="231546" y="330743"/>
                </a:lnTo>
                <a:lnTo>
                  <a:pt x="231546" y="0"/>
                </a:lnTo>
                <a:lnTo>
                  <a:pt x="260753" y="0"/>
                </a:lnTo>
                <a:lnTo>
                  <a:pt x="260753" y="140770"/>
                </a:lnTo>
                <a:lnTo>
                  <a:pt x="313640" y="140770"/>
                </a:lnTo>
                <a:lnTo>
                  <a:pt x="313640" y="165503"/>
                </a:lnTo>
                <a:lnTo>
                  <a:pt x="260753" y="165503"/>
                </a:lnTo>
                <a:lnTo>
                  <a:pt x="260753" y="330743"/>
                </a:lnTo>
                <a:close/>
              </a:path>
              <a:path w="313689" h="330834">
                <a:moveTo>
                  <a:pt x="120509" y="40520"/>
                </a:moveTo>
                <a:lnTo>
                  <a:pt x="91303" y="40520"/>
                </a:lnTo>
                <a:lnTo>
                  <a:pt x="91303" y="526"/>
                </a:lnTo>
                <a:lnTo>
                  <a:pt x="120509" y="526"/>
                </a:lnTo>
                <a:lnTo>
                  <a:pt x="120509" y="40520"/>
                </a:lnTo>
                <a:close/>
              </a:path>
              <a:path w="313689" h="330834">
                <a:moveTo>
                  <a:pt x="205497" y="64201"/>
                </a:moveTo>
                <a:lnTo>
                  <a:pt x="6051" y="64201"/>
                </a:lnTo>
                <a:lnTo>
                  <a:pt x="6051" y="40520"/>
                </a:lnTo>
                <a:lnTo>
                  <a:pt x="205497" y="40520"/>
                </a:lnTo>
                <a:lnTo>
                  <a:pt x="205497" y="64201"/>
                </a:lnTo>
                <a:close/>
              </a:path>
              <a:path w="313689" h="330834">
                <a:moveTo>
                  <a:pt x="4999" y="267331"/>
                </a:moveTo>
                <a:lnTo>
                  <a:pt x="0" y="242598"/>
                </a:lnTo>
                <a:lnTo>
                  <a:pt x="43480" y="242302"/>
                </a:lnTo>
                <a:lnTo>
                  <a:pt x="91303" y="241414"/>
                </a:lnTo>
                <a:lnTo>
                  <a:pt x="91303" y="204971"/>
                </a:lnTo>
                <a:lnTo>
                  <a:pt x="65095" y="198280"/>
                </a:lnTo>
                <a:lnTo>
                  <a:pt x="45043" y="185582"/>
                </a:lnTo>
                <a:lnTo>
                  <a:pt x="32267" y="167581"/>
                </a:lnTo>
                <a:lnTo>
                  <a:pt x="27890" y="144979"/>
                </a:lnTo>
                <a:lnTo>
                  <a:pt x="33404" y="119596"/>
                </a:lnTo>
                <a:lnTo>
                  <a:pt x="49302" y="100183"/>
                </a:lnTo>
                <a:lnTo>
                  <a:pt x="74031" y="87775"/>
                </a:lnTo>
                <a:lnTo>
                  <a:pt x="106037" y="83409"/>
                </a:lnTo>
                <a:lnTo>
                  <a:pt x="137830" y="87775"/>
                </a:lnTo>
                <a:lnTo>
                  <a:pt x="162642" y="100183"/>
                </a:lnTo>
                <a:lnTo>
                  <a:pt x="167739" y="106301"/>
                </a:lnTo>
                <a:lnTo>
                  <a:pt x="106037" y="106301"/>
                </a:lnTo>
                <a:lnTo>
                  <a:pt x="85226" y="109088"/>
                </a:lnTo>
                <a:lnTo>
                  <a:pt x="69200" y="116957"/>
                </a:lnTo>
                <a:lnTo>
                  <a:pt x="58898" y="129168"/>
                </a:lnTo>
                <a:lnTo>
                  <a:pt x="55255" y="144979"/>
                </a:lnTo>
                <a:lnTo>
                  <a:pt x="58898" y="160553"/>
                </a:lnTo>
                <a:lnTo>
                  <a:pt x="69200" y="172476"/>
                </a:lnTo>
                <a:lnTo>
                  <a:pt x="85226" y="180057"/>
                </a:lnTo>
                <a:lnTo>
                  <a:pt x="106037" y="182606"/>
                </a:lnTo>
                <a:lnTo>
                  <a:pt x="169108" y="182606"/>
                </a:lnTo>
                <a:lnTo>
                  <a:pt x="166917" y="185632"/>
                </a:lnTo>
                <a:lnTo>
                  <a:pt x="146710" y="198336"/>
                </a:lnTo>
                <a:lnTo>
                  <a:pt x="120509" y="204971"/>
                </a:lnTo>
                <a:lnTo>
                  <a:pt x="120509" y="240229"/>
                </a:lnTo>
                <a:lnTo>
                  <a:pt x="212063" y="240229"/>
                </a:lnTo>
                <a:lnTo>
                  <a:pt x="213391" y="254175"/>
                </a:lnTo>
                <a:lnTo>
                  <a:pt x="158444" y="261448"/>
                </a:lnTo>
                <a:lnTo>
                  <a:pt x="103768" y="265390"/>
                </a:lnTo>
                <a:lnTo>
                  <a:pt x="51806" y="267014"/>
                </a:lnTo>
                <a:lnTo>
                  <a:pt x="4999" y="267331"/>
                </a:lnTo>
                <a:close/>
              </a:path>
              <a:path w="313689" h="330834">
                <a:moveTo>
                  <a:pt x="169108" y="182606"/>
                </a:moveTo>
                <a:lnTo>
                  <a:pt x="106037" y="182606"/>
                </a:lnTo>
                <a:lnTo>
                  <a:pt x="126697" y="180057"/>
                </a:lnTo>
                <a:lnTo>
                  <a:pt x="142644" y="172476"/>
                </a:lnTo>
                <a:lnTo>
                  <a:pt x="152918" y="160553"/>
                </a:lnTo>
                <a:lnTo>
                  <a:pt x="156557" y="144979"/>
                </a:lnTo>
                <a:lnTo>
                  <a:pt x="152918" y="129168"/>
                </a:lnTo>
                <a:lnTo>
                  <a:pt x="142644" y="116957"/>
                </a:lnTo>
                <a:lnTo>
                  <a:pt x="126697" y="109088"/>
                </a:lnTo>
                <a:lnTo>
                  <a:pt x="106037" y="106301"/>
                </a:lnTo>
                <a:lnTo>
                  <a:pt x="167739" y="106301"/>
                </a:lnTo>
                <a:lnTo>
                  <a:pt x="178819" y="119596"/>
                </a:lnTo>
                <a:lnTo>
                  <a:pt x="184711" y="144979"/>
                </a:lnTo>
                <a:lnTo>
                  <a:pt x="179971" y="167600"/>
                </a:lnTo>
                <a:lnTo>
                  <a:pt x="169108" y="182606"/>
                </a:lnTo>
                <a:close/>
              </a:path>
              <a:path w="313689" h="330834">
                <a:moveTo>
                  <a:pt x="212063" y="240229"/>
                </a:moveTo>
                <a:lnTo>
                  <a:pt x="120509" y="240229"/>
                </a:lnTo>
                <a:lnTo>
                  <a:pt x="143629" y="238936"/>
                </a:lnTo>
                <a:lnTo>
                  <a:pt x="166638" y="237187"/>
                </a:lnTo>
                <a:lnTo>
                  <a:pt x="189276" y="234920"/>
                </a:lnTo>
                <a:lnTo>
                  <a:pt x="211286" y="232073"/>
                </a:lnTo>
                <a:lnTo>
                  <a:pt x="212063" y="2402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4784726" y="7621006"/>
            <a:ext cx="301625" cy="319405"/>
          </a:xfrm>
          <a:custGeom>
            <a:avLst/>
            <a:gdLst/>
            <a:ahLst/>
            <a:cxnLst/>
            <a:rect l="l" t="t" r="r" b="b"/>
            <a:pathLst>
              <a:path w="301625" h="319404">
                <a:moveTo>
                  <a:pt x="27627" y="138138"/>
                </a:moveTo>
                <a:lnTo>
                  <a:pt x="15524" y="114194"/>
                </a:lnTo>
                <a:lnTo>
                  <a:pt x="59510" y="102420"/>
                </a:lnTo>
                <a:lnTo>
                  <a:pt x="98045" y="81172"/>
                </a:lnTo>
                <a:lnTo>
                  <a:pt x="125381" y="52624"/>
                </a:lnTo>
                <a:lnTo>
                  <a:pt x="135770" y="18944"/>
                </a:lnTo>
                <a:lnTo>
                  <a:pt x="135770" y="0"/>
                </a:lnTo>
                <a:lnTo>
                  <a:pt x="166029" y="0"/>
                </a:lnTo>
                <a:lnTo>
                  <a:pt x="166029" y="18944"/>
                </a:lnTo>
                <a:lnTo>
                  <a:pt x="176460" y="52291"/>
                </a:lnTo>
                <a:lnTo>
                  <a:pt x="184100" y="60254"/>
                </a:lnTo>
                <a:lnTo>
                  <a:pt x="151031" y="60254"/>
                </a:lnTo>
                <a:lnTo>
                  <a:pt x="130103" y="88464"/>
                </a:lnTo>
                <a:lnTo>
                  <a:pt x="100726" y="111283"/>
                </a:lnTo>
                <a:lnTo>
                  <a:pt x="65650" y="128060"/>
                </a:lnTo>
                <a:lnTo>
                  <a:pt x="27627" y="138138"/>
                </a:lnTo>
                <a:close/>
              </a:path>
              <a:path w="301625" h="319404">
                <a:moveTo>
                  <a:pt x="274698" y="138138"/>
                </a:moveTo>
                <a:lnTo>
                  <a:pt x="236597" y="128023"/>
                </a:lnTo>
                <a:lnTo>
                  <a:pt x="201468" y="111185"/>
                </a:lnTo>
                <a:lnTo>
                  <a:pt x="172038" y="88353"/>
                </a:lnTo>
                <a:lnTo>
                  <a:pt x="151031" y="60254"/>
                </a:lnTo>
                <a:lnTo>
                  <a:pt x="184100" y="60254"/>
                </a:lnTo>
                <a:lnTo>
                  <a:pt x="203886" y="80876"/>
                </a:lnTo>
                <a:lnTo>
                  <a:pt x="242511" y="102309"/>
                </a:lnTo>
                <a:lnTo>
                  <a:pt x="286539" y="114194"/>
                </a:lnTo>
                <a:lnTo>
                  <a:pt x="274698" y="138138"/>
                </a:lnTo>
                <a:close/>
              </a:path>
              <a:path w="301625" h="319404">
                <a:moveTo>
                  <a:pt x="301537" y="198919"/>
                </a:moveTo>
                <a:lnTo>
                  <a:pt x="0" y="198919"/>
                </a:lnTo>
                <a:lnTo>
                  <a:pt x="0" y="174449"/>
                </a:lnTo>
                <a:lnTo>
                  <a:pt x="301537" y="174449"/>
                </a:lnTo>
                <a:lnTo>
                  <a:pt x="301537" y="198919"/>
                </a:lnTo>
                <a:close/>
              </a:path>
              <a:path w="301625" h="319404">
                <a:moveTo>
                  <a:pt x="164450" y="318903"/>
                </a:moveTo>
                <a:lnTo>
                  <a:pt x="135770" y="318903"/>
                </a:lnTo>
                <a:lnTo>
                  <a:pt x="135770" y="198919"/>
                </a:lnTo>
                <a:lnTo>
                  <a:pt x="164450" y="198919"/>
                </a:lnTo>
                <a:lnTo>
                  <a:pt x="164450" y="318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5113628" y="7625742"/>
            <a:ext cx="302895" cy="307340"/>
          </a:xfrm>
          <a:custGeom>
            <a:avLst/>
            <a:gdLst/>
            <a:ahLst/>
            <a:cxnLst/>
            <a:rect l="l" t="t" r="r" b="b"/>
            <a:pathLst>
              <a:path w="302895" h="307340">
                <a:moveTo>
                  <a:pt x="274962" y="23944"/>
                </a:moveTo>
                <a:lnTo>
                  <a:pt x="28154" y="23944"/>
                </a:lnTo>
                <a:lnTo>
                  <a:pt x="28154" y="0"/>
                </a:lnTo>
                <a:lnTo>
                  <a:pt x="274962" y="0"/>
                </a:lnTo>
                <a:lnTo>
                  <a:pt x="274962" y="23944"/>
                </a:lnTo>
                <a:close/>
              </a:path>
              <a:path w="302895" h="307340">
                <a:moveTo>
                  <a:pt x="29995" y="129455"/>
                </a:moveTo>
                <a:lnTo>
                  <a:pt x="18944" y="106301"/>
                </a:lnTo>
                <a:lnTo>
                  <a:pt x="61307" y="95924"/>
                </a:lnTo>
                <a:lnTo>
                  <a:pt x="97552" y="77752"/>
                </a:lnTo>
                <a:lnTo>
                  <a:pt x="122844" y="53463"/>
                </a:lnTo>
                <a:lnTo>
                  <a:pt x="132350" y="24733"/>
                </a:lnTo>
                <a:lnTo>
                  <a:pt x="132350" y="23944"/>
                </a:lnTo>
                <a:lnTo>
                  <a:pt x="170239" y="23944"/>
                </a:lnTo>
                <a:lnTo>
                  <a:pt x="170239" y="24733"/>
                </a:lnTo>
                <a:lnTo>
                  <a:pt x="179675" y="53463"/>
                </a:lnTo>
                <a:lnTo>
                  <a:pt x="182787" y="56439"/>
                </a:lnTo>
                <a:lnTo>
                  <a:pt x="151294" y="56439"/>
                </a:lnTo>
                <a:lnTo>
                  <a:pt x="132267" y="83074"/>
                </a:lnTo>
                <a:lnTo>
                  <a:pt x="103965" y="104541"/>
                </a:lnTo>
                <a:lnTo>
                  <a:pt x="69003" y="120211"/>
                </a:lnTo>
                <a:lnTo>
                  <a:pt x="29995" y="129455"/>
                </a:lnTo>
                <a:close/>
              </a:path>
              <a:path w="302895" h="307340">
                <a:moveTo>
                  <a:pt x="272593" y="129455"/>
                </a:moveTo>
                <a:lnTo>
                  <a:pt x="233567" y="120211"/>
                </a:lnTo>
                <a:lnTo>
                  <a:pt x="198574" y="104541"/>
                </a:lnTo>
                <a:lnTo>
                  <a:pt x="170266" y="83074"/>
                </a:lnTo>
                <a:lnTo>
                  <a:pt x="151294" y="56439"/>
                </a:lnTo>
                <a:lnTo>
                  <a:pt x="182787" y="56439"/>
                </a:lnTo>
                <a:lnTo>
                  <a:pt x="205070" y="77752"/>
                </a:lnTo>
                <a:lnTo>
                  <a:pt x="241467" y="95924"/>
                </a:lnTo>
                <a:lnTo>
                  <a:pt x="283908" y="106301"/>
                </a:lnTo>
                <a:lnTo>
                  <a:pt x="272593" y="129455"/>
                </a:lnTo>
                <a:close/>
              </a:path>
              <a:path w="302895" h="307340">
                <a:moveTo>
                  <a:pt x="302852" y="177870"/>
                </a:moveTo>
                <a:lnTo>
                  <a:pt x="0" y="177870"/>
                </a:lnTo>
                <a:lnTo>
                  <a:pt x="0" y="153662"/>
                </a:lnTo>
                <a:lnTo>
                  <a:pt x="302852" y="153662"/>
                </a:lnTo>
                <a:lnTo>
                  <a:pt x="302852" y="177870"/>
                </a:lnTo>
                <a:close/>
              </a:path>
              <a:path w="302895" h="307340">
                <a:moveTo>
                  <a:pt x="168134" y="245492"/>
                </a:moveTo>
                <a:lnTo>
                  <a:pt x="139191" y="245492"/>
                </a:lnTo>
                <a:lnTo>
                  <a:pt x="139191" y="177870"/>
                </a:lnTo>
                <a:lnTo>
                  <a:pt x="168134" y="177870"/>
                </a:lnTo>
                <a:lnTo>
                  <a:pt x="168134" y="245492"/>
                </a:lnTo>
                <a:close/>
              </a:path>
              <a:path w="302895" h="307340">
                <a:moveTo>
                  <a:pt x="269173" y="306799"/>
                </a:moveTo>
                <a:lnTo>
                  <a:pt x="38941" y="306799"/>
                </a:lnTo>
                <a:lnTo>
                  <a:pt x="38941" y="212602"/>
                </a:lnTo>
                <a:lnTo>
                  <a:pt x="68148" y="212602"/>
                </a:lnTo>
                <a:lnTo>
                  <a:pt x="68148" y="282592"/>
                </a:lnTo>
                <a:lnTo>
                  <a:pt x="269173" y="282592"/>
                </a:lnTo>
                <a:lnTo>
                  <a:pt x="269173" y="306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5443582" y="7620743"/>
            <a:ext cx="301625" cy="312420"/>
          </a:xfrm>
          <a:custGeom>
            <a:avLst/>
            <a:gdLst/>
            <a:ahLst/>
            <a:cxnLst/>
            <a:rect l="l" t="t" r="r" b="b"/>
            <a:pathLst>
              <a:path w="301625" h="312420">
                <a:moveTo>
                  <a:pt x="150505" y="131560"/>
                </a:moveTo>
                <a:lnTo>
                  <a:pt x="102017" y="127050"/>
                </a:lnTo>
                <a:lnTo>
                  <a:pt x="65122" y="114030"/>
                </a:lnTo>
                <a:lnTo>
                  <a:pt x="41647" y="93264"/>
                </a:lnTo>
                <a:lnTo>
                  <a:pt x="33416" y="65517"/>
                </a:lnTo>
                <a:lnTo>
                  <a:pt x="41647" y="37815"/>
                </a:lnTo>
                <a:lnTo>
                  <a:pt x="65122" y="17168"/>
                </a:lnTo>
                <a:lnTo>
                  <a:pt x="102017" y="4316"/>
                </a:lnTo>
                <a:lnTo>
                  <a:pt x="150505" y="0"/>
                </a:lnTo>
                <a:lnTo>
                  <a:pt x="198841" y="4316"/>
                </a:lnTo>
                <a:lnTo>
                  <a:pt x="235658" y="17168"/>
                </a:lnTo>
                <a:lnTo>
                  <a:pt x="243053" y="23680"/>
                </a:lnTo>
                <a:lnTo>
                  <a:pt x="150505" y="23680"/>
                </a:lnTo>
                <a:lnTo>
                  <a:pt x="114478" y="26591"/>
                </a:lnTo>
                <a:lnTo>
                  <a:pt x="87060" y="34929"/>
                </a:lnTo>
                <a:lnTo>
                  <a:pt x="69657" y="48101"/>
                </a:lnTo>
                <a:lnTo>
                  <a:pt x="63675" y="65517"/>
                </a:lnTo>
                <a:lnTo>
                  <a:pt x="69657" y="83195"/>
                </a:lnTo>
                <a:lnTo>
                  <a:pt x="87060" y="96434"/>
                </a:lnTo>
                <a:lnTo>
                  <a:pt x="114478" y="104738"/>
                </a:lnTo>
                <a:lnTo>
                  <a:pt x="150505" y="107616"/>
                </a:lnTo>
                <a:lnTo>
                  <a:pt x="242899" y="107616"/>
                </a:lnTo>
                <a:lnTo>
                  <a:pt x="235658" y="114030"/>
                </a:lnTo>
                <a:lnTo>
                  <a:pt x="198841" y="127050"/>
                </a:lnTo>
                <a:lnTo>
                  <a:pt x="150505" y="131560"/>
                </a:lnTo>
                <a:close/>
              </a:path>
              <a:path w="301625" h="312420">
                <a:moveTo>
                  <a:pt x="242899" y="107616"/>
                </a:moveTo>
                <a:lnTo>
                  <a:pt x="150505" y="107616"/>
                </a:lnTo>
                <a:lnTo>
                  <a:pt x="186536" y="104738"/>
                </a:lnTo>
                <a:lnTo>
                  <a:pt x="213983" y="96434"/>
                </a:lnTo>
                <a:lnTo>
                  <a:pt x="231464" y="83195"/>
                </a:lnTo>
                <a:lnTo>
                  <a:pt x="237598" y="65517"/>
                </a:lnTo>
                <a:lnTo>
                  <a:pt x="231464" y="48101"/>
                </a:lnTo>
                <a:lnTo>
                  <a:pt x="213983" y="34929"/>
                </a:lnTo>
                <a:lnTo>
                  <a:pt x="186536" y="26591"/>
                </a:lnTo>
                <a:lnTo>
                  <a:pt x="150505" y="23680"/>
                </a:lnTo>
                <a:lnTo>
                  <a:pt x="243053" y="23680"/>
                </a:lnTo>
                <a:lnTo>
                  <a:pt x="259104" y="37815"/>
                </a:lnTo>
                <a:lnTo>
                  <a:pt x="267331" y="65517"/>
                </a:lnTo>
                <a:lnTo>
                  <a:pt x="259104" y="93264"/>
                </a:lnTo>
                <a:lnTo>
                  <a:pt x="242899" y="107616"/>
                </a:lnTo>
                <a:close/>
              </a:path>
              <a:path w="301625" h="312420">
                <a:moveTo>
                  <a:pt x="301537" y="186553"/>
                </a:moveTo>
                <a:lnTo>
                  <a:pt x="0" y="186553"/>
                </a:lnTo>
                <a:lnTo>
                  <a:pt x="0" y="162872"/>
                </a:lnTo>
                <a:lnTo>
                  <a:pt x="301537" y="162872"/>
                </a:lnTo>
                <a:lnTo>
                  <a:pt x="301537" y="186553"/>
                </a:lnTo>
                <a:close/>
              </a:path>
              <a:path w="301625" h="312420">
                <a:moveTo>
                  <a:pt x="267857" y="311799"/>
                </a:moveTo>
                <a:lnTo>
                  <a:pt x="38941" y="311799"/>
                </a:lnTo>
                <a:lnTo>
                  <a:pt x="38941" y="215759"/>
                </a:lnTo>
                <a:lnTo>
                  <a:pt x="68411" y="215759"/>
                </a:lnTo>
                <a:lnTo>
                  <a:pt x="68411" y="287591"/>
                </a:lnTo>
                <a:lnTo>
                  <a:pt x="267857" y="287591"/>
                </a:lnTo>
                <a:lnTo>
                  <a:pt x="267857" y="311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1636604" y="8142565"/>
            <a:ext cx="277495" cy="326390"/>
          </a:xfrm>
          <a:custGeom>
            <a:avLst/>
            <a:gdLst/>
            <a:ahLst/>
            <a:cxnLst/>
            <a:rect l="l" t="t" r="r" b="b"/>
            <a:pathLst>
              <a:path w="277494" h="326390">
                <a:moveTo>
                  <a:pt x="265489" y="169713"/>
                </a:moveTo>
                <a:lnTo>
                  <a:pt x="236283" y="169713"/>
                </a:lnTo>
                <a:lnTo>
                  <a:pt x="236283" y="0"/>
                </a:lnTo>
                <a:lnTo>
                  <a:pt x="265489" y="0"/>
                </a:lnTo>
                <a:lnTo>
                  <a:pt x="265489" y="169713"/>
                </a:lnTo>
                <a:close/>
              </a:path>
              <a:path w="277494" h="326390">
                <a:moveTo>
                  <a:pt x="86040" y="158399"/>
                </a:moveTo>
                <a:lnTo>
                  <a:pt x="51506" y="153079"/>
                </a:lnTo>
                <a:lnTo>
                  <a:pt x="24272" y="138138"/>
                </a:lnTo>
                <a:lnTo>
                  <a:pt x="6413" y="115107"/>
                </a:lnTo>
                <a:lnTo>
                  <a:pt x="0" y="85514"/>
                </a:lnTo>
                <a:lnTo>
                  <a:pt x="6413" y="55876"/>
                </a:lnTo>
                <a:lnTo>
                  <a:pt x="24272" y="32725"/>
                </a:lnTo>
                <a:lnTo>
                  <a:pt x="51506" y="17616"/>
                </a:lnTo>
                <a:lnTo>
                  <a:pt x="86040" y="12103"/>
                </a:lnTo>
                <a:lnTo>
                  <a:pt x="120275" y="17616"/>
                </a:lnTo>
                <a:lnTo>
                  <a:pt x="147380" y="32725"/>
                </a:lnTo>
                <a:lnTo>
                  <a:pt x="150556" y="36837"/>
                </a:lnTo>
                <a:lnTo>
                  <a:pt x="86040" y="36837"/>
                </a:lnTo>
                <a:lnTo>
                  <a:pt x="63054" y="40298"/>
                </a:lnTo>
                <a:lnTo>
                  <a:pt x="44829" y="50321"/>
                </a:lnTo>
                <a:lnTo>
                  <a:pt x="32869" y="65772"/>
                </a:lnTo>
                <a:lnTo>
                  <a:pt x="28680" y="85514"/>
                </a:lnTo>
                <a:lnTo>
                  <a:pt x="32869" y="105371"/>
                </a:lnTo>
                <a:lnTo>
                  <a:pt x="44829" y="120838"/>
                </a:lnTo>
                <a:lnTo>
                  <a:pt x="63054" y="130878"/>
                </a:lnTo>
                <a:lnTo>
                  <a:pt x="86040" y="134455"/>
                </a:lnTo>
                <a:lnTo>
                  <a:pt x="150240" y="134455"/>
                </a:lnTo>
                <a:lnTo>
                  <a:pt x="147380" y="138138"/>
                </a:lnTo>
                <a:lnTo>
                  <a:pt x="120275" y="153079"/>
                </a:lnTo>
                <a:lnTo>
                  <a:pt x="86040" y="158399"/>
                </a:lnTo>
                <a:close/>
              </a:path>
              <a:path w="277494" h="326390">
                <a:moveTo>
                  <a:pt x="150240" y="134455"/>
                </a:moveTo>
                <a:lnTo>
                  <a:pt x="86040" y="134455"/>
                </a:lnTo>
                <a:lnTo>
                  <a:pt x="108878" y="130878"/>
                </a:lnTo>
                <a:lnTo>
                  <a:pt x="127054" y="120838"/>
                </a:lnTo>
                <a:lnTo>
                  <a:pt x="139063" y="105371"/>
                </a:lnTo>
                <a:lnTo>
                  <a:pt x="143401" y="85514"/>
                </a:lnTo>
                <a:lnTo>
                  <a:pt x="139063" y="65772"/>
                </a:lnTo>
                <a:lnTo>
                  <a:pt x="127054" y="50321"/>
                </a:lnTo>
                <a:lnTo>
                  <a:pt x="108878" y="40298"/>
                </a:lnTo>
                <a:lnTo>
                  <a:pt x="86040" y="36837"/>
                </a:lnTo>
                <a:lnTo>
                  <a:pt x="150556" y="36837"/>
                </a:lnTo>
                <a:lnTo>
                  <a:pt x="165260" y="55876"/>
                </a:lnTo>
                <a:lnTo>
                  <a:pt x="171818" y="85514"/>
                </a:lnTo>
                <a:lnTo>
                  <a:pt x="165260" y="115107"/>
                </a:lnTo>
                <a:lnTo>
                  <a:pt x="150240" y="134455"/>
                </a:lnTo>
                <a:close/>
              </a:path>
              <a:path w="277494" h="326390">
                <a:moveTo>
                  <a:pt x="277330" y="326270"/>
                </a:moveTo>
                <a:lnTo>
                  <a:pt x="51308" y="326270"/>
                </a:lnTo>
                <a:lnTo>
                  <a:pt x="51308" y="243387"/>
                </a:lnTo>
                <a:lnTo>
                  <a:pt x="236546" y="243387"/>
                </a:lnTo>
                <a:lnTo>
                  <a:pt x="236546" y="209444"/>
                </a:lnTo>
                <a:lnTo>
                  <a:pt x="50256" y="209444"/>
                </a:lnTo>
                <a:lnTo>
                  <a:pt x="50256" y="185763"/>
                </a:lnTo>
                <a:lnTo>
                  <a:pt x="265489" y="185763"/>
                </a:lnTo>
                <a:lnTo>
                  <a:pt x="265489" y="265489"/>
                </a:lnTo>
                <a:lnTo>
                  <a:pt x="79725" y="265489"/>
                </a:lnTo>
                <a:lnTo>
                  <a:pt x="79725" y="302589"/>
                </a:lnTo>
                <a:lnTo>
                  <a:pt x="277330" y="302589"/>
                </a:lnTo>
                <a:lnTo>
                  <a:pt x="277330" y="326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2187844" y="8143240"/>
            <a:ext cx="29209" cy="99060"/>
          </a:xfrm>
          <a:custGeom>
            <a:avLst/>
            <a:gdLst/>
            <a:ahLst/>
            <a:cxnLst/>
            <a:rect l="l" t="t" r="r" b="b"/>
            <a:pathLst>
              <a:path w="29210" h="99059">
                <a:moveTo>
                  <a:pt x="0" y="0"/>
                </a:moveTo>
                <a:lnTo>
                  <a:pt x="29206" y="0"/>
                </a:lnTo>
                <a:lnTo>
                  <a:pt x="29206" y="99060"/>
                </a:ln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2187844" y="8242300"/>
            <a:ext cx="79375" cy="25400"/>
          </a:xfrm>
          <a:custGeom>
            <a:avLst/>
            <a:gdLst/>
            <a:ahLst/>
            <a:cxnLst/>
            <a:rect l="l" t="t" r="r" b="b"/>
            <a:pathLst>
              <a:path w="79375" h="25400">
                <a:moveTo>
                  <a:pt x="0" y="0"/>
                </a:moveTo>
                <a:lnTo>
                  <a:pt x="78936" y="0"/>
                </a:lnTo>
                <a:lnTo>
                  <a:pt x="78936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2187844" y="8267700"/>
            <a:ext cx="29209" cy="118110"/>
          </a:xfrm>
          <a:custGeom>
            <a:avLst/>
            <a:gdLst/>
            <a:ahLst/>
            <a:cxnLst/>
            <a:rect l="l" t="t" r="r" b="b"/>
            <a:pathLst>
              <a:path w="29210" h="118109">
                <a:moveTo>
                  <a:pt x="0" y="0"/>
                </a:moveTo>
                <a:lnTo>
                  <a:pt x="29206" y="0"/>
                </a:lnTo>
                <a:lnTo>
                  <a:pt x="29206" y="118109"/>
                </a:lnTo>
                <a:lnTo>
                  <a:pt x="0" y="1181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1972611" y="8166100"/>
            <a:ext cx="29209" cy="55880"/>
          </a:xfrm>
          <a:custGeom>
            <a:avLst/>
            <a:gdLst/>
            <a:ahLst/>
            <a:cxnLst/>
            <a:rect l="l" t="t" r="r" b="b"/>
            <a:pathLst>
              <a:path w="29210" h="55879">
                <a:moveTo>
                  <a:pt x="0" y="0"/>
                </a:moveTo>
                <a:lnTo>
                  <a:pt x="28680" y="0"/>
                </a:lnTo>
                <a:lnTo>
                  <a:pt x="28680" y="55879"/>
                </a:lnTo>
                <a:lnTo>
                  <a:pt x="0" y="558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1972611" y="8221980"/>
            <a:ext cx="154305" cy="22860"/>
          </a:xfrm>
          <a:custGeom>
            <a:avLst/>
            <a:gdLst/>
            <a:ahLst/>
            <a:cxnLst/>
            <a:rect l="l" t="t" r="r" b="b"/>
            <a:pathLst>
              <a:path w="154305" h="22859">
                <a:moveTo>
                  <a:pt x="0" y="0"/>
                </a:moveTo>
                <a:lnTo>
                  <a:pt x="153926" y="0"/>
                </a:lnTo>
                <a:lnTo>
                  <a:pt x="153926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1972611" y="8244840"/>
            <a:ext cx="29209" cy="60960"/>
          </a:xfrm>
          <a:custGeom>
            <a:avLst/>
            <a:gdLst/>
            <a:ahLst/>
            <a:cxnLst/>
            <a:rect l="l" t="t" r="r" b="b"/>
            <a:pathLst>
              <a:path w="29210" h="60959">
                <a:moveTo>
                  <a:pt x="0" y="0"/>
                </a:moveTo>
                <a:lnTo>
                  <a:pt x="28680" y="0"/>
                </a:lnTo>
                <a:lnTo>
                  <a:pt x="28680" y="60959"/>
                </a:lnTo>
                <a:lnTo>
                  <a:pt x="0" y="609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1972611" y="8305800"/>
            <a:ext cx="154305" cy="24130"/>
          </a:xfrm>
          <a:custGeom>
            <a:avLst/>
            <a:gdLst/>
            <a:ahLst/>
            <a:cxnLst/>
            <a:rect l="l" t="t" r="r" b="b"/>
            <a:pathLst>
              <a:path w="154305" h="24129">
                <a:moveTo>
                  <a:pt x="0" y="0"/>
                </a:moveTo>
                <a:lnTo>
                  <a:pt x="153926" y="0"/>
                </a:lnTo>
                <a:lnTo>
                  <a:pt x="153926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2097593" y="8166510"/>
            <a:ext cx="29209" cy="55880"/>
          </a:xfrm>
          <a:custGeom>
            <a:avLst/>
            <a:gdLst/>
            <a:ahLst/>
            <a:cxnLst/>
            <a:rect l="l" t="t" r="r" b="b"/>
            <a:pathLst>
              <a:path w="29210" h="55879">
                <a:moveTo>
                  <a:pt x="28943" y="55781"/>
                </a:moveTo>
                <a:lnTo>
                  <a:pt x="0" y="55781"/>
                </a:lnTo>
                <a:lnTo>
                  <a:pt x="0" y="0"/>
                </a:lnTo>
                <a:lnTo>
                  <a:pt x="28943" y="0"/>
                </a:lnTo>
                <a:lnTo>
                  <a:pt x="28943" y="557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2097593" y="8245446"/>
            <a:ext cx="29209" cy="60960"/>
          </a:xfrm>
          <a:custGeom>
            <a:avLst/>
            <a:gdLst/>
            <a:ahLst/>
            <a:cxnLst/>
            <a:rect l="l" t="t" r="r" b="b"/>
            <a:pathLst>
              <a:path w="29210" h="60959">
                <a:moveTo>
                  <a:pt x="28943" y="60781"/>
                </a:moveTo>
                <a:lnTo>
                  <a:pt x="0" y="60781"/>
                </a:lnTo>
                <a:lnTo>
                  <a:pt x="0" y="0"/>
                </a:lnTo>
                <a:lnTo>
                  <a:pt x="28943" y="0"/>
                </a:lnTo>
                <a:lnTo>
                  <a:pt x="28943" y="607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2009974" y="8361680"/>
            <a:ext cx="29209" cy="80010"/>
          </a:xfrm>
          <a:custGeom>
            <a:avLst/>
            <a:gdLst/>
            <a:ahLst/>
            <a:cxnLst/>
            <a:rect l="l" t="t" r="r" b="b"/>
            <a:pathLst>
              <a:path w="29210" h="80009">
                <a:moveTo>
                  <a:pt x="0" y="0"/>
                </a:moveTo>
                <a:lnTo>
                  <a:pt x="28943" y="0"/>
                </a:lnTo>
                <a:lnTo>
                  <a:pt x="28943" y="80010"/>
                </a:lnTo>
                <a:lnTo>
                  <a:pt x="0" y="800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2009974" y="8441690"/>
            <a:ext cx="222885" cy="24130"/>
          </a:xfrm>
          <a:custGeom>
            <a:avLst/>
            <a:gdLst/>
            <a:ahLst/>
            <a:cxnLst/>
            <a:rect l="l" t="t" r="r" b="b"/>
            <a:pathLst>
              <a:path w="222885" h="24129">
                <a:moveTo>
                  <a:pt x="0" y="0"/>
                </a:moveTo>
                <a:lnTo>
                  <a:pt x="222337" y="0"/>
                </a:lnTo>
                <a:lnTo>
                  <a:pt x="222337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2383235" y="8158615"/>
            <a:ext cx="302895" cy="314960"/>
          </a:xfrm>
          <a:custGeom>
            <a:avLst/>
            <a:gdLst/>
            <a:ahLst/>
            <a:cxnLst/>
            <a:rect l="l" t="t" r="r" b="b"/>
            <a:pathLst>
              <a:path w="302894" h="314959">
                <a:moveTo>
                  <a:pt x="265226" y="314693"/>
                </a:moveTo>
                <a:lnTo>
                  <a:pt x="235756" y="314693"/>
                </a:lnTo>
                <a:lnTo>
                  <a:pt x="235756" y="227073"/>
                </a:lnTo>
                <a:lnTo>
                  <a:pt x="31311" y="227073"/>
                </a:lnTo>
                <a:lnTo>
                  <a:pt x="31311" y="203129"/>
                </a:lnTo>
                <a:lnTo>
                  <a:pt x="136296" y="203129"/>
                </a:lnTo>
                <a:lnTo>
                  <a:pt x="136296" y="142085"/>
                </a:lnTo>
                <a:lnTo>
                  <a:pt x="0" y="142085"/>
                </a:lnTo>
                <a:lnTo>
                  <a:pt x="0" y="118141"/>
                </a:lnTo>
                <a:lnTo>
                  <a:pt x="225626" y="118141"/>
                </a:lnTo>
                <a:lnTo>
                  <a:pt x="230570" y="89843"/>
                </a:lnTo>
                <a:lnTo>
                  <a:pt x="233109" y="65122"/>
                </a:lnTo>
                <a:lnTo>
                  <a:pt x="234044" y="43361"/>
                </a:lnTo>
                <a:lnTo>
                  <a:pt x="234178" y="23944"/>
                </a:lnTo>
                <a:lnTo>
                  <a:pt x="38415" y="23944"/>
                </a:lnTo>
                <a:lnTo>
                  <a:pt x="38415" y="0"/>
                </a:lnTo>
                <a:lnTo>
                  <a:pt x="263121" y="0"/>
                </a:lnTo>
                <a:lnTo>
                  <a:pt x="262992" y="43435"/>
                </a:lnTo>
                <a:lnTo>
                  <a:pt x="262085" y="65319"/>
                </a:lnTo>
                <a:lnTo>
                  <a:pt x="259624" y="90065"/>
                </a:lnTo>
                <a:lnTo>
                  <a:pt x="254833" y="118141"/>
                </a:lnTo>
                <a:lnTo>
                  <a:pt x="302852" y="118141"/>
                </a:lnTo>
                <a:lnTo>
                  <a:pt x="302852" y="142085"/>
                </a:lnTo>
                <a:lnTo>
                  <a:pt x="165240" y="142085"/>
                </a:lnTo>
                <a:lnTo>
                  <a:pt x="165240" y="203129"/>
                </a:lnTo>
                <a:lnTo>
                  <a:pt x="265226" y="203129"/>
                </a:lnTo>
                <a:lnTo>
                  <a:pt x="265226" y="3146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2956577" y="8142828"/>
            <a:ext cx="29209" cy="238125"/>
          </a:xfrm>
          <a:custGeom>
            <a:avLst/>
            <a:gdLst/>
            <a:ahLst/>
            <a:cxnLst/>
            <a:rect l="l" t="t" r="r" b="b"/>
            <a:pathLst>
              <a:path w="29210" h="238125">
                <a:moveTo>
                  <a:pt x="29206" y="237861"/>
                </a:moveTo>
                <a:lnTo>
                  <a:pt x="0" y="237861"/>
                </a:lnTo>
                <a:lnTo>
                  <a:pt x="0" y="0"/>
                </a:lnTo>
                <a:lnTo>
                  <a:pt x="29206" y="0"/>
                </a:lnTo>
                <a:lnTo>
                  <a:pt x="29206" y="2378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2730029" y="8171180"/>
            <a:ext cx="155575" cy="24130"/>
          </a:xfrm>
          <a:custGeom>
            <a:avLst/>
            <a:gdLst/>
            <a:ahLst/>
            <a:cxnLst/>
            <a:rect l="l" t="t" r="r" b="b"/>
            <a:pathLst>
              <a:path w="155575" h="24129">
                <a:moveTo>
                  <a:pt x="0" y="0"/>
                </a:moveTo>
                <a:lnTo>
                  <a:pt x="155241" y="0"/>
                </a:lnTo>
                <a:lnTo>
                  <a:pt x="15524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2730029" y="8195309"/>
            <a:ext cx="29209" cy="105410"/>
          </a:xfrm>
          <a:custGeom>
            <a:avLst/>
            <a:gdLst/>
            <a:ahLst/>
            <a:cxnLst/>
            <a:rect l="l" t="t" r="r" b="b"/>
            <a:pathLst>
              <a:path w="29210" h="105409">
                <a:moveTo>
                  <a:pt x="0" y="0"/>
                </a:moveTo>
                <a:lnTo>
                  <a:pt x="28680" y="0"/>
                </a:lnTo>
                <a:lnTo>
                  <a:pt x="28680" y="105410"/>
                </a:lnTo>
                <a:lnTo>
                  <a:pt x="0" y="1054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2730029" y="8300719"/>
            <a:ext cx="155575" cy="24130"/>
          </a:xfrm>
          <a:custGeom>
            <a:avLst/>
            <a:gdLst/>
            <a:ahLst/>
            <a:cxnLst/>
            <a:rect l="l" t="t" r="r" b="b"/>
            <a:pathLst>
              <a:path w="155575" h="24129">
                <a:moveTo>
                  <a:pt x="0" y="0"/>
                </a:moveTo>
                <a:lnTo>
                  <a:pt x="155241" y="0"/>
                </a:lnTo>
                <a:lnTo>
                  <a:pt x="15524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2856591" y="8195453"/>
            <a:ext cx="29209" cy="106045"/>
          </a:xfrm>
          <a:custGeom>
            <a:avLst/>
            <a:gdLst/>
            <a:ahLst/>
            <a:cxnLst/>
            <a:rect l="l" t="t" r="r" b="b"/>
            <a:pathLst>
              <a:path w="29210" h="106045">
                <a:moveTo>
                  <a:pt x="28680" y="105774"/>
                </a:moveTo>
                <a:lnTo>
                  <a:pt x="0" y="105774"/>
                </a:lnTo>
                <a:lnTo>
                  <a:pt x="0" y="0"/>
                </a:lnTo>
                <a:lnTo>
                  <a:pt x="28680" y="0"/>
                </a:lnTo>
                <a:lnTo>
                  <a:pt x="28680" y="1057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2772129" y="8357869"/>
            <a:ext cx="29209" cy="80010"/>
          </a:xfrm>
          <a:custGeom>
            <a:avLst/>
            <a:gdLst/>
            <a:ahLst/>
            <a:cxnLst/>
            <a:rect l="l" t="t" r="r" b="b"/>
            <a:pathLst>
              <a:path w="29210" h="80009">
                <a:moveTo>
                  <a:pt x="0" y="0"/>
                </a:moveTo>
                <a:lnTo>
                  <a:pt x="29206" y="0"/>
                </a:lnTo>
                <a:lnTo>
                  <a:pt x="29206" y="80009"/>
                </a:lnTo>
                <a:lnTo>
                  <a:pt x="0" y="800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2772129" y="8437880"/>
            <a:ext cx="224154" cy="24130"/>
          </a:xfrm>
          <a:custGeom>
            <a:avLst/>
            <a:gdLst/>
            <a:ahLst/>
            <a:cxnLst/>
            <a:rect l="l" t="t" r="r" b="b"/>
            <a:pathLst>
              <a:path w="224155" h="24129">
                <a:moveTo>
                  <a:pt x="0" y="0"/>
                </a:moveTo>
                <a:lnTo>
                  <a:pt x="223916" y="0"/>
                </a:lnTo>
                <a:lnTo>
                  <a:pt x="223916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3149748" y="8142565"/>
            <a:ext cx="270510" cy="330835"/>
          </a:xfrm>
          <a:custGeom>
            <a:avLst/>
            <a:gdLst/>
            <a:ahLst/>
            <a:cxnLst/>
            <a:rect l="l" t="t" r="r" b="b"/>
            <a:pathLst>
              <a:path w="270510" h="330834">
                <a:moveTo>
                  <a:pt x="270488" y="132876"/>
                </a:moveTo>
                <a:lnTo>
                  <a:pt x="242598" y="132876"/>
                </a:lnTo>
                <a:lnTo>
                  <a:pt x="242598" y="0"/>
                </a:lnTo>
                <a:lnTo>
                  <a:pt x="270488" y="0"/>
                </a:lnTo>
                <a:lnTo>
                  <a:pt x="270488" y="132876"/>
                </a:lnTo>
                <a:close/>
              </a:path>
              <a:path w="270510" h="330834">
                <a:moveTo>
                  <a:pt x="194183" y="313377"/>
                </a:moveTo>
                <a:lnTo>
                  <a:pt x="167082" y="313377"/>
                </a:lnTo>
                <a:lnTo>
                  <a:pt x="167082" y="7367"/>
                </a:lnTo>
                <a:lnTo>
                  <a:pt x="194183" y="7367"/>
                </a:lnTo>
                <a:lnTo>
                  <a:pt x="194183" y="132876"/>
                </a:lnTo>
                <a:lnTo>
                  <a:pt x="270488" y="132876"/>
                </a:lnTo>
                <a:lnTo>
                  <a:pt x="270488" y="157083"/>
                </a:lnTo>
                <a:lnTo>
                  <a:pt x="194183" y="157083"/>
                </a:lnTo>
                <a:lnTo>
                  <a:pt x="194183" y="313377"/>
                </a:lnTo>
                <a:close/>
              </a:path>
              <a:path w="270510" h="330834">
                <a:moveTo>
                  <a:pt x="270488" y="330743"/>
                </a:moveTo>
                <a:lnTo>
                  <a:pt x="242598" y="330743"/>
                </a:lnTo>
                <a:lnTo>
                  <a:pt x="242598" y="157083"/>
                </a:lnTo>
                <a:lnTo>
                  <a:pt x="270488" y="157083"/>
                </a:lnTo>
                <a:lnTo>
                  <a:pt x="270488" y="330743"/>
                </a:lnTo>
                <a:close/>
              </a:path>
              <a:path w="270510" h="330834">
                <a:moveTo>
                  <a:pt x="21312" y="248912"/>
                </a:moveTo>
                <a:lnTo>
                  <a:pt x="0" y="248912"/>
                </a:lnTo>
                <a:lnTo>
                  <a:pt x="0" y="40520"/>
                </a:lnTo>
                <a:lnTo>
                  <a:pt x="123930" y="40520"/>
                </a:lnTo>
                <a:lnTo>
                  <a:pt x="123930" y="64464"/>
                </a:lnTo>
                <a:lnTo>
                  <a:pt x="29206" y="64464"/>
                </a:lnTo>
                <a:lnTo>
                  <a:pt x="29206" y="223916"/>
                </a:lnTo>
                <a:lnTo>
                  <a:pt x="143893" y="223916"/>
                </a:lnTo>
                <a:lnTo>
                  <a:pt x="145506" y="238914"/>
                </a:lnTo>
                <a:lnTo>
                  <a:pt x="116480" y="243991"/>
                </a:lnTo>
                <a:lnTo>
                  <a:pt x="87553" y="246972"/>
                </a:lnTo>
                <a:lnTo>
                  <a:pt x="56554" y="248423"/>
                </a:lnTo>
                <a:lnTo>
                  <a:pt x="21312" y="248912"/>
                </a:lnTo>
                <a:close/>
              </a:path>
              <a:path w="270510" h="330834">
                <a:moveTo>
                  <a:pt x="143893" y="223916"/>
                </a:moveTo>
                <a:lnTo>
                  <a:pt x="29206" y="223916"/>
                </a:lnTo>
                <a:lnTo>
                  <a:pt x="61083" y="223435"/>
                </a:lnTo>
                <a:lnTo>
                  <a:pt x="89444" y="221943"/>
                </a:lnTo>
                <a:lnTo>
                  <a:pt x="116104" y="219069"/>
                </a:lnTo>
                <a:lnTo>
                  <a:pt x="142875" y="214444"/>
                </a:lnTo>
                <a:lnTo>
                  <a:pt x="143893" y="2239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3710460" y="8142565"/>
            <a:ext cx="29209" cy="331470"/>
          </a:xfrm>
          <a:custGeom>
            <a:avLst/>
            <a:gdLst/>
            <a:ahLst/>
            <a:cxnLst/>
            <a:rect l="l" t="t" r="r" b="b"/>
            <a:pathLst>
              <a:path w="29210" h="331470">
                <a:moveTo>
                  <a:pt x="29206" y="331270"/>
                </a:moveTo>
                <a:lnTo>
                  <a:pt x="0" y="331270"/>
                </a:lnTo>
                <a:lnTo>
                  <a:pt x="0" y="0"/>
                </a:lnTo>
                <a:lnTo>
                  <a:pt x="29206" y="0"/>
                </a:lnTo>
                <a:lnTo>
                  <a:pt x="29206" y="331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3486281" y="8171180"/>
            <a:ext cx="29209" cy="86360"/>
          </a:xfrm>
          <a:custGeom>
            <a:avLst/>
            <a:gdLst/>
            <a:ahLst/>
            <a:cxnLst/>
            <a:rect l="l" t="t" r="r" b="b"/>
            <a:pathLst>
              <a:path w="29210" h="86359">
                <a:moveTo>
                  <a:pt x="0" y="0"/>
                </a:moveTo>
                <a:lnTo>
                  <a:pt x="29206" y="0"/>
                </a:lnTo>
                <a:lnTo>
                  <a:pt x="29206" y="86359"/>
                </a:lnTo>
                <a:lnTo>
                  <a:pt x="0" y="863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3486281" y="8257540"/>
            <a:ext cx="156845" cy="24130"/>
          </a:xfrm>
          <a:custGeom>
            <a:avLst/>
            <a:gdLst/>
            <a:ahLst/>
            <a:cxnLst/>
            <a:rect l="l" t="t" r="r" b="b"/>
            <a:pathLst>
              <a:path w="156845" h="24129">
                <a:moveTo>
                  <a:pt x="0" y="0"/>
                </a:moveTo>
                <a:lnTo>
                  <a:pt x="156557" y="0"/>
                </a:lnTo>
                <a:lnTo>
                  <a:pt x="156557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3486281" y="8281669"/>
            <a:ext cx="29209" cy="87630"/>
          </a:xfrm>
          <a:custGeom>
            <a:avLst/>
            <a:gdLst/>
            <a:ahLst/>
            <a:cxnLst/>
            <a:rect l="l" t="t" r="r" b="b"/>
            <a:pathLst>
              <a:path w="29210" h="87629">
                <a:moveTo>
                  <a:pt x="0" y="0"/>
                </a:moveTo>
                <a:lnTo>
                  <a:pt x="29206" y="0"/>
                </a:lnTo>
                <a:lnTo>
                  <a:pt x="29206" y="87629"/>
                </a:lnTo>
                <a:lnTo>
                  <a:pt x="0" y="87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3486281" y="8369300"/>
            <a:ext cx="156845" cy="24130"/>
          </a:xfrm>
          <a:custGeom>
            <a:avLst/>
            <a:gdLst/>
            <a:ahLst/>
            <a:cxnLst/>
            <a:rect l="l" t="t" r="r" b="b"/>
            <a:pathLst>
              <a:path w="156845" h="24129">
                <a:moveTo>
                  <a:pt x="0" y="0"/>
                </a:moveTo>
                <a:lnTo>
                  <a:pt x="156557" y="0"/>
                </a:lnTo>
                <a:lnTo>
                  <a:pt x="156557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3613895" y="8170719"/>
            <a:ext cx="29209" cy="87630"/>
          </a:xfrm>
          <a:custGeom>
            <a:avLst/>
            <a:gdLst/>
            <a:ahLst/>
            <a:cxnLst/>
            <a:rect l="l" t="t" r="r" b="b"/>
            <a:pathLst>
              <a:path w="29210" h="87629">
                <a:moveTo>
                  <a:pt x="28943" y="87356"/>
                </a:moveTo>
                <a:lnTo>
                  <a:pt x="0" y="87356"/>
                </a:lnTo>
                <a:lnTo>
                  <a:pt x="0" y="0"/>
                </a:lnTo>
                <a:lnTo>
                  <a:pt x="28943" y="0"/>
                </a:lnTo>
                <a:lnTo>
                  <a:pt x="28943" y="873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3613895" y="8281493"/>
            <a:ext cx="29209" cy="88265"/>
          </a:xfrm>
          <a:custGeom>
            <a:avLst/>
            <a:gdLst/>
            <a:ahLst/>
            <a:cxnLst/>
            <a:rect l="l" t="t" r="r" b="b"/>
            <a:pathLst>
              <a:path w="29210" h="88265">
                <a:moveTo>
                  <a:pt x="28943" y="87882"/>
                </a:moveTo>
                <a:lnTo>
                  <a:pt x="0" y="87882"/>
                </a:lnTo>
                <a:lnTo>
                  <a:pt x="0" y="0"/>
                </a:lnTo>
                <a:lnTo>
                  <a:pt x="28943" y="0"/>
                </a:lnTo>
                <a:lnTo>
                  <a:pt x="28943" y="878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3893633" y="8173614"/>
            <a:ext cx="177165" cy="269875"/>
          </a:xfrm>
          <a:custGeom>
            <a:avLst/>
            <a:gdLst/>
            <a:ahLst/>
            <a:cxnLst/>
            <a:rect l="l" t="t" r="r" b="b"/>
            <a:pathLst>
              <a:path w="177164" h="269875">
                <a:moveTo>
                  <a:pt x="53939" y="269436"/>
                </a:moveTo>
                <a:lnTo>
                  <a:pt x="18681" y="269436"/>
                </a:lnTo>
                <a:lnTo>
                  <a:pt x="142348" y="31837"/>
                </a:lnTo>
                <a:lnTo>
                  <a:pt x="142348" y="29732"/>
                </a:lnTo>
                <a:lnTo>
                  <a:pt x="0" y="29732"/>
                </a:lnTo>
                <a:lnTo>
                  <a:pt x="0" y="0"/>
                </a:lnTo>
                <a:lnTo>
                  <a:pt x="177080" y="0"/>
                </a:lnTo>
                <a:lnTo>
                  <a:pt x="177080" y="31311"/>
                </a:lnTo>
                <a:lnTo>
                  <a:pt x="53939" y="269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4108603" y="8169930"/>
            <a:ext cx="191770" cy="276860"/>
          </a:xfrm>
          <a:custGeom>
            <a:avLst/>
            <a:gdLst/>
            <a:ahLst/>
            <a:cxnLst/>
            <a:rect l="l" t="t" r="r" b="b"/>
            <a:pathLst>
              <a:path w="191770" h="276859">
                <a:moveTo>
                  <a:pt x="95776" y="276803"/>
                </a:moveTo>
                <a:lnTo>
                  <a:pt x="56797" y="271224"/>
                </a:lnTo>
                <a:lnTo>
                  <a:pt x="26476" y="255655"/>
                </a:lnTo>
                <a:lnTo>
                  <a:pt x="6861" y="231847"/>
                </a:lnTo>
                <a:lnTo>
                  <a:pt x="0" y="201551"/>
                </a:lnTo>
                <a:lnTo>
                  <a:pt x="4111" y="176912"/>
                </a:lnTo>
                <a:lnTo>
                  <a:pt x="15721" y="156195"/>
                </a:lnTo>
                <a:lnTo>
                  <a:pt x="33153" y="141053"/>
                </a:lnTo>
                <a:lnTo>
                  <a:pt x="54729" y="133139"/>
                </a:lnTo>
                <a:lnTo>
                  <a:pt x="54729" y="131823"/>
                </a:lnTo>
                <a:lnTo>
                  <a:pt x="36458" y="123852"/>
                </a:lnTo>
                <a:lnTo>
                  <a:pt x="22431" y="110280"/>
                </a:lnTo>
                <a:lnTo>
                  <a:pt x="13435" y="92417"/>
                </a:lnTo>
                <a:lnTo>
                  <a:pt x="10261" y="71569"/>
                </a:lnTo>
                <a:lnTo>
                  <a:pt x="16667" y="42958"/>
                </a:lnTo>
                <a:lnTo>
                  <a:pt x="34468" y="20293"/>
                </a:lnTo>
                <a:lnTo>
                  <a:pt x="61545" y="5373"/>
                </a:lnTo>
                <a:lnTo>
                  <a:pt x="95776" y="0"/>
                </a:lnTo>
                <a:lnTo>
                  <a:pt x="129706" y="5373"/>
                </a:lnTo>
                <a:lnTo>
                  <a:pt x="156655" y="20293"/>
                </a:lnTo>
                <a:lnTo>
                  <a:pt x="163457" y="28943"/>
                </a:lnTo>
                <a:lnTo>
                  <a:pt x="95776" y="28943"/>
                </a:lnTo>
                <a:lnTo>
                  <a:pt x="73970" y="32199"/>
                </a:lnTo>
                <a:lnTo>
                  <a:pt x="57294" y="41375"/>
                </a:lnTo>
                <a:lnTo>
                  <a:pt x="46638" y="55584"/>
                </a:lnTo>
                <a:lnTo>
                  <a:pt x="42888" y="73937"/>
                </a:lnTo>
                <a:lnTo>
                  <a:pt x="46786" y="92635"/>
                </a:lnTo>
                <a:lnTo>
                  <a:pt x="57689" y="107090"/>
                </a:lnTo>
                <a:lnTo>
                  <a:pt x="74414" y="116414"/>
                </a:lnTo>
                <a:lnTo>
                  <a:pt x="95776" y="119720"/>
                </a:lnTo>
                <a:lnTo>
                  <a:pt x="158831" y="119720"/>
                </a:lnTo>
                <a:lnTo>
                  <a:pt x="154571" y="123852"/>
                </a:lnTo>
                <a:lnTo>
                  <a:pt x="136560" y="131823"/>
                </a:lnTo>
                <a:lnTo>
                  <a:pt x="136560" y="133139"/>
                </a:lnTo>
                <a:lnTo>
                  <a:pt x="157992" y="141053"/>
                </a:lnTo>
                <a:lnTo>
                  <a:pt x="166137" y="148137"/>
                </a:lnTo>
                <a:lnTo>
                  <a:pt x="95776" y="148137"/>
                </a:lnTo>
                <a:lnTo>
                  <a:pt x="70639" y="152014"/>
                </a:lnTo>
                <a:lnTo>
                  <a:pt x="50782" y="162773"/>
                </a:lnTo>
                <a:lnTo>
                  <a:pt x="37831" y="179107"/>
                </a:lnTo>
                <a:lnTo>
                  <a:pt x="33416" y="199709"/>
                </a:lnTo>
                <a:lnTo>
                  <a:pt x="37461" y="219139"/>
                </a:lnTo>
                <a:lnTo>
                  <a:pt x="49795" y="234178"/>
                </a:lnTo>
                <a:lnTo>
                  <a:pt x="69529" y="243889"/>
                </a:lnTo>
                <a:lnTo>
                  <a:pt x="95776" y="247334"/>
                </a:lnTo>
                <a:lnTo>
                  <a:pt x="171494" y="247334"/>
                </a:lnTo>
                <a:lnTo>
                  <a:pt x="164582" y="255655"/>
                </a:lnTo>
                <a:lnTo>
                  <a:pt x="134348" y="271224"/>
                </a:lnTo>
                <a:lnTo>
                  <a:pt x="95776" y="276803"/>
                </a:lnTo>
                <a:close/>
              </a:path>
              <a:path w="191770" h="276859">
                <a:moveTo>
                  <a:pt x="158831" y="119720"/>
                </a:moveTo>
                <a:lnTo>
                  <a:pt x="95776" y="119720"/>
                </a:lnTo>
                <a:lnTo>
                  <a:pt x="116875" y="116414"/>
                </a:lnTo>
                <a:lnTo>
                  <a:pt x="133534" y="107090"/>
                </a:lnTo>
                <a:lnTo>
                  <a:pt x="144470" y="92635"/>
                </a:lnTo>
                <a:lnTo>
                  <a:pt x="148400" y="73937"/>
                </a:lnTo>
                <a:lnTo>
                  <a:pt x="144581" y="55584"/>
                </a:lnTo>
                <a:lnTo>
                  <a:pt x="133830" y="41375"/>
                </a:lnTo>
                <a:lnTo>
                  <a:pt x="117208" y="32199"/>
                </a:lnTo>
                <a:lnTo>
                  <a:pt x="95776" y="28943"/>
                </a:lnTo>
                <a:lnTo>
                  <a:pt x="163457" y="28943"/>
                </a:lnTo>
                <a:lnTo>
                  <a:pt x="174478" y="42958"/>
                </a:lnTo>
                <a:lnTo>
                  <a:pt x="181027" y="71569"/>
                </a:lnTo>
                <a:lnTo>
                  <a:pt x="177668" y="92417"/>
                </a:lnTo>
                <a:lnTo>
                  <a:pt x="168562" y="110280"/>
                </a:lnTo>
                <a:lnTo>
                  <a:pt x="158831" y="119720"/>
                </a:lnTo>
                <a:close/>
              </a:path>
              <a:path w="191770" h="276859">
                <a:moveTo>
                  <a:pt x="171494" y="247334"/>
                </a:moveTo>
                <a:lnTo>
                  <a:pt x="95776" y="247334"/>
                </a:lnTo>
                <a:lnTo>
                  <a:pt x="121726" y="243889"/>
                </a:lnTo>
                <a:lnTo>
                  <a:pt x="141362" y="234178"/>
                </a:lnTo>
                <a:lnTo>
                  <a:pt x="153794" y="219139"/>
                </a:lnTo>
                <a:lnTo>
                  <a:pt x="158136" y="199709"/>
                </a:lnTo>
                <a:lnTo>
                  <a:pt x="153461" y="179107"/>
                </a:lnTo>
                <a:lnTo>
                  <a:pt x="140474" y="162773"/>
                </a:lnTo>
                <a:lnTo>
                  <a:pt x="120727" y="152014"/>
                </a:lnTo>
                <a:lnTo>
                  <a:pt x="95776" y="148137"/>
                </a:lnTo>
                <a:lnTo>
                  <a:pt x="166137" y="148137"/>
                </a:lnTo>
                <a:lnTo>
                  <a:pt x="175403" y="156195"/>
                </a:lnTo>
                <a:lnTo>
                  <a:pt x="187141" y="176912"/>
                </a:lnTo>
                <a:lnTo>
                  <a:pt x="191552" y="201551"/>
                </a:lnTo>
                <a:lnTo>
                  <a:pt x="184357" y="231847"/>
                </a:lnTo>
                <a:lnTo>
                  <a:pt x="171494" y="2473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4344360" y="8397267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59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4437505" y="8169930"/>
            <a:ext cx="192405" cy="276860"/>
          </a:xfrm>
          <a:custGeom>
            <a:avLst/>
            <a:gdLst/>
            <a:ahLst/>
            <a:cxnLst/>
            <a:rect l="l" t="t" r="r" b="b"/>
            <a:pathLst>
              <a:path w="192404" h="276859">
                <a:moveTo>
                  <a:pt x="88145" y="179448"/>
                </a:moveTo>
                <a:lnTo>
                  <a:pt x="54059" y="172837"/>
                </a:lnTo>
                <a:lnTo>
                  <a:pt x="26016" y="154386"/>
                </a:lnTo>
                <a:lnTo>
                  <a:pt x="7001" y="126166"/>
                </a:lnTo>
                <a:lnTo>
                  <a:pt x="0" y="90250"/>
                </a:lnTo>
                <a:lnTo>
                  <a:pt x="6652" y="54984"/>
                </a:lnTo>
                <a:lnTo>
                  <a:pt x="25588" y="26180"/>
                </a:lnTo>
                <a:lnTo>
                  <a:pt x="55280" y="6849"/>
                </a:lnTo>
                <a:lnTo>
                  <a:pt x="94197" y="0"/>
                </a:lnTo>
                <a:lnTo>
                  <a:pt x="129028" y="6212"/>
                </a:lnTo>
                <a:lnTo>
                  <a:pt x="160504" y="26805"/>
                </a:lnTo>
                <a:lnTo>
                  <a:pt x="162057" y="29469"/>
                </a:lnTo>
                <a:lnTo>
                  <a:pt x="94197" y="29469"/>
                </a:lnTo>
                <a:lnTo>
                  <a:pt x="69665" y="34263"/>
                </a:lnTo>
                <a:lnTo>
                  <a:pt x="50091" y="47296"/>
                </a:lnTo>
                <a:lnTo>
                  <a:pt x="37178" y="66545"/>
                </a:lnTo>
                <a:lnTo>
                  <a:pt x="32729" y="89461"/>
                </a:lnTo>
                <a:lnTo>
                  <a:pt x="32677" y="90250"/>
                </a:lnTo>
                <a:lnTo>
                  <a:pt x="37124" y="113458"/>
                </a:lnTo>
                <a:lnTo>
                  <a:pt x="49664" y="132514"/>
                </a:lnTo>
                <a:lnTo>
                  <a:pt x="68814" y="145304"/>
                </a:lnTo>
                <a:lnTo>
                  <a:pt x="93145" y="149979"/>
                </a:lnTo>
                <a:lnTo>
                  <a:pt x="151499" y="149979"/>
                </a:lnTo>
                <a:lnTo>
                  <a:pt x="143795" y="158691"/>
                </a:lnTo>
                <a:lnTo>
                  <a:pt x="127548" y="169943"/>
                </a:lnTo>
                <a:lnTo>
                  <a:pt x="108833" y="177002"/>
                </a:lnTo>
                <a:lnTo>
                  <a:pt x="88145" y="179448"/>
                </a:lnTo>
                <a:close/>
              </a:path>
              <a:path w="192404" h="276859">
                <a:moveTo>
                  <a:pt x="151499" y="149979"/>
                </a:moveTo>
                <a:lnTo>
                  <a:pt x="93145" y="149979"/>
                </a:lnTo>
                <a:lnTo>
                  <a:pt x="117652" y="144963"/>
                </a:lnTo>
                <a:lnTo>
                  <a:pt x="137448" y="131560"/>
                </a:lnTo>
                <a:lnTo>
                  <a:pt x="150682" y="112237"/>
                </a:lnTo>
                <a:lnTo>
                  <a:pt x="155504" y="89461"/>
                </a:lnTo>
                <a:lnTo>
                  <a:pt x="150920" y="66989"/>
                </a:lnTo>
                <a:lnTo>
                  <a:pt x="138171" y="47822"/>
                </a:lnTo>
                <a:lnTo>
                  <a:pt x="118762" y="34477"/>
                </a:lnTo>
                <a:lnTo>
                  <a:pt x="94197" y="29469"/>
                </a:lnTo>
                <a:lnTo>
                  <a:pt x="162057" y="29469"/>
                </a:lnTo>
                <a:lnTo>
                  <a:pt x="183297" y="65899"/>
                </a:lnTo>
                <a:lnTo>
                  <a:pt x="192078" y="127613"/>
                </a:lnTo>
                <a:lnTo>
                  <a:pt x="190287" y="143664"/>
                </a:lnTo>
                <a:lnTo>
                  <a:pt x="157083" y="143664"/>
                </a:lnTo>
                <a:lnTo>
                  <a:pt x="151499" y="149979"/>
                </a:lnTo>
                <a:close/>
              </a:path>
              <a:path w="192404" h="276859">
                <a:moveTo>
                  <a:pt x="154585" y="247071"/>
                </a:moveTo>
                <a:lnTo>
                  <a:pt x="89724" y="247071"/>
                </a:lnTo>
                <a:lnTo>
                  <a:pt x="119325" y="240127"/>
                </a:lnTo>
                <a:lnTo>
                  <a:pt x="141625" y="219936"/>
                </a:lnTo>
                <a:lnTo>
                  <a:pt x="155735" y="187461"/>
                </a:lnTo>
                <a:lnTo>
                  <a:pt x="160767" y="143664"/>
                </a:lnTo>
                <a:lnTo>
                  <a:pt x="190287" y="143664"/>
                </a:lnTo>
                <a:lnTo>
                  <a:pt x="184966" y="191330"/>
                </a:lnTo>
                <a:lnTo>
                  <a:pt x="164582" y="238125"/>
                </a:lnTo>
                <a:lnTo>
                  <a:pt x="154585" y="247071"/>
                </a:lnTo>
                <a:close/>
              </a:path>
              <a:path w="192404" h="276859">
                <a:moveTo>
                  <a:pt x="89724" y="276803"/>
                </a:moveTo>
                <a:lnTo>
                  <a:pt x="57015" y="271611"/>
                </a:lnTo>
                <a:lnTo>
                  <a:pt x="30719" y="256971"/>
                </a:lnTo>
                <a:lnTo>
                  <a:pt x="12021" y="234289"/>
                </a:lnTo>
                <a:lnTo>
                  <a:pt x="2104" y="204971"/>
                </a:lnTo>
                <a:lnTo>
                  <a:pt x="35258" y="204971"/>
                </a:lnTo>
                <a:lnTo>
                  <a:pt x="42103" y="221762"/>
                </a:lnTo>
                <a:lnTo>
                  <a:pt x="53512" y="235099"/>
                </a:lnTo>
                <a:lnTo>
                  <a:pt x="69410" y="243897"/>
                </a:lnTo>
                <a:lnTo>
                  <a:pt x="89724" y="247071"/>
                </a:lnTo>
                <a:lnTo>
                  <a:pt x="154585" y="247071"/>
                </a:lnTo>
                <a:lnTo>
                  <a:pt x="132358" y="266961"/>
                </a:lnTo>
                <a:lnTo>
                  <a:pt x="89724" y="276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4678525" y="8169667"/>
            <a:ext cx="240029" cy="277495"/>
          </a:xfrm>
          <a:custGeom>
            <a:avLst/>
            <a:gdLst/>
            <a:ahLst/>
            <a:cxnLst/>
            <a:rect l="l" t="t" r="r" b="b"/>
            <a:pathLst>
              <a:path w="240029" h="277495">
                <a:moveTo>
                  <a:pt x="52887" y="123140"/>
                </a:moveTo>
                <a:lnTo>
                  <a:pt x="30082" y="118774"/>
                </a:lnTo>
                <a:lnTo>
                  <a:pt x="13517" y="106958"/>
                </a:lnTo>
                <a:lnTo>
                  <a:pt x="3416" y="89617"/>
                </a:lnTo>
                <a:lnTo>
                  <a:pt x="0" y="68674"/>
                </a:lnTo>
                <a:lnTo>
                  <a:pt x="0" y="54466"/>
                </a:lnTo>
                <a:lnTo>
                  <a:pt x="3527" y="33523"/>
                </a:lnTo>
                <a:lnTo>
                  <a:pt x="13813" y="16181"/>
                </a:lnTo>
                <a:lnTo>
                  <a:pt x="30415" y="4366"/>
                </a:lnTo>
                <a:lnTo>
                  <a:pt x="52887" y="0"/>
                </a:lnTo>
                <a:lnTo>
                  <a:pt x="75610" y="4366"/>
                </a:lnTo>
                <a:lnTo>
                  <a:pt x="91993" y="16181"/>
                </a:lnTo>
                <a:lnTo>
                  <a:pt x="95982" y="23154"/>
                </a:lnTo>
                <a:lnTo>
                  <a:pt x="52887" y="23154"/>
                </a:lnTo>
                <a:lnTo>
                  <a:pt x="41240" y="25790"/>
                </a:lnTo>
                <a:lnTo>
                  <a:pt x="33317" y="32791"/>
                </a:lnTo>
                <a:lnTo>
                  <a:pt x="28799" y="42802"/>
                </a:lnTo>
                <a:lnTo>
                  <a:pt x="27364" y="54466"/>
                </a:lnTo>
                <a:lnTo>
                  <a:pt x="27364" y="68674"/>
                </a:lnTo>
                <a:lnTo>
                  <a:pt x="28725" y="80338"/>
                </a:lnTo>
                <a:lnTo>
                  <a:pt x="33120" y="90349"/>
                </a:lnTo>
                <a:lnTo>
                  <a:pt x="41018" y="97350"/>
                </a:lnTo>
                <a:lnTo>
                  <a:pt x="52887" y="99986"/>
                </a:lnTo>
                <a:lnTo>
                  <a:pt x="95835" y="99986"/>
                </a:lnTo>
                <a:lnTo>
                  <a:pt x="91796" y="106958"/>
                </a:lnTo>
                <a:lnTo>
                  <a:pt x="75388" y="118774"/>
                </a:lnTo>
                <a:lnTo>
                  <a:pt x="52887" y="123140"/>
                </a:lnTo>
                <a:close/>
              </a:path>
              <a:path w="240029" h="277495">
                <a:moveTo>
                  <a:pt x="40520" y="273383"/>
                </a:moveTo>
                <a:lnTo>
                  <a:pt x="10524" y="273383"/>
                </a:lnTo>
                <a:lnTo>
                  <a:pt x="195762" y="3946"/>
                </a:lnTo>
                <a:lnTo>
                  <a:pt x="225758" y="3946"/>
                </a:lnTo>
                <a:lnTo>
                  <a:pt x="40520" y="273383"/>
                </a:lnTo>
                <a:close/>
              </a:path>
              <a:path w="240029" h="277495">
                <a:moveTo>
                  <a:pt x="95835" y="99986"/>
                </a:moveTo>
                <a:lnTo>
                  <a:pt x="52887" y="99986"/>
                </a:lnTo>
                <a:lnTo>
                  <a:pt x="64563" y="97350"/>
                </a:lnTo>
                <a:lnTo>
                  <a:pt x="72292" y="90349"/>
                </a:lnTo>
                <a:lnTo>
                  <a:pt x="76568" y="80338"/>
                </a:lnTo>
                <a:lnTo>
                  <a:pt x="77883" y="68674"/>
                </a:lnTo>
                <a:lnTo>
                  <a:pt x="77883" y="54466"/>
                </a:lnTo>
                <a:lnTo>
                  <a:pt x="76642" y="42802"/>
                </a:lnTo>
                <a:lnTo>
                  <a:pt x="72489" y="32791"/>
                </a:lnTo>
                <a:lnTo>
                  <a:pt x="64785" y="25790"/>
                </a:lnTo>
                <a:lnTo>
                  <a:pt x="52887" y="23154"/>
                </a:lnTo>
                <a:lnTo>
                  <a:pt x="95982" y="23154"/>
                </a:lnTo>
                <a:lnTo>
                  <a:pt x="101914" y="33523"/>
                </a:lnTo>
                <a:lnTo>
                  <a:pt x="105248" y="54466"/>
                </a:lnTo>
                <a:lnTo>
                  <a:pt x="105248" y="68674"/>
                </a:lnTo>
                <a:lnTo>
                  <a:pt x="101840" y="89617"/>
                </a:lnTo>
                <a:lnTo>
                  <a:pt x="95835" y="99986"/>
                </a:lnTo>
                <a:close/>
              </a:path>
              <a:path w="240029" h="277495">
                <a:moveTo>
                  <a:pt x="187342" y="277330"/>
                </a:moveTo>
                <a:lnTo>
                  <a:pt x="164537" y="272963"/>
                </a:lnTo>
                <a:lnTo>
                  <a:pt x="147972" y="261148"/>
                </a:lnTo>
                <a:lnTo>
                  <a:pt x="137871" y="243806"/>
                </a:lnTo>
                <a:lnTo>
                  <a:pt x="134455" y="222863"/>
                </a:lnTo>
                <a:lnTo>
                  <a:pt x="134455" y="208655"/>
                </a:lnTo>
                <a:lnTo>
                  <a:pt x="137945" y="187712"/>
                </a:lnTo>
                <a:lnTo>
                  <a:pt x="148170" y="170371"/>
                </a:lnTo>
                <a:lnTo>
                  <a:pt x="164759" y="158555"/>
                </a:lnTo>
                <a:lnTo>
                  <a:pt x="187342" y="154189"/>
                </a:lnTo>
                <a:lnTo>
                  <a:pt x="209954" y="158555"/>
                </a:lnTo>
                <a:lnTo>
                  <a:pt x="226350" y="170371"/>
                </a:lnTo>
                <a:lnTo>
                  <a:pt x="230364" y="177343"/>
                </a:lnTo>
                <a:lnTo>
                  <a:pt x="187342" y="177343"/>
                </a:lnTo>
                <a:lnTo>
                  <a:pt x="175584" y="179979"/>
                </a:lnTo>
                <a:lnTo>
                  <a:pt x="167674" y="186980"/>
                </a:lnTo>
                <a:lnTo>
                  <a:pt x="163217" y="196991"/>
                </a:lnTo>
                <a:lnTo>
                  <a:pt x="161819" y="208655"/>
                </a:lnTo>
                <a:lnTo>
                  <a:pt x="161819" y="222863"/>
                </a:lnTo>
                <a:lnTo>
                  <a:pt x="163143" y="234527"/>
                </a:lnTo>
                <a:lnTo>
                  <a:pt x="167476" y="244538"/>
                </a:lnTo>
                <a:lnTo>
                  <a:pt x="175362" y="251540"/>
                </a:lnTo>
                <a:lnTo>
                  <a:pt x="187342" y="254175"/>
                </a:lnTo>
                <a:lnTo>
                  <a:pt x="230216" y="254175"/>
                </a:lnTo>
                <a:lnTo>
                  <a:pt x="226152" y="261148"/>
                </a:lnTo>
                <a:lnTo>
                  <a:pt x="209732" y="272963"/>
                </a:lnTo>
                <a:lnTo>
                  <a:pt x="187342" y="277330"/>
                </a:lnTo>
                <a:close/>
              </a:path>
              <a:path w="240029" h="277495">
                <a:moveTo>
                  <a:pt x="230216" y="254175"/>
                </a:moveTo>
                <a:lnTo>
                  <a:pt x="187342" y="254175"/>
                </a:lnTo>
                <a:lnTo>
                  <a:pt x="198907" y="251540"/>
                </a:lnTo>
                <a:lnTo>
                  <a:pt x="206649" y="244538"/>
                </a:lnTo>
                <a:lnTo>
                  <a:pt x="210986" y="234527"/>
                </a:lnTo>
                <a:lnTo>
                  <a:pt x="212339" y="222863"/>
                </a:lnTo>
                <a:lnTo>
                  <a:pt x="212339" y="208655"/>
                </a:lnTo>
                <a:lnTo>
                  <a:pt x="211060" y="196991"/>
                </a:lnTo>
                <a:lnTo>
                  <a:pt x="206846" y="186980"/>
                </a:lnTo>
                <a:lnTo>
                  <a:pt x="199129" y="179979"/>
                </a:lnTo>
                <a:lnTo>
                  <a:pt x="187342" y="177343"/>
                </a:lnTo>
                <a:lnTo>
                  <a:pt x="230364" y="177343"/>
                </a:lnTo>
                <a:lnTo>
                  <a:pt x="236332" y="187712"/>
                </a:lnTo>
                <a:lnTo>
                  <a:pt x="239703" y="208655"/>
                </a:lnTo>
                <a:lnTo>
                  <a:pt x="239703" y="222863"/>
                </a:lnTo>
                <a:lnTo>
                  <a:pt x="236258" y="243806"/>
                </a:lnTo>
                <a:lnTo>
                  <a:pt x="230216" y="2541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4957697" y="8417790"/>
            <a:ext cx="56515" cy="101600"/>
          </a:xfrm>
          <a:custGeom>
            <a:avLst/>
            <a:gdLst/>
            <a:ahLst/>
            <a:cxnLst/>
            <a:rect l="l" t="t" r="r" b="b"/>
            <a:pathLst>
              <a:path w="56514" h="101600">
                <a:moveTo>
                  <a:pt x="27627" y="101301"/>
                </a:moveTo>
                <a:lnTo>
                  <a:pt x="0" y="101301"/>
                </a:lnTo>
                <a:lnTo>
                  <a:pt x="20523" y="0"/>
                </a:lnTo>
                <a:lnTo>
                  <a:pt x="56308" y="0"/>
                </a:lnTo>
                <a:lnTo>
                  <a:pt x="27627" y="101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5153671" y="8175982"/>
            <a:ext cx="301625" cy="250825"/>
          </a:xfrm>
          <a:custGeom>
            <a:avLst/>
            <a:gdLst/>
            <a:ahLst/>
            <a:cxnLst/>
            <a:rect l="l" t="t" r="r" b="b"/>
            <a:pathLst>
              <a:path w="301625" h="250825">
                <a:moveTo>
                  <a:pt x="252859" y="185500"/>
                </a:moveTo>
                <a:lnTo>
                  <a:pt x="223390" y="182080"/>
                </a:lnTo>
                <a:lnTo>
                  <a:pt x="230543" y="137715"/>
                </a:lnTo>
                <a:lnTo>
                  <a:pt x="234243" y="98703"/>
                </a:lnTo>
                <a:lnTo>
                  <a:pt x="235674" y="64082"/>
                </a:lnTo>
                <a:lnTo>
                  <a:pt x="236020" y="32890"/>
                </a:lnTo>
                <a:lnTo>
                  <a:pt x="236020" y="24207"/>
                </a:lnTo>
                <a:lnTo>
                  <a:pt x="32100" y="24207"/>
                </a:lnTo>
                <a:lnTo>
                  <a:pt x="32100" y="0"/>
                </a:lnTo>
                <a:lnTo>
                  <a:pt x="265226" y="0"/>
                </a:lnTo>
                <a:lnTo>
                  <a:pt x="265226" y="32890"/>
                </a:lnTo>
                <a:lnTo>
                  <a:pt x="264885" y="64579"/>
                </a:lnTo>
                <a:lnTo>
                  <a:pt x="263483" y="99525"/>
                </a:lnTo>
                <a:lnTo>
                  <a:pt x="259861" y="139306"/>
                </a:lnTo>
                <a:lnTo>
                  <a:pt x="252859" y="185500"/>
                </a:lnTo>
                <a:close/>
              </a:path>
              <a:path w="301625" h="250825">
                <a:moveTo>
                  <a:pt x="147084" y="226021"/>
                </a:moveTo>
                <a:lnTo>
                  <a:pt x="118141" y="226021"/>
                </a:lnTo>
                <a:lnTo>
                  <a:pt x="118141" y="107879"/>
                </a:lnTo>
                <a:lnTo>
                  <a:pt x="147084" y="107879"/>
                </a:lnTo>
                <a:lnTo>
                  <a:pt x="147084" y="226021"/>
                </a:lnTo>
                <a:close/>
              </a:path>
              <a:path w="301625" h="250825">
                <a:moveTo>
                  <a:pt x="301537" y="250491"/>
                </a:moveTo>
                <a:lnTo>
                  <a:pt x="0" y="250491"/>
                </a:lnTo>
                <a:lnTo>
                  <a:pt x="0" y="226021"/>
                </a:lnTo>
                <a:lnTo>
                  <a:pt x="301537" y="226021"/>
                </a:lnTo>
                <a:lnTo>
                  <a:pt x="301537" y="2504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5496518" y="8142828"/>
            <a:ext cx="262255" cy="332740"/>
          </a:xfrm>
          <a:custGeom>
            <a:avLst/>
            <a:gdLst/>
            <a:ahLst/>
            <a:cxnLst/>
            <a:rect l="l" t="t" r="r" b="b"/>
            <a:pathLst>
              <a:path w="262254" h="332740">
                <a:moveTo>
                  <a:pt x="260753" y="204445"/>
                </a:moveTo>
                <a:lnTo>
                  <a:pt x="231546" y="204445"/>
                </a:lnTo>
                <a:lnTo>
                  <a:pt x="231546" y="143401"/>
                </a:lnTo>
                <a:lnTo>
                  <a:pt x="166029" y="143401"/>
                </a:lnTo>
                <a:lnTo>
                  <a:pt x="166029" y="119194"/>
                </a:lnTo>
                <a:lnTo>
                  <a:pt x="231546" y="119194"/>
                </a:lnTo>
                <a:lnTo>
                  <a:pt x="231546" y="76042"/>
                </a:lnTo>
                <a:lnTo>
                  <a:pt x="166029" y="76042"/>
                </a:lnTo>
                <a:lnTo>
                  <a:pt x="166029" y="52098"/>
                </a:lnTo>
                <a:lnTo>
                  <a:pt x="231546" y="52098"/>
                </a:lnTo>
                <a:lnTo>
                  <a:pt x="231546" y="0"/>
                </a:lnTo>
                <a:lnTo>
                  <a:pt x="260753" y="0"/>
                </a:lnTo>
                <a:lnTo>
                  <a:pt x="260753" y="204445"/>
                </a:lnTo>
                <a:close/>
              </a:path>
              <a:path w="262254" h="332740">
                <a:moveTo>
                  <a:pt x="24207" y="185763"/>
                </a:moveTo>
                <a:lnTo>
                  <a:pt x="789" y="185763"/>
                </a:lnTo>
                <a:lnTo>
                  <a:pt x="789" y="87882"/>
                </a:lnTo>
                <a:lnTo>
                  <a:pt x="114457" y="87882"/>
                </a:lnTo>
                <a:lnTo>
                  <a:pt x="114457" y="42625"/>
                </a:lnTo>
                <a:lnTo>
                  <a:pt x="0" y="42625"/>
                </a:lnTo>
                <a:lnTo>
                  <a:pt x="0" y="18681"/>
                </a:lnTo>
                <a:lnTo>
                  <a:pt x="143401" y="18681"/>
                </a:lnTo>
                <a:lnTo>
                  <a:pt x="143401" y="111037"/>
                </a:lnTo>
                <a:lnTo>
                  <a:pt x="29732" y="111037"/>
                </a:lnTo>
                <a:lnTo>
                  <a:pt x="29732" y="161819"/>
                </a:lnTo>
                <a:lnTo>
                  <a:pt x="163878" y="161819"/>
                </a:lnTo>
                <a:lnTo>
                  <a:pt x="165766" y="177607"/>
                </a:lnTo>
                <a:lnTo>
                  <a:pt x="135729" y="181915"/>
                </a:lnTo>
                <a:lnTo>
                  <a:pt x="104656" y="184448"/>
                </a:lnTo>
                <a:lnTo>
                  <a:pt x="68748" y="185599"/>
                </a:lnTo>
                <a:lnTo>
                  <a:pt x="24207" y="185763"/>
                </a:lnTo>
                <a:close/>
              </a:path>
              <a:path w="262254" h="332740">
                <a:moveTo>
                  <a:pt x="163878" y="161819"/>
                </a:moveTo>
                <a:lnTo>
                  <a:pt x="29732" y="161819"/>
                </a:lnTo>
                <a:lnTo>
                  <a:pt x="71275" y="161503"/>
                </a:lnTo>
                <a:lnTo>
                  <a:pt x="105034" y="160273"/>
                </a:lnTo>
                <a:lnTo>
                  <a:pt x="134428" y="157712"/>
                </a:lnTo>
                <a:lnTo>
                  <a:pt x="162872" y="153399"/>
                </a:lnTo>
                <a:lnTo>
                  <a:pt x="163878" y="161819"/>
                </a:lnTo>
                <a:close/>
              </a:path>
              <a:path w="262254" h="332740">
                <a:moveTo>
                  <a:pt x="151294" y="332322"/>
                </a:moveTo>
                <a:lnTo>
                  <a:pt x="104714" y="328264"/>
                </a:lnTo>
                <a:lnTo>
                  <a:pt x="69727" y="316436"/>
                </a:lnTo>
                <a:lnTo>
                  <a:pt x="47764" y="297356"/>
                </a:lnTo>
                <a:lnTo>
                  <a:pt x="40257" y="271541"/>
                </a:lnTo>
                <a:lnTo>
                  <a:pt x="47764" y="245644"/>
                </a:lnTo>
                <a:lnTo>
                  <a:pt x="69727" y="226383"/>
                </a:lnTo>
                <a:lnTo>
                  <a:pt x="104714" y="214374"/>
                </a:lnTo>
                <a:lnTo>
                  <a:pt x="151294" y="210234"/>
                </a:lnTo>
                <a:lnTo>
                  <a:pt x="197686" y="214374"/>
                </a:lnTo>
                <a:lnTo>
                  <a:pt x="232533" y="226383"/>
                </a:lnTo>
                <a:lnTo>
                  <a:pt x="240506" y="233388"/>
                </a:lnTo>
                <a:lnTo>
                  <a:pt x="151294" y="233388"/>
                </a:lnTo>
                <a:lnTo>
                  <a:pt x="116978" y="235946"/>
                </a:lnTo>
                <a:lnTo>
                  <a:pt x="91270" y="243387"/>
                </a:lnTo>
                <a:lnTo>
                  <a:pt x="75182" y="255367"/>
                </a:lnTo>
                <a:lnTo>
                  <a:pt x="69727" y="271541"/>
                </a:lnTo>
                <a:lnTo>
                  <a:pt x="75182" y="287521"/>
                </a:lnTo>
                <a:lnTo>
                  <a:pt x="91270" y="299333"/>
                </a:lnTo>
                <a:lnTo>
                  <a:pt x="116978" y="306655"/>
                </a:lnTo>
                <a:lnTo>
                  <a:pt x="151294" y="309167"/>
                </a:lnTo>
                <a:lnTo>
                  <a:pt x="240884" y="309167"/>
                </a:lnTo>
                <a:lnTo>
                  <a:pt x="232533" y="316436"/>
                </a:lnTo>
                <a:lnTo>
                  <a:pt x="197686" y="328264"/>
                </a:lnTo>
                <a:lnTo>
                  <a:pt x="151294" y="332322"/>
                </a:lnTo>
                <a:close/>
              </a:path>
              <a:path w="262254" h="332740">
                <a:moveTo>
                  <a:pt x="240884" y="309167"/>
                </a:moveTo>
                <a:lnTo>
                  <a:pt x="151294" y="309167"/>
                </a:lnTo>
                <a:lnTo>
                  <a:pt x="185434" y="306655"/>
                </a:lnTo>
                <a:lnTo>
                  <a:pt x="211286" y="299333"/>
                </a:lnTo>
                <a:lnTo>
                  <a:pt x="227665" y="287521"/>
                </a:lnTo>
                <a:lnTo>
                  <a:pt x="233388" y="271541"/>
                </a:lnTo>
                <a:lnTo>
                  <a:pt x="227665" y="255367"/>
                </a:lnTo>
                <a:lnTo>
                  <a:pt x="211286" y="243387"/>
                </a:lnTo>
                <a:lnTo>
                  <a:pt x="185434" y="235946"/>
                </a:lnTo>
                <a:lnTo>
                  <a:pt x="151294" y="233388"/>
                </a:lnTo>
                <a:lnTo>
                  <a:pt x="240506" y="233388"/>
                </a:lnTo>
                <a:lnTo>
                  <a:pt x="254454" y="245644"/>
                </a:lnTo>
                <a:lnTo>
                  <a:pt x="262069" y="271541"/>
                </a:lnTo>
                <a:lnTo>
                  <a:pt x="254454" y="297356"/>
                </a:lnTo>
                <a:lnTo>
                  <a:pt x="240884" y="3091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5812527" y="8141776"/>
            <a:ext cx="301625" cy="330835"/>
          </a:xfrm>
          <a:custGeom>
            <a:avLst/>
            <a:gdLst/>
            <a:ahLst/>
            <a:cxnLst/>
            <a:rect l="l" t="t" r="r" b="b"/>
            <a:pathLst>
              <a:path w="301625" h="330834">
                <a:moveTo>
                  <a:pt x="164977" y="33153"/>
                </a:moveTo>
                <a:lnTo>
                  <a:pt x="136296" y="33153"/>
                </a:lnTo>
                <a:lnTo>
                  <a:pt x="136296" y="0"/>
                </a:lnTo>
                <a:lnTo>
                  <a:pt x="164977" y="0"/>
                </a:lnTo>
                <a:lnTo>
                  <a:pt x="164977" y="33153"/>
                </a:lnTo>
                <a:close/>
              </a:path>
              <a:path w="301625" h="330834">
                <a:moveTo>
                  <a:pt x="270752" y="56834"/>
                </a:moveTo>
                <a:lnTo>
                  <a:pt x="31048" y="56834"/>
                </a:lnTo>
                <a:lnTo>
                  <a:pt x="31048" y="33153"/>
                </a:lnTo>
                <a:lnTo>
                  <a:pt x="270752" y="33153"/>
                </a:lnTo>
                <a:lnTo>
                  <a:pt x="270752" y="56834"/>
                </a:lnTo>
                <a:close/>
              </a:path>
              <a:path w="301625" h="330834">
                <a:moveTo>
                  <a:pt x="26838" y="147348"/>
                </a:moveTo>
                <a:lnTo>
                  <a:pt x="17629" y="124456"/>
                </a:lnTo>
                <a:lnTo>
                  <a:pt x="61619" y="116684"/>
                </a:lnTo>
                <a:lnTo>
                  <a:pt x="98308" y="102337"/>
                </a:lnTo>
                <a:lnTo>
                  <a:pt x="123897" y="82145"/>
                </a:lnTo>
                <a:lnTo>
                  <a:pt x="134586" y="56834"/>
                </a:lnTo>
                <a:lnTo>
                  <a:pt x="166687" y="56834"/>
                </a:lnTo>
                <a:lnTo>
                  <a:pt x="177228" y="82145"/>
                </a:lnTo>
                <a:lnTo>
                  <a:pt x="185150" y="88408"/>
                </a:lnTo>
                <a:lnTo>
                  <a:pt x="150637" y="88408"/>
                </a:lnTo>
                <a:lnTo>
                  <a:pt x="130479" y="110846"/>
                </a:lnTo>
                <a:lnTo>
                  <a:pt x="101663" y="128189"/>
                </a:lnTo>
                <a:lnTo>
                  <a:pt x="66384" y="140377"/>
                </a:lnTo>
                <a:lnTo>
                  <a:pt x="26838" y="147348"/>
                </a:lnTo>
                <a:close/>
              </a:path>
              <a:path w="301625" h="330834">
                <a:moveTo>
                  <a:pt x="274698" y="147348"/>
                </a:moveTo>
                <a:lnTo>
                  <a:pt x="234926" y="140377"/>
                </a:lnTo>
                <a:lnTo>
                  <a:pt x="199544" y="128189"/>
                </a:lnTo>
                <a:lnTo>
                  <a:pt x="170724" y="110846"/>
                </a:lnTo>
                <a:lnTo>
                  <a:pt x="150637" y="88408"/>
                </a:lnTo>
                <a:lnTo>
                  <a:pt x="185150" y="88408"/>
                </a:lnTo>
                <a:lnTo>
                  <a:pt x="202768" y="102337"/>
                </a:lnTo>
                <a:lnTo>
                  <a:pt x="239506" y="116684"/>
                </a:lnTo>
                <a:lnTo>
                  <a:pt x="283645" y="124456"/>
                </a:lnTo>
                <a:lnTo>
                  <a:pt x="274698" y="147348"/>
                </a:lnTo>
                <a:close/>
              </a:path>
              <a:path w="301625" h="330834">
                <a:moveTo>
                  <a:pt x="301537" y="192868"/>
                </a:moveTo>
                <a:lnTo>
                  <a:pt x="0" y="192868"/>
                </a:lnTo>
                <a:lnTo>
                  <a:pt x="0" y="168660"/>
                </a:lnTo>
                <a:lnTo>
                  <a:pt x="301537" y="168660"/>
                </a:lnTo>
                <a:lnTo>
                  <a:pt x="301537" y="192868"/>
                </a:lnTo>
                <a:close/>
              </a:path>
              <a:path w="301625" h="330834">
                <a:moveTo>
                  <a:pt x="150505" y="330743"/>
                </a:moveTo>
                <a:lnTo>
                  <a:pt x="102358" y="327187"/>
                </a:lnTo>
                <a:lnTo>
                  <a:pt x="66471" y="316699"/>
                </a:lnTo>
                <a:lnTo>
                  <a:pt x="44052" y="299551"/>
                </a:lnTo>
                <a:lnTo>
                  <a:pt x="36310" y="276014"/>
                </a:lnTo>
                <a:lnTo>
                  <a:pt x="44052" y="252477"/>
                </a:lnTo>
                <a:lnTo>
                  <a:pt x="66471" y="235329"/>
                </a:lnTo>
                <a:lnTo>
                  <a:pt x="102358" y="224841"/>
                </a:lnTo>
                <a:lnTo>
                  <a:pt x="150505" y="221285"/>
                </a:lnTo>
                <a:lnTo>
                  <a:pt x="198574" y="224841"/>
                </a:lnTo>
                <a:lnTo>
                  <a:pt x="234309" y="235329"/>
                </a:lnTo>
                <a:lnTo>
                  <a:pt x="244796" y="243387"/>
                </a:lnTo>
                <a:lnTo>
                  <a:pt x="150505" y="243387"/>
                </a:lnTo>
                <a:lnTo>
                  <a:pt x="114737" y="245562"/>
                </a:lnTo>
                <a:lnTo>
                  <a:pt x="88145" y="251905"/>
                </a:lnTo>
                <a:lnTo>
                  <a:pt x="71618" y="262147"/>
                </a:lnTo>
                <a:lnTo>
                  <a:pt x="66043" y="276014"/>
                </a:lnTo>
                <a:lnTo>
                  <a:pt x="71618" y="289836"/>
                </a:lnTo>
                <a:lnTo>
                  <a:pt x="88145" y="299958"/>
                </a:lnTo>
                <a:lnTo>
                  <a:pt x="114737" y="306133"/>
                </a:lnTo>
                <a:lnTo>
                  <a:pt x="150505" y="308115"/>
                </a:lnTo>
                <a:lnTo>
                  <a:pt x="245481" y="308115"/>
                </a:lnTo>
                <a:lnTo>
                  <a:pt x="234309" y="316699"/>
                </a:lnTo>
                <a:lnTo>
                  <a:pt x="198574" y="327187"/>
                </a:lnTo>
                <a:lnTo>
                  <a:pt x="150505" y="330743"/>
                </a:lnTo>
                <a:close/>
              </a:path>
              <a:path w="301625" h="330834">
                <a:moveTo>
                  <a:pt x="245481" y="308115"/>
                </a:moveTo>
                <a:lnTo>
                  <a:pt x="150505" y="308115"/>
                </a:lnTo>
                <a:lnTo>
                  <a:pt x="186129" y="306133"/>
                </a:lnTo>
                <a:lnTo>
                  <a:pt x="212700" y="299958"/>
                </a:lnTo>
                <a:lnTo>
                  <a:pt x="229355" y="289836"/>
                </a:lnTo>
                <a:lnTo>
                  <a:pt x="235230" y="276014"/>
                </a:lnTo>
                <a:lnTo>
                  <a:pt x="229355" y="262147"/>
                </a:lnTo>
                <a:lnTo>
                  <a:pt x="212700" y="251905"/>
                </a:lnTo>
                <a:lnTo>
                  <a:pt x="186129" y="245562"/>
                </a:lnTo>
                <a:lnTo>
                  <a:pt x="150505" y="243387"/>
                </a:lnTo>
                <a:lnTo>
                  <a:pt x="244796" y="243387"/>
                </a:lnTo>
                <a:lnTo>
                  <a:pt x="256625" y="252477"/>
                </a:lnTo>
                <a:lnTo>
                  <a:pt x="264437" y="276014"/>
                </a:lnTo>
                <a:lnTo>
                  <a:pt x="256625" y="299551"/>
                </a:lnTo>
                <a:lnTo>
                  <a:pt x="245481" y="3081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6244804" y="8169930"/>
            <a:ext cx="192405" cy="276860"/>
          </a:xfrm>
          <a:custGeom>
            <a:avLst/>
            <a:gdLst/>
            <a:ahLst/>
            <a:cxnLst/>
            <a:rect l="l" t="t" r="r" b="b"/>
            <a:pathLst>
              <a:path w="192404" h="276859">
                <a:moveTo>
                  <a:pt x="98144" y="276803"/>
                </a:moveTo>
                <a:lnTo>
                  <a:pt x="63161" y="270620"/>
                </a:lnTo>
                <a:lnTo>
                  <a:pt x="31607" y="250031"/>
                </a:lnTo>
                <a:lnTo>
                  <a:pt x="8785" y="210793"/>
                </a:lnTo>
                <a:lnTo>
                  <a:pt x="0" y="148663"/>
                </a:lnTo>
                <a:lnTo>
                  <a:pt x="7112" y="85251"/>
                </a:lnTo>
                <a:lnTo>
                  <a:pt x="27496" y="38613"/>
                </a:lnTo>
                <a:lnTo>
                  <a:pt x="59720" y="9834"/>
                </a:lnTo>
                <a:lnTo>
                  <a:pt x="102354" y="0"/>
                </a:lnTo>
                <a:lnTo>
                  <a:pt x="135022" y="5221"/>
                </a:lnTo>
                <a:lnTo>
                  <a:pt x="161227" y="19865"/>
                </a:lnTo>
                <a:lnTo>
                  <a:pt x="169374" y="29732"/>
                </a:lnTo>
                <a:lnTo>
                  <a:pt x="102354" y="29732"/>
                </a:lnTo>
                <a:lnTo>
                  <a:pt x="72646" y="36668"/>
                </a:lnTo>
                <a:lnTo>
                  <a:pt x="50387" y="56801"/>
                </a:lnTo>
                <a:lnTo>
                  <a:pt x="36417" y="89120"/>
                </a:lnTo>
                <a:lnTo>
                  <a:pt x="31574" y="132613"/>
                </a:lnTo>
                <a:lnTo>
                  <a:pt x="72430" y="132613"/>
                </a:lnTo>
                <a:lnTo>
                  <a:pt x="54531" y="144618"/>
                </a:lnTo>
                <a:lnTo>
                  <a:pt x="41252" y="163928"/>
                </a:lnTo>
                <a:lnTo>
                  <a:pt x="36310" y="186816"/>
                </a:lnTo>
                <a:lnTo>
                  <a:pt x="40903" y="209592"/>
                </a:lnTo>
                <a:lnTo>
                  <a:pt x="53709" y="228915"/>
                </a:lnTo>
                <a:lnTo>
                  <a:pt x="73275" y="242318"/>
                </a:lnTo>
                <a:lnTo>
                  <a:pt x="98144" y="247334"/>
                </a:lnTo>
                <a:lnTo>
                  <a:pt x="168601" y="247334"/>
                </a:lnTo>
                <a:lnTo>
                  <a:pt x="166424" y="250656"/>
                </a:lnTo>
                <a:lnTo>
                  <a:pt x="136798" y="269983"/>
                </a:lnTo>
                <a:lnTo>
                  <a:pt x="98144" y="276803"/>
                </a:lnTo>
                <a:close/>
              </a:path>
              <a:path w="192404" h="276859">
                <a:moveTo>
                  <a:pt x="189710" y="71305"/>
                </a:moveTo>
                <a:lnTo>
                  <a:pt x="156557" y="71305"/>
                </a:lnTo>
                <a:lnTo>
                  <a:pt x="149753" y="54819"/>
                </a:lnTo>
                <a:lnTo>
                  <a:pt x="138434" y="41638"/>
                </a:lnTo>
                <a:lnTo>
                  <a:pt x="122626" y="32898"/>
                </a:lnTo>
                <a:lnTo>
                  <a:pt x="102354" y="29732"/>
                </a:lnTo>
                <a:lnTo>
                  <a:pt x="169374" y="29732"/>
                </a:lnTo>
                <a:lnTo>
                  <a:pt x="179835" y="42403"/>
                </a:lnTo>
                <a:lnTo>
                  <a:pt x="189710" y="71305"/>
                </a:lnTo>
                <a:close/>
              </a:path>
              <a:path w="192404" h="276859">
                <a:moveTo>
                  <a:pt x="72430" y="132613"/>
                </a:moveTo>
                <a:lnTo>
                  <a:pt x="34995" y="132613"/>
                </a:lnTo>
                <a:lnTo>
                  <a:pt x="48286" y="117475"/>
                </a:lnTo>
                <a:lnTo>
                  <a:pt x="64563" y="106235"/>
                </a:lnTo>
                <a:lnTo>
                  <a:pt x="83356" y="99237"/>
                </a:lnTo>
                <a:lnTo>
                  <a:pt x="104196" y="96828"/>
                </a:lnTo>
                <a:lnTo>
                  <a:pt x="138130" y="103439"/>
                </a:lnTo>
                <a:lnTo>
                  <a:pt x="166095" y="121891"/>
                </a:lnTo>
                <a:lnTo>
                  <a:pt x="169060" y="126298"/>
                </a:lnTo>
                <a:lnTo>
                  <a:pt x="99196" y="126298"/>
                </a:lnTo>
                <a:lnTo>
                  <a:pt x="74422" y="131277"/>
                </a:lnTo>
                <a:lnTo>
                  <a:pt x="72430" y="132613"/>
                </a:lnTo>
                <a:close/>
              </a:path>
              <a:path w="192404" h="276859">
                <a:moveTo>
                  <a:pt x="168601" y="247334"/>
                </a:moveTo>
                <a:lnTo>
                  <a:pt x="98144" y="247334"/>
                </a:lnTo>
                <a:lnTo>
                  <a:pt x="122491" y="242532"/>
                </a:lnTo>
                <a:lnTo>
                  <a:pt x="141954" y="229441"/>
                </a:lnTo>
                <a:lnTo>
                  <a:pt x="154904" y="210036"/>
                </a:lnTo>
                <a:lnTo>
                  <a:pt x="159608" y="186816"/>
                </a:lnTo>
                <a:lnTo>
                  <a:pt x="159662" y="186026"/>
                </a:lnTo>
                <a:lnTo>
                  <a:pt x="155069" y="163040"/>
                </a:lnTo>
                <a:lnTo>
                  <a:pt x="142480" y="143960"/>
                </a:lnTo>
                <a:lnTo>
                  <a:pt x="123379" y="131046"/>
                </a:lnTo>
                <a:lnTo>
                  <a:pt x="99196" y="126298"/>
                </a:lnTo>
                <a:lnTo>
                  <a:pt x="169060" y="126298"/>
                </a:lnTo>
                <a:lnTo>
                  <a:pt x="185081" y="150110"/>
                </a:lnTo>
                <a:lnTo>
                  <a:pt x="192078" y="186026"/>
                </a:lnTo>
                <a:lnTo>
                  <a:pt x="185393" y="221708"/>
                </a:lnTo>
                <a:lnTo>
                  <a:pt x="168601" y="2473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6478456" y="8169930"/>
            <a:ext cx="192405" cy="276860"/>
          </a:xfrm>
          <a:custGeom>
            <a:avLst/>
            <a:gdLst/>
            <a:ahLst/>
            <a:cxnLst/>
            <a:rect l="l" t="t" r="r" b="b"/>
            <a:pathLst>
              <a:path w="192404" h="276859">
                <a:moveTo>
                  <a:pt x="88145" y="179448"/>
                </a:moveTo>
                <a:lnTo>
                  <a:pt x="54059" y="172837"/>
                </a:lnTo>
                <a:lnTo>
                  <a:pt x="26016" y="154386"/>
                </a:lnTo>
                <a:lnTo>
                  <a:pt x="7001" y="126166"/>
                </a:lnTo>
                <a:lnTo>
                  <a:pt x="0" y="90250"/>
                </a:lnTo>
                <a:lnTo>
                  <a:pt x="6652" y="54984"/>
                </a:lnTo>
                <a:lnTo>
                  <a:pt x="25588" y="26180"/>
                </a:lnTo>
                <a:lnTo>
                  <a:pt x="55280" y="6849"/>
                </a:lnTo>
                <a:lnTo>
                  <a:pt x="94197" y="0"/>
                </a:lnTo>
                <a:lnTo>
                  <a:pt x="129028" y="6212"/>
                </a:lnTo>
                <a:lnTo>
                  <a:pt x="160504" y="26805"/>
                </a:lnTo>
                <a:lnTo>
                  <a:pt x="162057" y="29469"/>
                </a:lnTo>
                <a:lnTo>
                  <a:pt x="94197" y="29469"/>
                </a:lnTo>
                <a:lnTo>
                  <a:pt x="69665" y="34263"/>
                </a:lnTo>
                <a:lnTo>
                  <a:pt x="50091" y="47296"/>
                </a:lnTo>
                <a:lnTo>
                  <a:pt x="37178" y="66545"/>
                </a:lnTo>
                <a:lnTo>
                  <a:pt x="32729" y="89461"/>
                </a:lnTo>
                <a:lnTo>
                  <a:pt x="32677" y="90250"/>
                </a:lnTo>
                <a:lnTo>
                  <a:pt x="37124" y="113458"/>
                </a:lnTo>
                <a:lnTo>
                  <a:pt x="49664" y="132514"/>
                </a:lnTo>
                <a:lnTo>
                  <a:pt x="68814" y="145304"/>
                </a:lnTo>
                <a:lnTo>
                  <a:pt x="93145" y="149979"/>
                </a:lnTo>
                <a:lnTo>
                  <a:pt x="151499" y="149979"/>
                </a:lnTo>
                <a:lnTo>
                  <a:pt x="143795" y="158691"/>
                </a:lnTo>
                <a:lnTo>
                  <a:pt x="127548" y="169943"/>
                </a:lnTo>
                <a:lnTo>
                  <a:pt x="108833" y="177002"/>
                </a:lnTo>
                <a:lnTo>
                  <a:pt x="88145" y="179448"/>
                </a:lnTo>
                <a:close/>
              </a:path>
              <a:path w="192404" h="276859">
                <a:moveTo>
                  <a:pt x="151499" y="149979"/>
                </a:moveTo>
                <a:lnTo>
                  <a:pt x="93145" y="149979"/>
                </a:lnTo>
                <a:lnTo>
                  <a:pt x="117652" y="144963"/>
                </a:lnTo>
                <a:lnTo>
                  <a:pt x="137448" y="131560"/>
                </a:lnTo>
                <a:lnTo>
                  <a:pt x="150682" y="112237"/>
                </a:lnTo>
                <a:lnTo>
                  <a:pt x="155504" y="89461"/>
                </a:lnTo>
                <a:lnTo>
                  <a:pt x="150920" y="66989"/>
                </a:lnTo>
                <a:lnTo>
                  <a:pt x="138171" y="47822"/>
                </a:lnTo>
                <a:lnTo>
                  <a:pt x="118762" y="34477"/>
                </a:lnTo>
                <a:lnTo>
                  <a:pt x="94197" y="29469"/>
                </a:lnTo>
                <a:lnTo>
                  <a:pt x="162057" y="29469"/>
                </a:lnTo>
                <a:lnTo>
                  <a:pt x="183297" y="65899"/>
                </a:lnTo>
                <a:lnTo>
                  <a:pt x="192078" y="127613"/>
                </a:lnTo>
                <a:lnTo>
                  <a:pt x="190287" y="143664"/>
                </a:lnTo>
                <a:lnTo>
                  <a:pt x="157083" y="143664"/>
                </a:lnTo>
                <a:lnTo>
                  <a:pt x="151499" y="149979"/>
                </a:lnTo>
                <a:close/>
              </a:path>
              <a:path w="192404" h="276859">
                <a:moveTo>
                  <a:pt x="154585" y="247071"/>
                </a:moveTo>
                <a:lnTo>
                  <a:pt x="89724" y="247071"/>
                </a:lnTo>
                <a:lnTo>
                  <a:pt x="119325" y="240127"/>
                </a:lnTo>
                <a:lnTo>
                  <a:pt x="141625" y="219936"/>
                </a:lnTo>
                <a:lnTo>
                  <a:pt x="155735" y="187461"/>
                </a:lnTo>
                <a:lnTo>
                  <a:pt x="160767" y="143664"/>
                </a:lnTo>
                <a:lnTo>
                  <a:pt x="190287" y="143664"/>
                </a:lnTo>
                <a:lnTo>
                  <a:pt x="184966" y="191330"/>
                </a:lnTo>
                <a:lnTo>
                  <a:pt x="164582" y="238125"/>
                </a:lnTo>
                <a:lnTo>
                  <a:pt x="154585" y="247071"/>
                </a:lnTo>
                <a:close/>
              </a:path>
              <a:path w="192404" h="276859">
                <a:moveTo>
                  <a:pt x="89724" y="276803"/>
                </a:moveTo>
                <a:lnTo>
                  <a:pt x="57015" y="271611"/>
                </a:lnTo>
                <a:lnTo>
                  <a:pt x="30719" y="256971"/>
                </a:lnTo>
                <a:lnTo>
                  <a:pt x="12021" y="234289"/>
                </a:lnTo>
                <a:lnTo>
                  <a:pt x="2104" y="204971"/>
                </a:lnTo>
                <a:lnTo>
                  <a:pt x="35258" y="204971"/>
                </a:lnTo>
                <a:lnTo>
                  <a:pt x="42103" y="221762"/>
                </a:lnTo>
                <a:lnTo>
                  <a:pt x="53512" y="235099"/>
                </a:lnTo>
                <a:lnTo>
                  <a:pt x="69410" y="243897"/>
                </a:lnTo>
                <a:lnTo>
                  <a:pt x="89724" y="247071"/>
                </a:lnTo>
                <a:lnTo>
                  <a:pt x="154585" y="247071"/>
                </a:lnTo>
                <a:lnTo>
                  <a:pt x="132358" y="266961"/>
                </a:lnTo>
                <a:lnTo>
                  <a:pt x="89724" y="276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6715792" y="8397267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59" h="48259">
                <a:moveTo>
                  <a:pt x="23944" y="47888"/>
                </a:moveTo>
                <a:lnTo>
                  <a:pt x="14615" y="45996"/>
                </a:lnTo>
                <a:lnTo>
                  <a:pt x="6939" y="40849"/>
                </a:lnTo>
                <a:lnTo>
                  <a:pt x="1780" y="33235"/>
                </a:lnTo>
                <a:lnTo>
                  <a:pt x="0" y="23944"/>
                </a:lnTo>
                <a:lnTo>
                  <a:pt x="1780" y="14652"/>
                </a:lnTo>
                <a:lnTo>
                  <a:pt x="6939" y="7038"/>
                </a:lnTo>
                <a:lnTo>
                  <a:pt x="14615" y="1891"/>
                </a:lnTo>
                <a:lnTo>
                  <a:pt x="23944" y="0"/>
                </a:lnTo>
                <a:lnTo>
                  <a:pt x="33235" y="1891"/>
                </a:lnTo>
                <a:lnTo>
                  <a:pt x="40849" y="7038"/>
                </a:lnTo>
                <a:lnTo>
                  <a:pt x="45996" y="14652"/>
                </a:lnTo>
                <a:lnTo>
                  <a:pt x="47888" y="23944"/>
                </a:lnTo>
                <a:lnTo>
                  <a:pt x="45996" y="33235"/>
                </a:lnTo>
                <a:lnTo>
                  <a:pt x="40849" y="40849"/>
                </a:lnTo>
                <a:lnTo>
                  <a:pt x="33235" y="45996"/>
                </a:lnTo>
                <a:lnTo>
                  <a:pt x="23944" y="47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6808937" y="8169930"/>
            <a:ext cx="192405" cy="276860"/>
          </a:xfrm>
          <a:custGeom>
            <a:avLst/>
            <a:gdLst/>
            <a:ahLst/>
            <a:cxnLst/>
            <a:rect l="l" t="t" r="r" b="b"/>
            <a:pathLst>
              <a:path w="192404" h="276859">
                <a:moveTo>
                  <a:pt x="88145" y="179448"/>
                </a:moveTo>
                <a:lnTo>
                  <a:pt x="54059" y="172837"/>
                </a:lnTo>
                <a:lnTo>
                  <a:pt x="26016" y="154386"/>
                </a:lnTo>
                <a:lnTo>
                  <a:pt x="7001" y="126166"/>
                </a:lnTo>
                <a:lnTo>
                  <a:pt x="0" y="90250"/>
                </a:lnTo>
                <a:lnTo>
                  <a:pt x="6652" y="54984"/>
                </a:lnTo>
                <a:lnTo>
                  <a:pt x="25588" y="26180"/>
                </a:lnTo>
                <a:lnTo>
                  <a:pt x="55280" y="6849"/>
                </a:lnTo>
                <a:lnTo>
                  <a:pt x="94197" y="0"/>
                </a:lnTo>
                <a:lnTo>
                  <a:pt x="129028" y="6212"/>
                </a:lnTo>
                <a:lnTo>
                  <a:pt x="160504" y="26805"/>
                </a:lnTo>
                <a:lnTo>
                  <a:pt x="162057" y="29469"/>
                </a:lnTo>
                <a:lnTo>
                  <a:pt x="94197" y="29469"/>
                </a:lnTo>
                <a:lnTo>
                  <a:pt x="69665" y="34263"/>
                </a:lnTo>
                <a:lnTo>
                  <a:pt x="50091" y="47296"/>
                </a:lnTo>
                <a:lnTo>
                  <a:pt x="37178" y="66545"/>
                </a:lnTo>
                <a:lnTo>
                  <a:pt x="32729" y="89461"/>
                </a:lnTo>
                <a:lnTo>
                  <a:pt x="32677" y="90250"/>
                </a:lnTo>
                <a:lnTo>
                  <a:pt x="37124" y="113458"/>
                </a:lnTo>
                <a:lnTo>
                  <a:pt x="49664" y="132514"/>
                </a:lnTo>
                <a:lnTo>
                  <a:pt x="68814" y="145304"/>
                </a:lnTo>
                <a:lnTo>
                  <a:pt x="93145" y="149979"/>
                </a:lnTo>
                <a:lnTo>
                  <a:pt x="151499" y="149979"/>
                </a:lnTo>
                <a:lnTo>
                  <a:pt x="143795" y="158691"/>
                </a:lnTo>
                <a:lnTo>
                  <a:pt x="127548" y="169943"/>
                </a:lnTo>
                <a:lnTo>
                  <a:pt x="108833" y="177002"/>
                </a:lnTo>
                <a:lnTo>
                  <a:pt x="88145" y="179448"/>
                </a:lnTo>
                <a:close/>
              </a:path>
              <a:path w="192404" h="276859">
                <a:moveTo>
                  <a:pt x="151499" y="149979"/>
                </a:moveTo>
                <a:lnTo>
                  <a:pt x="93145" y="149979"/>
                </a:lnTo>
                <a:lnTo>
                  <a:pt x="117652" y="144963"/>
                </a:lnTo>
                <a:lnTo>
                  <a:pt x="137448" y="131560"/>
                </a:lnTo>
                <a:lnTo>
                  <a:pt x="150682" y="112237"/>
                </a:lnTo>
                <a:lnTo>
                  <a:pt x="155504" y="89461"/>
                </a:lnTo>
                <a:lnTo>
                  <a:pt x="150920" y="66989"/>
                </a:lnTo>
                <a:lnTo>
                  <a:pt x="138171" y="47822"/>
                </a:lnTo>
                <a:lnTo>
                  <a:pt x="118762" y="34477"/>
                </a:lnTo>
                <a:lnTo>
                  <a:pt x="94197" y="29469"/>
                </a:lnTo>
                <a:lnTo>
                  <a:pt x="162057" y="29469"/>
                </a:lnTo>
                <a:lnTo>
                  <a:pt x="183297" y="65899"/>
                </a:lnTo>
                <a:lnTo>
                  <a:pt x="192078" y="127613"/>
                </a:lnTo>
                <a:lnTo>
                  <a:pt x="190287" y="143664"/>
                </a:lnTo>
                <a:lnTo>
                  <a:pt x="157083" y="143664"/>
                </a:lnTo>
                <a:lnTo>
                  <a:pt x="151499" y="149979"/>
                </a:lnTo>
                <a:close/>
              </a:path>
              <a:path w="192404" h="276859">
                <a:moveTo>
                  <a:pt x="154585" y="247071"/>
                </a:moveTo>
                <a:lnTo>
                  <a:pt x="89724" y="247071"/>
                </a:lnTo>
                <a:lnTo>
                  <a:pt x="119325" y="240127"/>
                </a:lnTo>
                <a:lnTo>
                  <a:pt x="141625" y="219936"/>
                </a:lnTo>
                <a:lnTo>
                  <a:pt x="155735" y="187461"/>
                </a:lnTo>
                <a:lnTo>
                  <a:pt x="160767" y="143664"/>
                </a:lnTo>
                <a:lnTo>
                  <a:pt x="190287" y="143664"/>
                </a:lnTo>
                <a:lnTo>
                  <a:pt x="184966" y="191330"/>
                </a:lnTo>
                <a:lnTo>
                  <a:pt x="164582" y="238125"/>
                </a:lnTo>
                <a:lnTo>
                  <a:pt x="154585" y="247071"/>
                </a:lnTo>
                <a:close/>
              </a:path>
              <a:path w="192404" h="276859">
                <a:moveTo>
                  <a:pt x="89724" y="276803"/>
                </a:moveTo>
                <a:lnTo>
                  <a:pt x="57015" y="271611"/>
                </a:lnTo>
                <a:lnTo>
                  <a:pt x="30719" y="256971"/>
                </a:lnTo>
                <a:lnTo>
                  <a:pt x="12021" y="234289"/>
                </a:lnTo>
                <a:lnTo>
                  <a:pt x="2104" y="204971"/>
                </a:lnTo>
                <a:lnTo>
                  <a:pt x="35258" y="204971"/>
                </a:lnTo>
                <a:lnTo>
                  <a:pt x="42103" y="221762"/>
                </a:lnTo>
                <a:lnTo>
                  <a:pt x="53512" y="235099"/>
                </a:lnTo>
                <a:lnTo>
                  <a:pt x="69410" y="243897"/>
                </a:lnTo>
                <a:lnTo>
                  <a:pt x="89724" y="247071"/>
                </a:lnTo>
                <a:lnTo>
                  <a:pt x="154585" y="247071"/>
                </a:lnTo>
                <a:lnTo>
                  <a:pt x="132358" y="266961"/>
                </a:lnTo>
                <a:lnTo>
                  <a:pt x="89724" y="276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7049956" y="8169667"/>
            <a:ext cx="240029" cy="277495"/>
          </a:xfrm>
          <a:custGeom>
            <a:avLst/>
            <a:gdLst/>
            <a:ahLst/>
            <a:cxnLst/>
            <a:rect l="l" t="t" r="r" b="b"/>
            <a:pathLst>
              <a:path w="240029" h="277495">
                <a:moveTo>
                  <a:pt x="52887" y="123140"/>
                </a:moveTo>
                <a:lnTo>
                  <a:pt x="30082" y="118774"/>
                </a:lnTo>
                <a:lnTo>
                  <a:pt x="13517" y="106958"/>
                </a:lnTo>
                <a:lnTo>
                  <a:pt x="3416" y="89617"/>
                </a:lnTo>
                <a:lnTo>
                  <a:pt x="0" y="68674"/>
                </a:lnTo>
                <a:lnTo>
                  <a:pt x="0" y="54466"/>
                </a:lnTo>
                <a:lnTo>
                  <a:pt x="3527" y="33523"/>
                </a:lnTo>
                <a:lnTo>
                  <a:pt x="13813" y="16181"/>
                </a:lnTo>
                <a:lnTo>
                  <a:pt x="30415" y="4366"/>
                </a:lnTo>
                <a:lnTo>
                  <a:pt x="52887" y="0"/>
                </a:lnTo>
                <a:lnTo>
                  <a:pt x="75610" y="4366"/>
                </a:lnTo>
                <a:lnTo>
                  <a:pt x="91993" y="16181"/>
                </a:lnTo>
                <a:lnTo>
                  <a:pt x="95982" y="23154"/>
                </a:lnTo>
                <a:lnTo>
                  <a:pt x="52887" y="23154"/>
                </a:lnTo>
                <a:lnTo>
                  <a:pt x="41240" y="25790"/>
                </a:lnTo>
                <a:lnTo>
                  <a:pt x="33317" y="32791"/>
                </a:lnTo>
                <a:lnTo>
                  <a:pt x="28799" y="42802"/>
                </a:lnTo>
                <a:lnTo>
                  <a:pt x="27364" y="54466"/>
                </a:lnTo>
                <a:lnTo>
                  <a:pt x="27364" y="68674"/>
                </a:lnTo>
                <a:lnTo>
                  <a:pt x="28725" y="80338"/>
                </a:lnTo>
                <a:lnTo>
                  <a:pt x="33120" y="90349"/>
                </a:lnTo>
                <a:lnTo>
                  <a:pt x="41018" y="97350"/>
                </a:lnTo>
                <a:lnTo>
                  <a:pt x="52887" y="99986"/>
                </a:lnTo>
                <a:lnTo>
                  <a:pt x="95835" y="99986"/>
                </a:lnTo>
                <a:lnTo>
                  <a:pt x="91796" y="106958"/>
                </a:lnTo>
                <a:lnTo>
                  <a:pt x="75388" y="118774"/>
                </a:lnTo>
                <a:lnTo>
                  <a:pt x="52887" y="123140"/>
                </a:lnTo>
                <a:close/>
              </a:path>
              <a:path w="240029" h="277495">
                <a:moveTo>
                  <a:pt x="40520" y="273383"/>
                </a:moveTo>
                <a:lnTo>
                  <a:pt x="10524" y="273383"/>
                </a:lnTo>
                <a:lnTo>
                  <a:pt x="195762" y="3946"/>
                </a:lnTo>
                <a:lnTo>
                  <a:pt x="225758" y="3946"/>
                </a:lnTo>
                <a:lnTo>
                  <a:pt x="40520" y="273383"/>
                </a:lnTo>
                <a:close/>
              </a:path>
              <a:path w="240029" h="277495">
                <a:moveTo>
                  <a:pt x="95835" y="99986"/>
                </a:moveTo>
                <a:lnTo>
                  <a:pt x="52887" y="99986"/>
                </a:lnTo>
                <a:lnTo>
                  <a:pt x="64563" y="97350"/>
                </a:lnTo>
                <a:lnTo>
                  <a:pt x="72292" y="90349"/>
                </a:lnTo>
                <a:lnTo>
                  <a:pt x="76568" y="80338"/>
                </a:lnTo>
                <a:lnTo>
                  <a:pt x="77883" y="68674"/>
                </a:lnTo>
                <a:lnTo>
                  <a:pt x="77883" y="54466"/>
                </a:lnTo>
                <a:lnTo>
                  <a:pt x="76642" y="42802"/>
                </a:lnTo>
                <a:lnTo>
                  <a:pt x="72489" y="32791"/>
                </a:lnTo>
                <a:lnTo>
                  <a:pt x="64785" y="25790"/>
                </a:lnTo>
                <a:lnTo>
                  <a:pt x="52887" y="23154"/>
                </a:lnTo>
                <a:lnTo>
                  <a:pt x="95982" y="23154"/>
                </a:lnTo>
                <a:lnTo>
                  <a:pt x="101914" y="33523"/>
                </a:lnTo>
                <a:lnTo>
                  <a:pt x="105248" y="54466"/>
                </a:lnTo>
                <a:lnTo>
                  <a:pt x="105248" y="68674"/>
                </a:lnTo>
                <a:lnTo>
                  <a:pt x="101840" y="89617"/>
                </a:lnTo>
                <a:lnTo>
                  <a:pt x="95835" y="99986"/>
                </a:lnTo>
                <a:close/>
              </a:path>
              <a:path w="240029" h="277495">
                <a:moveTo>
                  <a:pt x="187342" y="277330"/>
                </a:moveTo>
                <a:lnTo>
                  <a:pt x="164537" y="272963"/>
                </a:lnTo>
                <a:lnTo>
                  <a:pt x="147972" y="261148"/>
                </a:lnTo>
                <a:lnTo>
                  <a:pt x="137871" y="243806"/>
                </a:lnTo>
                <a:lnTo>
                  <a:pt x="134455" y="222863"/>
                </a:lnTo>
                <a:lnTo>
                  <a:pt x="134455" y="208655"/>
                </a:lnTo>
                <a:lnTo>
                  <a:pt x="137945" y="187712"/>
                </a:lnTo>
                <a:lnTo>
                  <a:pt x="148170" y="170371"/>
                </a:lnTo>
                <a:lnTo>
                  <a:pt x="164759" y="158555"/>
                </a:lnTo>
                <a:lnTo>
                  <a:pt x="187342" y="154189"/>
                </a:lnTo>
                <a:lnTo>
                  <a:pt x="209954" y="158555"/>
                </a:lnTo>
                <a:lnTo>
                  <a:pt x="226350" y="170371"/>
                </a:lnTo>
                <a:lnTo>
                  <a:pt x="230364" y="177343"/>
                </a:lnTo>
                <a:lnTo>
                  <a:pt x="187342" y="177343"/>
                </a:lnTo>
                <a:lnTo>
                  <a:pt x="175584" y="179979"/>
                </a:lnTo>
                <a:lnTo>
                  <a:pt x="167674" y="186980"/>
                </a:lnTo>
                <a:lnTo>
                  <a:pt x="163217" y="196991"/>
                </a:lnTo>
                <a:lnTo>
                  <a:pt x="161819" y="208655"/>
                </a:lnTo>
                <a:lnTo>
                  <a:pt x="161819" y="222863"/>
                </a:lnTo>
                <a:lnTo>
                  <a:pt x="163143" y="234527"/>
                </a:lnTo>
                <a:lnTo>
                  <a:pt x="167476" y="244538"/>
                </a:lnTo>
                <a:lnTo>
                  <a:pt x="175362" y="251540"/>
                </a:lnTo>
                <a:lnTo>
                  <a:pt x="187342" y="254175"/>
                </a:lnTo>
                <a:lnTo>
                  <a:pt x="230216" y="254175"/>
                </a:lnTo>
                <a:lnTo>
                  <a:pt x="226152" y="261148"/>
                </a:lnTo>
                <a:lnTo>
                  <a:pt x="209732" y="272963"/>
                </a:lnTo>
                <a:lnTo>
                  <a:pt x="187342" y="277330"/>
                </a:lnTo>
                <a:close/>
              </a:path>
              <a:path w="240029" h="277495">
                <a:moveTo>
                  <a:pt x="230216" y="254175"/>
                </a:moveTo>
                <a:lnTo>
                  <a:pt x="187342" y="254175"/>
                </a:lnTo>
                <a:lnTo>
                  <a:pt x="198907" y="251540"/>
                </a:lnTo>
                <a:lnTo>
                  <a:pt x="206649" y="244538"/>
                </a:lnTo>
                <a:lnTo>
                  <a:pt x="210986" y="234527"/>
                </a:lnTo>
                <a:lnTo>
                  <a:pt x="212339" y="222863"/>
                </a:lnTo>
                <a:lnTo>
                  <a:pt x="212339" y="208655"/>
                </a:lnTo>
                <a:lnTo>
                  <a:pt x="211060" y="196991"/>
                </a:lnTo>
                <a:lnTo>
                  <a:pt x="206846" y="186980"/>
                </a:lnTo>
                <a:lnTo>
                  <a:pt x="199129" y="179979"/>
                </a:lnTo>
                <a:lnTo>
                  <a:pt x="187342" y="177343"/>
                </a:lnTo>
                <a:lnTo>
                  <a:pt x="230364" y="177343"/>
                </a:lnTo>
                <a:lnTo>
                  <a:pt x="236332" y="187712"/>
                </a:lnTo>
                <a:lnTo>
                  <a:pt x="239703" y="208655"/>
                </a:lnTo>
                <a:lnTo>
                  <a:pt x="239703" y="222863"/>
                </a:lnTo>
                <a:lnTo>
                  <a:pt x="236258" y="243806"/>
                </a:lnTo>
                <a:lnTo>
                  <a:pt x="230216" y="2541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7368333" y="8167369"/>
            <a:ext cx="227965" cy="24130"/>
          </a:xfrm>
          <a:custGeom>
            <a:avLst/>
            <a:gdLst/>
            <a:ahLst/>
            <a:cxnLst/>
            <a:rect l="l" t="t" r="r" b="b"/>
            <a:pathLst>
              <a:path w="227965" h="24129">
                <a:moveTo>
                  <a:pt x="0" y="0"/>
                </a:moveTo>
                <a:lnTo>
                  <a:pt x="227600" y="0"/>
                </a:lnTo>
                <a:lnTo>
                  <a:pt x="227600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7566990" y="8191500"/>
            <a:ext cx="29209" cy="52069"/>
          </a:xfrm>
          <a:custGeom>
            <a:avLst/>
            <a:gdLst/>
            <a:ahLst/>
            <a:cxnLst/>
            <a:rect l="l" t="t" r="r" b="b"/>
            <a:pathLst>
              <a:path w="29209" h="52070">
                <a:moveTo>
                  <a:pt x="0" y="0"/>
                </a:moveTo>
                <a:lnTo>
                  <a:pt x="28943" y="0"/>
                </a:lnTo>
                <a:lnTo>
                  <a:pt x="28943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7369123" y="8243569"/>
            <a:ext cx="227329" cy="22860"/>
          </a:xfrm>
          <a:custGeom>
            <a:avLst/>
            <a:gdLst/>
            <a:ahLst/>
            <a:cxnLst/>
            <a:rect l="l" t="t" r="r" b="b"/>
            <a:pathLst>
              <a:path w="227329" h="22859">
                <a:moveTo>
                  <a:pt x="0" y="0"/>
                </a:moveTo>
                <a:lnTo>
                  <a:pt x="226810" y="0"/>
                </a:lnTo>
                <a:lnTo>
                  <a:pt x="226810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7369123" y="8266430"/>
            <a:ext cx="29209" cy="54610"/>
          </a:xfrm>
          <a:custGeom>
            <a:avLst/>
            <a:gdLst/>
            <a:ahLst/>
            <a:cxnLst/>
            <a:rect l="l" t="t" r="r" b="b"/>
            <a:pathLst>
              <a:path w="29209" h="54609">
                <a:moveTo>
                  <a:pt x="0" y="0"/>
                </a:moveTo>
                <a:lnTo>
                  <a:pt x="28943" y="0"/>
                </a:lnTo>
                <a:lnTo>
                  <a:pt x="28943" y="54610"/>
                </a:lnTo>
                <a:lnTo>
                  <a:pt x="0" y="546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7369123" y="8321040"/>
            <a:ext cx="234950" cy="24130"/>
          </a:xfrm>
          <a:custGeom>
            <a:avLst/>
            <a:gdLst/>
            <a:ahLst/>
            <a:cxnLst/>
            <a:rect l="l" t="t" r="r" b="b"/>
            <a:pathLst>
              <a:path w="234950" h="24129">
                <a:moveTo>
                  <a:pt x="0" y="0"/>
                </a:moveTo>
                <a:lnTo>
                  <a:pt x="234441" y="0"/>
                </a:lnTo>
                <a:lnTo>
                  <a:pt x="23444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7467267" y="8345169"/>
            <a:ext cx="29209" cy="62230"/>
          </a:xfrm>
          <a:custGeom>
            <a:avLst/>
            <a:gdLst/>
            <a:ahLst/>
            <a:cxnLst/>
            <a:rect l="l" t="t" r="r" b="b"/>
            <a:pathLst>
              <a:path w="29209" h="62229">
                <a:moveTo>
                  <a:pt x="0" y="0"/>
                </a:moveTo>
                <a:lnTo>
                  <a:pt x="28943" y="0"/>
                </a:lnTo>
                <a:lnTo>
                  <a:pt x="28943" y="62229"/>
                </a:lnTo>
                <a:lnTo>
                  <a:pt x="0" y="62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7331233" y="8407400"/>
            <a:ext cx="302895" cy="25400"/>
          </a:xfrm>
          <a:custGeom>
            <a:avLst/>
            <a:gdLst/>
            <a:ahLst/>
            <a:cxnLst/>
            <a:rect l="l" t="t" r="r" b="b"/>
            <a:pathLst>
              <a:path w="302895" h="25400">
                <a:moveTo>
                  <a:pt x="0" y="0"/>
                </a:moveTo>
                <a:lnTo>
                  <a:pt x="302852" y="0"/>
                </a:lnTo>
                <a:lnTo>
                  <a:pt x="302852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7772279" y="8142039"/>
            <a:ext cx="292735" cy="330200"/>
          </a:xfrm>
          <a:custGeom>
            <a:avLst/>
            <a:gdLst/>
            <a:ahLst/>
            <a:cxnLst/>
            <a:rect l="l" t="t" r="r" b="b"/>
            <a:pathLst>
              <a:path w="292734" h="330200">
                <a:moveTo>
                  <a:pt x="242598" y="187868"/>
                </a:moveTo>
                <a:lnTo>
                  <a:pt x="213391" y="187868"/>
                </a:lnTo>
                <a:lnTo>
                  <a:pt x="213391" y="0"/>
                </a:lnTo>
                <a:lnTo>
                  <a:pt x="242598" y="0"/>
                </a:lnTo>
                <a:lnTo>
                  <a:pt x="242598" y="81567"/>
                </a:lnTo>
                <a:lnTo>
                  <a:pt x="292328" y="81567"/>
                </a:lnTo>
                <a:lnTo>
                  <a:pt x="292328" y="106301"/>
                </a:lnTo>
                <a:lnTo>
                  <a:pt x="242598" y="106301"/>
                </a:lnTo>
                <a:lnTo>
                  <a:pt x="242598" y="187868"/>
                </a:lnTo>
                <a:close/>
              </a:path>
              <a:path w="292734" h="330200">
                <a:moveTo>
                  <a:pt x="26312" y="161819"/>
                </a:moveTo>
                <a:lnTo>
                  <a:pt x="0" y="161819"/>
                </a:lnTo>
                <a:lnTo>
                  <a:pt x="0" y="18681"/>
                </a:lnTo>
                <a:lnTo>
                  <a:pt x="29469" y="18681"/>
                </a:lnTo>
                <a:lnTo>
                  <a:pt x="29469" y="137086"/>
                </a:lnTo>
                <a:lnTo>
                  <a:pt x="180877" y="137086"/>
                </a:lnTo>
                <a:lnTo>
                  <a:pt x="182343" y="146821"/>
                </a:lnTo>
                <a:lnTo>
                  <a:pt x="141201" y="153938"/>
                </a:lnTo>
                <a:lnTo>
                  <a:pt x="101860" y="158563"/>
                </a:lnTo>
                <a:lnTo>
                  <a:pt x="63753" y="161067"/>
                </a:lnTo>
                <a:lnTo>
                  <a:pt x="26312" y="161819"/>
                </a:lnTo>
                <a:close/>
              </a:path>
              <a:path w="292734" h="330200">
                <a:moveTo>
                  <a:pt x="180877" y="137086"/>
                </a:moveTo>
                <a:lnTo>
                  <a:pt x="29469" y="137086"/>
                </a:lnTo>
                <a:lnTo>
                  <a:pt x="65120" y="136282"/>
                </a:lnTo>
                <a:lnTo>
                  <a:pt x="101647" y="133813"/>
                </a:lnTo>
                <a:lnTo>
                  <a:pt x="139382" y="129297"/>
                </a:lnTo>
                <a:lnTo>
                  <a:pt x="178659" y="122351"/>
                </a:lnTo>
                <a:lnTo>
                  <a:pt x="180877" y="137086"/>
                </a:lnTo>
                <a:close/>
              </a:path>
              <a:path w="292734" h="330200">
                <a:moveTo>
                  <a:pt x="248386" y="228915"/>
                </a:moveTo>
                <a:lnTo>
                  <a:pt x="30258" y="228915"/>
                </a:lnTo>
                <a:lnTo>
                  <a:pt x="30258" y="204708"/>
                </a:lnTo>
                <a:lnTo>
                  <a:pt x="248386" y="204708"/>
                </a:lnTo>
                <a:lnTo>
                  <a:pt x="248386" y="228915"/>
                </a:lnTo>
                <a:close/>
              </a:path>
              <a:path w="292734" h="330200">
                <a:moveTo>
                  <a:pt x="29469" y="329428"/>
                </a:moveTo>
                <a:lnTo>
                  <a:pt x="17629" y="307062"/>
                </a:lnTo>
                <a:lnTo>
                  <a:pt x="57461" y="296332"/>
                </a:lnTo>
                <a:lnTo>
                  <a:pt x="91089" y="278547"/>
                </a:lnTo>
                <a:lnTo>
                  <a:pt x="114628" y="255482"/>
                </a:lnTo>
                <a:lnTo>
                  <a:pt x="124193" y="228915"/>
                </a:lnTo>
                <a:lnTo>
                  <a:pt x="154715" y="228915"/>
                </a:lnTo>
                <a:lnTo>
                  <a:pt x="164206" y="255153"/>
                </a:lnTo>
                <a:lnTo>
                  <a:pt x="172340" y="263121"/>
                </a:lnTo>
                <a:lnTo>
                  <a:pt x="139585" y="263121"/>
                </a:lnTo>
                <a:lnTo>
                  <a:pt x="121288" y="286543"/>
                </a:lnTo>
                <a:lnTo>
                  <a:pt x="95529" y="305747"/>
                </a:lnTo>
                <a:lnTo>
                  <a:pt x="64269" y="320214"/>
                </a:lnTo>
                <a:lnTo>
                  <a:pt x="29469" y="329428"/>
                </a:lnTo>
                <a:close/>
              </a:path>
              <a:path w="292734" h="330200">
                <a:moveTo>
                  <a:pt x="249439" y="329954"/>
                </a:moveTo>
                <a:lnTo>
                  <a:pt x="214680" y="320621"/>
                </a:lnTo>
                <a:lnTo>
                  <a:pt x="183510" y="305911"/>
                </a:lnTo>
                <a:lnTo>
                  <a:pt x="157842" y="286514"/>
                </a:lnTo>
                <a:lnTo>
                  <a:pt x="139585" y="263121"/>
                </a:lnTo>
                <a:lnTo>
                  <a:pt x="172340" y="263121"/>
                </a:lnTo>
                <a:lnTo>
                  <a:pt x="187819" y="278283"/>
                </a:lnTo>
                <a:lnTo>
                  <a:pt x="221521" y="296332"/>
                </a:lnTo>
                <a:lnTo>
                  <a:pt x="261279" y="307325"/>
                </a:lnTo>
                <a:lnTo>
                  <a:pt x="249439" y="3299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8085656" y="8154143"/>
            <a:ext cx="301625" cy="312420"/>
          </a:xfrm>
          <a:custGeom>
            <a:avLst/>
            <a:gdLst/>
            <a:ahLst/>
            <a:cxnLst/>
            <a:rect l="l" t="t" r="r" b="b"/>
            <a:pathLst>
              <a:path w="301625" h="312420">
                <a:moveTo>
                  <a:pt x="150505" y="131560"/>
                </a:moveTo>
                <a:lnTo>
                  <a:pt x="102017" y="127050"/>
                </a:lnTo>
                <a:lnTo>
                  <a:pt x="65122" y="114030"/>
                </a:lnTo>
                <a:lnTo>
                  <a:pt x="41647" y="93264"/>
                </a:lnTo>
                <a:lnTo>
                  <a:pt x="33416" y="65517"/>
                </a:lnTo>
                <a:lnTo>
                  <a:pt x="41647" y="37815"/>
                </a:lnTo>
                <a:lnTo>
                  <a:pt x="65122" y="17168"/>
                </a:lnTo>
                <a:lnTo>
                  <a:pt x="102017" y="4316"/>
                </a:lnTo>
                <a:lnTo>
                  <a:pt x="150505" y="0"/>
                </a:lnTo>
                <a:lnTo>
                  <a:pt x="198841" y="4316"/>
                </a:lnTo>
                <a:lnTo>
                  <a:pt x="235658" y="17168"/>
                </a:lnTo>
                <a:lnTo>
                  <a:pt x="243053" y="23680"/>
                </a:lnTo>
                <a:lnTo>
                  <a:pt x="150505" y="23680"/>
                </a:lnTo>
                <a:lnTo>
                  <a:pt x="114478" y="26591"/>
                </a:lnTo>
                <a:lnTo>
                  <a:pt x="87060" y="34929"/>
                </a:lnTo>
                <a:lnTo>
                  <a:pt x="69657" y="48101"/>
                </a:lnTo>
                <a:lnTo>
                  <a:pt x="63675" y="65517"/>
                </a:lnTo>
                <a:lnTo>
                  <a:pt x="69657" y="83195"/>
                </a:lnTo>
                <a:lnTo>
                  <a:pt x="87060" y="96434"/>
                </a:lnTo>
                <a:lnTo>
                  <a:pt x="114478" y="104738"/>
                </a:lnTo>
                <a:lnTo>
                  <a:pt x="150505" y="107616"/>
                </a:lnTo>
                <a:lnTo>
                  <a:pt x="242899" y="107616"/>
                </a:lnTo>
                <a:lnTo>
                  <a:pt x="235658" y="114030"/>
                </a:lnTo>
                <a:lnTo>
                  <a:pt x="198841" y="127050"/>
                </a:lnTo>
                <a:lnTo>
                  <a:pt x="150505" y="131560"/>
                </a:lnTo>
                <a:close/>
              </a:path>
              <a:path w="301625" h="312420">
                <a:moveTo>
                  <a:pt x="242899" y="107616"/>
                </a:moveTo>
                <a:lnTo>
                  <a:pt x="150505" y="107616"/>
                </a:lnTo>
                <a:lnTo>
                  <a:pt x="186536" y="104738"/>
                </a:lnTo>
                <a:lnTo>
                  <a:pt x="213983" y="96434"/>
                </a:lnTo>
                <a:lnTo>
                  <a:pt x="231464" y="83195"/>
                </a:lnTo>
                <a:lnTo>
                  <a:pt x="237598" y="65517"/>
                </a:lnTo>
                <a:lnTo>
                  <a:pt x="231464" y="48101"/>
                </a:lnTo>
                <a:lnTo>
                  <a:pt x="213983" y="34929"/>
                </a:lnTo>
                <a:lnTo>
                  <a:pt x="186536" y="26591"/>
                </a:lnTo>
                <a:lnTo>
                  <a:pt x="150505" y="23680"/>
                </a:lnTo>
                <a:lnTo>
                  <a:pt x="243053" y="23680"/>
                </a:lnTo>
                <a:lnTo>
                  <a:pt x="259104" y="37815"/>
                </a:lnTo>
                <a:lnTo>
                  <a:pt x="267331" y="65517"/>
                </a:lnTo>
                <a:lnTo>
                  <a:pt x="259104" y="93264"/>
                </a:lnTo>
                <a:lnTo>
                  <a:pt x="242899" y="107616"/>
                </a:lnTo>
                <a:close/>
              </a:path>
              <a:path w="301625" h="312420">
                <a:moveTo>
                  <a:pt x="301537" y="186553"/>
                </a:moveTo>
                <a:lnTo>
                  <a:pt x="0" y="186553"/>
                </a:lnTo>
                <a:lnTo>
                  <a:pt x="0" y="162872"/>
                </a:lnTo>
                <a:lnTo>
                  <a:pt x="301537" y="162872"/>
                </a:lnTo>
                <a:lnTo>
                  <a:pt x="301537" y="186553"/>
                </a:lnTo>
                <a:close/>
              </a:path>
              <a:path w="301625" h="312420">
                <a:moveTo>
                  <a:pt x="267857" y="311799"/>
                </a:moveTo>
                <a:lnTo>
                  <a:pt x="38941" y="311799"/>
                </a:lnTo>
                <a:lnTo>
                  <a:pt x="38941" y="215759"/>
                </a:lnTo>
                <a:lnTo>
                  <a:pt x="68411" y="215759"/>
                </a:lnTo>
                <a:lnTo>
                  <a:pt x="68411" y="287591"/>
                </a:lnTo>
                <a:lnTo>
                  <a:pt x="267857" y="287591"/>
                </a:lnTo>
                <a:lnTo>
                  <a:pt x="267857" y="311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8510489" y="8154406"/>
            <a:ext cx="301625" cy="319405"/>
          </a:xfrm>
          <a:custGeom>
            <a:avLst/>
            <a:gdLst/>
            <a:ahLst/>
            <a:cxnLst/>
            <a:rect l="l" t="t" r="r" b="b"/>
            <a:pathLst>
              <a:path w="301625" h="319404">
                <a:moveTo>
                  <a:pt x="27627" y="138138"/>
                </a:moveTo>
                <a:lnTo>
                  <a:pt x="15524" y="114194"/>
                </a:lnTo>
                <a:lnTo>
                  <a:pt x="59510" y="102420"/>
                </a:lnTo>
                <a:lnTo>
                  <a:pt x="98045" y="81172"/>
                </a:lnTo>
                <a:lnTo>
                  <a:pt x="125381" y="52624"/>
                </a:lnTo>
                <a:lnTo>
                  <a:pt x="135770" y="18944"/>
                </a:lnTo>
                <a:lnTo>
                  <a:pt x="135770" y="0"/>
                </a:lnTo>
                <a:lnTo>
                  <a:pt x="166029" y="0"/>
                </a:lnTo>
                <a:lnTo>
                  <a:pt x="166029" y="18944"/>
                </a:lnTo>
                <a:lnTo>
                  <a:pt x="176460" y="52291"/>
                </a:lnTo>
                <a:lnTo>
                  <a:pt x="184100" y="60254"/>
                </a:lnTo>
                <a:lnTo>
                  <a:pt x="151031" y="60254"/>
                </a:lnTo>
                <a:lnTo>
                  <a:pt x="130103" y="88464"/>
                </a:lnTo>
                <a:lnTo>
                  <a:pt x="100726" y="111283"/>
                </a:lnTo>
                <a:lnTo>
                  <a:pt x="65650" y="128060"/>
                </a:lnTo>
                <a:lnTo>
                  <a:pt x="27627" y="138138"/>
                </a:lnTo>
                <a:close/>
              </a:path>
              <a:path w="301625" h="319404">
                <a:moveTo>
                  <a:pt x="274698" y="138138"/>
                </a:moveTo>
                <a:lnTo>
                  <a:pt x="236597" y="128023"/>
                </a:lnTo>
                <a:lnTo>
                  <a:pt x="201468" y="111185"/>
                </a:lnTo>
                <a:lnTo>
                  <a:pt x="172038" y="88353"/>
                </a:lnTo>
                <a:lnTo>
                  <a:pt x="151031" y="60254"/>
                </a:lnTo>
                <a:lnTo>
                  <a:pt x="184100" y="60254"/>
                </a:lnTo>
                <a:lnTo>
                  <a:pt x="203886" y="80876"/>
                </a:lnTo>
                <a:lnTo>
                  <a:pt x="242511" y="102309"/>
                </a:lnTo>
                <a:lnTo>
                  <a:pt x="286539" y="114194"/>
                </a:lnTo>
                <a:lnTo>
                  <a:pt x="274698" y="138138"/>
                </a:lnTo>
                <a:close/>
              </a:path>
              <a:path w="301625" h="319404">
                <a:moveTo>
                  <a:pt x="301537" y="198919"/>
                </a:moveTo>
                <a:lnTo>
                  <a:pt x="0" y="198919"/>
                </a:lnTo>
                <a:lnTo>
                  <a:pt x="0" y="174449"/>
                </a:lnTo>
                <a:lnTo>
                  <a:pt x="301537" y="174449"/>
                </a:lnTo>
                <a:lnTo>
                  <a:pt x="301537" y="198919"/>
                </a:lnTo>
                <a:close/>
              </a:path>
              <a:path w="301625" h="319404">
                <a:moveTo>
                  <a:pt x="164450" y="318903"/>
                </a:moveTo>
                <a:lnTo>
                  <a:pt x="135770" y="318903"/>
                </a:lnTo>
                <a:lnTo>
                  <a:pt x="135770" y="198919"/>
                </a:lnTo>
                <a:lnTo>
                  <a:pt x="164450" y="198919"/>
                </a:lnTo>
                <a:lnTo>
                  <a:pt x="164450" y="318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8839391" y="8159142"/>
            <a:ext cx="302895" cy="307340"/>
          </a:xfrm>
          <a:custGeom>
            <a:avLst/>
            <a:gdLst/>
            <a:ahLst/>
            <a:cxnLst/>
            <a:rect l="l" t="t" r="r" b="b"/>
            <a:pathLst>
              <a:path w="302895" h="307340">
                <a:moveTo>
                  <a:pt x="274962" y="23944"/>
                </a:moveTo>
                <a:lnTo>
                  <a:pt x="28154" y="23944"/>
                </a:lnTo>
                <a:lnTo>
                  <a:pt x="28154" y="0"/>
                </a:lnTo>
                <a:lnTo>
                  <a:pt x="274962" y="0"/>
                </a:lnTo>
                <a:lnTo>
                  <a:pt x="274962" y="23944"/>
                </a:lnTo>
                <a:close/>
              </a:path>
              <a:path w="302895" h="307340">
                <a:moveTo>
                  <a:pt x="29995" y="129455"/>
                </a:moveTo>
                <a:lnTo>
                  <a:pt x="18944" y="106301"/>
                </a:lnTo>
                <a:lnTo>
                  <a:pt x="61307" y="95924"/>
                </a:lnTo>
                <a:lnTo>
                  <a:pt x="97552" y="77752"/>
                </a:lnTo>
                <a:lnTo>
                  <a:pt x="122844" y="53463"/>
                </a:lnTo>
                <a:lnTo>
                  <a:pt x="132350" y="24733"/>
                </a:lnTo>
                <a:lnTo>
                  <a:pt x="132350" y="23944"/>
                </a:lnTo>
                <a:lnTo>
                  <a:pt x="170239" y="23944"/>
                </a:lnTo>
                <a:lnTo>
                  <a:pt x="170239" y="24733"/>
                </a:lnTo>
                <a:lnTo>
                  <a:pt x="179675" y="53463"/>
                </a:lnTo>
                <a:lnTo>
                  <a:pt x="182787" y="56439"/>
                </a:lnTo>
                <a:lnTo>
                  <a:pt x="151294" y="56439"/>
                </a:lnTo>
                <a:lnTo>
                  <a:pt x="132267" y="83074"/>
                </a:lnTo>
                <a:lnTo>
                  <a:pt x="103965" y="104541"/>
                </a:lnTo>
                <a:lnTo>
                  <a:pt x="69003" y="120211"/>
                </a:lnTo>
                <a:lnTo>
                  <a:pt x="29995" y="129455"/>
                </a:lnTo>
                <a:close/>
              </a:path>
              <a:path w="302895" h="307340">
                <a:moveTo>
                  <a:pt x="272593" y="129455"/>
                </a:moveTo>
                <a:lnTo>
                  <a:pt x="233567" y="120211"/>
                </a:lnTo>
                <a:lnTo>
                  <a:pt x="198574" y="104541"/>
                </a:lnTo>
                <a:lnTo>
                  <a:pt x="170266" y="83074"/>
                </a:lnTo>
                <a:lnTo>
                  <a:pt x="151294" y="56439"/>
                </a:lnTo>
                <a:lnTo>
                  <a:pt x="182787" y="56439"/>
                </a:lnTo>
                <a:lnTo>
                  <a:pt x="205070" y="77752"/>
                </a:lnTo>
                <a:lnTo>
                  <a:pt x="241467" y="95924"/>
                </a:lnTo>
                <a:lnTo>
                  <a:pt x="283908" y="106301"/>
                </a:lnTo>
                <a:lnTo>
                  <a:pt x="272593" y="129455"/>
                </a:lnTo>
                <a:close/>
              </a:path>
              <a:path w="302895" h="307340">
                <a:moveTo>
                  <a:pt x="302852" y="177870"/>
                </a:moveTo>
                <a:lnTo>
                  <a:pt x="0" y="177870"/>
                </a:lnTo>
                <a:lnTo>
                  <a:pt x="0" y="153662"/>
                </a:lnTo>
                <a:lnTo>
                  <a:pt x="302852" y="153662"/>
                </a:lnTo>
                <a:lnTo>
                  <a:pt x="302852" y="177870"/>
                </a:lnTo>
                <a:close/>
              </a:path>
              <a:path w="302895" h="307340">
                <a:moveTo>
                  <a:pt x="168134" y="245492"/>
                </a:moveTo>
                <a:lnTo>
                  <a:pt x="139191" y="245492"/>
                </a:lnTo>
                <a:lnTo>
                  <a:pt x="139191" y="177870"/>
                </a:lnTo>
                <a:lnTo>
                  <a:pt x="168134" y="177870"/>
                </a:lnTo>
                <a:lnTo>
                  <a:pt x="168134" y="245492"/>
                </a:lnTo>
                <a:close/>
              </a:path>
              <a:path w="302895" h="307340">
                <a:moveTo>
                  <a:pt x="269173" y="306799"/>
                </a:moveTo>
                <a:lnTo>
                  <a:pt x="38941" y="306799"/>
                </a:lnTo>
                <a:lnTo>
                  <a:pt x="38941" y="212602"/>
                </a:lnTo>
                <a:lnTo>
                  <a:pt x="68148" y="212602"/>
                </a:lnTo>
                <a:lnTo>
                  <a:pt x="68148" y="282592"/>
                </a:lnTo>
                <a:lnTo>
                  <a:pt x="269173" y="282592"/>
                </a:lnTo>
                <a:lnTo>
                  <a:pt x="269173" y="306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028700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2067" y="486427"/>
            <a:ext cx="9682286" cy="9513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6250" y="560610"/>
            <a:ext cx="9334487" cy="91657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63325" y="684435"/>
            <a:ext cx="2212097" cy="7252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00125" y="7206365"/>
            <a:ext cx="8286750" cy="952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05271" y="7575760"/>
            <a:ext cx="213711" cy="2137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00125" y="6174932"/>
            <a:ext cx="8286750" cy="952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86032" y="6425088"/>
            <a:ext cx="452188" cy="4521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00125" y="5143500"/>
            <a:ext cx="8286750" cy="952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86032" y="5393655"/>
            <a:ext cx="452188" cy="4521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0026" y="898444"/>
            <a:ext cx="174214" cy="17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60683" y="898444"/>
            <a:ext cx="174214" cy="1742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41341" y="898444"/>
            <a:ext cx="174214" cy="1742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61975" y="1304692"/>
            <a:ext cx="9163052" cy="83581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289484" y="1496576"/>
            <a:ext cx="7135034" cy="4520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815916" y="834905"/>
            <a:ext cx="238125" cy="20320"/>
          </a:xfrm>
          <a:custGeom>
            <a:avLst/>
            <a:gdLst/>
            <a:ahLst/>
            <a:cxnLst/>
            <a:rect l="l" t="t" r="r" b="b"/>
            <a:pathLst>
              <a:path w="238125" h="20319">
                <a:moveTo>
                  <a:pt x="0" y="0"/>
                </a:moveTo>
                <a:lnTo>
                  <a:pt x="238124" y="0"/>
                </a:lnTo>
                <a:lnTo>
                  <a:pt x="23812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815916" y="85522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0" y="0"/>
                </a:moveTo>
                <a:lnTo>
                  <a:pt x="20180" y="0"/>
                </a:lnTo>
                <a:lnTo>
                  <a:pt x="20180" y="198119"/>
                </a:lnTo>
                <a:lnTo>
                  <a:pt x="0" y="19811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815916" y="1053345"/>
            <a:ext cx="238125" cy="19050"/>
          </a:xfrm>
          <a:custGeom>
            <a:avLst/>
            <a:gdLst/>
            <a:ahLst/>
            <a:cxnLst/>
            <a:rect l="l" t="t" r="r" b="b"/>
            <a:pathLst>
              <a:path w="238125" h="19050">
                <a:moveTo>
                  <a:pt x="0" y="0"/>
                </a:moveTo>
                <a:lnTo>
                  <a:pt x="238124" y="0"/>
                </a:lnTo>
                <a:lnTo>
                  <a:pt x="23812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033861" y="85508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20180" y="197764"/>
                </a:moveTo>
                <a:lnTo>
                  <a:pt x="0" y="197764"/>
                </a:lnTo>
                <a:lnTo>
                  <a:pt x="0" y="0"/>
                </a:lnTo>
                <a:lnTo>
                  <a:pt x="20180" y="0"/>
                </a:lnTo>
                <a:lnTo>
                  <a:pt x="20180" y="197764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409288" y="1052849"/>
            <a:ext cx="218440" cy="20320"/>
          </a:xfrm>
          <a:custGeom>
            <a:avLst/>
            <a:gdLst/>
            <a:ahLst/>
            <a:cxnLst/>
            <a:rect l="l" t="t" r="r" b="b"/>
            <a:pathLst>
              <a:path w="218440" h="20319">
                <a:moveTo>
                  <a:pt x="217944" y="20180"/>
                </a:moveTo>
                <a:lnTo>
                  <a:pt x="0" y="20180"/>
                </a:lnTo>
                <a:lnTo>
                  <a:pt x="0" y="0"/>
                </a:lnTo>
                <a:lnTo>
                  <a:pt x="217944" y="0"/>
                </a:lnTo>
                <a:lnTo>
                  <a:pt x="217944" y="2018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235292" y="837797"/>
            <a:ext cx="232590" cy="23259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313229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6301" y="286990"/>
                </a:moveTo>
                <a:lnTo>
                  <a:pt x="10195" y="286990"/>
                </a:lnTo>
                <a:lnTo>
                  <a:pt x="7214" y="285881"/>
                </a:lnTo>
                <a:lnTo>
                  <a:pt x="166" y="279107"/>
                </a:lnTo>
                <a:lnTo>
                  <a:pt x="11" y="271547"/>
                </a:lnTo>
                <a:lnTo>
                  <a:pt x="122471" y="144115"/>
                </a:lnTo>
                <a:lnTo>
                  <a:pt x="0" y="16683"/>
                </a:lnTo>
                <a:lnTo>
                  <a:pt x="155" y="9134"/>
                </a:lnTo>
                <a:lnTo>
                  <a:pt x="9647" y="0"/>
                </a:lnTo>
                <a:lnTo>
                  <a:pt x="17184" y="155"/>
                </a:lnTo>
                <a:lnTo>
                  <a:pt x="152021" y="140454"/>
                </a:lnTo>
                <a:lnTo>
                  <a:pt x="152021" y="147740"/>
                </a:lnTo>
                <a:lnTo>
                  <a:pt x="19414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01482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35719" y="286990"/>
                </a:moveTo>
                <a:lnTo>
                  <a:pt x="141825" y="286990"/>
                </a:lnTo>
                <a:lnTo>
                  <a:pt x="144806" y="285881"/>
                </a:lnTo>
                <a:lnTo>
                  <a:pt x="151854" y="279107"/>
                </a:lnTo>
                <a:lnTo>
                  <a:pt x="152009" y="271547"/>
                </a:lnTo>
                <a:lnTo>
                  <a:pt x="29550" y="144115"/>
                </a:lnTo>
                <a:lnTo>
                  <a:pt x="152021" y="16683"/>
                </a:lnTo>
                <a:lnTo>
                  <a:pt x="151866" y="9134"/>
                </a:lnTo>
                <a:lnTo>
                  <a:pt x="142374" y="0"/>
                </a:lnTo>
                <a:lnTo>
                  <a:pt x="134837" y="155"/>
                </a:lnTo>
                <a:lnTo>
                  <a:pt x="0" y="140454"/>
                </a:lnTo>
                <a:lnTo>
                  <a:pt x="0" y="147740"/>
                </a:lnTo>
                <a:lnTo>
                  <a:pt x="132607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726355" y="1565410"/>
            <a:ext cx="314960" cy="314960"/>
          </a:xfrm>
          <a:custGeom>
            <a:avLst/>
            <a:gdLst/>
            <a:ahLst/>
            <a:cxnLst/>
            <a:rect l="l" t="t" r="r" b="b"/>
            <a:pathLst>
              <a:path w="314960" h="314960">
                <a:moveTo>
                  <a:pt x="72486" y="288184"/>
                </a:moveTo>
                <a:lnTo>
                  <a:pt x="157182" y="288184"/>
                </a:lnTo>
                <a:lnTo>
                  <a:pt x="106246" y="277874"/>
                </a:lnTo>
                <a:lnTo>
                  <a:pt x="64604" y="249775"/>
                </a:lnTo>
                <a:lnTo>
                  <a:pt x="36502" y="208133"/>
                </a:lnTo>
                <a:lnTo>
                  <a:pt x="26193" y="157182"/>
                </a:lnTo>
                <a:lnTo>
                  <a:pt x="36502" y="106257"/>
                </a:lnTo>
                <a:lnTo>
                  <a:pt x="64604" y="64615"/>
                </a:lnTo>
                <a:lnTo>
                  <a:pt x="106246" y="36513"/>
                </a:lnTo>
                <a:lnTo>
                  <a:pt x="157186" y="26201"/>
                </a:lnTo>
                <a:lnTo>
                  <a:pt x="242130" y="26201"/>
                </a:lnTo>
                <a:lnTo>
                  <a:pt x="231889" y="18917"/>
                </a:lnTo>
                <a:lnTo>
                  <a:pt x="196107" y="4892"/>
                </a:lnTo>
                <a:lnTo>
                  <a:pt x="157183" y="0"/>
                </a:lnTo>
                <a:lnTo>
                  <a:pt x="107556" y="8027"/>
                </a:lnTo>
                <a:lnTo>
                  <a:pt x="72463" y="26201"/>
                </a:lnTo>
                <a:lnTo>
                  <a:pt x="157186" y="26201"/>
                </a:lnTo>
                <a:lnTo>
                  <a:pt x="72462" y="26202"/>
                </a:lnTo>
                <a:lnTo>
                  <a:pt x="64414" y="30370"/>
                </a:lnTo>
                <a:lnTo>
                  <a:pt x="30369" y="64416"/>
                </a:lnTo>
                <a:lnTo>
                  <a:pt x="8027" y="107556"/>
                </a:lnTo>
                <a:lnTo>
                  <a:pt x="0" y="157199"/>
                </a:lnTo>
                <a:lnTo>
                  <a:pt x="8023" y="206813"/>
                </a:lnTo>
                <a:lnTo>
                  <a:pt x="30364" y="249957"/>
                </a:lnTo>
                <a:lnTo>
                  <a:pt x="64411" y="284002"/>
                </a:lnTo>
                <a:lnTo>
                  <a:pt x="72486" y="288184"/>
                </a:lnTo>
                <a:close/>
              </a:path>
              <a:path w="314960" h="314960">
                <a:moveTo>
                  <a:pt x="209590" y="117891"/>
                </a:moveTo>
                <a:lnTo>
                  <a:pt x="314375" y="117891"/>
                </a:lnTo>
                <a:lnTo>
                  <a:pt x="314364" y="13095"/>
                </a:lnTo>
                <a:lnTo>
                  <a:pt x="288173" y="13095"/>
                </a:lnTo>
                <a:lnTo>
                  <a:pt x="288173" y="70435"/>
                </a:lnTo>
                <a:lnTo>
                  <a:pt x="254056" y="70438"/>
                </a:lnTo>
                <a:lnTo>
                  <a:pt x="270372" y="91692"/>
                </a:lnTo>
                <a:lnTo>
                  <a:pt x="209590" y="91692"/>
                </a:lnTo>
                <a:lnTo>
                  <a:pt x="209590" y="117891"/>
                </a:lnTo>
                <a:close/>
              </a:path>
              <a:path w="314960" h="314960">
                <a:moveTo>
                  <a:pt x="254056" y="70438"/>
                </a:moveTo>
                <a:lnTo>
                  <a:pt x="288173" y="70438"/>
                </a:lnTo>
                <a:lnTo>
                  <a:pt x="263065" y="41092"/>
                </a:lnTo>
                <a:lnTo>
                  <a:pt x="242131" y="26202"/>
                </a:lnTo>
                <a:lnTo>
                  <a:pt x="157193" y="26202"/>
                </a:lnTo>
                <a:lnTo>
                  <a:pt x="191493" y="30789"/>
                </a:lnTo>
                <a:lnTo>
                  <a:pt x="222746" y="43893"/>
                </a:lnTo>
                <a:lnTo>
                  <a:pt x="249515" y="64523"/>
                </a:lnTo>
                <a:lnTo>
                  <a:pt x="254056" y="70438"/>
                </a:lnTo>
                <a:close/>
              </a:path>
              <a:path w="314960" h="314960">
                <a:moveTo>
                  <a:pt x="157186" y="314367"/>
                </a:moveTo>
                <a:lnTo>
                  <a:pt x="201094" y="308146"/>
                </a:lnTo>
                <a:lnTo>
                  <a:pt x="240450" y="290559"/>
                </a:lnTo>
                <a:lnTo>
                  <a:pt x="273310" y="263220"/>
                </a:lnTo>
                <a:lnTo>
                  <a:pt x="297733" y="227745"/>
                </a:lnTo>
                <a:lnTo>
                  <a:pt x="311774" y="185748"/>
                </a:lnTo>
                <a:lnTo>
                  <a:pt x="313079" y="178634"/>
                </a:lnTo>
                <a:lnTo>
                  <a:pt x="308375" y="171816"/>
                </a:lnTo>
                <a:lnTo>
                  <a:pt x="293995" y="169215"/>
                </a:lnTo>
                <a:lnTo>
                  <a:pt x="287309" y="173931"/>
                </a:lnTo>
                <a:lnTo>
                  <a:pt x="286014" y="181026"/>
                </a:lnTo>
                <a:lnTo>
                  <a:pt x="269969" y="223969"/>
                </a:lnTo>
                <a:lnTo>
                  <a:pt x="241042" y="257893"/>
                </a:lnTo>
                <a:lnTo>
                  <a:pt x="202394" y="280173"/>
                </a:lnTo>
                <a:lnTo>
                  <a:pt x="157182" y="288184"/>
                </a:lnTo>
                <a:lnTo>
                  <a:pt x="72486" y="288184"/>
                </a:lnTo>
                <a:lnTo>
                  <a:pt x="107554" y="306341"/>
                </a:lnTo>
                <a:lnTo>
                  <a:pt x="157186" y="314367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922903" y="1591280"/>
            <a:ext cx="274320" cy="263525"/>
          </a:xfrm>
          <a:custGeom>
            <a:avLst/>
            <a:gdLst/>
            <a:ahLst/>
            <a:cxnLst/>
            <a:rect l="l" t="t" r="r" b="b"/>
            <a:pathLst>
              <a:path w="274320" h="263525">
                <a:moveTo>
                  <a:pt x="71829" y="262977"/>
                </a:moveTo>
                <a:lnTo>
                  <a:pt x="42377" y="237922"/>
                </a:lnTo>
                <a:lnTo>
                  <a:pt x="42302" y="236333"/>
                </a:lnTo>
                <a:lnTo>
                  <a:pt x="56658" y="168590"/>
                </a:lnTo>
                <a:lnTo>
                  <a:pt x="5049" y="122060"/>
                </a:lnTo>
                <a:lnTo>
                  <a:pt x="2340" y="117554"/>
                </a:lnTo>
                <a:lnTo>
                  <a:pt x="0" y="107905"/>
                </a:lnTo>
                <a:lnTo>
                  <a:pt x="192" y="103008"/>
                </a:lnTo>
                <a:lnTo>
                  <a:pt x="87391" y="73955"/>
                </a:lnTo>
                <a:lnTo>
                  <a:pt x="115676" y="10509"/>
                </a:lnTo>
                <a:lnTo>
                  <a:pt x="119114" y="6537"/>
                </a:lnTo>
                <a:lnTo>
                  <a:pt x="127605" y="1315"/>
                </a:lnTo>
                <a:lnTo>
                  <a:pt x="132306" y="0"/>
                </a:lnTo>
                <a:lnTo>
                  <a:pt x="141955" y="0"/>
                </a:lnTo>
                <a:lnTo>
                  <a:pt x="146670" y="1315"/>
                </a:lnTo>
                <a:lnTo>
                  <a:pt x="155121" y="6537"/>
                </a:lnTo>
                <a:lnTo>
                  <a:pt x="158572" y="10509"/>
                </a:lnTo>
                <a:lnTo>
                  <a:pt x="164490" y="23779"/>
                </a:lnTo>
                <a:lnTo>
                  <a:pt x="136278" y="23779"/>
                </a:lnTo>
                <a:lnTo>
                  <a:pt x="135640" y="24195"/>
                </a:lnTo>
                <a:lnTo>
                  <a:pt x="104607" y="93775"/>
                </a:lnTo>
                <a:lnTo>
                  <a:pt x="100921" y="96445"/>
                </a:lnTo>
                <a:lnTo>
                  <a:pt x="25156" y="104441"/>
                </a:lnTo>
                <a:lnTo>
                  <a:pt x="24570" y="104922"/>
                </a:lnTo>
                <a:lnTo>
                  <a:pt x="24023" y="106602"/>
                </a:lnTo>
                <a:lnTo>
                  <a:pt x="24218" y="107345"/>
                </a:lnTo>
                <a:lnTo>
                  <a:pt x="80806" y="158341"/>
                </a:lnTo>
                <a:lnTo>
                  <a:pt x="82208" y="162665"/>
                </a:lnTo>
                <a:lnTo>
                  <a:pt x="66404" y="237219"/>
                </a:lnTo>
                <a:lnTo>
                  <a:pt x="66690" y="237922"/>
                </a:lnTo>
                <a:lnTo>
                  <a:pt x="68117" y="238938"/>
                </a:lnTo>
                <a:lnTo>
                  <a:pt x="68873" y="238977"/>
                </a:lnTo>
                <a:lnTo>
                  <a:pt x="116538" y="238977"/>
                </a:lnTo>
                <a:lnTo>
                  <a:pt x="76960" y="261792"/>
                </a:lnTo>
                <a:lnTo>
                  <a:pt x="71829" y="262977"/>
                </a:lnTo>
                <a:close/>
              </a:path>
              <a:path w="274320" h="263525">
                <a:moveTo>
                  <a:pt x="231830" y="239211"/>
                </a:moveTo>
                <a:lnTo>
                  <a:pt x="205831" y="239211"/>
                </a:lnTo>
                <a:lnTo>
                  <a:pt x="207633" y="237909"/>
                </a:lnTo>
                <a:lnTo>
                  <a:pt x="207886" y="237206"/>
                </a:lnTo>
                <a:lnTo>
                  <a:pt x="192079" y="162665"/>
                </a:lnTo>
                <a:lnTo>
                  <a:pt x="193513" y="158328"/>
                </a:lnTo>
                <a:lnTo>
                  <a:pt x="250082" y="107332"/>
                </a:lnTo>
                <a:lnTo>
                  <a:pt x="250277" y="106602"/>
                </a:lnTo>
                <a:lnTo>
                  <a:pt x="249730" y="104922"/>
                </a:lnTo>
                <a:lnTo>
                  <a:pt x="249144" y="104441"/>
                </a:lnTo>
                <a:lnTo>
                  <a:pt x="173374" y="96445"/>
                </a:lnTo>
                <a:lnTo>
                  <a:pt x="169701" y="93775"/>
                </a:lnTo>
                <a:lnTo>
                  <a:pt x="138674" y="24195"/>
                </a:lnTo>
                <a:lnTo>
                  <a:pt x="138049" y="23779"/>
                </a:lnTo>
                <a:lnTo>
                  <a:pt x="164490" y="23779"/>
                </a:lnTo>
                <a:lnTo>
                  <a:pt x="186870" y="73968"/>
                </a:lnTo>
                <a:lnTo>
                  <a:pt x="255981" y="81273"/>
                </a:lnTo>
                <a:lnTo>
                  <a:pt x="260813" y="83331"/>
                </a:lnTo>
                <a:lnTo>
                  <a:pt x="268379" y="89751"/>
                </a:lnTo>
                <a:lnTo>
                  <a:pt x="271087" y="93827"/>
                </a:lnTo>
                <a:lnTo>
                  <a:pt x="274078" y="103008"/>
                </a:lnTo>
                <a:lnTo>
                  <a:pt x="274278" y="107905"/>
                </a:lnTo>
                <a:lnTo>
                  <a:pt x="273171" y="112593"/>
                </a:lnTo>
                <a:lnTo>
                  <a:pt x="271947" y="117606"/>
                </a:lnTo>
                <a:lnTo>
                  <a:pt x="269238" y="122112"/>
                </a:lnTo>
                <a:lnTo>
                  <a:pt x="217656" y="168616"/>
                </a:lnTo>
                <a:lnTo>
                  <a:pt x="232006" y="236333"/>
                </a:lnTo>
                <a:lnTo>
                  <a:pt x="231942" y="237922"/>
                </a:lnTo>
                <a:lnTo>
                  <a:pt x="231830" y="239211"/>
                </a:lnTo>
                <a:close/>
              </a:path>
              <a:path w="274320" h="263525">
                <a:moveTo>
                  <a:pt x="116538" y="238977"/>
                </a:moveTo>
                <a:lnTo>
                  <a:pt x="68873" y="238977"/>
                </a:lnTo>
                <a:lnTo>
                  <a:pt x="131212" y="203035"/>
                </a:lnTo>
                <a:lnTo>
                  <a:pt x="133035" y="202006"/>
                </a:lnTo>
                <a:lnTo>
                  <a:pt x="135080" y="201459"/>
                </a:lnTo>
                <a:lnTo>
                  <a:pt x="139234" y="201459"/>
                </a:lnTo>
                <a:lnTo>
                  <a:pt x="141278" y="202006"/>
                </a:lnTo>
                <a:lnTo>
                  <a:pt x="184796" y="227087"/>
                </a:lnTo>
                <a:lnTo>
                  <a:pt x="137163" y="227087"/>
                </a:lnTo>
                <a:lnTo>
                  <a:pt x="116538" y="238977"/>
                </a:lnTo>
                <a:close/>
              </a:path>
              <a:path w="274320" h="263525">
                <a:moveTo>
                  <a:pt x="206391" y="262652"/>
                </a:moveTo>
                <a:lnTo>
                  <a:pt x="201221" y="262652"/>
                </a:lnTo>
                <a:lnTo>
                  <a:pt x="196755" y="261441"/>
                </a:lnTo>
                <a:lnTo>
                  <a:pt x="137163" y="227087"/>
                </a:lnTo>
                <a:lnTo>
                  <a:pt x="184796" y="227087"/>
                </a:lnTo>
                <a:lnTo>
                  <a:pt x="205831" y="239211"/>
                </a:lnTo>
                <a:lnTo>
                  <a:pt x="231830" y="239211"/>
                </a:lnTo>
                <a:lnTo>
                  <a:pt x="207029" y="262626"/>
                </a:lnTo>
                <a:lnTo>
                  <a:pt x="206391" y="262652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029684" y="814138"/>
            <a:ext cx="379901" cy="37990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059321" y="7528593"/>
            <a:ext cx="284480" cy="297180"/>
          </a:xfrm>
          <a:custGeom>
            <a:avLst/>
            <a:gdLst/>
            <a:ahLst/>
            <a:cxnLst/>
            <a:rect l="l" t="t" r="r" b="b"/>
            <a:pathLst>
              <a:path w="284480" h="297179">
                <a:moveTo>
                  <a:pt x="34607" y="133350"/>
                </a:moveTo>
                <a:lnTo>
                  <a:pt x="17779" y="115887"/>
                </a:lnTo>
                <a:lnTo>
                  <a:pt x="24129" y="114194"/>
                </a:lnTo>
                <a:lnTo>
                  <a:pt x="31326" y="111760"/>
                </a:lnTo>
                <a:lnTo>
                  <a:pt x="69988" y="94208"/>
                </a:lnTo>
                <a:lnTo>
                  <a:pt x="104755" y="71139"/>
                </a:lnTo>
                <a:lnTo>
                  <a:pt x="130109" y="36830"/>
                </a:lnTo>
                <a:lnTo>
                  <a:pt x="130174" y="0"/>
                </a:lnTo>
                <a:lnTo>
                  <a:pt x="155257" y="0"/>
                </a:lnTo>
                <a:lnTo>
                  <a:pt x="155257" y="36830"/>
                </a:lnTo>
                <a:lnTo>
                  <a:pt x="157268" y="43179"/>
                </a:lnTo>
                <a:lnTo>
                  <a:pt x="165311" y="55880"/>
                </a:lnTo>
                <a:lnTo>
                  <a:pt x="170550" y="61965"/>
                </a:lnTo>
                <a:lnTo>
                  <a:pt x="172956" y="64134"/>
                </a:lnTo>
                <a:lnTo>
                  <a:pt x="142557" y="64134"/>
                </a:lnTo>
                <a:lnTo>
                  <a:pt x="108981" y="96123"/>
                </a:lnTo>
                <a:lnTo>
                  <a:pt x="71784" y="118070"/>
                </a:lnTo>
                <a:lnTo>
                  <a:pt x="41562" y="130958"/>
                </a:lnTo>
                <a:lnTo>
                  <a:pt x="34607" y="133350"/>
                </a:lnTo>
                <a:close/>
              </a:path>
              <a:path w="284480" h="297179">
                <a:moveTo>
                  <a:pt x="250825" y="132715"/>
                </a:moveTo>
                <a:lnTo>
                  <a:pt x="214887" y="118913"/>
                </a:lnTo>
                <a:lnTo>
                  <a:pt x="176768" y="96480"/>
                </a:lnTo>
                <a:lnTo>
                  <a:pt x="146568" y="69661"/>
                </a:lnTo>
                <a:lnTo>
                  <a:pt x="142557" y="64134"/>
                </a:lnTo>
                <a:lnTo>
                  <a:pt x="172956" y="64134"/>
                </a:lnTo>
                <a:lnTo>
                  <a:pt x="177006" y="67786"/>
                </a:lnTo>
                <a:lnTo>
                  <a:pt x="181996" y="72092"/>
                </a:lnTo>
                <a:lnTo>
                  <a:pt x="217031" y="95071"/>
                </a:lnTo>
                <a:lnTo>
                  <a:pt x="254635" y="111865"/>
                </a:lnTo>
                <a:lnTo>
                  <a:pt x="266700" y="115252"/>
                </a:lnTo>
                <a:lnTo>
                  <a:pt x="250825" y="132715"/>
                </a:lnTo>
                <a:close/>
              </a:path>
              <a:path w="284480" h="297179">
                <a:moveTo>
                  <a:pt x="279505" y="186690"/>
                </a:moveTo>
                <a:lnTo>
                  <a:pt x="0" y="186690"/>
                </a:lnTo>
                <a:lnTo>
                  <a:pt x="0" y="165417"/>
                </a:lnTo>
                <a:lnTo>
                  <a:pt x="284162" y="165417"/>
                </a:lnTo>
                <a:lnTo>
                  <a:pt x="284162" y="182033"/>
                </a:lnTo>
                <a:lnTo>
                  <a:pt x="283527" y="183515"/>
                </a:lnTo>
                <a:lnTo>
                  <a:pt x="280987" y="186055"/>
                </a:lnTo>
                <a:lnTo>
                  <a:pt x="279505" y="186690"/>
                </a:lnTo>
                <a:close/>
              </a:path>
              <a:path w="284480" h="297179">
                <a:moveTo>
                  <a:pt x="150283" y="296862"/>
                </a:moveTo>
                <a:lnTo>
                  <a:pt x="129857" y="296862"/>
                </a:lnTo>
                <a:lnTo>
                  <a:pt x="129857" y="186690"/>
                </a:lnTo>
                <a:lnTo>
                  <a:pt x="154939" y="186690"/>
                </a:lnTo>
                <a:lnTo>
                  <a:pt x="154939" y="292205"/>
                </a:lnTo>
                <a:lnTo>
                  <a:pt x="154305" y="293687"/>
                </a:lnTo>
                <a:lnTo>
                  <a:pt x="151765" y="296227"/>
                </a:lnTo>
                <a:lnTo>
                  <a:pt x="150283" y="296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362851" y="7523831"/>
            <a:ext cx="274320" cy="307340"/>
          </a:xfrm>
          <a:custGeom>
            <a:avLst/>
            <a:gdLst/>
            <a:ahLst/>
            <a:cxnLst/>
            <a:rect l="l" t="t" r="r" b="b"/>
            <a:pathLst>
              <a:path w="274319" h="307340">
                <a:moveTo>
                  <a:pt x="195580" y="195580"/>
                </a:moveTo>
                <a:lnTo>
                  <a:pt x="170815" y="195580"/>
                </a:lnTo>
                <a:lnTo>
                  <a:pt x="170815" y="163512"/>
                </a:lnTo>
                <a:lnTo>
                  <a:pt x="195580" y="163512"/>
                </a:lnTo>
                <a:lnTo>
                  <a:pt x="195580" y="195580"/>
                </a:lnTo>
                <a:close/>
              </a:path>
              <a:path w="274319" h="307340">
                <a:moveTo>
                  <a:pt x="121285" y="299402"/>
                </a:moveTo>
                <a:lnTo>
                  <a:pt x="44979" y="299402"/>
                </a:lnTo>
                <a:lnTo>
                  <a:pt x="40375" y="297550"/>
                </a:lnTo>
                <a:lnTo>
                  <a:pt x="32967" y="290142"/>
                </a:lnTo>
                <a:lnTo>
                  <a:pt x="31115" y="285538"/>
                </a:lnTo>
                <a:lnTo>
                  <a:pt x="31115" y="189230"/>
                </a:lnTo>
                <a:lnTo>
                  <a:pt x="55562" y="189230"/>
                </a:lnTo>
                <a:lnTo>
                  <a:pt x="55562" y="278024"/>
                </a:lnTo>
                <a:lnTo>
                  <a:pt x="56620" y="279082"/>
                </a:lnTo>
                <a:lnTo>
                  <a:pt x="123190" y="279082"/>
                </a:lnTo>
                <a:lnTo>
                  <a:pt x="123190" y="297391"/>
                </a:lnTo>
                <a:lnTo>
                  <a:pt x="121285" y="299402"/>
                </a:lnTo>
                <a:close/>
              </a:path>
              <a:path w="274319" h="307340">
                <a:moveTo>
                  <a:pt x="247967" y="214947"/>
                </a:moveTo>
                <a:lnTo>
                  <a:pt x="118110" y="214947"/>
                </a:lnTo>
                <a:lnTo>
                  <a:pt x="118110" y="195580"/>
                </a:lnTo>
                <a:lnTo>
                  <a:pt x="247967" y="195580"/>
                </a:lnTo>
                <a:lnTo>
                  <a:pt x="247967" y="214947"/>
                </a:lnTo>
                <a:close/>
              </a:path>
              <a:path w="274319" h="307340">
                <a:moveTo>
                  <a:pt x="191558" y="307022"/>
                </a:moveTo>
                <a:lnTo>
                  <a:pt x="175683" y="307022"/>
                </a:lnTo>
                <a:lnTo>
                  <a:pt x="168116" y="306175"/>
                </a:lnTo>
                <a:lnTo>
                  <a:pt x="131021" y="289136"/>
                </a:lnTo>
                <a:lnTo>
                  <a:pt x="122613" y="272626"/>
                </a:lnTo>
                <a:lnTo>
                  <a:pt x="122678" y="258445"/>
                </a:lnTo>
                <a:lnTo>
                  <a:pt x="153511" y="229023"/>
                </a:lnTo>
                <a:lnTo>
                  <a:pt x="175683" y="224790"/>
                </a:lnTo>
                <a:lnTo>
                  <a:pt x="191558" y="224790"/>
                </a:lnTo>
                <a:lnTo>
                  <a:pt x="231510" y="238601"/>
                </a:lnTo>
                <a:lnTo>
                  <a:pt x="236160" y="243205"/>
                </a:lnTo>
                <a:lnTo>
                  <a:pt x="183832" y="243205"/>
                </a:lnTo>
                <a:lnTo>
                  <a:pt x="175716" y="243582"/>
                </a:lnTo>
                <a:lnTo>
                  <a:pt x="147002" y="258656"/>
                </a:lnTo>
                <a:lnTo>
                  <a:pt x="147002" y="272626"/>
                </a:lnTo>
                <a:lnTo>
                  <a:pt x="183515" y="288925"/>
                </a:lnTo>
                <a:lnTo>
                  <a:pt x="236122" y="288925"/>
                </a:lnTo>
                <a:lnTo>
                  <a:pt x="235955" y="289189"/>
                </a:lnTo>
                <a:lnTo>
                  <a:pt x="231510" y="293475"/>
                </a:lnTo>
                <a:lnTo>
                  <a:pt x="220292" y="300249"/>
                </a:lnTo>
                <a:lnTo>
                  <a:pt x="213836" y="302789"/>
                </a:lnTo>
                <a:lnTo>
                  <a:pt x="199231" y="306175"/>
                </a:lnTo>
                <a:lnTo>
                  <a:pt x="191558" y="307022"/>
                </a:lnTo>
                <a:close/>
              </a:path>
              <a:path w="274319" h="307340">
                <a:moveTo>
                  <a:pt x="236122" y="288925"/>
                </a:moveTo>
                <a:lnTo>
                  <a:pt x="183515" y="288925"/>
                </a:lnTo>
                <a:lnTo>
                  <a:pt x="191224" y="288508"/>
                </a:lnTo>
                <a:lnTo>
                  <a:pt x="198159" y="287258"/>
                </a:lnTo>
                <a:lnTo>
                  <a:pt x="219710" y="258445"/>
                </a:lnTo>
                <a:lnTo>
                  <a:pt x="216429" y="252994"/>
                </a:lnTo>
                <a:lnTo>
                  <a:pt x="183832" y="243205"/>
                </a:lnTo>
                <a:lnTo>
                  <a:pt x="236160" y="243205"/>
                </a:lnTo>
                <a:lnTo>
                  <a:pt x="242482" y="252994"/>
                </a:lnTo>
                <a:lnTo>
                  <a:pt x="242576" y="253259"/>
                </a:lnTo>
                <a:lnTo>
                  <a:pt x="244038" y="258445"/>
                </a:lnTo>
                <a:lnTo>
                  <a:pt x="244157" y="272626"/>
                </a:lnTo>
                <a:lnTo>
                  <a:pt x="242517" y="278817"/>
                </a:lnTo>
                <a:lnTo>
                  <a:pt x="236122" y="288925"/>
                </a:lnTo>
                <a:close/>
              </a:path>
              <a:path w="274319" h="307340">
                <a:moveTo>
                  <a:pt x="224260" y="155575"/>
                </a:moveTo>
                <a:lnTo>
                  <a:pt x="203835" y="155575"/>
                </a:lnTo>
                <a:lnTo>
                  <a:pt x="203835" y="0"/>
                </a:lnTo>
                <a:lnTo>
                  <a:pt x="228917" y="0"/>
                </a:lnTo>
                <a:lnTo>
                  <a:pt x="228917" y="66039"/>
                </a:lnTo>
                <a:lnTo>
                  <a:pt x="274320" y="66039"/>
                </a:lnTo>
                <a:lnTo>
                  <a:pt x="274320" y="86677"/>
                </a:lnTo>
                <a:lnTo>
                  <a:pt x="228917" y="86677"/>
                </a:lnTo>
                <a:lnTo>
                  <a:pt x="228917" y="150918"/>
                </a:lnTo>
                <a:lnTo>
                  <a:pt x="228282" y="152400"/>
                </a:lnTo>
                <a:lnTo>
                  <a:pt x="225742" y="154940"/>
                </a:lnTo>
                <a:lnTo>
                  <a:pt x="224260" y="155575"/>
                </a:lnTo>
                <a:close/>
              </a:path>
              <a:path w="274319" h="307340">
                <a:moveTo>
                  <a:pt x="130386" y="155892"/>
                </a:moveTo>
                <a:lnTo>
                  <a:pt x="14075" y="155892"/>
                </a:lnTo>
                <a:lnTo>
                  <a:pt x="9525" y="154040"/>
                </a:lnTo>
                <a:lnTo>
                  <a:pt x="1905" y="146632"/>
                </a:lnTo>
                <a:lnTo>
                  <a:pt x="0" y="142028"/>
                </a:lnTo>
                <a:lnTo>
                  <a:pt x="0" y="10477"/>
                </a:lnTo>
                <a:lnTo>
                  <a:pt x="144780" y="10477"/>
                </a:lnTo>
                <a:lnTo>
                  <a:pt x="144780" y="30797"/>
                </a:lnTo>
                <a:lnTo>
                  <a:pt x="24765" y="30797"/>
                </a:lnTo>
                <a:lnTo>
                  <a:pt x="24765" y="134831"/>
                </a:lnTo>
                <a:lnTo>
                  <a:pt x="25823" y="135890"/>
                </a:lnTo>
                <a:lnTo>
                  <a:pt x="144780" y="135890"/>
                </a:lnTo>
                <a:lnTo>
                  <a:pt x="144780" y="142028"/>
                </a:lnTo>
                <a:lnTo>
                  <a:pt x="142822" y="146632"/>
                </a:lnTo>
                <a:lnTo>
                  <a:pt x="134990" y="154040"/>
                </a:lnTo>
                <a:lnTo>
                  <a:pt x="130386" y="155892"/>
                </a:lnTo>
                <a:close/>
              </a:path>
              <a:path w="274319" h="307340">
                <a:moveTo>
                  <a:pt x="144780" y="135890"/>
                </a:moveTo>
                <a:lnTo>
                  <a:pt x="118956" y="135890"/>
                </a:lnTo>
                <a:lnTo>
                  <a:pt x="120015" y="134831"/>
                </a:lnTo>
                <a:lnTo>
                  <a:pt x="120015" y="30797"/>
                </a:lnTo>
                <a:lnTo>
                  <a:pt x="144780" y="30797"/>
                </a:lnTo>
                <a:lnTo>
                  <a:pt x="144780" y="135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649871" y="7523513"/>
            <a:ext cx="283845" cy="300355"/>
          </a:xfrm>
          <a:custGeom>
            <a:avLst/>
            <a:gdLst/>
            <a:ahLst/>
            <a:cxnLst/>
            <a:rect l="l" t="t" r="r" b="b"/>
            <a:pathLst>
              <a:path w="283844" h="300354">
                <a:moveTo>
                  <a:pt x="142875" y="130810"/>
                </a:moveTo>
                <a:lnTo>
                  <a:pt x="97472" y="125888"/>
                </a:lnTo>
                <a:lnTo>
                  <a:pt x="58191" y="107890"/>
                </a:lnTo>
                <a:lnTo>
                  <a:pt x="37891" y="72409"/>
                </a:lnTo>
                <a:lnTo>
                  <a:pt x="37464" y="65404"/>
                </a:lnTo>
                <a:lnTo>
                  <a:pt x="37891" y="58410"/>
                </a:lnTo>
                <a:lnTo>
                  <a:pt x="58191" y="23137"/>
                </a:lnTo>
                <a:lnTo>
                  <a:pt x="97472" y="4921"/>
                </a:lnTo>
                <a:lnTo>
                  <a:pt x="142875" y="0"/>
                </a:lnTo>
                <a:lnTo>
                  <a:pt x="155217" y="307"/>
                </a:lnTo>
                <a:lnTo>
                  <a:pt x="197405" y="7619"/>
                </a:lnTo>
                <a:lnTo>
                  <a:pt x="224246" y="20955"/>
                </a:lnTo>
                <a:lnTo>
                  <a:pt x="142875" y="20955"/>
                </a:lnTo>
                <a:lnTo>
                  <a:pt x="133052" y="21183"/>
                </a:lnTo>
                <a:lnTo>
                  <a:pt x="94019" y="28892"/>
                </a:lnTo>
                <a:lnTo>
                  <a:pt x="63817" y="59478"/>
                </a:lnTo>
                <a:lnTo>
                  <a:pt x="63817" y="71331"/>
                </a:lnTo>
                <a:lnTo>
                  <a:pt x="94019" y="101957"/>
                </a:lnTo>
                <a:lnTo>
                  <a:pt x="132873" y="109626"/>
                </a:lnTo>
                <a:lnTo>
                  <a:pt x="142557" y="109855"/>
                </a:lnTo>
                <a:lnTo>
                  <a:pt x="224510" y="109855"/>
                </a:lnTo>
                <a:lnTo>
                  <a:pt x="220980" y="112395"/>
                </a:lnTo>
                <a:lnTo>
                  <a:pt x="177760" y="128041"/>
                </a:lnTo>
                <a:lnTo>
                  <a:pt x="155217" y="130502"/>
                </a:lnTo>
                <a:lnTo>
                  <a:pt x="142875" y="130810"/>
                </a:lnTo>
                <a:close/>
              </a:path>
              <a:path w="283844" h="300354">
                <a:moveTo>
                  <a:pt x="224510" y="109855"/>
                </a:moveTo>
                <a:lnTo>
                  <a:pt x="142557" y="109855"/>
                </a:lnTo>
                <a:lnTo>
                  <a:pt x="152380" y="109626"/>
                </a:lnTo>
                <a:lnTo>
                  <a:pt x="161528" y="108942"/>
                </a:lnTo>
                <a:lnTo>
                  <a:pt x="202564" y="96519"/>
                </a:lnTo>
                <a:lnTo>
                  <a:pt x="221932" y="71331"/>
                </a:lnTo>
                <a:lnTo>
                  <a:pt x="221932" y="59478"/>
                </a:lnTo>
                <a:lnTo>
                  <a:pt x="191452" y="28892"/>
                </a:lnTo>
                <a:lnTo>
                  <a:pt x="152558" y="21183"/>
                </a:lnTo>
                <a:lnTo>
                  <a:pt x="142875" y="20955"/>
                </a:lnTo>
                <a:lnTo>
                  <a:pt x="224246" y="20955"/>
                </a:lnTo>
                <a:lnTo>
                  <a:pt x="247540" y="58410"/>
                </a:lnTo>
                <a:lnTo>
                  <a:pt x="247967" y="65404"/>
                </a:lnTo>
                <a:lnTo>
                  <a:pt x="247540" y="72409"/>
                </a:lnTo>
                <a:lnTo>
                  <a:pt x="227240" y="107890"/>
                </a:lnTo>
                <a:lnTo>
                  <a:pt x="224510" y="109855"/>
                </a:lnTo>
                <a:close/>
              </a:path>
              <a:path w="283844" h="300354">
                <a:moveTo>
                  <a:pt x="279188" y="178117"/>
                </a:moveTo>
                <a:lnTo>
                  <a:pt x="0" y="178117"/>
                </a:lnTo>
                <a:lnTo>
                  <a:pt x="0" y="157162"/>
                </a:lnTo>
                <a:lnTo>
                  <a:pt x="283845" y="157162"/>
                </a:lnTo>
                <a:lnTo>
                  <a:pt x="283845" y="173460"/>
                </a:lnTo>
                <a:lnTo>
                  <a:pt x="283210" y="174942"/>
                </a:lnTo>
                <a:lnTo>
                  <a:pt x="280670" y="177482"/>
                </a:lnTo>
                <a:lnTo>
                  <a:pt x="279188" y="178117"/>
                </a:lnTo>
                <a:close/>
              </a:path>
              <a:path w="283844" h="300354">
                <a:moveTo>
                  <a:pt x="246274" y="300355"/>
                </a:moveTo>
                <a:lnTo>
                  <a:pt x="54609" y="300355"/>
                </a:lnTo>
                <a:lnTo>
                  <a:pt x="50112" y="298502"/>
                </a:lnTo>
                <a:lnTo>
                  <a:pt x="42280" y="291094"/>
                </a:lnTo>
                <a:lnTo>
                  <a:pt x="40322" y="286490"/>
                </a:lnTo>
                <a:lnTo>
                  <a:pt x="40322" y="210502"/>
                </a:lnTo>
                <a:lnTo>
                  <a:pt x="65722" y="210502"/>
                </a:lnTo>
                <a:lnTo>
                  <a:pt x="65722" y="278341"/>
                </a:lnTo>
                <a:lnTo>
                  <a:pt x="66780" y="279400"/>
                </a:lnTo>
                <a:lnTo>
                  <a:pt x="250190" y="279400"/>
                </a:lnTo>
                <a:lnTo>
                  <a:pt x="250190" y="296333"/>
                </a:lnTo>
                <a:lnTo>
                  <a:pt x="249660" y="297709"/>
                </a:lnTo>
                <a:lnTo>
                  <a:pt x="247544" y="299825"/>
                </a:lnTo>
                <a:lnTo>
                  <a:pt x="246274" y="3003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022636" y="7523196"/>
            <a:ext cx="273050" cy="302260"/>
          </a:xfrm>
          <a:custGeom>
            <a:avLst/>
            <a:gdLst/>
            <a:ahLst/>
            <a:cxnLst/>
            <a:rect l="l" t="t" r="r" b="b"/>
            <a:pathLst>
              <a:path w="273050" h="302259">
                <a:moveTo>
                  <a:pt x="204152" y="294957"/>
                </a:moveTo>
                <a:lnTo>
                  <a:pt x="184150" y="294957"/>
                </a:lnTo>
                <a:lnTo>
                  <a:pt x="184150" y="124777"/>
                </a:lnTo>
                <a:lnTo>
                  <a:pt x="127952" y="124777"/>
                </a:lnTo>
                <a:lnTo>
                  <a:pt x="127952" y="103822"/>
                </a:lnTo>
                <a:lnTo>
                  <a:pt x="184150" y="103822"/>
                </a:lnTo>
                <a:lnTo>
                  <a:pt x="184150" y="0"/>
                </a:lnTo>
                <a:lnTo>
                  <a:pt x="209232" y="0"/>
                </a:lnTo>
                <a:lnTo>
                  <a:pt x="209232" y="288607"/>
                </a:lnTo>
                <a:lnTo>
                  <a:pt x="209020" y="290935"/>
                </a:lnTo>
                <a:lnTo>
                  <a:pt x="208227" y="292576"/>
                </a:lnTo>
                <a:lnTo>
                  <a:pt x="205475" y="294481"/>
                </a:lnTo>
                <a:lnTo>
                  <a:pt x="204152" y="294957"/>
                </a:lnTo>
                <a:close/>
              </a:path>
              <a:path w="273050" h="302259">
                <a:moveTo>
                  <a:pt x="152082" y="38735"/>
                </a:moveTo>
                <a:lnTo>
                  <a:pt x="10160" y="38735"/>
                </a:lnTo>
                <a:lnTo>
                  <a:pt x="10160" y="17780"/>
                </a:lnTo>
                <a:lnTo>
                  <a:pt x="152082" y="17780"/>
                </a:lnTo>
                <a:lnTo>
                  <a:pt x="152082" y="38735"/>
                </a:lnTo>
                <a:close/>
              </a:path>
              <a:path w="273050" h="302259">
                <a:moveTo>
                  <a:pt x="17145" y="238760"/>
                </a:moveTo>
                <a:lnTo>
                  <a:pt x="14181" y="236220"/>
                </a:lnTo>
                <a:lnTo>
                  <a:pt x="11324" y="233627"/>
                </a:lnTo>
                <a:lnTo>
                  <a:pt x="4532" y="227118"/>
                </a:lnTo>
                <a:lnTo>
                  <a:pt x="0" y="222885"/>
                </a:lnTo>
                <a:lnTo>
                  <a:pt x="31730" y="195252"/>
                </a:lnTo>
                <a:lnTo>
                  <a:pt x="56237" y="161885"/>
                </a:lnTo>
                <a:lnTo>
                  <a:pt x="68859" y="122872"/>
                </a:lnTo>
                <a:lnTo>
                  <a:pt x="68897" y="38735"/>
                </a:lnTo>
                <a:lnTo>
                  <a:pt x="94297" y="38735"/>
                </a:lnTo>
                <a:lnTo>
                  <a:pt x="94418" y="124777"/>
                </a:lnTo>
                <a:lnTo>
                  <a:pt x="107870" y="161091"/>
                </a:lnTo>
                <a:lnTo>
                  <a:pt x="109304" y="163195"/>
                </a:lnTo>
                <a:lnTo>
                  <a:pt x="82867" y="163195"/>
                </a:lnTo>
                <a:lnTo>
                  <a:pt x="59987" y="197782"/>
                </a:lnTo>
                <a:lnTo>
                  <a:pt x="31998" y="227151"/>
                </a:lnTo>
                <a:lnTo>
                  <a:pt x="22076" y="235247"/>
                </a:lnTo>
                <a:lnTo>
                  <a:pt x="17145" y="238760"/>
                </a:lnTo>
                <a:close/>
              </a:path>
              <a:path w="273050" h="302259">
                <a:moveTo>
                  <a:pt x="145097" y="231140"/>
                </a:moveTo>
                <a:lnTo>
                  <a:pt x="114035" y="205157"/>
                </a:lnTo>
                <a:lnTo>
                  <a:pt x="88900" y="173937"/>
                </a:lnTo>
                <a:lnTo>
                  <a:pt x="82867" y="163195"/>
                </a:lnTo>
                <a:lnTo>
                  <a:pt x="109304" y="163195"/>
                </a:lnTo>
                <a:lnTo>
                  <a:pt x="112137" y="167352"/>
                </a:lnTo>
                <a:lnTo>
                  <a:pt x="116840" y="173513"/>
                </a:lnTo>
                <a:lnTo>
                  <a:pt x="144224" y="201235"/>
                </a:lnTo>
                <a:lnTo>
                  <a:pt x="160655" y="213677"/>
                </a:lnTo>
                <a:lnTo>
                  <a:pt x="158115" y="216640"/>
                </a:lnTo>
                <a:lnTo>
                  <a:pt x="155522" y="219551"/>
                </a:lnTo>
                <a:lnTo>
                  <a:pt x="150230" y="225266"/>
                </a:lnTo>
                <a:lnTo>
                  <a:pt x="147637" y="228176"/>
                </a:lnTo>
                <a:lnTo>
                  <a:pt x="145097" y="231140"/>
                </a:lnTo>
                <a:close/>
              </a:path>
              <a:path w="273050" h="302259">
                <a:moveTo>
                  <a:pt x="268181" y="301942"/>
                </a:moveTo>
                <a:lnTo>
                  <a:pt x="247967" y="301942"/>
                </a:lnTo>
                <a:lnTo>
                  <a:pt x="247967" y="0"/>
                </a:lnTo>
                <a:lnTo>
                  <a:pt x="273050" y="0"/>
                </a:lnTo>
                <a:lnTo>
                  <a:pt x="273050" y="297920"/>
                </a:lnTo>
                <a:lnTo>
                  <a:pt x="272362" y="299561"/>
                </a:lnTo>
                <a:lnTo>
                  <a:pt x="269610" y="301466"/>
                </a:lnTo>
                <a:lnTo>
                  <a:pt x="268181" y="3019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325848" y="7539070"/>
            <a:ext cx="284480" cy="245110"/>
          </a:xfrm>
          <a:custGeom>
            <a:avLst/>
            <a:gdLst/>
            <a:ahLst/>
            <a:cxnLst/>
            <a:rect l="l" t="t" r="r" b="b"/>
            <a:pathLst>
              <a:path w="284479" h="245109">
                <a:moveTo>
                  <a:pt x="279505" y="245109"/>
                </a:moveTo>
                <a:lnTo>
                  <a:pt x="0" y="245109"/>
                </a:lnTo>
                <a:lnTo>
                  <a:pt x="0" y="224472"/>
                </a:lnTo>
                <a:lnTo>
                  <a:pt x="130174" y="224472"/>
                </a:lnTo>
                <a:lnTo>
                  <a:pt x="130174" y="154622"/>
                </a:lnTo>
                <a:lnTo>
                  <a:pt x="51858" y="154622"/>
                </a:lnTo>
                <a:lnTo>
                  <a:pt x="47307" y="152823"/>
                </a:lnTo>
                <a:lnTo>
                  <a:pt x="39687" y="145626"/>
                </a:lnTo>
                <a:lnTo>
                  <a:pt x="37782" y="141075"/>
                </a:lnTo>
                <a:lnTo>
                  <a:pt x="37782" y="13546"/>
                </a:lnTo>
                <a:lnTo>
                  <a:pt x="39634" y="8995"/>
                </a:lnTo>
                <a:lnTo>
                  <a:pt x="47042" y="1799"/>
                </a:lnTo>
                <a:lnTo>
                  <a:pt x="51646" y="0"/>
                </a:lnTo>
                <a:lnTo>
                  <a:pt x="245427" y="0"/>
                </a:lnTo>
                <a:lnTo>
                  <a:pt x="245427" y="21272"/>
                </a:lnTo>
                <a:lnTo>
                  <a:pt x="63923" y="21272"/>
                </a:lnTo>
                <a:lnTo>
                  <a:pt x="62864" y="22330"/>
                </a:lnTo>
                <a:lnTo>
                  <a:pt x="62864" y="131974"/>
                </a:lnTo>
                <a:lnTo>
                  <a:pt x="63923" y="133032"/>
                </a:lnTo>
                <a:lnTo>
                  <a:pt x="248602" y="133032"/>
                </a:lnTo>
                <a:lnTo>
                  <a:pt x="248602" y="154622"/>
                </a:lnTo>
                <a:lnTo>
                  <a:pt x="155257" y="154622"/>
                </a:lnTo>
                <a:lnTo>
                  <a:pt x="155257" y="224472"/>
                </a:lnTo>
                <a:lnTo>
                  <a:pt x="284162" y="224472"/>
                </a:lnTo>
                <a:lnTo>
                  <a:pt x="284162" y="240453"/>
                </a:lnTo>
                <a:lnTo>
                  <a:pt x="283527" y="241935"/>
                </a:lnTo>
                <a:lnTo>
                  <a:pt x="280987" y="244475"/>
                </a:lnTo>
                <a:lnTo>
                  <a:pt x="279505" y="245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706848" y="7523831"/>
            <a:ext cx="283845" cy="302895"/>
          </a:xfrm>
          <a:custGeom>
            <a:avLst/>
            <a:gdLst/>
            <a:ahLst/>
            <a:cxnLst/>
            <a:rect l="l" t="t" r="r" b="b"/>
            <a:pathLst>
              <a:path w="283845" h="302895">
                <a:moveTo>
                  <a:pt x="40957" y="120967"/>
                </a:moveTo>
                <a:lnTo>
                  <a:pt x="26352" y="103822"/>
                </a:lnTo>
                <a:lnTo>
                  <a:pt x="32702" y="101917"/>
                </a:lnTo>
                <a:lnTo>
                  <a:pt x="39687" y="99430"/>
                </a:lnTo>
                <a:lnTo>
                  <a:pt x="76071" y="82877"/>
                </a:lnTo>
                <a:lnTo>
                  <a:pt x="117263" y="52810"/>
                </a:lnTo>
                <a:lnTo>
                  <a:pt x="130174" y="30374"/>
                </a:lnTo>
                <a:lnTo>
                  <a:pt x="130174" y="0"/>
                </a:lnTo>
                <a:lnTo>
                  <a:pt x="155257" y="0"/>
                </a:lnTo>
                <a:lnTo>
                  <a:pt x="155257" y="31326"/>
                </a:lnTo>
                <a:lnTo>
                  <a:pt x="157056" y="37147"/>
                </a:lnTo>
                <a:lnTo>
                  <a:pt x="164253" y="48577"/>
                </a:lnTo>
                <a:lnTo>
                  <a:pt x="168962" y="54080"/>
                </a:lnTo>
                <a:lnTo>
                  <a:pt x="170592" y="55562"/>
                </a:lnTo>
                <a:lnTo>
                  <a:pt x="142557" y="55562"/>
                </a:lnTo>
                <a:lnTo>
                  <a:pt x="111521" y="86558"/>
                </a:lnTo>
                <a:lnTo>
                  <a:pt x="76924" y="106650"/>
                </a:lnTo>
                <a:lnTo>
                  <a:pt x="47863" y="118616"/>
                </a:lnTo>
                <a:lnTo>
                  <a:pt x="40957" y="120967"/>
                </a:lnTo>
                <a:close/>
              </a:path>
              <a:path w="283845" h="302895">
                <a:moveTo>
                  <a:pt x="244157" y="120332"/>
                </a:moveTo>
                <a:lnTo>
                  <a:pt x="202961" y="103584"/>
                </a:lnTo>
                <a:lnTo>
                  <a:pt x="168324" y="81508"/>
                </a:lnTo>
                <a:lnTo>
                  <a:pt x="142557" y="55562"/>
                </a:lnTo>
                <a:lnTo>
                  <a:pt x="170592" y="55562"/>
                </a:lnTo>
                <a:lnTo>
                  <a:pt x="180604" y="64664"/>
                </a:lnTo>
                <a:lnTo>
                  <a:pt x="187166" y="69638"/>
                </a:lnTo>
                <a:lnTo>
                  <a:pt x="224472" y="90804"/>
                </a:lnTo>
                <a:lnTo>
                  <a:pt x="258127" y="103187"/>
                </a:lnTo>
                <a:lnTo>
                  <a:pt x="244157" y="120332"/>
                </a:lnTo>
                <a:close/>
              </a:path>
              <a:path w="283845" h="302895">
                <a:moveTo>
                  <a:pt x="155575" y="153035"/>
                </a:moveTo>
                <a:lnTo>
                  <a:pt x="130174" y="153035"/>
                </a:lnTo>
                <a:lnTo>
                  <a:pt x="130174" y="104775"/>
                </a:lnTo>
                <a:lnTo>
                  <a:pt x="155575" y="104775"/>
                </a:lnTo>
                <a:lnTo>
                  <a:pt x="155575" y="153035"/>
                </a:lnTo>
                <a:close/>
              </a:path>
              <a:path w="283845" h="302895">
                <a:moveTo>
                  <a:pt x="279188" y="174307"/>
                </a:moveTo>
                <a:lnTo>
                  <a:pt x="0" y="174307"/>
                </a:lnTo>
                <a:lnTo>
                  <a:pt x="0" y="153035"/>
                </a:lnTo>
                <a:lnTo>
                  <a:pt x="283845" y="153035"/>
                </a:lnTo>
                <a:lnTo>
                  <a:pt x="283845" y="169862"/>
                </a:lnTo>
                <a:lnTo>
                  <a:pt x="283210" y="171397"/>
                </a:lnTo>
                <a:lnTo>
                  <a:pt x="280670" y="173725"/>
                </a:lnTo>
                <a:lnTo>
                  <a:pt x="279188" y="174307"/>
                </a:lnTo>
                <a:close/>
              </a:path>
              <a:path w="283845" h="302895">
                <a:moveTo>
                  <a:pt x="238865" y="302895"/>
                </a:moveTo>
                <a:lnTo>
                  <a:pt x="218440" y="302895"/>
                </a:lnTo>
                <a:lnTo>
                  <a:pt x="218440" y="223625"/>
                </a:lnTo>
                <a:lnTo>
                  <a:pt x="217381" y="222567"/>
                </a:lnTo>
                <a:lnTo>
                  <a:pt x="38100" y="222567"/>
                </a:lnTo>
                <a:lnTo>
                  <a:pt x="38100" y="201295"/>
                </a:lnTo>
                <a:lnTo>
                  <a:pt x="229446" y="201295"/>
                </a:lnTo>
                <a:lnTo>
                  <a:pt x="233997" y="203094"/>
                </a:lnTo>
                <a:lnTo>
                  <a:pt x="241617" y="210290"/>
                </a:lnTo>
                <a:lnTo>
                  <a:pt x="243522" y="214841"/>
                </a:lnTo>
                <a:lnTo>
                  <a:pt x="243522" y="298238"/>
                </a:lnTo>
                <a:lnTo>
                  <a:pt x="242887" y="299720"/>
                </a:lnTo>
                <a:lnTo>
                  <a:pt x="240347" y="302260"/>
                </a:lnTo>
                <a:lnTo>
                  <a:pt x="238865" y="302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100082" y="7524466"/>
            <a:ext cx="265430" cy="300990"/>
          </a:xfrm>
          <a:custGeom>
            <a:avLst/>
            <a:gdLst/>
            <a:ahLst/>
            <a:cxnLst/>
            <a:rect l="l" t="t" r="r" b="b"/>
            <a:pathLst>
              <a:path w="265429" h="300990">
                <a:moveTo>
                  <a:pt x="19367" y="224790"/>
                </a:moveTo>
                <a:lnTo>
                  <a:pt x="13864" y="224790"/>
                </a:lnTo>
                <a:lnTo>
                  <a:pt x="9260" y="222990"/>
                </a:lnTo>
                <a:lnTo>
                  <a:pt x="1852" y="215794"/>
                </a:lnTo>
                <a:lnTo>
                  <a:pt x="0" y="211243"/>
                </a:lnTo>
                <a:lnTo>
                  <a:pt x="0" y="8889"/>
                </a:lnTo>
                <a:lnTo>
                  <a:pt x="24765" y="8889"/>
                </a:lnTo>
                <a:lnTo>
                  <a:pt x="24765" y="202459"/>
                </a:lnTo>
                <a:lnTo>
                  <a:pt x="25823" y="203517"/>
                </a:lnTo>
                <a:lnTo>
                  <a:pt x="170815" y="203517"/>
                </a:lnTo>
                <a:lnTo>
                  <a:pt x="170815" y="214630"/>
                </a:lnTo>
                <a:lnTo>
                  <a:pt x="116314" y="221267"/>
                </a:lnTo>
                <a:lnTo>
                  <a:pt x="57983" y="223877"/>
                </a:lnTo>
                <a:lnTo>
                  <a:pt x="19367" y="224790"/>
                </a:lnTo>
                <a:close/>
              </a:path>
              <a:path w="265429" h="300990">
                <a:moveTo>
                  <a:pt x="170815" y="203517"/>
                </a:moveTo>
                <a:lnTo>
                  <a:pt x="40639" y="203517"/>
                </a:lnTo>
                <a:lnTo>
                  <a:pt x="55969" y="203368"/>
                </a:lnTo>
                <a:lnTo>
                  <a:pt x="71794" y="202922"/>
                </a:lnTo>
                <a:lnTo>
                  <a:pt x="121850" y="199776"/>
                </a:lnTo>
                <a:lnTo>
                  <a:pt x="170815" y="193675"/>
                </a:lnTo>
                <a:lnTo>
                  <a:pt x="170815" y="203517"/>
                </a:lnTo>
                <a:close/>
              </a:path>
              <a:path w="265429" h="300990">
                <a:moveTo>
                  <a:pt x="216640" y="300672"/>
                </a:moveTo>
                <a:lnTo>
                  <a:pt x="195897" y="300672"/>
                </a:lnTo>
                <a:lnTo>
                  <a:pt x="195897" y="0"/>
                </a:lnTo>
                <a:lnTo>
                  <a:pt x="221297" y="0"/>
                </a:lnTo>
                <a:lnTo>
                  <a:pt x="221297" y="90487"/>
                </a:lnTo>
                <a:lnTo>
                  <a:pt x="265430" y="90487"/>
                </a:lnTo>
                <a:lnTo>
                  <a:pt x="265430" y="111442"/>
                </a:lnTo>
                <a:lnTo>
                  <a:pt x="221297" y="111442"/>
                </a:lnTo>
                <a:lnTo>
                  <a:pt x="221297" y="296015"/>
                </a:lnTo>
                <a:lnTo>
                  <a:pt x="220662" y="297497"/>
                </a:lnTo>
                <a:lnTo>
                  <a:pt x="218122" y="300037"/>
                </a:lnTo>
                <a:lnTo>
                  <a:pt x="216640" y="300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385521" y="7522560"/>
            <a:ext cx="262890" cy="302895"/>
          </a:xfrm>
          <a:custGeom>
            <a:avLst/>
            <a:gdLst/>
            <a:ahLst/>
            <a:cxnLst/>
            <a:rect l="l" t="t" r="r" b="b"/>
            <a:pathLst>
              <a:path w="262889" h="302895">
                <a:moveTo>
                  <a:pt x="201923" y="107632"/>
                </a:moveTo>
                <a:lnTo>
                  <a:pt x="177158" y="107632"/>
                </a:lnTo>
                <a:lnTo>
                  <a:pt x="177158" y="0"/>
                </a:lnTo>
                <a:lnTo>
                  <a:pt x="201923" y="0"/>
                </a:lnTo>
                <a:lnTo>
                  <a:pt x="201923" y="107632"/>
                </a:lnTo>
                <a:close/>
              </a:path>
              <a:path w="262889" h="302895">
                <a:moveTo>
                  <a:pt x="73018" y="237807"/>
                </a:moveTo>
                <a:lnTo>
                  <a:pt x="30284" y="222190"/>
                </a:lnTo>
                <a:lnTo>
                  <a:pt x="7613" y="184030"/>
                </a:lnTo>
                <a:lnTo>
                  <a:pt x="787" y="144105"/>
                </a:lnTo>
                <a:lnTo>
                  <a:pt x="0" y="123190"/>
                </a:lnTo>
                <a:lnTo>
                  <a:pt x="191" y="113913"/>
                </a:lnTo>
                <a:lnTo>
                  <a:pt x="5063" y="74443"/>
                </a:lnTo>
                <a:lnTo>
                  <a:pt x="24044" y="32583"/>
                </a:lnTo>
                <a:lnTo>
                  <a:pt x="62411" y="10507"/>
                </a:lnTo>
                <a:lnTo>
                  <a:pt x="73018" y="9842"/>
                </a:lnTo>
                <a:lnTo>
                  <a:pt x="82602" y="10378"/>
                </a:lnTo>
                <a:lnTo>
                  <a:pt x="118420" y="28336"/>
                </a:lnTo>
                <a:lnTo>
                  <a:pt x="121863" y="32385"/>
                </a:lnTo>
                <a:lnTo>
                  <a:pt x="73018" y="32385"/>
                </a:lnTo>
                <a:lnTo>
                  <a:pt x="65755" y="32940"/>
                </a:lnTo>
                <a:lnTo>
                  <a:pt x="33489" y="63658"/>
                </a:lnTo>
                <a:lnTo>
                  <a:pt x="25194" y="108505"/>
                </a:lnTo>
                <a:lnTo>
                  <a:pt x="24867" y="115947"/>
                </a:lnTo>
                <a:lnTo>
                  <a:pt x="24887" y="131435"/>
                </a:lnTo>
                <a:lnTo>
                  <a:pt x="29679" y="171608"/>
                </a:lnTo>
                <a:lnTo>
                  <a:pt x="48729" y="206851"/>
                </a:lnTo>
                <a:lnTo>
                  <a:pt x="73018" y="214947"/>
                </a:lnTo>
                <a:lnTo>
                  <a:pt x="122358" y="214947"/>
                </a:lnTo>
                <a:lnTo>
                  <a:pt x="120524" y="217289"/>
                </a:lnTo>
                <a:lnTo>
                  <a:pt x="83188" y="237212"/>
                </a:lnTo>
                <a:lnTo>
                  <a:pt x="73018" y="237807"/>
                </a:lnTo>
                <a:close/>
              </a:path>
              <a:path w="262889" h="302895">
                <a:moveTo>
                  <a:pt x="122358" y="214947"/>
                </a:moveTo>
                <a:lnTo>
                  <a:pt x="82755" y="214947"/>
                </a:lnTo>
                <a:lnTo>
                  <a:pt x="90745" y="212248"/>
                </a:lnTo>
                <a:lnTo>
                  <a:pt x="96989" y="206851"/>
                </a:lnTo>
                <a:lnTo>
                  <a:pt x="116277" y="171608"/>
                </a:lnTo>
                <a:lnTo>
                  <a:pt x="120851" y="115947"/>
                </a:lnTo>
                <a:lnTo>
                  <a:pt x="120524" y="108505"/>
                </a:lnTo>
                <a:lnTo>
                  <a:pt x="114630" y="70554"/>
                </a:lnTo>
                <a:lnTo>
                  <a:pt x="92574" y="37385"/>
                </a:lnTo>
                <a:lnTo>
                  <a:pt x="73018" y="32385"/>
                </a:lnTo>
                <a:lnTo>
                  <a:pt x="121863" y="32385"/>
                </a:lnTo>
                <a:lnTo>
                  <a:pt x="140010" y="72390"/>
                </a:lnTo>
                <a:lnTo>
                  <a:pt x="144773" y="107632"/>
                </a:lnTo>
                <a:lnTo>
                  <a:pt x="201923" y="107632"/>
                </a:lnTo>
                <a:lnTo>
                  <a:pt x="201923" y="128587"/>
                </a:lnTo>
                <a:lnTo>
                  <a:pt x="145408" y="128587"/>
                </a:lnTo>
                <a:lnTo>
                  <a:pt x="145061" y="138568"/>
                </a:lnTo>
                <a:lnTo>
                  <a:pt x="139782" y="177849"/>
                </a:lnTo>
                <a:lnTo>
                  <a:pt x="125693" y="210691"/>
                </a:lnTo>
                <a:lnTo>
                  <a:pt x="122358" y="214947"/>
                </a:lnTo>
                <a:close/>
              </a:path>
              <a:path w="262889" h="302895">
                <a:moveTo>
                  <a:pt x="197266" y="295592"/>
                </a:moveTo>
                <a:lnTo>
                  <a:pt x="177158" y="295592"/>
                </a:lnTo>
                <a:lnTo>
                  <a:pt x="177158" y="128587"/>
                </a:lnTo>
                <a:lnTo>
                  <a:pt x="201923" y="128587"/>
                </a:lnTo>
                <a:lnTo>
                  <a:pt x="201923" y="290935"/>
                </a:lnTo>
                <a:lnTo>
                  <a:pt x="201288" y="292417"/>
                </a:lnTo>
                <a:lnTo>
                  <a:pt x="198748" y="294957"/>
                </a:lnTo>
                <a:lnTo>
                  <a:pt x="197266" y="295592"/>
                </a:lnTo>
                <a:close/>
              </a:path>
              <a:path w="262889" h="302895">
                <a:moveTo>
                  <a:pt x="257909" y="302577"/>
                </a:moveTo>
                <a:lnTo>
                  <a:pt x="237800" y="302577"/>
                </a:lnTo>
                <a:lnTo>
                  <a:pt x="237800" y="317"/>
                </a:lnTo>
                <a:lnTo>
                  <a:pt x="262565" y="317"/>
                </a:lnTo>
                <a:lnTo>
                  <a:pt x="262565" y="297920"/>
                </a:lnTo>
                <a:lnTo>
                  <a:pt x="261930" y="299402"/>
                </a:lnTo>
                <a:lnTo>
                  <a:pt x="259390" y="301942"/>
                </a:lnTo>
                <a:lnTo>
                  <a:pt x="257909" y="3025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685869" y="7524148"/>
            <a:ext cx="258445" cy="300990"/>
          </a:xfrm>
          <a:custGeom>
            <a:avLst/>
            <a:gdLst/>
            <a:ahLst/>
            <a:cxnLst/>
            <a:rect l="l" t="t" r="r" b="b"/>
            <a:pathLst>
              <a:path w="258445" h="300990">
                <a:moveTo>
                  <a:pt x="194627" y="103187"/>
                </a:moveTo>
                <a:lnTo>
                  <a:pt x="169545" y="103187"/>
                </a:lnTo>
                <a:lnTo>
                  <a:pt x="169545" y="0"/>
                </a:lnTo>
                <a:lnTo>
                  <a:pt x="194627" y="0"/>
                </a:lnTo>
                <a:lnTo>
                  <a:pt x="194627" y="103187"/>
                </a:lnTo>
                <a:close/>
              </a:path>
              <a:path w="258445" h="300990">
                <a:moveTo>
                  <a:pt x="15240" y="253047"/>
                </a:moveTo>
                <a:lnTo>
                  <a:pt x="0" y="237490"/>
                </a:lnTo>
                <a:lnTo>
                  <a:pt x="11340" y="232896"/>
                </a:lnTo>
                <a:lnTo>
                  <a:pt x="22185" y="228004"/>
                </a:lnTo>
                <a:lnTo>
                  <a:pt x="60245" y="205303"/>
                </a:lnTo>
                <a:lnTo>
                  <a:pt x="87669" y="176569"/>
                </a:lnTo>
                <a:lnTo>
                  <a:pt x="102552" y="140454"/>
                </a:lnTo>
                <a:lnTo>
                  <a:pt x="104457" y="119062"/>
                </a:lnTo>
                <a:lnTo>
                  <a:pt x="104139" y="40640"/>
                </a:lnTo>
                <a:lnTo>
                  <a:pt x="104139" y="38523"/>
                </a:lnTo>
                <a:lnTo>
                  <a:pt x="103081" y="37465"/>
                </a:lnTo>
                <a:lnTo>
                  <a:pt x="5079" y="37465"/>
                </a:lnTo>
                <a:lnTo>
                  <a:pt x="5079" y="16827"/>
                </a:lnTo>
                <a:lnTo>
                  <a:pt x="115146" y="16827"/>
                </a:lnTo>
                <a:lnTo>
                  <a:pt x="119697" y="18626"/>
                </a:lnTo>
                <a:lnTo>
                  <a:pt x="127317" y="25823"/>
                </a:lnTo>
                <a:lnTo>
                  <a:pt x="129222" y="30374"/>
                </a:lnTo>
                <a:lnTo>
                  <a:pt x="129222" y="103187"/>
                </a:lnTo>
                <a:lnTo>
                  <a:pt x="194627" y="103187"/>
                </a:lnTo>
                <a:lnTo>
                  <a:pt x="194627" y="123825"/>
                </a:lnTo>
                <a:lnTo>
                  <a:pt x="128905" y="123825"/>
                </a:lnTo>
                <a:lnTo>
                  <a:pt x="127575" y="136792"/>
                </a:lnTo>
                <a:lnTo>
                  <a:pt x="111730" y="181381"/>
                </a:lnTo>
                <a:lnTo>
                  <a:pt x="83165" y="215602"/>
                </a:lnTo>
                <a:lnTo>
                  <a:pt x="45749" y="240248"/>
                </a:lnTo>
                <a:lnTo>
                  <a:pt x="25509" y="249297"/>
                </a:lnTo>
                <a:lnTo>
                  <a:pt x="15240" y="253047"/>
                </a:lnTo>
                <a:close/>
              </a:path>
              <a:path w="258445" h="300990">
                <a:moveTo>
                  <a:pt x="189970" y="294005"/>
                </a:moveTo>
                <a:lnTo>
                  <a:pt x="169545" y="294005"/>
                </a:lnTo>
                <a:lnTo>
                  <a:pt x="169545" y="123825"/>
                </a:lnTo>
                <a:lnTo>
                  <a:pt x="194627" y="123825"/>
                </a:lnTo>
                <a:lnTo>
                  <a:pt x="194627" y="289560"/>
                </a:lnTo>
                <a:lnTo>
                  <a:pt x="193992" y="291094"/>
                </a:lnTo>
                <a:lnTo>
                  <a:pt x="191452" y="293422"/>
                </a:lnTo>
                <a:lnTo>
                  <a:pt x="189970" y="294005"/>
                </a:lnTo>
                <a:close/>
              </a:path>
              <a:path w="258445" h="300990">
                <a:moveTo>
                  <a:pt x="256010" y="300990"/>
                </a:moveTo>
                <a:lnTo>
                  <a:pt x="233680" y="300990"/>
                </a:lnTo>
                <a:lnTo>
                  <a:pt x="233680" y="0"/>
                </a:lnTo>
                <a:lnTo>
                  <a:pt x="258127" y="0"/>
                </a:lnTo>
                <a:lnTo>
                  <a:pt x="258127" y="298873"/>
                </a:lnTo>
                <a:lnTo>
                  <a:pt x="256010" y="3009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062275" y="7523196"/>
            <a:ext cx="253365" cy="304165"/>
          </a:xfrm>
          <a:custGeom>
            <a:avLst/>
            <a:gdLst/>
            <a:ahLst/>
            <a:cxnLst/>
            <a:rect l="l" t="t" r="r" b="b"/>
            <a:pathLst>
              <a:path w="253364" h="304165">
                <a:moveTo>
                  <a:pt x="178752" y="29527"/>
                </a:moveTo>
                <a:lnTo>
                  <a:pt x="3810" y="29527"/>
                </a:lnTo>
                <a:lnTo>
                  <a:pt x="3810" y="9525"/>
                </a:lnTo>
                <a:lnTo>
                  <a:pt x="178752" y="9525"/>
                </a:lnTo>
                <a:lnTo>
                  <a:pt x="178752" y="29527"/>
                </a:lnTo>
                <a:close/>
              </a:path>
              <a:path w="253364" h="304165">
                <a:moveTo>
                  <a:pt x="61065" y="127952"/>
                </a:moveTo>
                <a:lnTo>
                  <a:pt x="37782" y="127952"/>
                </a:lnTo>
                <a:lnTo>
                  <a:pt x="36512" y="124142"/>
                </a:lnTo>
                <a:lnTo>
                  <a:pt x="35997" y="120967"/>
                </a:lnTo>
                <a:lnTo>
                  <a:pt x="35877" y="29527"/>
                </a:lnTo>
                <a:lnTo>
                  <a:pt x="60007" y="29527"/>
                </a:lnTo>
                <a:lnTo>
                  <a:pt x="60007" y="126894"/>
                </a:lnTo>
                <a:lnTo>
                  <a:pt x="61065" y="127952"/>
                </a:lnTo>
                <a:close/>
              </a:path>
              <a:path w="253364" h="304165">
                <a:moveTo>
                  <a:pt x="88265" y="147955"/>
                </a:moveTo>
                <a:lnTo>
                  <a:pt x="0" y="147955"/>
                </a:lnTo>
                <a:lnTo>
                  <a:pt x="0" y="127952"/>
                </a:lnTo>
                <a:lnTo>
                  <a:pt x="120226" y="127952"/>
                </a:lnTo>
                <a:lnTo>
                  <a:pt x="121285" y="126894"/>
                </a:lnTo>
                <a:lnTo>
                  <a:pt x="121285" y="29527"/>
                </a:lnTo>
                <a:lnTo>
                  <a:pt x="145415" y="29527"/>
                </a:lnTo>
                <a:lnTo>
                  <a:pt x="145350" y="120332"/>
                </a:lnTo>
                <a:lnTo>
                  <a:pt x="144991" y="123295"/>
                </a:lnTo>
                <a:lnTo>
                  <a:pt x="144145" y="126047"/>
                </a:lnTo>
                <a:lnTo>
                  <a:pt x="195580" y="126047"/>
                </a:lnTo>
                <a:lnTo>
                  <a:pt x="195580" y="140017"/>
                </a:lnTo>
                <a:lnTo>
                  <a:pt x="190923" y="141499"/>
                </a:lnTo>
                <a:lnTo>
                  <a:pt x="137725" y="146496"/>
                </a:lnTo>
                <a:lnTo>
                  <a:pt x="100012" y="147835"/>
                </a:lnTo>
                <a:lnTo>
                  <a:pt x="88265" y="147955"/>
                </a:lnTo>
                <a:close/>
              </a:path>
              <a:path w="253364" h="304165">
                <a:moveTo>
                  <a:pt x="195580" y="126047"/>
                </a:moveTo>
                <a:lnTo>
                  <a:pt x="144145" y="126047"/>
                </a:lnTo>
                <a:lnTo>
                  <a:pt x="147955" y="125835"/>
                </a:lnTo>
                <a:lnTo>
                  <a:pt x="152241" y="125518"/>
                </a:lnTo>
                <a:lnTo>
                  <a:pt x="192616" y="120332"/>
                </a:lnTo>
                <a:lnTo>
                  <a:pt x="195580" y="119697"/>
                </a:lnTo>
                <a:lnTo>
                  <a:pt x="195580" y="126047"/>
                </a:lnTo>
                <a:close/>
              </a:path>
              <a:path w="253364" h="304165">
                <a:moveTo>
                  <a:pt x="242358" y="158750"/>
                </a:moveTo>
                <a:lnTo>
                  <a:pt x="221932" y="158750"/>
                </a:lnTo>
                <a:lnTo>
                  <a:pt x="221932" y="0"/>
                </a:lnTo>
                <a:lnTo>
                  <a:pt x="247015" y="0"/>
                </a:lnTo>
                <a:lnTo>
                  <a:pt x="247015" y="154093"/>
                </a:lnTo>
                <a:lnTo>
                  <a:pt x="246380" y="155575"/>
                </a:lnTo>
                <a:lnTo>
                  <a:pt x="243840" y="158115"/>
                </a:lnTo>
                <a:lnTo>
                  <a:pt x="242358" y="158750"/>
                </a:lnTo>
                <a:close/>
              </a:path>
              <a:path w="253364" h="304165">
                <a:moveTo>
                  <a:pt x="248390" y="303847"/>
                </a:moveTo>
                <a:lnTo>
                  <a:pt x="68474" y="303847"/>
                </a:lnTo>
                <a:lnTo>
                  <a:pt x="63870" y="302207"/>
                </a:lnTo>
                <a:lnTo>
                  <a:pt x="56462" y="295645"/>
                </a:lnTo>
                <a:lnTo>
                  <a:pt x="54609" y="290935"/>
                </a:lnTo>
                <a:lnTo>
                  <a:pt x="54609" y="227965"/>
                </a:lnTo>
                <a:lnTo>
                  <a:pt x="219921" y="227965"/>
                </a:lnTo>
                <a:lnTo>
                  <a:pt x="220980" y="226906"/>
                </a:lnTo>
                <a:lnTo>
                  <a:pt x="220980" y="196532"/>
                </a:lnTo>
                <a:lnTo>
                  <a:pt x="54609" y="196532"/>
                </a:lnTo>
                <a:lnTo>
                  <a:pt x="54609" y="176212"/>
                </a:lnTo>
                <a:lnTo>
                  <a:pt x="246062" y="176212"/>
                </a:lnTo>
                <a:lnTo>
                  <a:pt x="246062" y="237384"/>
                </a:lnTo>
                <a:lnTo>
                  <a:pt x="244157" y="241511"/>
                </a:lnTo>
                <a:lnTo>
                  <a:pt x="236537" y="246168"/>
                </a:lnTo>
                <a:lnTo>
                  <a:pt x="231986" y="247332"/>
                </a:lnTo>
                <a:lnTo>
                  <a:pt x="80327" y="247332"/>
                </a:lnTo>
                <a:lnTo>
                  <a:pt x="80327" y="282151"/>
                </a:lnTo>
                <a:lnTo>
                  <a:pt x="81385" y="283210"/>
                </a:lnTo>
                <a:lnTo>
                  <a:pt x="253047" y="283210"/>
                </a:lnTo>
                <a:lnTo>
                  <a:pt x="253047" y="299190"/>
                </a:lnTo>
                <a:lnTo>
                  <a:pt x="252412" y="300672"/>
                </a:lnTo>
                <a:lnTo>
                  <a:pt x="249872" y="303212"/>
                </a:lnTo>
                <a:lnTo>
                  <a:pt x="248390" y="3038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354375" y="7531768"/>
            <a:ext cx="284480" cy="253365"/>
          </a:xfrm>
          <a:custGeom>
            <a:avLst/>
            <a:gdLst/>
            <a:ahLst/>
            <a:cxnLst/>
            <a:rect l="l" t="t" r="r" b="b"/>
            <a:pathLst>
              <a:path w="284479" h="253365">
                <a:moveTo>
                  <a:pt x="93027" y="232410"/>
                </a:moveTo>
                <a:lnTo>
                  <a:pt x="67944" y="232410"/>
                </a:lnTo>
                <a:lnTo>
                  <a:pt x="67944" y="140970"/>
                </a:lnTo>
                <a:lnTo>
                  <a:pt x="59838" y="135572"/>
                </a:lnTo>
                <a:lnTo>
                  <a:pt x="33841" y="98841"/>
                </a:lnTo>
                <a:lnTo>
                  <a:pt x="31432" y="79375"/>
                </a:lnTo>
                <a:lnTo>
                  <a:pt x="31998" y="69830"/>
                </a:lnTo>
                <a:lnTo>
                  <a:pt x="51117" y="31075"/>
                </a:lnTo>
                <a:lnTo>
                  <a:pt x="90795" y="7699"/>
                </a:lnTo>
                <a:lnTo>
                  <a:pt x="132377" y="307"/>
                </a:lnTo>
                <a:lnTo>
                  <a:pt x="143509" y="0"/>
                </a:lnTo>
                <a:lnTo>
                  <a:pt x="154493" y="307"/>
                </a:lnTo>
                <a:lnTo>
                  <a:pt x="195669" y="7699"/>
                </a:lnTo>
                <a:lnTo>
                  <a:pt x="223676" y="21590"/>
                </a:lnTo>
                <a:lnTo>
                  <a:pt x="143192" y="21590"/>
                </a:lnTo>
                <a:lnTo>
                  <a:pt x="134153" y="21828"/>
                </a:lnTo>
                <a:lnTo>
                  <a:pt x="94376" y="30083"/>
                </a:lnTo>
                <a:lnTo>
                  <a:pt x="63499" y="54610"/>
                </a:lnTo>
                <a:lnTo>
                  <a:pt x="56832" y="79375"/>
                </a:lnTo>
                <a:lnTo>
                  <a:pt x="57249" y="86300"/>
                </a:lnTo>
                <a:lnTo>
                  <a:pt x="81756" y="122555"/>
                </a:lnTo>
                <a:lnTo>
                  <a:pt x="125452" y="136247"/>
                </a:lnTo>
                <a:lnTo>
                  <a:pt x="143192" y="137160"/>
                </a:lnTo>
                <a:lnTo>
                  <a:pt x="224068" y="137160"/>
                </a:lnTo>
                <a:lnTo>
                  <a:pt x="223539" y="137576"/>
                </a:lnTo>
                <a:lnTo>
                  <a:pt x="214947" y="142875"/>
                </a:lnTo>
                <a:lnTo>
                  <a:pt x="214947" y="151765"/>
                </a:lnTo>
                <a:lnTo>
                  <a:pt x="93027" y="151765"/>
                </a:lnTo>
                <a:lnTo>
                  <a:pt x="93027" y="232410"/>
                </a:lnTo>
                <a:close/>
              </a:path>
              <a:path w="284479" h="253365">
                <a:moveTo>
                  <a:pt x="224068" y="137160"/>
                </a:moveTo>
                <a:lnTo>
                  <a:pt x="143192" y="137160"/>
                </a:lnTo>
                <a:lnTo>
                  <a:pt x="152231" y="136931"/>
                </a:lnTo>
                <a:lnTo>
                  <a:pt x="160932" y="136247"/>
                </a:lnTo>
                <a:lnTo>
                  <a:pt x="198576" y="125978"/>
                </a:lnTo>
                <a:lnTo>
                  <a:pt x="225573" y="98841"/>
                </a:lnTo>
                <a:lnTo>
                  <a:pt x="229235" y="79375"/>
                </a:lnTo>
                <a:lnTo>
                  <a:pt x="228828" y="72588"/>
                </a:lnTo>
                <a:lnTo>
                  <a:pt x="204628" y="36512"/>
                </a:lnTo>
                <a:lnTo>
                  <a:pt x="160932" y="22542"/>
                </a:lnTo>
                <a:lnTo>
                  <a:pt x="143192" y="21590"/>
                </a:lnTo>
                <a:lnTo>
                  <a:pt x="223676" y="21590"/>
                </a:lnTo>
                <a:lnTo>
                  <a:pt x="249545" y="52526"/>
                </a:lnTo>
                <a:lnTo>
                  <a:pt x="254635" y="79375"/>
                </a:lnTo>
                <a:lnTo>
                  <a:pt x="253960" y="89951"/>
                </a:lnTo>
                <a:lnTo>
                  <a:pt x="237986" y="124717"/>
                </a:lnTo>
                <a:lnTo>
                  <a:pt x="231219" y="131524"/>
                </a:lnTo>
                <a:lnTo>
                  <a:pt x="224068" y="137160"/>
                </a:lnTo>
                <a:close/>
              </a:path>
              <a:path w="284479" h="253365">
                <a:moveTo>
                  <a:pt x="151553" y="158750"/>
                </a:moveTo>
                <a:lnTo>
                  <a:pt x="143509" y="158750"/>
                </a:lnTo>
                <a:lnTo>
                  <a:pt x="136743" y="158640"/>
                </a:lnTo>
                <a:lnTo>
                  <a:pt x="93027" y="151765"/>
                </a:lnTo>
                <a:lnTo>
                  <a:pt x="214947" y="151765"/>
                </a:lnTo>
                <a:lnTo>
                  <a:pt x="214947" y="152717"/>
                </a:lnTo>
                <a:lnTo>
                  <a:pt x="189865" y="152717"/>
                </a:lnTo>
                <a:lnTo>
                  <a:pt x="182668" y="154834"/>
                </a:lnTo>
                <a:lnTo>
                  <a:pt x="175154" y="156368"/>
                </a:lnTo>
                <a:lnTo>
                  <a:pt x="159490" y="158273"/>
                </a:lnTo>
                <a:lnTo>
                  <a:pt x="151553" y="158750"/>
                </a:lnTo>
                <a:close/>
              </a:path>
              <a:path w="284479" h="253365">
                <a:moveTo>
                  <a:pt x="214947" y="232410"/>
                </a:moveTo>
                <a:lnTo>
                  <a:pt x="189865" y="232410"/>
                </a:lnTo>
                <a:lnTo>
                  <a:pt x="189865" y="152717"/>
                </a:lnTo>
                <a:lnTo>
                  <a:pt x="214947" y="152717"/>
                </a:lnTo>
                <a:lnTo>
                  <a:pt x="214947" y="232410"/>
                </a:lnTo>
                <a:close/>
              </a:path>
              <a:path w="284479" h="253365">
                <a:moveTo>
                  <a:pt x="279505" y="253365"/>
                </a:moveTo>
                <a:lnTo>
                  <a:pt x="0" y="253365"/>
                </a:lnTo>
                <a:lnTo>
                  <a:pt x="0" y="232410"/>
                </a:lnTo>
                <a:lnTo>
                  <a:pt x="284162" y="232410"/>
                </a:lnTo>
                <a:lnTo>
                  <a:pt x="284162" y="248708"/>
                </a:lnTo>
                <a:lnTo>
                  <a:pt x="283527" y="250190"/>
                </a:lnTo>
                <a:lnTo>
                  <a:pt x="280987" y="252730"/>
                </a:lnTo>
                <a:lnTo>
                  <a:pt x="279505" y="253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649968" y="7517163"/>
            <a:ext cx="277495" cy="306705"/>
          </a:xfrm>
          <a:custGeom>
            <a:avLst/>
            <a:gdLst/>
            <a:ahLst/>
            <a:cxnLst/>
            <a:rect l="l" t="t" r="r" b="b"/>
            <a:pathLst>
              <a:path w="277495" h="306704">
                <a:moveTo>
                  <a:pt x="82232" y="196215"/>
                </a:moveTo>
                <a:lnTo>
                  <a:pt x="41790" y="186412"/>
                </a:lnTo>
                <a:lnTo>
                  <a:pt x="13057" y="154305"/>
                </a:lnTo>
                <a:lnTo>
                  <a:pt x="9842" y="135255"/>
                </a:lnTo>
                <a:lnTo>
                  <a:pt x="9842" y="126365"/>
                </a:lnTo>
                <a:lnTo>
                  <a:pt x="31115" y="91281"/>
                </a:lnTo>
                <a:lnTo>
                  <a:pt x="67746" y="75406"/>
                </a:lnTo>
                <a:lnTo>
                  <a:pt x="82232" y="74295"/>
                </a:lnTo>
                <a:lnTo>
                  <a:pt x="89723" y="74572"/>
                </a:lnTo>
                <a:lnTo>
                  <a:pt x="128448" y="87461"/>
                </a:lnTo>
                <a:lnTo>
                  <a:pt x="137875" y="94932"/>
                </a:lnTo>
                <a:lnTo>
                  <a:pt x="75670" y="94932"/>
                </a:lnTo>
                <a:lnTo>
                  <a:pt x="69532" y="95832"/>
                </a:lnTo>
                <a:lnTo>
                  <a:pt x="36130" y="123242"/>
                </a:lnTo>
                <a:lnTo>
                  <a:pt x="34925" y="128905"/>
                </a:lnTo>
                <a:lnTo>
                  <a:pt x="34993" y="141922"/>
                </a:lnTo>
                <a:lnTo>
                  <a:pt x="69532" y="174360"/>
                </a:lnTo>
                <a:lnTo>
                  <a:pt x="75670" y="175260"/>
                </a:lnTo>
                <a:lnTo>
                  <a:pt x="137788" y="175260"/>
                </a:lnTo>
                <a:lnTo>
                  <a:pt x="133350" y="178911"/>
                </a:lnTo>
                <a:lnTo>
                  <a:pt x="96718" y="195064"/>
                </a:lnTo>
                <a:lnTo>
                  <a:pt x="89584" y="195927"/>
                </a:lnTo>
                <a:lnTo>
                  <a:pt x="82232" y="196215"/>
                </a:lnTo>
                <a:close/>
              </a:path>
              <a:path w="277495" h="306704">
                <a:moveTo>
                  <a:pt x="137788" y="175260"/>
                </a:moveTo>
                <a:lnTo>
                  <a:pt x="88582" y="175260"/>
                </a:lnTo>
                <a:lnTo>
                  <a:pt x="94667" y="174360"/>
                </a:lnTo>
                <a:lnTo>
                  <a:pt x="106309" y="170762"/>
                </a:lnTo>
                <a:lnTo>
                  <a:pt x="129857" y="128905"/>
                </a:lnTo>
                <a:lnTo>
                  <a:pt x="128587" y="123242"/>
                </a:lnTo>
                <a:lnTo>
                  <a:pt x="94667" y="95832"/>
                </a:lnTo>
                <a:lnTo>
                  <a:pt x="88582" y="94932"/>
                </a:lnTo>
                <a:lnTo>
                  <a:pt x="137875" y="94932"/>
                </a:lnTo>
                <a:lnTo>
                  <a:pt x="139964" y="96678"/>
                </a:lnTo>
                <a:lnTo>
                  <a:pt x="145097" y="103134"/>
                </a:lnTo>
                <a:lnTo>
                  <a:pt x="152717" y="118162"/>
                </a:lnTo>
                <a:lnTo>
                  <a:pt x="154622" y="126365"/>
                </a:lnTo>
                <a:lnTo>
                  <a:pt x="154622" y="143933"/>
                </a:lnTo>
                <a:lnTo>
                  <a:pt x="152717" y="152029"/>
                </a:lnTo>
                <a:lnTo>
                  <a:pt x="145097" y="167057"/>
                </a:lnTo>
                <a:lnTo>
                  <a:pt x="139911" y="173513"/>
                </a:lnTo>
                <a:lnTo>
                  <a:pt x="137788" y="175260"/>
                </a:lnTo>
                <a:close/>
              </a:path>
              <a:path w="277495" h="306704">
                <a:moveTo>
                  <a:pt x="94297" y="38735"/>
                </a:moveTo>
                <a:lnTo>
                  <a:pt x="68580" y="38735"/>
                </a:lnTo>
                <a:lnTo>
                  <a:pt x="68580" y="0"/>
                </a:lnTo>
                <a:lnTo>
                  <a:pt x="94297" y="0"/>
                </a:lnTo>
                <a:lnTo>
                  <a:pt x="94297" y="38735"/>
                </a:lnTo>
                <a:close/>
              </a:path>
              <a:path w="277495" h="306704">
                <a:moveTo>
                  <a:pt x="162877" y="59372"/>
                </a:moveTo>
                <a:lnTo>
                  <a:pt x="0" y="59372"/>
                </a:lnTo>
                <a:lnTo>
                  <a:pt x="0" y="38735"/>
                </a:lnTo>
                <a:lnTo>
                  <a:pt x="162877" y="38735"/>
                </a:lnTo>
                <a:lnTo>
                  <a:pt x="162877" y="59372"/>
                </a:lnTo>
                <a:close/>
              </a:path>
              <a:path w="277495" h="306704">
                <a:moveTo>
                  <a:pt x="224578" y="228282"/>
                </a:moveTo>
                <a:lnTo>
                  <a:pt x="204152" y="228282"/>
                </a:lnTo>
                <a:lnTo>
                  <a:pt x="204152" y="6667"/>
                </a:lnTo>
                <a:lnTo>
                  <a:pt x="229235" y="6667"/>
                </a:lnTo>
                <a:lnTo>
                  <a:pt x="229235" y="102552"/>
                </a:lnTo>
                <a:lnTo>
                  <a:pt x="277177" y="102552"/>
                </a:lnTo>
                <a:lnTo>
                  <a:pt x="277177" y="123507"/>
                </a:lnTo>
                <a:lnTo>
                  <a:pt x="229235" y="123507"/>
                </a:lnTo>
                <a:lnTo>
                  <a:pt x="229235" y="223625"/>
                </a:lnTo>
                <a:lnTo>
                  <a:pt x="228600" y="225107"/>
                </a:lnTo>
                <a:lnTo>
                  <a:pt x="226060" y="227647"/>
                </a:lnTo>
                <a:lnTo>
                  <a:pt x="224578" y="228282"/>
                </a:lnTo>
                <a:close/>
              </a:path>
              <a:path w="277495" h="306704">
                <a:moveTo>
                  <a:pt x="239395" y="306705"/>
                </a:moveTo>
                <a:lnTo>
                  <a:pt x="56726" y="306705"/>
                </a:lnTo>
                <a:lnTo>
                  <a:pt x="52122" y="304905"/>
                </a:lnTo>
                <a:lnTo>
                  <a:pt x="44714" y="297709"/>
                </a:lnTo>
                <a:lnTo>
                  <a:pt x="42862" y="293158"/>
                </a:lnTo>
                <a:lnTo>
                  <a:pt x="42862" y="218440"/>
                </a:lnTo>
                <a:lnTo>
                  <a:pt x="68262" y="218440"/>
                </a:lnTo>
                <a:lnTo>
                  <a:pt x="68262" y="284374"/>
                </a:lnTo>
                <a:lnTo>
                  <a:pt x="69215" y="285432"/>
                </a:lnTo>
                <a:lnTo>
                  <a:pt x="241300" y="285432"/>
                </a:lnTo>
                <a:lnTo>
                  <a:pt x="241300" y="304694"/>
                </a:lnTo>
                <a:lnTo>
                  <a:pt x="239395" y="306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030819" y="7523513"/>
            <a:ext cx="255270" cy="307340"/>
          </a:xfrm>
          <a:custGeom>
            <a:avLst/>
            <a:gdLst/>
            <a:ahLst/>
            <a:cxnLst/>
            <a:rect l="l" t="t" r="r" b="b"/>
            <a:pathLst>
              <a:path w="255270" h="307340">
                <a:moveTo>
                  <a:pt x="247544" y="175577"/>
                </a:moveTo>
                <a:lnTo>
                  <a:pt x="227647" y="175577"/>
                </a:lnTo>
                <a:lnTo>
                  <a:pt x="227647" y="89217"/>
                </a:lnTo>
                <a:lnTo>
                  <a:pt x="156210" y="89217"/>
                </a:lnTo>
                <a:lnTo>
                  <a:pt x="156210" y="68262"/>
                </a:lnTo>
                <a:lnTo>
                  <a:pt x="227647" y="68262"/>
                </a:lnTo>
                <a:lnTo>
                  <a:pt x="227647" y="0"/>
                </a:lnTo>
                <a:lnTo>
                  <a:pt x="252412" y="0"/>
                </a:lnTo>
                <a:lnTo>
                  <a:pt x="252412" y="169227"/>
                </a:lnTo>
                <a:lnTo>
                  <a:pt x="252200" y="171555"/>
                </a:lnTo>
                <a:lnTo>
                  <a:pt x="251460" y="173196"/>
                </a:lnTo>
                <a:lnTo>
                  <a:pt x="248920" y="175101"/>
                </a:lnTo>
                <a:lnTo>
                  <a:pt x="247544" y="175577"/>
                </a:lnTo>
                <a:close/>
              </a:path>
              <a:path w="255270" h="307340">
                <a:moveTo>
                  <a:pt x="170815" y="31114"/>
                </a:moveTo>
                <a:lnTo>
                  <a:pt x="16509" y="31114"/>
                </a:lnTo>
                <a:lnTo>
                  <a:pt x="16509" y="10477"/>
                </a:lnTo>
                <a:lnTo>
                  <a:pt x="171132" y="10477"/>
                </a:lnTo>
                <a:lnTo>
                  <a:pt x="171079" y="17568"/>
                </a:lnTo>
                <a:lnTo>
                  <a:pt x="170867" y="24341"/>
                </a:lnTo>
                <a:lnTo>
                  <a:pt x="170815" y="31114"/>
                </a:lnTo>
                <a:close/>
              </a:path>
              <a:path w="255270" h="307340">
                <a:moveTo>
                  <a:pt x="15557" y="167957"/>
                </a:moveTo>
                <a:lnTo>
                  <a:pt x="13017" y="165417"/>
                </a:lnTo>
                <a:lnTo>
                  <a:pt x="10477" y="162771"/>
                </a:lnTo>
                <a:lnTo>
                  <a:pt x="5397" y="157268"/>
                </a:lnTo>
                <a:lnTo>
                  <a:pt x="2751" y="154516"/>
                </a:lnTo>
                <a:lnTo>
                  <a:pt x="0" y="151765"/>
                </a:lnTo>
                <a:lnTo>
                  <a:pt x="8284" y="148074"/>
                </a:lnTo>
                <a:lnTo>
                  <a:pt x="16311" y="143986"/>
                </a:lnTo>
                <a:lnTo>
                  <a:pt x="51593" y="118665"/>
                </a:lnTo>
                <a:lnTo>
                  <a:pt x="78845" y="81756"/>
                </a:lnTo>
                <a:lnTo>
                  <a:pt x="80962" y="74295"/>
                </a:lnTo>
                <a:lnTo>
                  <a:pt x="80962" y="31114"/>
                </a:lnTo>
                <a:lnTo>
                  <a:pt x="106362" y="31114"/>
                </a:lnTo>
                <a:lnTo>
                  <a:pt x="106848" y="73114"/>
                </a:lnTo>
                <a:lnTo>
                  <a:pt x="122219" y="102234"/>
                </a:lnTo>
                <a:lnTo>
                  <a:pt x="94297" y="102234"/>
                </a:lnTo>
                <a:lnTo>
                  <a:pt x="65841" y="135602"/>
                </a:lnTo>
                <a:lnTo>
                  <a:pt x="29950" y="161395"/>
                </a:lnTo>
                <a:lnTo>
                  <a:pt x="22542" y="165205"/>
                </a:lnTo>
                <a:lnTo>
                  <a:pt x="15557" y="167957"/>
                </a:lnTo>
                <a:close/>
              </a:path>
              <a:path w="255270" h="307340">
                <a:moveTo>
                  <a:pt x="166687" y="160337"/>
                </a:moveTo>
                <a:lnTo>
                  <a:pt x="132609" y="140652"/>
                </a:lnTo>
                <a:lnTo>
                  <a:pt x="102182" y="113665"/>
                </a:lnTo>
                <a:lnTo>
                  <a:pt x="94297" y="102234"/>
                </a:lnTo>
                <a:lnTo>
                  <a:pt x="122219" y="102234"/>
                </a:lnTo>
                <a:lnTo>
                  <a:pt x="122872" y="103028"/>
                </a:lnTo>
                <a:lnTo>
                  <a:pt x="127952" y="108386"/>
                </a:lnTo>
                <a:lnTo>
                  <a:pt x="164713" y="134758"/>
                </a:lnTo>
                <a:lnTo>
                  <a:pt x="182245" y="143509"/>
                </a:lnTo>
                <a:lnTo>
                  <a:pt x="179705" y="146473"/>
                </a:lnTo>
                <a:lnTo>
                  <a:pt x="177165" y="149277"/>
                </a:lnTo>
                <a:lnTo>
                  <a:pt x="172085" y="154569"/>
                </a:lnTo>
                <a:lnTo>
                  <a:pt x="169439" y="157374"/>
                </a:lnTo>
                <a:lnTo>
                  <a:pt x="166687" y="160337"/>
                </a:lnTo>
                <a:close/>
              </a:path>
              <a:path w="255270" h="307340">
                <a:moveTo>
                  <a:pt x="155257" y="307340"/>
                </a:moveTo>
                <a:lnTo>
                  <a:pt x="112196" y="303023"/>
                </a:lnTo>
                <a:lnTo>
                  <a:pt x="75565" y="286662"/>
                </a:lnTo>
                <a:lnTo>
                  <a:pt x="56147" y="253751"/>
                </a:lnTo>
                <a:lnTo>
                  <a:pt x="55562" y="244792"/>
                </a:lnTo>
                <a:lnTo>
                  <a:pt x="56177" y="235694"/>
                </a:lnTo>
                <a:lnTo>
                  <a:pt x="76477" y="202564"/>
                </a:lnTo>
                <a:lnTo>
                  <a:pt x="113674" y="185935"/>
                </a:lnTo>
                <a:lnTo>
                  <a:pt x="155257" y="181609"/>
                </a:lnTo>
                <a:lnTo>
                  <a:pt x="163591" y="181778"/>
                </a:lnTo>
                <a:lnTo>
                  <a:pt x="206494" y="188118"/>
                </a:lnTo>
                <a:lnTo>
                  <a:pt x="234950" y="202564"/>
                </a:lnTo>
                <a:lnTo>
                  <a:pt x="155574" y="202565"/>
                </a:lnTo>
                <a:lnTo>
                  <a:pt x="148907" y="202693"/>
                </a:lnTo>
                <a:lnTo>
                  <a:pt x="97578" y="214894"/>
                </a:lnTo>
                <a:lnTo>
                  <a:pt x="80645" y="236749"/>
                </a:lnTo>
                <a:lnTo>
                  <a:pt x="80645" y="252835"/>
                </a:lnTo>
                <a:lnTo>
                  <a:pt x="111971" y="280670"/>
                </a:lnTo>
                <a:lnTo>
                  <a:pt x="155575" y="286385"/>
                </a:lnTo>
                <a:lnTo>
                  <a:pt x="235255" y="286385"/>
                </a:lnTo>
                <a:lnTo>
                  <a:pt x="234950" y="286662"/>
                </a:lnTo>
                <a:lnTo>
                  <a:pt x="198229" y="303023"/>
                </a:lnTo>
                <a:lnTo>
                  <a:pt x="163591" y="307171"/>
                </a:lnTo>
                <a:lnTo>
                  <a:pt x="155257" y="307340"/>
                </a:lnTo>
                <a:close/>
              </a:path>
              <a:path w="255270" h="307340">
                <a:moveTo>
                  <a:pt x="235255" y="286385"/>
                </a:moveTo>
                <a:lnTo>
                  <a:pt x="155575" y="286385"/>
                </a:lnTo>
                <a:lnTo>
                  <a:pt x="162103" y="286256"/>
                </a:lnTo>
                <a:lnTo>
                  <a:pt x="168671" y="285869"/>
                </a:lnTo>
                <a:lnTo>
                  <a:pt x="212989" y="274320"/>
                </a:lnTo>
                <a:lnTo>
                  <a:pt x="229870" y="252835"/>
                </a:lnTo>
                <a:lnTo>
                  <a:pt x="229870" y="236749"/>
                </a:lnTo>
                <a:lnTo>
                  <a:pt x="198807" y="208332"/>
                </a:lnTo>
                <a:lnTo>
                  <a:pt x="155575" y="202564"/>
                </a:lnTo>
                <a:lnTo>
                  <a:pt x="234950" y="202565"/>
                </a:lnTo>
                <a:lnTo>
                  <a:pt x="254367" y="235694"/>
                </a:lnTo>
                <a:lnTo>
                  <a:pt x="254952" y="244792"/>
                </a:lnTo>
                <a:lnTo>
                  <a:pt x="254367" y="253751"/>
                </a:lnTo>
                <a:lnTo>
                  <a:pt x="252610" y="261897"/>
                </a:lnTo>
                <a:lnTo>
                  <a:pt x="249683" y="269230"/>
                </a:lnTo>
                <a:lnTo>
                  <a:pt x="245586" y="275748"/>
                </a:lnTo>
                <a:lnTo>
                  <a:pt x="240585" y="281533"/>
                </a:lnTo>
                <a:lnTo>
                  <a:pt x="235255" y="2863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325777" y="7535578"/>
            <a:ext cx="284480" cy="248920"/>
          </a:xfrm>
          <a:custGeom>
            <a:avLst/>
            <a:gdLst/>
            <a:ahLst/>
            <a:cxnLst/>
            <a:rect l="l" t="t" r="r" b="b"/>
            <a:pathLst>
              <a:path w="284479" h="248920">
                <a:moveTo>
                  <a:pt x="232939" y="159702"/>
                </a:moveTo>
                <a:lnTo>
                  <a:pt x="51329" y="159702"/>
                </a:lnTo>
                <a:lnTo>
                  <a:pt x="46725" y="157903"/>
                </a:lnTo>
                <a:lnTo>
                  <a:pt x="39317" y="150706"/>
                </a:lnTo>
                <a:lnTo>
                  <a:pt x="37464" y="146155"/>
                </a:lnTo>
                <a:lnTo>
                  <a:pt x="37464" y="0"/>
                </a:lnTo>
                <a:lnTo>
                  <a:pt x="62547" y="0"/>
                </a:lnTo>
                <a:lnTo>
                  <a:pt x="62547" y="55562"/>
                </a:lnTo>
                <a:lnTo>
                  <a:pt x="247015" y="55562"/>
                </a:lnTo>
                <a:lnTo>
                  <a:pt x="247015" y="76517"/>
                </a:lnTo>
                <a:lnTo>
                  <a:pt x="62547" y="76517"/>
                </a:lnTo>
                <a:lnTo>
                  <a:pt x="62547" y="137689"/>
                </a:lnTo>
                <a:lnTo>
                  <a:pt x="63605" y="138747"/>
                </a:lnTo>
                <a:lnTo>
                  <a:pt x="247015" y="138747"/>
                </a:lnTo>
                <a:lnTo>
                  <a:pt x="247015" y="146155"/>
                </a:lnTo>
                <a:lnTo>
                  <a:pt x="245110" y="150706"/>
                </a:lnTo>
                <a:lnTo>
                  <a:pt x="237490" y="157903"/>
                </a:lnTo>
                <a:lnTo>
                  <a:pt x="232939" y="159702"/>
                </a:lnTo>
                <a:close/>
              </a:path>
              <a:path w="284479" h="248920">
                <a:moveTo>
                  <a:pt x="247015" y="55562"/>
                </a:moveTo>
                <a:lnTo>
                  <a:pt x="221932" y="55562"/>
                </a:lnTo>
                <a:lnTo>
                  <a:pt x="221932" y="0"/>
                </a:lnTo>
                <a:lnTo>
                  <a:pt x="247015" y="0"/>
                </a:lnTo>
                <a:lnTo>
                  <a:pt x="247015" y="55562"/>
                </a:lnTo>
                <a:close/>
              </a:path>
              <a:path w="284479" h="248920">
                <a:moveTo>
                  <a:pt x="247015" y="138747"/>
                </a:moveTo>
                <a:lnTo>
                  <a:pt x="220874" y="138747"/>
                </a:lnTo>
                <a:lnTo>
                  <a:pt x="221932" y="137689"/>
                </a:lnTo>
                <a:lnTo>
                  <a:pt x="221932" y="76517"/>
                </a:lnTo>
                <a:lnTo>
                  <a:pt x="247015" y="76517"/>
                </a:lnTo>
                <a:lnTo>
                  <a:pt x="247015" y="138747"/>
                </a:lnTo>
                <a:close/>
              </a:path>
              <a:path w="284479" h="248920">
                <a:moveTo>
                  <a:pt x="155257" y="227965"/>
                </a:moveTo>
                <a:lnTo>
                  <a:pt x="129857" y="227965"/>
                </a:lnTo>
                <a:lnTo>
                  <a:pt x="129857" y="159702"/>
                </a:lnTo>
                <a:lnTo>
                  <a:pt x="155257" y="159702"/>
                </a:lnTo>
                <a:lnTo>
                  <a:pt x="155257" y="227965"/>
                </a:lnTo>
                <a:close/>
              </a:path>
              <a:path w="284479" h="248920">
                <a:moveTo>
                  <a:pt x="279505" y="248920"/>
                </a:moveTo>
                <a:lnTo>
                  <a:pt x="0" y="248920"/>
                </a:lnTo>
                <a:lnTo>
                  <a:pt x="0" y="227965"/>
                </a:lnTo>
                <a:lnTo>
                  <a:pt x="284162" y="227965"/>
                </a:lnTo>
                <a:lnTo>
                  <a:pt x="284162" y="244263"/>
                </a:lnTo>
                <a:lnTo>
                  <a:pt x="283527" y="245745"/>
                </a:lnTo>
                <a:lnTo>
                  <a:pt x="280987" y="248285"/>
                </a:lnTo>
                <a:lnTo>
                  <a:pt x="279505" y="248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629306" y="7523831"/>
            <a:ext cx="274955" cy="300355"/>
          </a:xfrm>
          <a:custGeom>
            <a:avLst/>
            <a:gdLst/>
            <a:ahLst/>
            <a:cxnLst/>
            <a:rect l="l" t="t" r="r" b="b"/>
            <a:pathLst>
              <a:path w="274954" h="300354">
                <a:moveTo>
                  <a:pt x="220768" y="218440"/>
                </a:moveTo>
                <a:lnTo>
                  <a:pt x="200342" y="218440"/>
                </a:lnTo>
                <a:lnTo>
                  <a:pt x="200342" y="0"/>
                </a:lnTo>
                <a:lnTo>
                  <a:pt x="225425" y="0"/>
                </a:lnTo>
                <a:lnTo>
                  <a:pt x="225425" y="81597"/>
                </a:lnTo>
                <a:lnTo>
                  <a:pt x="274637" y="81597"/>
                </a:lnTo>
                <a:lnTo>
                  <a:pt x="274637" y="102552"/>
                </a:lnTo>
                <a:lnTo>
                  <a:pt x="225425" y="102552"/>
                </a:lnTo>
                <a:lnTo>
                  <a:pt x="225425" y="213783"/>
                </a:lnTo>
                <a:lnTo>
                  <a:pt x="224790" y="215265"/>
                </a:lnTo>
                <a:lnTo>
                  <a:pt x="222250" y="217805"/>
                </a:lnTo>
                <a:lnTo>
                  <a:pt x="220768" y="218440"/>
                </a:lnTo>
                <a:close/>
              </a:path>
              <a:path w="274954" h="300354">
                <a:moveTo>
                  <a:pt x="130704" y="165735"/>
                </a:moveTo>
                <a:lnTo>
                  <a:pt x="14075" y="165735"/>
                </a:lnTo>
                <a:lnTo>
                  <a:pt x="9525" y="163882"/>
                </a:lnTo>
                <a:lnTo>
                  <a:pt x="1905" y="156474"/>
                </a:lnTo>
                <a:lnTo>
                  <a:pt x="0" y="151870"/>
                </a:lnTo>
                <a:lnTo>
                  <a:pt x="0" y="10477"/>
                </a:lnTo>
                <a:lnTo>
                  <a:pt x="145097" y="10477"/>
                </a:lnTo>
                <a:lnTo>
                  <a:pt x="145097" y="31115"/>
                </a:lnTo>
                <a:lnTo>
                  <a:pt x="24765" y="31115"/>
                </a:lnTo>
                <a:lnTo>
                  <a:pt x="24765" y="144674"/>
                </a:lnTo>
                <a:lnTo>
                  <a:pt x="25823" y="145732"/>
                </a:lnTo>
                <a:lnTo>
                  <a:pt x="145097" y="145732"/>
                </a:lnTo>
                <a:lnTo>
                  <a:pt x="145097" y="151870"/>
                </a:lnTo>
                <a:lnTo>
                  <a:pt x="143139" y="156474"/>
                </a:lnTo>
                <a:lnTo>
                  <a:pt x="135307" y="163882"/>
                </a:lnTo>
                <a:lnTo>
                  <a:pt x="130704" y="165735"/>
                </a:lnTo>
                <a:close/>
              </a:path>
              <a:path w="274954" h="300354">
                <a:moveTo>
                  <a:pt x="145097" y="145732"/>
                </a:moveTo>
                <a:lnTo>
                  <a:pt x="119274" y="145732"/>
                </a:lnTo>
                <a:lnTo>
                  <a:pt x="120332" y="144674"/>
                </a:lnTo>
                <a:lnTo>
                  <a:pt x="120332" y="31115"/>
                </a:lnTo>
                <a:lnTo>
                  <a:pt x="145097" y="31115"/>
                </a:lnTo>
                <a:lnTo>
                  <a:pt x="145097" y="145732"/>
                </a:lnTo>
                <a:close/>
              </a:path>
              <a:path w="274954" h="300354">
                <a:moveTo>
                  <a:pt x="234950" y="300037"/>
                </a:moveTo>
                <a:lnTo>
                  <a:pt x="51646" y="300037"/>
                </a:lnTo>
                <a:lnTo>
                  <a:pt x="47042" y="298238"/>
                </a:lnTo>
                <a:lnTo>
                  <a:pt x="39634" y="291041"/>
                </a:lnTo>
                <a:lnTo>
                  <a:pt x="37782" y="286490"/>
                </a:lnTo>
                <a:lnTo>
                  <a:pt x="37782" y="203835"/>
                </a:lnTo>
                <a:lnTo>
                  <a:pt x="63500" y="203835"/>
                </a:lnTo>
                <a:lnTo>
                  <a:pt x="63500" y="277706"/>
                </a:lnTo>
                <a:lnTo>
                  <a:pt x="64558" y="278765"/>
                </a:lnTo>
                <a:lnTo>
                  <a:pt x="236855" y="278765"/>
                </a:lnTo>
                <a:lnTo>
                  <a:pt x="236855" y="298026"/>
                </a:lnTo>
                <a:lnTo>
                  <a:pt x="234950" y="3000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001903" y="7527323"/>
            <a:ext cx="283845" cy="299720"/>
          </a:xfrm>
          <a:custGeom>
            <a:avLst/>
            <a:gdLst/>
            <a:ahLst/>
            <a:cxnLst/>
            <a:rect l="l" t="t" r="r" b="b"/>
            <a:pathLst>
              <a:path w="283845" h="299720">
                <a:moveTo>
                  <a:pt x="230187" y="93662"/>
                </a:moveTo>
                <a:lnTo>
                  <a:pt x="206057" y="93662"/>
                </a:lnTo>
                <a:lnTo>
                  <a:pt x="207750" y="89640"/>
                </a:lnTo>
                <a:lnTo>
                  <a:pt x="209444" y="85248"/>
                </a:lnTo>
                <a:lnTo>
                  <a:pt x="219604" y="47095"/>
                </a:lnTo>
                <a:lnTo>
                  <a:pt x="220027" y="42862"/>
                </a:lnTo>
                <a:lnTo>
                  <a:pt x="220027" y="21378"/>
                </a:lnTo>
                <a:lnTo>
                  <a:pt x="218969" y="20319"/>
                </a:lnTo>
                <a:lnTo>
                  <a:pt x="38734" y="20319"/>
                </a:lnTo>
                <a:lnTo>
                  <a:pt x="38734" y="0"/>
                </a:lnTo>
                <a:lnTo>
                  <a:pt x="231245" y="0"/>
                </a:lnTo>
                <a:lnTo>
                  <a:pt x="235849" y="1799"/>
                </a:lnTo>
                <a:lnTo>
                  <a:pt x="243257" y="8995"/>
                </a:lnTo>
                <a:lnTo>
                  <a:pt x="245110" y="13546"/>
                </a:lnTo>
                <a:lnTo>
                  <a:pt x="245110" y="33654"/>
                </a:lnTo>
                <a:lnTo>
                  <a:pt x="237013" y="77549"/>
                </a:lnTo>
                <a:lnTo>
                  <a:pt x="233878" y="85586"/>
                </a:lnTo>
                <a:lnTo>
                  <a:pt x="230187" y="93662"/>
                </a:lnTo>
                <a:close/>
              </a:path>
              <a:path w="283845" h="299720">
                <a:moveTo>
                  <a:pt x="137477" y="117157"/>
                </a:moveTo>
                <a:lnTo>
                  <a:pt x="112077" y="117157"/>
                </a:lnTo>
                <a:lnTo>
                  <a:pt x="112077" y="60642"/>
                </a:lnTo>
                <a:lnTo>
                  <a:pt x="137477" y="60642"/>
                </a:lnTo>
                <a:lnTo>
                  <a:pt x="137477" y="117157"/>
                </a:lnTo>
                <a:close/>
              </a:path>
              <a:path w="283845" h="299720">
                <a:moveTo>
                  <a:pt x="279188" y="137794"/>
                </a:moveTo>
                <a:lnTo>
                  <a:pt x="0" y="137794"/>
                </a:lnTo>
                <a:lnTo>
                  <a:pt x="0" y="117157"/>
                </a:lnTo>
                <a:lnTo>
                  <a:pt x="283845" y="117157"/>
                </a:lnTo>
                <a:lnTo>
                  <a:pt x="283845" y="133138"/>
                </a:lnTo>
                <a:lnTo>
                  <a:pt x="283210" y="134620"/>
                </a:lnTo>
                <a:lnTo>
                  <a:pt x="280670" y="137160"/>
                </a:lnTo>
                <a:lnTo>
                  <a:pt x="279188" y="137794"/>
                </a:lnTo>
                <a:close/>
              </a:path>
              <a:path w="283845" h="299720">
                <a:moveTo>
                  <a:pt x="244580" y="299720"/>
                </a:moveTo>
                <a:lnTo>
                  <a:pt x="56409" y="299720"/>
                </a:lnTo>
                <a:lnTo>
                  <a:pt x="51805" y="298079"/>
                </a:lnTo>
                <a:lnTo>
                  <a:pt x="44397" y="291517"/>
                </a:lnTo>
                <a:lnTo>
                  <a:pt x="42544" y="286808"/>
                </a:lnTo>
                <a:lnTo>
                  <a:pt x="42544" y="221932"/>
                </a:lnTo>
                <a:lnTo>
                  <a:pt x="216111" y="221932"/>
                </a:lnTo>
                <a:lnTo>
                  <a:pt x="217170" y="220874"/>
                </a:lnTo>
                <a:lnTo>
                  <a:pt x="217170" y="187324"/>
                </a:lnTo>
                <a:lnTo>
                  <a:pt x="40639" y="187324"/>
                </a:lnTo>
                <a:lnTo>
                  <a:pt x="40639" y="166687"/>
                </a:lnTo>
                <a:lnTo>
                  <a:pt x="242570" y="166687"/>
                </a:lnTo>
                <a:lnTo>
                  <a:pt x="242570" y="229129"/>
                </a:lnTo>
                <a:lnTo>
                  <a:pt x="240665" y="233732"/>
                </a:lnTo>
                <a:lnTo>
                  <a:pt x="233045" y="240294"/>
                </a:lnTo>
                <a:lnTo>
                  <a:pt x="228494" y="241935"/>
                </a:lnTo>
                <a:lnTo>
                  <a:pt x="67627" y="241935"/>
                </a:lnTo>
                <a:lnTo>
                  <a:pt x="67627" y="278024"/>
                </a:lnTo>
                <a:lnTo>
                  <a:pt x="68685" y="279082"/>
                </a:lnTo>
                <a:lnTo>
                  <a:pt x="249237" y="279082"/>
                </a:lnTo>
                <a:lnTo>
                  <a:pt x="249237" y="295063"/>
                </a:lnTo>
                <a:lnTo>
                  <a:pt x="248602" y="296545"/>
                </a:lnTo>
                <a:lnTo>
                  <a:pt x="246062" y="299085"/>
                </a:lnTo>
                <a:lnTo>
                  <a:pt x="244580" y="2997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305116" y="7522878"/>
            <a:ext cx="271780" cy="302260"/>
          </a:xfrm>
          <a:custGeom>
            <a:avLst/>
            <a:gdLst/>
            <a:ahLst/>
            <a:cxnLst/>
            <a:rect l="l" t="t" r="r" b="b"/>
            <a:pathLst>
              <a:path w="271779" h="302259">
                <a:moveTo>
                  <a:pt x="19367" y="230505"/>
                </a:moveTo>
                <a:lnTo>
                  <a:pt x="13864" y="230505"/>
                </a:lnTo>
                <a:lnTo>
                  <a:pt x="9260" y="228705"/>
                </a:lnTo>
                <a:lnTo>
                  <a:pt x="1852" y="221509"/>
                </a:lnTo>
                <a:lnTo>
                  <a:pt x="0" y="216958"/>
                </a:lnTo>
                <a:lnTo>
                  <a:pt x="0" y="108902"/>
                </a:lnTo>
                <a:lnTo>
                  <a:pt x="114511" y="108902"/>
                </a:lnTo>
                <a:lnTo>
                  <a:pt x="115570" y="107738"/>
                </a:lnTo>
                <a:lnTo>
                  <a:pt x="115570" y="37782"/>
                </a:lnTo>
                <a:lnTo>
                  <a:pt x="0" y="37782"/>
                </a:lnTo>
                <a:lnTo>
                  <a:pt x="0" y="16827"/>
                </a:lnTo>
                <a:lnTo>
                  <a:pt x="140335" y="16827"/>
                </a:lnTo>
                <a:lnTo>
                  <a:pt x="140335" y="116310"/>
                </a:lnTo>
                <a:lnTo>
                  <a:pt x="138482" y="120861"/>
                </a:lnTo>
                <a:lnTo>
                  <a:pt x="131074" y="128058"/>
                </a:lnTo>
                <a:lnTo>
                  <a:pt x="126470" y="129857"/>
                </a:lnTo>
                <a:lnTo>
                  <a:pt x="25082" y="129857"/>
                </a:lnTo>
                <a:lnTo>
                  <a:pt x="25082" y="208491"/>
                </a:lnTo>
                <a:lnTo>
                  <a:pt x="26140" y="209550"/>
                </a:lnTo>
                <a:lnTo>
                  <a:pt x="28257" y="209550"/>
                </a:lnTo>
                <a:lnTo>
                  <a:pt x="36849" y="209649"/>
                </a:lnTo>
                <a:lnTo>
                  <a:pt x="175260" y="209649"/>
                </a:lnTo>
                <a:lnTo>
                  <a:pt x="175260" y="221297"/>
                </a:lnTo>
                <a:lnTo>
                  <a:pt x="133369" y="225782"/>
                </a:lnTo>
                <a:lnTo>
                  <a:pt x="60642" y="229711"/>
                </a:lnTo>
                <a:lnTo>
                  <a:pt x="39528" y="230306"/>
                </a:lnTo>
                <a:lnTo>
                  <a:pt x="19367" y="230505"/>
                </a:lnTo>
                <a:close/>
              </a:path>
              <a:path w="271779" h="302259">
                <a:moveTo>
                  <a:pt x="175260" y="209649"/>
                </a:moveTo>
                <a:lnTo>
                  <a:pt x="36849" y="209649"/>
                </a:lnTo>
                <a:lnTo>
                  <a:pt x="45799" y="209629"/>
                </a:lnTo>
                <a:lnTo>
                  <a:pt x="55106" y="209490"/>
                </a:lnTo>
                <a:lnTo>
                  <a:pt x="94386" y="207922"/>
                </a:lnTo>
                <a:lnTo>
                  <a:pt x="133260" y="205154"/>
                </a:lnTo>
                <a:lnTo>
                  <a:pt x="175260" y="200660"/>
                </a:lnTo>
                <a:lnTo>
                  <a:pt x="175260" y="209649"/>
                </a:lnTo>
                <a:close/>
              </a:path>
              <a:path w="271779" h="302259">
                <a:moveTo>
                  <a:pt x="220133" y="302260"/>
                </a:moveTo>
                <a:lnTo>
                  <a:pt x="199390" y="302260"/>
                </a:lnTo>
                <a:lnTo>
                  <a:pt x="199390" y="0"/>
                </a:lnTo>
                <a:lnTo>
                  <a:pt x="224790" y="0"/>
                </a:lnTo>
                <a:lnTo>
                  <a:pt x="224790" y="107632"/>
                </a:lnTo>
                <a:lnTo>
                  <a:pt x="271462" y="107632"/>
                </a:lnTo>
                <a:lnTo>
                  <a:pt x="271462" y="128587"/>
                </a:lnTo>
                <a:lnTo>
                  <a:pt x="224790" y="128587"/>
                </a:lnTo>
                <a:lnTo>
                  <a:pt x="224790" y="297603"/>
                </a:lnTo>
                <a:lnTo>
                  <a:pt x="224155" y="299085"/>
                </a:lnTo>
                <a:lnTo>
                  <a:pt x="221615" y="301625"/>
                </a:lnTo>
                <a:lnTo>
                  <a:pt x="220133" y="302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678178" y="7535578"/>
            <a:ext cx="284480" cy="248920"/>
          </a:xfrm>
          <a:custGeom>
            <a:avLst/>
            <a:gdLst/>
            <a:ahLst/>
            <a:cxnLst/>
            <a:rect l="l" t="t" r="r" b="b"/>
            <a:pathLst>
              <a:path w="284479" h="248920">
                <a:moveTo>
                  <a:pt x="232939" y="159702"/>
                </a:moveTo>
                <a:lnTo>
                  <a:pt x="51329" y="159702"/>
                </a:lnTo>
                <a:lnTo>
                  <a:pt x="46725" y="157903"/>
                </a:lnTo>
                <a:lnTo>
                  <a:pt x="39317" y="150706"/>
                </a:lnTo>
                <a:lnTo>
                  <a:pt x="37464" y="146155"/>
                </a:lnTo>
                <a:lnTo>
                  <a:pt x="37464" y="0"/>
                </a:lnTo>
                <a:lnTo>
                  <a:pt x="62547" y="0"/>
                </a:lnTo>
                <a:lnTo>
                  <a:pt x="62547" y="55562"/>
                </a:lnTo>
                <a:lnTo>
                  <a:pt x="247015" y="55562"/>
                </a:lnTo>
                <a:lnTo>
                  <a:pt x="247015" y="76517"/>
                </a:lnTo>
                <a:lnTo>
                  <a:pt x="62547" y="76517"/>
                </a:lnTo>
                <a:lnTo>
                  <a:pt x="62547" y="137689"/>
                </a:lnTo>
                <a:lnTo>
                  <a:pt x="63605" y="138747"/>
                </a:lnTo>
                <a:lnTo>
                  <a:pt x="247015" y="138747"/>
                </a:lnTo>
                <a:lnTo>
                  <a:pt x="247015" y="146155"/>
                </a:lnTo>
                <a:lnTo>
                  <a:pt x="245110" y="150706"/>
                </a:lnTo>
                <a:lnTo>
                  <a:pt x="237490" y="157903"/>
                </a:lnTo>
                <a:lnTo>
                  <a:pt x="232939" y="159702"/>
                </a:lnTo>
                <a:close/>
              </a:path>
              <a:path w="284479" h="248920">
                <a:moveTo>
                  <a:pt x="247015" y="55562"/>
                </a:moveTo>
                <a:lnTo>
                  <a:pt x="221932" y="55562"/>
                </a:lnTo>
                <a:lnTo>
                  <a:pt x="221932" y="0"/>
                </a:lnTo>
                <a:lnTo>
                  <a:pt x="247015" y="0"/>
                </a:lnTo>
                <a:lnTo>
                  <a:pt x="247015" y="55562"/>
                </a:lnTo>
                <a:close/>
              </a:path>
              <a:path w="284479" h="248920">
                <a:moveTo>
                  <a:pt x="247015" y="138747"/>
                </a:moveTo>
                <a:lnTo>
                  <a:pt x="220874" y="138747"/>
                </a:lnTo>
                <a:lnTo>
                  <a:pt x="221932" y="137689"/>
                </a:lnTo>
                <a:lnTo>
                  <a:pt x="221932" y="76517"/>
                </a:lnTo>
                <a:lnTo>
                  <a:pt x="247015" y="76517"/>
                </a:lnTo>
                <a:lnTo>
                  <a:pt x="247015" y="138747"/>
                </a:lnTo>
                <a:close/>
              </a:path>
              <a:path w="284479" h="248920">
                <a:moveTo>
                  <a:pt x="155257" y="227965"/>
                </a:moveTo>
                <a:lnTo>
                  <a:pt x="129857" y="227965"/>
                </a:lnTo>
                <a:lnTo>
                  <a:pt x="129857" y="159702"/>
                </a:lnTo>
                <a:lnTo>
                  <a:pt x="155257" y="159702"/>
                </a:lnTo>
                <a:lnTo>
                  <a:pt x="155257" y="227965"/>
                </a:lnTo>
                <a:close/>
              </a:path>
              <a:path w="284479" h="248920">
                <a:moveTo>
                  <a:pt x="279505" y="248920"/>
                </a:moveTo>
                <a:lnTo>
                  <a:pt x="0" y="248920"/>
                </a:lnTo>
                <a:lnTo>
                  <a:pt x="0" y="227965"/>
                </a:lnTo>
                <a:lnTo>
                  <a:pt x="284162" y="227965"/>
                </a:lnTo>
                <a:lnTo>
                  <a:pt x="284162" y="244263"/>
                </a:lnTo>
                <a:lnTo>
                  <a:pt x="283527" y="245745"/>
                </a:lnTo>
                <a:lnTo>
                  <a:pt x="280987" y="248285"/>
                </a:lnTo>
                <a:lnTo>
                  <a:pt x="279505" y="248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991233" y="7522878"/>
            <a:ext cx="238125" cy="302260"/>
          </a:xfrm>
          <a:custGeom>
            <a:avLst/>
            <a:gdLst/>
            <a:ahLst/>
            <a:cxnLst/>
            <a:rect l="l" t="t" r="r" b="b"/>
            <a:pathLst>
              <a:path w="238125" h="302259">
                <a:moveTo>
                  <a:pt x="237807" y="58737"/>
                </a:moveTo>
                <a:lnTo>
                  <a:pt x="212407" y="58737"/>
                </a:lnTo>
                <a:lnTo>
                  <a:pt x="212407" y="0"/>
                </a:lnTo>
                <a:lnTo>
                  <a:pt x="237807" y="0"/>
                </a:lnTo>
                <a:lnTo>
                  <a:pt x="237807" y="58737"/>
                </a:lnTo>
                <a:close/>
              </a:path>
              <a:path w="238125" h="302259">
                <a:moveTo>
                  <a:pt x="80962" y="236220"/>
                </a:moveTo>
                <a:lnTo>
                  <a:pt x="37167" y="221773"/>
                </a:lnTo>
                <a:lnTo>
                  <a:pt x="10795" y="184864"/>
                </a:lnTo>
                <a:lnTo>
                  <a:pt x="1190" y="144660"/>
                </a:lnTo>
                <a:lnTo>
                  <a:pt x="0" y="122872"/>
                </a:lnTo>
                <a:lnTo>
                  <a:pt x="309" y="112176"/>
                </a:lnTo>
                <a:lnTo>
                  <a:pt x="7233" y="71715"/>
                </a:lnTo>
                <a:lnTo>
                  <a:pt x="30252" y="31025"/>
                </a:lnTo>
                <a:lnTo>
                  <a:pt x="70564" y="10457"/>
                </a:lnTo>
                <a:lnTo>
                  <a:pt x="80962" y="9842"/>
                </a:lnTo>
                <a:lnTo>
                  <a:pt x="93146" y="10705"/>
                </a:lnTo>
                <a:lnTo>
                  <a:pt x="131592" y="31035"/>
                </a:lnTo>
                <a:lnTo>
                  <a:pt x="132201" y="31749"/>
                </a:lnTo>
                <a:lnTo>
                  <a:pt x="80962" y="31749"/>
                </a:lnTo>
                <a:lnTo>
                  <a:pt x="73769" y="32275"/>
                </a:lnTo>
                <a:lnTo>
                  <a:pt x="41681" y="55373"/>
                </a:lnTo>
                <a:lnTo>
                  <a:pt x="26868" y="98861"/>
                </a:lnTo>
                <a:lnTo>
                  <a:pt x="25082" y="122555"/>
                </a:lnTo>
                <a:lnTo>
                  <a:pt x="25280" y="131365"/>
                </a:lnTo>
                <a:lnTo>
                  <a:pt x="32345" y="172442"/>
                </a:lnTo>
                <a:lnTo>
                  <a:pt x="55562" y="206692"/>
                </a:lnTo>
                <a:lnTo>
                  <a:pt x="80962" y="214312"/>
                </a:lnTo>
                <a:lnTo>
                  <a:pt x="132745" y="214312"/>
                </a:lnTo>
                <a:lnTo>
                  <a:pt x="129212" y="218082"/>
                </a:lnTo>
                <a:lnTo>
                  <a:pt x="121443" y="224472"/>
                </a:lnTo>
                <a:lnTo>
                  <a:pt x="112781" y="229612"/>
                </a:lnTo>
                <a:lnTo>
                  <a:pt x="103147" y="233283"/>
                </a:lnTo>
                <a:lnTo>
                  <a:pt x="92541" y="235485"/>
                </a:lnTo>
                <a:lnTo>
                  <a:pt x="80962" y="236220"/>
                </a:lnTo>
                <a:close/>
              </a:path>
              <a:path w="238125" h="302259">
                <a:moveTo>
                  <a:pt x="132745" y="214312"/>
                </a:moveTo>
                <a:lnTo>
                  <a:pt x="80962" y="214312"/>
                </a:lnTo>
                <a:lnTo>
                  <a:pt x="88007" y="213836"/>
                </a:lnTo>
                <a:lnTo>
                  <a:pt x="119707" y="192315"/>
                </a:lnTo>
                <a:lnTo>
                  <a:pt x="134739" y="148510"/>
                </a:lnTo>
                <a:lnTo>
                  <a:pt x="136525" y="122555"/>
                </a:lnTo>
                <a:lnTo>
                  <a:pt x="136326" y="114736"/>
                </a:lnTo>
                <a:lnTo>
                  <a:pt x="129301" y="75406"/>
                </a:lnTo>
                <a:lnTo>
                  <a:pt x="106203" y="40163"/>
                </a:lnTo>
                <a:lnTo>
                  <a:pt x="80962" y="31749"/>
                </a:lnTo>
                <a:lnTo>
                  <a:pt x="132201" y="31749"/>
                </a:lnTo>
                <a:lnTo>
                  <a:pt x="138668" y="39330"/>
                </a:lnTo>
                <a:lnTo>
                  <a:pt x="144760" y="48567"/>
                </a:lnTo>
                <a:lnTo>
                  <a:pt x="149860" y="58737"/>
                </a:lnTo>
                <a:lnTo>
                  <a:pt x="237807" y="58737"/>
                </a:lnTo>
                <a:lnTo>
                  <a:pt x="237807" y="79374"/>
                </a:lnTo>
                <a:lnTo>
                  <a:pt x="156527" y="79374"/>
                </a:lnTo>
                <a:lnTo>
                  <a:pt x="158888" y="90427"/>
                </a:lnTo>
                <a:lnTo>
                  <a:pt x="160575" y="101361"/>
                </a:lnTo>
                <a:lnTo>
                  <a:pt x="161587" y="112176"/>
                </a:lnTo>
                <a:lnTo>
                  <a:pt x="161925" y="122872"/>
                </a:lnTo>
                <a:lnTo>
                  <a:pt x="161528" y="135314"/>
                </a:lnTo>
                <a:lnTo>
                  <a:pt x="160337" y="147558"/>
                </a:lnTo>
                <a:lnTo>
                  <a:pt x="158353" y="159603"/>
                </a:lnTo>
                <a:lnTo>
                  <a:pt x="155575" y="171450"/>
                </a:lnTo>
                <a:lnTo>
                  <a:pt x="237807" y="171450"/>
                </a:lnTo>
                <a:lnTo>
                  <a:pt x="237807" y="192722"/>
                </a:lnTo>
                <a:lnTo>
                  <a:pt x="147637" y="192722"/>
                </a:lnTo>
                <a:lnTo>
                  <a:pt x="142309" y="202207"/>
                </a:lnTo>
                <a:lnTo>
                  <a:pt x="136167" y="210661"/>
                </a:lnTo>
                <a:lnTo>
                  <a:pt x="132745" y="214312"/>
                </a:lnTo>
                <a:close/>
              </a:path>
              <a:path w="238125" h="302259">
                <a:moveTo>
                  <a:pt x="237807" y="171450"/>
                </a:moveTo>
                <a:lnTo>
                  <a:pt x="212407" y="171450"/>
                </a:lnTo>
                <a:lnTo>
                  <a:pt x="212407" y="79374"/>
                </a:lnTo>
                <a:lnTo>
                  <a:pt x="237807" y="79374"/>
                </a:lnTo>
                <a:lnTo>
                  <a:pt x="237807" y="171450"/>
                </a:lnTo>
                <a:close/>
              </a:path>
              <a:path w="238125" h="302259">
                <a:moveTo>
                  <a:pt x="233150" y="302260"/>
                </a:moveTo>
                <a:lnTo>
                  <a:pt x="212407" y="302260"/>
                </a:lnTo>
                <a:lnTo>
                  <a:pt x="212407" y="192722"/>
                </a:lnTo>
                <a:lnTo>
                  <a:pt x="237807" y="192722"/>
                </a:lnTo>
                <a:lnTo>
                  <a:pt x="237807" y="297603"/>
                </a:lnTo>
                <a:lnTo>
                  <a:pt x="237172" y="299085"/>
                </a:lnTo>
                <a:lnTo>
                  <a:pt x="234632" y="301625"/>
                </a:lnTo>
                <a:lnTo>
                  <a:pt x="233150" y="302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268728" y="7531768"/>
            <a:ext cx="284480" cy="294005"/>
          </a:xfrm>
          <a:custGeom>
            <a:avLst/>
            <a:gdLst/>
            <a:ahLst/>
            <a:cxnLst/>
            <a:rect l="l" t="t" r="r" b="b"/>
            <a:pathLst>
              <a:path w="284479" h="294004">
                <a:moveTo>
                  <a:pt x="248920" y="20955"/>
                </a:moveTo>
                <a:lnTo>
                  <a:pt x="37464" y="20955"/>
                </a:lnTo>
                <a:lnTo>
                  <a:pt x="37464" y="0"/>
                </a:lnTo>
                <a:lnTo>
                  <a:pt x="248920" y="0"/>
                </a:lnTo>
                <a:lnTo>
                  <a:pt x="248920" y="20955"/>
                </a:lnTo>
                <a:close/>
              </a:path>
              <a:path w="284479" h="294004">
                <a:moveTo>
                  <a:pt x="36195" y="124777"/>
                </a:moveTo>
                <a:lnTo>
                  <a:pt x="19367" y="107632"/>
                </a:lnTo>
                <a:lnTo>
                  <a:pt x="28275" y="105419"/>
                </a:lnTo>
                <a:lnTo>
                  <a:pt x="37147" y="102711"/>
                </a:lnTo>
                <a:lnTo>
                  <a:pt x="73540" y="86717"/>
                </a:lnTo>
                <a:lnTo>
                  <a:pt x="110817" y="59918"/>
                </a:lnTo>
                <a:lnTo>
                  <a:pt x="129540" y="20955"/>
                </a:lnTo>
                <a:lnTo>
                  <a:pt x="156844" y="20955"/>
                </a:lnTo>
                <a:lnTo>
                  <a:pt x="173817" y="56515"/>
                </a:lnTo>
                <a:lnTo>
                  <a:pt x="143509" y="56515"/>
                </a:lnTo>
                <a:lnTo>
                  <a:pt x="114419" y="87034"/>
                </a:lnTo>
                <a:lnTo>
                  <a:pt x="78283" y="108952"/>
                </a:lnTo>
                <a:lnTo>
                  <a:pt x="44866" y="122237"/>
                </a:lnTo>
                <a:lnTo>
                  <a:pt x="36195" y="124777"/>
                </a:lnTo>
                <a:close/>
              </a:path>
              <a:path w="284479" h="294004">
                <a:moveTo>
                  <a:pt x="250507" y="125095"/>
                </a:moveTo>
                <a:lnTo>
                  <a:pt x="212705" y="109974"/>
                </a:lnTo>
                <a:lnTo>
                  <a:pt x="175895" y="87352"/>
                </a:lnTo>
                <a:lnTo>
                  <a:pt x="147468" y="61614"/>
                </a:lnTo>
                <a:lnTo>
                  <a:pt x="143509" y="56515"/>
                </a:lnTo>
                <a:lnTo>
                  <a:pt x="173817" y="56515"/>
                </a:lnTo>
                <a:lnTo>
                  <a:pt x="175736" y="58439"/>
                </a:lnTo>
                <a:lnTo>
                  <a:pt x="182245" y="64214"/>
                </a:lnTo>
                <a:lnTo>
                  <a:pt x="213995" y="85804"/>
                </a:lnTo>
                <a:lnTo>
                  <a:pt x="250348" y="102592"/>
                </a:lnTo>
                <a:lnTo>
                  <a:pt x="267652" y="107632"/>
                </a:lnTo>
                <a:lnTo>
                  <a:pt x="250507" y="125095"/>
                </a:lnTo>
                <a:close/>
              </a:path>
              <a:path w="284479" h="294004">
                <a:moveTo>
                  <a:pt x="279400" y="179070"/>
                </a:moveTo>
                <a:lnTo>
                  <a:pt x="0" y="179070"/>
                </a:lnTo>
                <a:lnTo>
                  <a:pt x="0" y="157797"/>
                </a:lnTo>
                <a:lnTo>
                  <a:pt x="284480" y="157797"/>
                </a:lnTo>
                <a:lnTo>
                  <a:pt x="284480" y="172720"/>
                </a:lnTo>
                <a:lnTo>
                  <a:pt x="284268" y="175048"/>
                </a:lnTo>
                <a:lnTo>
                  <a:pt x="283474" y="176688"/>
                </a:lnTo>
                <a:lnTo>
                  <a:pt x="280722" y="178593"/>
                </a:lnTo>
                <a:lnTo>
                  <a:pt x="279400" y="179070"/>
                </a:lnTo>
                <a:close/>
              </a:path>
              <a:path w="284479" h="294004">
                <a:moveTo>
                  <a:pt x="150177" y="293687"/>
                </a:moveTo>
                <a:lnTo>
                  <a:pt x="129857" y="293687"/>
                </a:lnTo>
                <a:lnTo>
                  <a:pt x="129857" y="179070"/>
                </a:lnTo>
                <a:lnTo>
                  <a:pt x="155257" y="179070"/>
                </a:lnTo>
                <a:lnTo>
                  <a:pt x="155257" y="287337"/>
                </a:lnTo>
                <a:lnTo>
                  <a:pt x="155045" y="289665"/>
                </a:lnTo>
                <a:lnTo>
                  <a:pt x="154252" y="291306"/>
                </a:lnTo>
                <a:lnTo>
                  <a:pt x="151500" y="293211"/>
                </a:lnTo>
                <a:lnTo>
                  <a:pt x="150177" y="293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584958" y="7523196"/>
            <a:ext cx="239395" cy="302260"/>
          </a:xfrm>
          <a:custGeom>
            <a:avLst/>
            <a:gdLst/>
            <a:ahLst/>
            <a:cxnLst/>
            <a:rect l="l" t="t" r="r" b="b"/>
            <a:pathLst>
              <a:path w="239395" h="302259">
                <a:moveTo>
                  <a:pt x="234420" y="301942"/>
                </a:moveTo>
                <a:lnTo>
                  <a:pt x="214312" y="301942"/>
                </a:lnTo>
                <a:lnTo>
                  <a:pt x="214312" y="0"/>
                </a:lnTo>
                <a:lnTo>
                  <a:pt x="239077" y="0"/>
                </a:lnTo>
                <a:lnTo>
                  <a:pt x="239077" y="297285"/>
                </a:lnTo>
                <a:lnTo>
                  <a:pt x="238442" y="298767"/>
                </a:lnTo>
                <a:lnTo>
                  <a:pt x="235902" y="301307"/>
                </a:lnTo>
                <a:lnTo>
                  <a:pt x="234420" y="301942"/>
                </a:lnTo>
                <a:close/>
              </a:path>
              <a:path w="239395" h="302259">
                <a:moveTo>
                  <a:pt x="13652" y="254317"/>
                </a:moveTo>
                <a:lnTo>
                  <a:pt x="0" y="236220"/>
                </a:lnTo>
                <a:lnTo>
                  <a:pt x="12243" y="232707"/>
                </a:lnTo>
                <a:lnTo>
                  <a:pt x="24209" y="228838"/>
                </a:lnTo>
                <a:lnTo>
                  <a:pt x="68500" y="209470"/>
                </a:lnTo>
                <a:lnTo>
                  <a:pt x="102393" y="181967"/>
                </a:lnTo>
                <a:lnTo>
                  <a:pt x="121920" y="144502"/>
                </a:lnTo>
                <a:lnTo>
                  <a:pt x="124459" y="38523"/>
                </a:lnTo>
                <a:lnTo>
                  <a:pt x="123401" y="37465"/>
                </a:lnTo>
                <a:lnTo>
                  <a:pt x="5397" y="37465"/>
                </a:lnTo>
                <a:lnTo>
                  <a:pt x="5397" y="16510"/>
                </a:lnTo>
                <a:lnTo>
                  <a:pt x="135995" y="16510"/>
                </a:lnTo>
                <a:lnTo>
                  <a:pt x="140599" y="18309"/>
                </a:lnTo>
                <a:lnTo>
                  <a:pt x="148007" y="25505"/>
                </a:lnTo>
                <a:lnTo>
                  <a:pt x="149860" y="30056"/>
                </a:lnTo>
                <a:lnTo>
                  <a:pt x="149860" y="122237"/>
                </a:lnTo>
                <a:lnTo>
                  <a:pt x="141019" y="166498"/>
                </a:lnTo>
                <a:lnTo>
                  <a:pt x="117594" y="201215"/>
                </a:lnTo>
                <a:lnTo>
                  <a:pt x="84107" y="227091"/>
                </a:lnTo>
                <a:lnTo>
                  <a:pt x="45402" y="245110"/>
                </a:lnTo>
                <a:lnTo>
                  <a:pt x="21470" y="252432"/>
                </a:lnTo>
                <a:lnTo>
                  <a:pt x="13652" y="2543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891345" y="7531768"/>
            <a:ext cx="152400" cy="274320"/>
          </a:xfrm>
          <a:custGeom>
            <a:avLst/>
            <a:gdLst/>
            <a:ahLst/>
            <a:cxnLst/>
            <a:rect l="l" t="t" r="r" b="b"/>
            <a:pathLst>
              <a:path w="152400" h="274320">
                <a:moveTo>
                  <a:pt x="1905" y="34290"/>
                </a:moveTo>
                <a:lnTo>
                  <a:pt x="28723" y="4653"/>
                </a:lnTo>
                <a:lnTo>
                  <a:pt x="71120" y="0"/>
                </a:lnTo>
                <a:lnTo>
                  <a:pt x="80119" y="218"/>
                </a:lnTo>
                <a:lnTo>
                  <a:pt x="118586" y="7937"/>
                </a:lnTo>
                <a:lnTo>
                  <a:pt x="140149" y="22225"/>
                </a:lnTo>
                <a:lnTo>
                  <a:pt x="74930" y="22225"/>
                </a:lnTo>
                <a:lnTo>
                  <a:pt x="65504" y="22423"/>
                </a:lnTo>
                <a:lnTo>
                  <a:pt x="20558" y="29210"/>
                </a:lnTo>
                <a:lnTo>
                  <a:pt x="11330" y="31591"/>
                </a:lnTo>
                <a:lnTo>
                  <a:pt x="1905" y="34290"/>
                </a:lnTo>
                <a:close/>
              </a:path>
              <a:path w="152400" h="274320">
                <a:moveTo>
                  <a:pt x="80010" y="210185"/>
                </a:moveTo>
                <a:lnTo>
                  <a:pt x="53657" y="210185"/>
                </a:lnTo>
                <a:lnTo>
                  <a:pt x="53657" y="188277"/>
                </a:lnTo>
                <a:lnTo>
                  <a:pt x="70432" y="146949"/>
                </a:lnTo>
                <a:lnTo>
                  <a:pt x="100965" y="113030"/>
                </a:lnTo>
                <a:lnTo>
                  <a:pt x="104669" y="109061"/>
                </a:lnTo>
                <a:lnTo>
                  <a:pt x="125888" y="70696"/>
                </a:lnTo>
                <a:lnTo>
                  <a:pt x="126682" y="64664"/>
                </a:lnTo>
                <a:lnTo>
                  <a:pt x="126682" y="58102"/>
                </a:lnTo>
                <a:lnTo>
                  <a:pt x="98226" y="24685"/>
                </a:lnTo>
                <a:lnTo>
                  <a:pt x="74930" y="22225"/>
                </a:lnTo>
                <a:lnTo>
                  <a:pt x="140149" y="22225"/>
                </a:lnTo>
                <a:lnTo>
                  <a:pt x="152400" y="66992"/>
                </a:lnTo>
                <a:lnTo>
                  <a:pt x="151341" y="74136"/>
                </a:lnTo>
                <a:lnTo>
                  <a:pt x="133773" y="111072"/>
                </a:lnTo>
                <a:lnTo>
                  <a:pt x="116840" y="129857"/>
                </a:lnTo>
                <a:lnTo>
                  <a:pt x="108594" y="138400"/>
                </a:lnTo>
                <a:lnTo>
                  <a:pt x="85457" y="169118"/>
                </a:lnTo>
                <a:lnTo>
                  <a:pt x="80010" y="192722"/>
                </a:lnTo>
                <a:lnTo>
                  <a:pt x="80010" y="210185"/>
                </a:lnTo>
                <a:close/>
              </a:path>
              <a:path w="152400" h="274320">
                <a:moveTo>
                  <a:pt x="82867" y="274320"/>
                </a:moveTo>
                <a:lnTo>
                  <a:pt x="50800" y="274320"/>
                </a:lnTo>
                <a:lnTo>
                  <a:pt x="50800" y="241617"/>
                </a:lnTo>
                <a:lnTo>
                  <a:pt x="82867" y="241617"/>
                </a:lnTo>
                <a:lnTo>
                  <a:pt x="82867" y="2743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271672" y="6402263"/>
            <a:ext cx="284480" cy="304165"/>
          </a:xfrm>
          <a:custGeom>
            <a:avLst/>
            <a:gdLst/>
            <a:ahLst/>
            <a:cxnLst/>
            <a:rect l="l" t="t" r="r" b="b"/>
            <a:pathLst>
              <a:path w="284480" h="304165">
                <a:moveTo>
                  <a:pt x="246062" y="20319"/>
                </a:moveTo>
                <a:lnTo>
                  <a:pt x="40639" y="20319"/>
                </a:lnTo>
                <a:lnTo>
                  <a:pt x="40639" y="0"/>
                </a:lnTo>
                <a:lnTo>
                  <a:pt x="246062" y="0"/>
                </a:lnTo>
                <a:lnTo>
                  <a:pt x="246062" y="20319"/>
                </a:lnTo>
                <a:close/>
              </a:path>
              <a:path w="284480" h="304165">
                <a:moveTo>
                  <a:pt x="39687" y="114617"/>
                </a:moveTo>
                <a:lnTo>
                  <a:pt x="25717" y="97155"/>
                </a:lnTo>
                <a:lnTo>
                  <a:pt x="35292" y="94297"/>
                </a:lnTo>
                <a:lnTo>
                  <a:pt x="44648" y="91122"/>
                </a:lnTo>
                <a:lnTo>
                  <a:pt x="86994" y="71199"/>
                </a:lnTo>
                <a:lnTo>
                  <a:pt x="116998" y="47466"/>
                </a:lnTo>
                <a:lnTo>
                  <a:pt x="128905" y="20319"/>
                </a:lnTo>
                <a:lnTo>
                  <a:pt x="157480" y="20319"/>
                </a:lnTo>
                <a:lnTo>
                  <a:pt x="172483" y="50482"/>
                </a:lnTo>
                <a:lnTo>
                  <a:pt x="143192" y="50482"/>
                </a:lnTo>
                <a:lnTo>
                  <a:pt x="110609" y="80843"/>
                </a:lnTo>
                <a:lnTo>
                  <a:pt x="75049" y="100935"/>
                </a:lnTo>
                <a:lnTo>
                  <a:pt x="46315" y="112543"/>
                </a:lnTo>
                <a:lnTo>
                  <a:pt x="39687" y="114617"/>
                </a:lnTo>
                <a:close/>
              </a:path>
              <a:path w="284480" h="304165">
                <a:moveTo>
                  <a:pt x="247650" y="113982"/>
                </a:moveTo>
                <a:lnTo>
                  <a:pt x="211197" y="100597"/>
                </a:lnTo>
                <a:lnTo>
                  <a:pt x="175498" y="80010"/>
                </a:lnTo>
                <a:lnTo>
                  <a:pt x="143192" y="50482"/>
                </a:lnTo>
                <a:lnTo>
                  <a:pt x="172483" y="50482"/>
                </a:lnTo>
                <a:lnTo>
                  <a:pt x="175547" y="53439"/>
                </a:lnTo>
                <a:lnTo>
                  <a:pt x="181490" y="58499"/>
                </a:lnTo>
                <a:lnTo>
                  <a:pt x="218767" y="81389"/>
                </a:lnTo>
                <a:lnTo>
                  <a:pt x="261302" y="96837"/>
                </a:lnTo>
                <a:lnTo>
                  <a:pt x="247650" y="113982"/>
                </a:lnTo>
                <a:close/>
              </a:path>
              <a:path w="284480" h="304165">
                <a:moveTo>
                  <a:pt x="279082" y="160337"/>
                </a:moveTo>
                <a:lnTo>
                  <a:pt x="0" y="160337"/>
                </a:lnTo>
                <a:lnTo>
                  <a:pt x="0" y="139382"/>
                </a:lnTo>
                <a:lnTo>
                  <a:pt x="284162" y="139382"/>
                </a:lnTo>
                <a:lnTo>
                  <a:pt x="284162" y="153987"/>
                </a:lnTo>
                <a:lnTo>
                  <a:pt x="283950" y="156315"/>
                </a:lnTo>
                <a:lnTo>
                  <a:pt x="283157" y="157956"/>
                </a:lnTo>
                <a:lnTo>
                  <a:pt x="280405" y="159861"/>
                </a:lnTo>
                <a:lnTo>
                  <a:pt x="279082" y="160337"/>
                </a:lnTo>
                <a:close/>
              </a:path>
              <a:path w="284480" h="304165">
                <a:moveTo>
                  <a:pt x="142875" y="303847"/>
                </a:moveTo>
                <a:lnTo>
                  <a:pt x="103028" y="300831"/>
                </a:lnTo>
                <a:lnTo>
                  <a:pt x="62835" y="287327"/>
                </a:lnTo>
                <a:lnTo>
                  <a:pt x="38635" y="254317"/>
                </a:lnTo>
                <a:lnTo>
                  <a:pt x="38100" y="246697"/>
                </a:lnTo>
                <a:lnTo>
                  <a:pt x="38635" y="239047"/>
                </a:lnTo>
                <a:lnTo>
                  <a:pt x="62835" y="204966"/>
                </a:lnTo>
                <a:lnTo>
                  <a:pt x="103028" y="190658"/>
                </a:lnTo>
                <a:lnTo>
                  <a:pt x="142875" y="187324"/>
                </a:lnTo>
                <a:lnTo>
                  <a:pt x="153074" y="187533"/>
                </a:lnTo>
                <a:lnTo>
                  <a:pt x="191333" y="192573"/>
                </a:lnTo>
                <a:lnTo>
                  <a:pt x="227156" y="208915"/>
                </a:lnTo>
                <a:lnTo>
                  <a:pt x="142875" y="208915"/>
                </a:lnTo>
                <a:lnTo>
                  <a:pt x="134620" y="209063"/>
                </a:lnTo>
                <a:lnTo>
                  <a:pt x="92471" y="216207"/>
                </a:lnTo>
                <a:lnTo>
                  <a:pt x="64452" y="240347"/>
                </a:lnTo>
                <a:lnTo>
                  <a:pt x="64452" y="253047"/>
                </a:lnTo>
                <a:lnTo>
                  <a:pt x="98464" y="277852"/>
                </a:lnTo>
                <a:lnTo>
                  <a:pt x="134927" y="282446"/>
                </a:lnTo>
                <a:lnTo>
                  <a:pt x="143192" y="282575"/>
                </a:lnTo>
                <a:lnTo>
                  <a:pt x="228401" y="282575"/>
                </a:lnTo>
                <a:lnTo>
                  <a:pt x="222438" y="286781"/>
                </a:lnTo>
                <a:lnTo>
                  <a:pt x="182880" y="300672"/>
                </a:lnTo>
                <a:lnTo>
                  <a:pt x="153352" y="303649"/>
                </a:lnTo>
                <a:lnTo>
                  <a:pt x="142875" y="303847"/>
                </a:lnTo>
                <a:close/>
              </a:path>
              <a:path w="284480" h="304165">
                <a:moveTo>
                  <a:pt x="228401" y="282575"/>
                </a:moveTo>
                <a:lnTo>
                  <a:pt x="143192" y="282575"/>
                </a:lnTo>
                <a:lnTo>
                  <a:pt x="151288" y="282446"/>
                </a:lnTo>
                <a:lnTo>
                  <a:pt x="159067" y="282059"/>
                </a:lnTo>
                <a:lnTo>
                  <a:pt x="204840" y="271303"/>
                </a:lnTo>
                <a:lnTo>
                  <a:pt x="220027" y="253047"/>
                </a:lnTo>
                <a:lnTo>
                  <a:pt x="220027" y="240347"/>
                </a:lnTo>
                <a:lnTo>
                  <a:pt x="186690" y="213995"/>
                </a:lnTo>
                <a:lnTo>
                  <a:pt x="142875" y="208915"/>
                </a:lnTo>
                <a:lnTo>
                  <a:pt x="227156" y="208915"/>
                </a:lnTo>
                <a:lnTo>
                  <a:pt x="246380" y="246697"/>
                </a:lnTo>
                <a:lnTo>
                  <a:pt x="245864" y="254039"/>
                </a:lnTo>
                <a:lnTo>
                  <a:pt x="244316" y="260826"/>
                </a:lnTo>
                <a:lnTo>
                  <a:pt x="241736" y="267057"/>
                </a:lnTo>
                <a:lnTo>
                  <a:pt x="238125" y="272732"/>
                </a:lnTo>
                <a:lnTo>
                  <a:pt x="233630" y="277891"/>
                </a:lnTo>
                <a:lnTo>
                  <a:pt x="228401" y="282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582187" y="6400675"/>
            <a:ext cx="241935" cy="300355"/>
          </a:xfrm>
          <a:custGeom>
            <a:avLst/>
            <a:gdLst/>
            <a:ahLst/>
            <a:cxnLst/>
            <a:rect l="l" t="t" r="r" b="b"/>
            <a:pathLst>
              <a:path w="241935" h="300354">
                <a:moveTo>
                  <a:pt x="236960" y="300037"/>
                </a:moveTo>
                <a:lnTo>
                  <a:pt x="216852" y="300037"/>
                </a:lnTo>
                <a:lnTo>
                  <a:pt x="216852" y="120015"/>
                </a:lnTo>
                <a:lnTo>
                  <a:pt x="150812" y="120015"/>
                </a:lnTo>
                <a:lnTo>
                  <a:pt x="143579" y="161567"/>
                </a:lnTo>
                <a:lnTo>
                  <a:pt x="123309" y="194230"/>
                </a:lnTo>
                <a:lnTo>
                  <a:pt x="84018" y="226179"/>
                </a:lnTo>
                <a:lnTo>
                  <a:pt x="48766" y="242361"/>
                </a:lnTo>
                <a:lnTo>
                  <a:pt x="13969" y="253047"/>
                </a:lnTo>
                <a:lnTo>
                  <a:pt x="0" y="234950"/>
                </a:lnTo>
                <a:lnTo>
                  <a:pt x="19556" y="229086"/>
                </a:lnTo>
                <a:lnTo>
                  <a:pt x="33565" y="224432"/>
                </a:lnTo>
                <a:lnTo>
                  <a:pt x="68302" y="208676"/>
                </a:lnTo>
                <a:lnTo>
                  <a:pt x="99119" y="185529"/>
                </a:lnTo>
                <a:lnTo>
                  <a:pt x="120173" y="152082"/>
                </a:lnTo>
                <a:lnTo>
                  <a:pt x="126047" y="116522"/>
                </a:lnTo>
                <a:lnTo>
                  <a:pt x="126047" y="37570"/>
                </a:lnTo>
                <a:lnTo>
                  <a:pt x="124989" y="36512"/>
                </a:lnTo>
                <a:lnTo>
                  <a:pt x="5397" y="36512"/>
                </a:lnTo>
                <a:lnTo>
                  <a:pt x="5397" y="15557"/>
                </a:lnTo>
                <a:lnTo>
                  <a:pt x="137054" y="15557"/>
                </a:lnTo>
                <a:lnTo>
                  <a:pt x="141604" y="17303"/>
                </a:lnTo>
                <a:lnTo>
                  <a:pt x="149224" y="24288"/>
                </a:lnTo>
                <a:lnTo>
                  <a:pt x="151129" y="28892"/>
                </a:lnTo>
                <a:lnTo>
                  <a:pt x="151129" y="99059"/>
                </a:lnTo>
                <a:lnTo>
                  <a:pt x="216852" y="99059"/>
                </a:lnTo>
                <a:lnTo>
                  <a:pt x="216852" y="0"/>
                </a:lnTo>
                <a:lnTo>
                  <a:pt x="241617" y="0"/>
                </a:lnTo>
                <a:lnTo>
                  <a:pt x="241617" y="295380"/>
                </a:lnTo>
                <a:lnTo>
                  <a:pt x="240982" y="296862"/>
                </a:lnTo>
                <a:lnTo>
                  <a:pt x="238442" y="299402"/>
                </a:lnTo>
                <a:lnTo>
                  <a:pt x="236960" y="3000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869207" y="6400040"/>
            <a:ext cx="275590" cy="300990"/>
          </a:xfrm>
          <a:custGeom>
            <a:avLst/>
            <a:gdLst/>
            <a:ahLst/>
            <a:cxnLst/>
            <a:rect l="l" t="t" r="r" b="b"/>
            <a:pathLst>
              <a:path w="275589" h="300990">
                <a:moveTo>
                  <a:pt x="223943" y="300672"/>
                </a:moveTo>
                <a:lnTo>
                  <a:pt x="203835" y="300672"/>
                </a:lnTo>
                <a:lnTo>
                  <a:pt x="203835" y="0"/>
                </a:lnTo>
                <a:lnTo>
                  <a:pt x="228600" y="0"/>
                </a:lnTo>
                <a:lnTo>
                  <a:pt x="228600" y="109537"/>
                </a:lnTo>
                <a:lnTo>
                  <a:pt x="275272" y="109537"/>
                </a:lnTo>
                <a:lnTo>
                  <a:pt x="275272" y="130492"/>
                </a:lnTo>
                <a:lnTo>
                  <a:pt x="228600" y="130492"/>
                </a:lnTo>
                <a:lnTo>
                  <a:pt x="228600" y="296015"/>
                </a:lnTo>
                <a:lnTo>
                  <a:pt x="227965" y="297497"/>
                </a:lnTo>
                <a:lnTo>
                  <a:pt x="225425" y="300037"/>
                </a:lnTo>
                <a:lnTo>
                  <a:pt x="223943" y="300672"/>
                </a:lnTo>
                <a:close/>
              </a:path>
              <a:path w="275589" h="300990">
                <a:moveTo>
                  <a:pt x="14287" y="253047"/>
                </a:moveTo>
                <a:lnTo>
                  <a:pt x="0" y="234950"/>
                </a:lnTo>
                <a:lnTo>
                  <a:pt x="5992" y="233422"/>
                </a:lnTo>
                <a:lnTo>
                  <a:pt x="12223" y="231695"/>
                </a:lnTo>
                <a:lnTo>
                  <a:pt x="52863" y="216693"/>
                </a:lnTo>
                <a:lnTo>
                  <a:pt x="91400" y="192722"/>
                </a:lnTo>
                <a:lnTo>
                  <a:pt x="117951" y="158115"/>
                </a:lnTo>
                <a:lnTo>
                  <a:pt x="123825" y="128587"/>
                </a:lnTo>
                <a:lnTo>
                  <a:pt x="123825" y="38205"/>
                </a:lnTo>
                <a:lnTo>
                  <a:pt x="122766" y="37147"/>
                </a:lnTo>
                <a:lnTo>
                  <a:pt x="2222" y="37147"/>
                </a:lnTo>
                <a:lnTo>
                  <a:pt x="2222" y="16192"/>
                </a:lnTo>
                <a:lnTo>
                  <a:pt x="135149" y="16192"/>
                </a:lnTo>
                <a:lnTo>
                  <a:pt x="139700" y="17991"/>
                </a:lnTo>
                <a:lnTo>
                  <a:pt x="147320" y="25188"/>
                </a:lnTo>
                <a:lnTo>
                  <a:pt x="149225" y="29739"/>
                </a:lnTo>
                <a:lnTo>
                  <a:pt x="149225" y="125412"/>
                </a:lnTo>
                <a:lnTo>
                  <a:pt x="137318" y="173672"/>
                </a:lnTo>
                <a:lnTo>
                  <a:pt x="106203" y="210185"/>
                </a:lnTo>
                <a:lnTo>
                  <a:pt x="62865" y="236220"/>
                </a:lnTo>
                <a:lnTo>
                  <a:pt x="26491" y="249614"/>
                </a:lnTo>
                <a:lnTo>
                  <a:pt x="14287" y="2530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227049" y="6398770"/>
            <a:ext cx="299085" cy="302260"/>
          </a:xfrm>
          <a:custGeom>
            <a:avLst/>
            <a:gdLst/>
            <a:ahLst/>
            <a:cxnLst/>
            <a:rect l="l" t="t" r="r" b="b"/>
            <a:pathLst>
              <a:path w="299085" h="302259">
                <a:moveTo>
                  <a:pt x="17145" y="231775"/>
                </a:moveTo>
                <a:lnTo>
                  <a:pt x="0" y="216217"/>
                </a:lnTo>
                <a:lnTo>
                  <a:pt x="7739" y="211385"/>
                </a:lnTo>
                <a:lnTo>
                  <a:pt x="15398" y="206097"/>
                </a:lnTo>
                <a:lnTo>
                  <a:pt x="44569" y="180975"/>
                </a:lnTo>
                <a:lnTo>
                  <a:pt x="71784" y="145792"/>
                </a:lnTo>
                <a:lnTo>
                  <a:pt x="82550" y="111760"/>
                </a:lnTo>
                <a:lnTo>
                  <a:pt x="82550" y="14604"/>
                </a:lnTo>
                <a:lnTo>
                  <a:pt x="108267" y="14604"/>
                </a:lnTo>
                <a:lnTo>
                  <a:pt x="108267" y="116628"/>
                </a:lnTo>
                <a:lnTo>
                  <a:pt x="109537" y="122555"/>
                </a:lnTo>
                <a:lnTo>
                  <a:pt x="114617" y="135255"/>
                </a:lnTo>
                <a:lnTo>
                  <a:pt x="118110" y="141657"/>
                </a:lnTo>
                <a:lnTo>
                  <a:pt x="125287" y="152082"/>
                </a:lnTo>
                <a:lnTo>
                  <a:pt x="96519" y="152082"/>
                </a:lnTo>
                <a:lnTo>
                  <a:pt x="72548" y="183832"/>
                </a:lnTo>
                <a:lnTo>
                  <a:pt x="44886" y="211822"/>
                </a:lnTo>
                <a:lnTo>
                  <a:pt x="22324" y="228937"/>
                </a:lnTo>
                <a:lnTo>
                  <a:pt x="17145" y="231775"/>
                </a:lnTo>
                <a:close/>
              </a:path>
              <a:path w="299085" h="302259">
                <a:moveTo>
                  <a:pt x="178752" y="227012"/>
                </a:moveTo>
                <a:lnTo>
                  <a:pt x="144859" y="204906"/>
                </a:lnTo>
                <a:lnTo>
                  <a:pt x="116482" y="177770"/>
                </a:lnTo>
                <a:lnTo>
                  <a:pt x="96519" y="152082"/>
                </a:lnTo>
                <a:lnTo>
                  <a:pt x="125287" y="152082"/>
                </a:lnTo>
                <a:lnTo>
                  <a:pt x="127000" y="154569"/>
                </a:lnTo>
                <a:lnTo>
                  <a:pt x="132080" y="160919"/>
                </a:lnTo>
                <a:lnTo>
                  <a:pt x="162242" y="190023"/>
                </a:lnTo>
                <a:lnTo>
                  <a:pt x="194310" y="209867"/>
                </a:lnTo>
                <a:lnTo>
                  <a:pt x="178752" y="227012"/>
                </a:lnTo>
                <a:close/>
              </a:path>
              <a:path w="299085" h="302259">
                <a:moveTo>
                  <a:pt x="246485" y="301942"/>
                </a:moveTo>
                <a:lnTo>
                  <a:pt x="226060" y="301942"/>
                </a:lnTo>
                <a:lnTo>
                  <a:pt x="226060" y="0"/>
                </a:lnTo>
                <a:lnTo>
                  <a:pt x="251142" y="0"/>
                </a:lnTo>
                <a:lnTo>
                  <a:pt x="251142" y="111125"/>
                </a:lnTo>
                <a:lnTo>
                  <a:pt x="299085" y="111125"/>
                </a:lnTo>
                <a:lnTo>
                  <a:pt x="299085" y="132080"/>
                </a:lnTo>
                <a:lnTo>
                  <a:pt x="251142" y="132080"/>
                </a:lnTo>
                <a:lnTo>
                  <a:pt x="251142" y="297285"/>
                </a:lnTo>
                <a:lnTo>
                  <a:pt x="250507" y="298767"/>
                </a:lnTo>
                <a:lnTo>
                  <a:pt x="247967" y="301307"/>
                </a:lnTo>
                <a:lnTo>
                  <a:pt x="246485" y="3019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546137" y="6398452"/>
            <a:ext cx="271780" cy="302260"/>
          </a:xfrm>
          <a:custGeom>
            <a:avLst/>
            <a:gdLst/>
            <a:ahLst/>
            <a:cxnLst/>
            <a:rect l="l" t="t" r="r" b="b"/>
            <a:pathLst>
              <a:path w="271779" h="302259">
                <a:moveTo>
                  <a:pt x="19367" y="230505"/>
                </a:moveTo>
                <a:lnTo>
                  <a:pt x="13864" y="230505"/>
                </a:lnTo>
                <a:lnTo>
                  <a:pt x="9260" y="228705"/>
                </a:lnTo>
                <a:lnTo>
                  <a:pt x="1852" y="221509"/>
                </a:lnTo>
                <a:lnTo>
                  <a:pt x="0" y="216958"/>
                </a:lnTo>
                <a:lnTo>
                  <a:pt x="0" y="108902"/>
                </a:lnTo>
                <a:lnTo>
                  <a:pt x="114511" y="108902"/>
                </a:lnTo>
                <a:lnTo>
                  <a:pt x="115570" y="107738"/>
                </a:lnTo>
                <a:lnTo>
                  <a:pt x="115570" y="37782"/>
                </a:lnTo>
                <a:lnTo>
                  <a:pt x="0" y="37782"/>
                </a:lnTo>
                <a:lnTo>
                  <a:pt x="0" y="16827"/>
                </a:lnTo>
                <a:lnTo>
                  <a:pt x="140335" y="16827"/>
                </a:lnTo>
                <a:lnTo>
                  <a:pt x="140335" y="116310"/>
                </a:lnTo>
                <a:lnTo>
                  <a:pt x="138482" y="120861"/>
                </a:lnTo>
                <a:lnTo>
                  <a:pt x="131074" y="128058"/>
                </a:lnTo>
                <a:lnTo>
                  <a:pt x="126470" y="129857"/>
                </a:lnTo>
                <a:lnTo>
                  <a:pt x="25082" y="129857"/>
                </a:lnTo>
                <a:lnTo>
                  <a:pt x="25082" y="208491"/>
                </a:lnTo>
                <a:lnTo>
                  <a:pt x="26140" y="209550"/>
                </a:lnTo>
                <a:lnTo>
                  <a:pt x="28257" y="209550"/>
                </a:lnTo>
                <a:lnTo>
                  <a:pt x="36849" y="209649"/>
                </a:lnTo>
                <a:lnTo>
                  <a:pt x="175260" y="209649"/>
                </a:lnTo>
                <a:lnTo>
                  <a:pt x="175260" y="221297"/>
                </a:lnTo>
                <a:lnTo>
                  <a:pt x="133369" y="225782"/>
                </a:lnTo>
                <a:lnTo>
                  <a:pt x="60642" y="229711"/>
                </a:lnTo>
                <a:lnTo>
                  <a:pt x="39528" y="230306"/>
                </a:lnTo>
                <a:lnTo>
                  <a:pt x="19367" y="230505"/>
                </a:lnTo>
                <a:close/>
              </a:path>
              <a:path w="271779" h="302259">
                <a:moveTo>
                  <a:pt x="175260" y="209649"/>
                </a:moveTo>
                <a:lnTo>
                  <a:pt x="36849" y="209649"/>
                </a:lnTo>
                <a:lnTo>
                  <a:pt x="45799" y="209629"/>
                </a:lnTo>
                <a:lnTo>
                  <a:pt x="55106" y="209490"/>
                </a:lnTo>
                <a:lnTo>
                  <a:pt x="94386" y="207922"/>
                </a:lnTo>
                <a:lnTo>
                  <a:pt x="133260" y="205154"/>
                </a:lnTo>
                <a:lnTo>
                  <a:pt x="175260" y="200659"/>
                </a:lnTo>
                <a:lnTo>
                  <a:pt x="175260" y="209649"/>
                </a:lnTo>
                <a:close/>
              </a:path>
              <a:path w="271779" h="302259">
                <a:moveTo>
                  <a:pt x="220133" y="302260"/>
                </a:moveTo>
                <a:lnTo>
                  <a:pt x="199390" y="302260"/>
                </a:lnTo>
                <a:lnTo>
                  <a:pt x="199390" y="0"/>
                </a:lnTo>
                <a:lnTo>
                  <a:pt x="224790" y="0"/>
                </a:lnTo>
                <a:lnTo>
                  <a:pt x="224790" y="107632"/>
                </a:lnTo>
                <a:lnTo>
                  <a:pt x="271462" y="107632"/>
                </a:lnTo>
                <a:lnTo>
                  <a:pt x="271462" y="128587"/>
                </a:lnTo>
                <a:lnTo>
                  <a:pt x="224790" y="128587"/>
                </a:lnTo>
                <a:lnTo>
                  <a:pt x="224790" y="297603"/>
                </a:lnTo>
                <a:lnTo>
                  <a:pt x="224155" y="299085"/>
                </a:lnTo>
                <a:lnTo>
                  <a:pt x="221615" y="301625"/>
                </a:lnTo>
                <a:lnTo>
                  <a:pt x="220133" y="302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836649" y="6398770"/>
            <a:ext cx="247650" cy="302260"/>
          </a:xfrm>
          <a:custGeom>
            <a:avLst/>
            <a:gdLst/>
            <a:ahLst/>
            <a:cxnLst/>
            <a:rect l="l" t="t" r="r" b="b"/>
            <a:pathLst>
              <a:path w="247650" h="302259">
                <a:moveTo>
                  <a:pt x="179070" y="38417"/>
                </a:moveTo>
                <a:lnTo>
                  <a:pt x="13652" y="38417"/>
                </a:lnTo>
                <a:lnTo>
                  <a:pt x="13652" y="17462"/>
                </a:lnTo>
                <a:lnTo>
                  <a:pt x="179070" y="17462"/>
                </a:lnTo>
                <a:lnTo>
                  <a:pt x="179070" y="38417"/>
                </a:lnTo>
                <a:close/>
              </a:path>
              <a:path w="247650" h="302259">
                <a:moveTo>
                  <a:pt x="17780" y="233680"/>
                </a:moveTo>
                <a:lnTo>
                  <a:pt x="14816" y="230928"/>
                </a:lnTo>
                <a:lnTo>
                  <a:pt x="11853" y="228229"/>
                </a:lnTo>
                <a:lnTo>
                  <a:pt x="5810" y="222832"/>
                </a:lnTo>
                <a:lnTo>
                  <a:pt x="2963" y="220239"/>
                </a:lnTo>
                <a:lnTo>
                  <a:pt x="0" y="217487"/>
                </a:lnTo>
                <a:lnTo>
                  <a:pt x="7173" y="212784"/>
                </a:lnTo>
                <a:lnTo>
                  <a:pt x="14406" y="207565"/>
                </a:lnTo>
                <a:lnTo>
                  <a:pt x="43100" y="182165"/>
                </a:lnTo>
                <a:lnTo>
                  <a:pt x="71080" y="146050"/>
                </a:lnTo>
                <a:lnTo>
                  <a:pt x="82550" y="38417"/>
                </a:lnTo>
                <a:lnTo>
                  <a:pt x="107950" y="38417"/>
                </a:lnTo>
                <a:lnTo>
                  <a:pt x="107950" y="112395"/>
                </a:lnTo>
                <a:lnTo>
                  <a:pt x="108436" y="118705"/>
                </a:lnTo>
                <a:lnTo>
                  <a:pt x="123590" y="151765"/>
                </a:lnTo>
                <a:lnTo>
                  <a:pt x="95567" y="151765"/>
                </a:lnTo>
                <a:lnTo>
                  <a:pt x="71318" y="184745"/>
                </a:lnTo>
                <a:lnTo>
                  <a:pt x="44192" y="212863"/>
                </a:lnTo>
                <a:lnTo>
                  <a:pt x="22651" y="230554"/>
                </a:lnTo>
                <a:lnTo>
                  <a:pt x="17780" y="233680"/>
                </a:lnTo>
                <a:close/>
              </a:path>
              <a:path w="247650" h="302259">
                <a:moveTo>
                  <a:pt x="171767" y="228282"/>
                </a:moveTo>
                <a:lnTo>
                  <a:pt x="139580" y="203795"/>
                </a:lnTo>
                <a:lnTo>
                  <a:pt x="109220" y="171608"/>
                </a:lnTo>
                <a:lnTo>
                  <a:pt x="95567" y="151765"/>
                </a:lnTo>
                <a:lnTo>
                  <a:pt x="123590" y="151765"/>
                </a:lnTo>
                <a:lnTo>
                  <a:pt x="124657" y="153352"/>
                </a:lnTo>
                <a:lnTo>
                  <a:pt x="129718" y="160139"/>
                </a:lnTo>
                <a:lnTo>
                  <a:pt x="161448" y="192405"/>
                </a:lnTo>
                <a:lnTo>
                  <a:pt x="188595" y="211772"/>
                </a:lnTo>
                <a:lnTo>
                  <a:pt x="185843" y="214735"/>
                </a:lnTo>
                <a:lnTo>
                  <a:pt x="183091" y="217540"/>
                </a:lnTo>
                <a:lnTo>
                  <a:pt x="177476" y="222937"/>
                </a:lnTo>
                <a:lnTo>
                  <a:pt x="174730" y="225530"/>
                </a:lnTo>
                <a:lnTo>
                  <a:pt x="171767" y="228282"/>
                </a:lnTo>
                <a:close/>
              </a:path>
              <a:path w="247650" h="302259">
                <a:moveTo>
                  <a:pt x="242993" y="301942"/>
                </a:moveTo>
                <a:lnTo>
                  <a:pt x="222885" y="301942"/>
                </a:lnTo>
                <a:lnTo>
                  <a:pt x="222885" y="0"/>
                </a:lnTo>
                <a:lnTo>
                  <a:pt x="247650" y="0"/>
                </a:lnTo>
                <a:lnTo>
                  <a:pt x="247650" y="297285"/>
                </a:lnTo>
                <a:lnTo>
                  <a:pt x="247015" y="298767"/>
                </a:lnTo>
                <a:lnTo>
                  <a:pt x="244475" y="301307"/>
                </a:lnTo>
                <a:lnTo>
                  <a:pt x="242993" y="3019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149704" y="6398770"/>
            <a:ext cx="239395" cy="302260"/>
          </a:xfrm>
          <a:custGeom>
            <a:avLst/>
            <a:gdLst/>
            <a:ahLst/>
            <a:cxnLst/>
            <a:rect l="l" t="t" r="r" b="b"/>
            <a:pathLst>
              <a:path w="239395" h="302259">
                <a:moveTo>
                  <a:pt x="234420" y="301942"/>
                </a:moveTo>
                <a:lnTo>
                  <a:pt x="214312" y="301942"/>
                </a:lnTo>
                <a:lnTo>
                  <a:pt x="214312" y="0"/>
                </a:lnTo>
                <a:lnTo>
                  <a:pt x="239077" y="0"/>
                </a:lnTo>
                <a:lnTo>
                  <a:pt x="239077" y="297285"/>
                </a:lnTo>
                <a:lnTo>
                  <a:pt x="238442" y="298767"/>
                </a:lnTo>
                <a:lnTo>
                  <a:pt x="235902" y="301307"/>
                </a:lnTo>
                <a:lnTo>
                  <a:pt x="234420" y="301942"/>
                </a:lnTo>
                <a:close/>
              </a:path>
              <a:path w="239395" h="302259">
                <a:moveTo>
                  <a:pt x="13652" y="254317"/>
                </a:moveTo>
                <a:lnTo>
                  <a:pt x="0" y="236220"/>
                </a:lnTo>
                <a:lnTo>
                  <a:pt x="12243" y="232707"/>
                </a:lnTo>
                <a:lnTo>
                  <a:pt x="24209" y="228838"/>
                </a:lnTo>
                <a:lnTo>
                  <a:pt x="68500" y="209470"/>
                </a:lnTo>
                <a:lnTo>
                  <a:pt x="102393" y="181967"/>
                </a:lnTo>
                <a:lnTo>
                  <a:pt x="121920" y="144502"/>
                </a:lnTo>
                <a:lnTo>
                  <a:pt x="124459" y="38523"/>
                </a:lnTo>
                <a:lnTo>
                  <a:pt x="123401" y="37464"/>
                </a:lnTo>
                <a:lnTo>
                  <a:pt x="5397" y="37464"/>
                </a:lnTo>
                <a:lnTo>
                  <a:pt x="5397" y="16509"/>
                </a:lnTo>
                <a:lnTo>
                  <a:pt x="135995" y="16509"/>
                </a:lnTo>
                <a:lnTo>
                  <a:pt x="140599" y="18309"/>
                </a:lnTo>
                <a:lnTo>
                  <a:pt x="148007" y="25505"/>
                </a:lnTo>
                <a:lnTo>
                  <a:pt x="149860" y="30056"/>
                </a:lnTo>
                <a:lnTo>
                  <a:pt x="149860" y="122237"/>
                </a:lnTo>
                <a:lnTo>
                  <a:pt x="141019" y="166498"/>
                </a:lnTo>
                <a:lnTo>
                  <a:pt x="117594" y="201215"/>
                </a:lnTo>
                <a:lnTo>
                  <a:pt x="84107" y="227091"/>
                </a:lnTo>
                <a:lnTo>
                  <a:pt x="45402" y="245110"/>
                </a:lnTo>
                <a:lnTo>
                  <a:pt x="21470" y="252432"/>
                </a:lnTo>
                <a:lnTo>
                  <a:pt x="13652" y="2543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509283" y="6399088"/>
            <a:ext cx="264160" cy="300990"/>
          </a:xfrm>
          <a:custGeom>
            <a:avLst/>
            <a:gdLst/>
            <a:ahLst/>
            <a:cxnLst/>
            <a:rect l="l" t="t" r="r" b="b"/>
            <a:pathLst>
              <a:path w="264160" h="300990">
                <a:moveTo>
                  <a:pt x="156210" y="93980"/>
                </a:moveTo>
                <a:lnTo>
                  <a:pt x="156210" y="72707"/>
                </a:lnTo>
                <a:lnTo>
                  <a:pt x="227330" y="72707"/>
                </a:lnTo>
                <a:lnTo>
                  <a:pt x="227330" y="0"/>
                </a:lnTo>
                <a:lnTo>
                  <a:pt x="252730" y="0"/>
                </a:lnTo>
                <a:lnTo>
                  <a:pt x="252730" y="93662"/>
                </a:lnTo>
                <a:lnTo>
                  <a:pt x="227330" y="93662"/>
                </a:lnTo>
                <a:lnTo>
                  <a:pt x="156210" y="93980"/>
                </a:lnTo>
                <a:close/>
              </a:path>
              <a:path w="264160" h="300990">
                <a:moveTo>
                  <a:pt x="171132" y="30797"/>
                </a:moveTo>
                <a:lnTo>
                  <a:pt x="16510" y="30797"/>
                </a:lnTo>
                <a:lnTo>
                  <a:pt x="16510" y="10160"/>
                </a:lnTo>
                <a:lnTo>
                  <a:pt x="171132" y="10160"/>
                </a:lnTo>
                <a:lnTo>
                  <a:pt x="171132" y="30797"/>
                </a:lnTo>
                <a:close/>
              </a:path>
              <a:path w="264160" h="300990">
                <a:moveTo>
                  <a:pt x="15875" y="180657"/>
                </a:moveTo>
                <a:lnTo>
                  <a:pt x="13123" y="177905"/>
                </a:lnTo>
                <a:lnTo>
                  <a:pt x="10477" y="175207"/>
                </a:lnTo>
                <a:lnTo>
                  <a:pt x="5397" y="169915"/>
                </a:lnTo>
                <a:lnTo>
                  <a:pt x="2751" y="167216"/>
                </a:lnTo>
                <a:lnTo>
                  <a:pt x="0" y="164465"/>
                </a:lnTo>
                <a:lnTo>
                  <a:pt x="8284" y="160635"/>
                </a:lnTo>
                <a:lnTo>
                  <a:pt x="16311" y="156448"/>
                </a:lnTo>
                <a:lnTo>
                  <a:pt x="51593" y="131048"/>
                </a:lnTo>
                <a:lnTo>
                  <a:pt x="78845" y="94138"/>
                </a:lnTo>
                <a:lnTo>
                  <a:pt x="80962" y="86571"/>
                </a:lnTo>
                <a:lnTo>
                  <a:pt x="80962" y="30797"/>
                </a:lnTo>
                <a:lnTo>
                  <a:pt x="106362" y="30797"/>
                </a:lnTo>
                <a:lnTo>
                  <a:pt x="106362" y="78740"/>
                </a:lnTo>
                <a:lnTo>
                  <a:pt x="106858" y="85189"/>
                </a:lnTo>
                <a:lnTo>
                  <a:pt x="122037" y="113982"/>
                </a:lnTo>
                <a:lnTo>
                  <a:pt x="94615" y="113982"/>
                </a:lnTo>
                <a:lnTo>
                  <a:pt x="66159" y="147746"/>
                </a:lnTo>
                <a:lnTo>
                  <a:pt x="30268" y="174042"/>
                </a:lnTo>
                <a:lnTo>
                  <a:pt x="22860" y="177905"/>
                </a:lnTo>
                <a:lnTo>
                  <a:pt x="15875" y="180657"/>
                </a:lnTo>
                <a:close/>
              </a:path>
              <a:path w="264160" h="300990">
                <a:moveTo>
                  <a:pt x="247861" y="218757"/>
                </a:moveTo>
                <a:lnTo>
                  <a:pt x="227330" y="218757"/>
                </a:lnTo>
                <a:lnTo>
                  <a:pt x="227330" y="93662"/>
                </a:lnTo>
                <a:lnTo>
                  <a:pt x="252730" y="93662"/>
                </a:lnTo>
                <a:lnTo>
                  <a:pt x="252730" y="214735"/>
                </a:lnTo>
                <a:lnTo>
                  <a:pt x="252042" y="216376"/>
                </a:lnTo>
                <a:lnTo>
                  <a:pt x="249290" y="218281"/>
                </a:lnTo>
                <a:lnTo>
                  <a:pt x="247861" y="218757"/>
                </a:lnTo>
                <a:close/>
              </a:path>
              <a:path w="264160" h="300990">
                <a:moveTo>
                  <a:pt x="167640" y="173037"/>
                </a:moveTo>
                <a:lnTo>
                  <a:pt x="133191" y="152982"/>
                </a:lnTo>
                <a:lnTo>
                  <a:pt x="102499" y="125730"/>
                </a:lnTo>
                <a:lnTo>
                  <a:pt x="94615" y="113982"/>
                </a:lnTo>
                <a:lnTo>
                  <a:pt x="122037" y="113982"/>
                </a:lnTo>
                <a:lnTo>
                  <a:pt x="123190" y="115371"/>
                </a:lnTo>
                <a:lnTo>
                  <a:pt x="128349" y="120759"/>
                </a:lnTo>
                <a:lnTo>
                  <a:pt x="159067" y="143668"/>
                </a:lnTo>
                <a:lnTo>
                  <a:pt x="183197" y="156210"/>
                </a:lnTo>
                <a:lnTo>
                  <a:pt x="180657" y="159173"/>
                </a:lnTo>
                <a:lnTo>
                  <a:pt x="178064" y="161977"/>
                </a:lnTo>
                <a:lnTo>
                  <a:pt x="172772" y="167269"/>
                </a:lnTo>
                <a:lnTo>
                  <a:pt x="170180" y="170074"/>
                </a:lnTo>
                <a:lnTo>
                  <a:pt x="167640" y="173037"/>
                </a:lnTo>
                <a:close/>
              </a:path>
              <a:path w="264160" h="300990">
                <a:moveTo>
                  <a:pt x="262149" y="300672"/>
                </a:moveTo>
                <a:lnTo>
                  <a:pt x="74189" y="300672"/>
                </a:lnTo>
                <a:lnTo>
                  <a:pt x="69585" y="298820"/>
                </a:lnTo>
                <a:lnTo>
                  <a:pt x="62177" y="291412"/>
                </a:lnTo>
                <a:lnTo>
                  <a:pt x="60325" y="286808"/>
                </a:lnTo>
                <a:lnTo>
                  <a:pt x="60325" y="204152"/>
                </a:lnTo>
                <a:lnTo>
                  <a:pt x="86042" y="204152"/>
                </a:lnTo>
                <a:lnTo>
                  <a:pt x="86042" y="278341"/>
                </a:lnTo>
                <a:lnTo>
                  <a:pt x="86995" y="279400"/>
                </a:lnTo>
                <a:lnTo>
                  <a:pt x="264160" y="279400"/>
                </a:lnTo>
                <a:lnTo>
                  <a:pt x="264160" y="298661"/>
                </a:lnTo>
                <a:lnTo>
                  <a:pt x="262149" y="300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889648" y="6388610"/>
            <a:ext cx="287020" cy="314325"/>
          </a:xfrm>
          <a:custGeom>
            <a:avLst/>
            <a:gdLst/>
            <a:ahLst/>
            <a:cxnLst/>
            <a:rect l="l" t="t" r="r" b="b"/>
            <a:pathLst>
              <a:path w="287020" h="314325">
                <a:moveTo>
                  <a:pt x="108902" y="30797"/>
                </a:moveTo>
                <a:lnTo>
                  <a:pt x="83502" y="30797"/>
                </a:lnTo>
                <a:lnTo>
                  <a:pt x="83502" y="0"/>
                </a:lnTo>
                <a:lnTo>
                  <a:pt x="108902" y="0"/>
                </a:lnTo>
                <a:lnTo>
                  <a:pt x="108902" y="30797"/>
                </a:lnTo>
                <a:close/>
              </a:path>
              <a:path w="287020" h="314325">
                <a:moveTo>
                  <a:pt x="180975" y="51752"/>
                </a:moveTo>
                <a:lnTo>
                  <a:pt x="12382" y="51752"/>
                </a:lnTo>
                <a:lnTo>
                  <a:pt x="12382" y="30797"/>
                </a:lnTo>
                <a:lnTo>
                  <a:pt x="180975" y="30797"/>
                </a:lnTo>
                <a:lnTo>
                  <a:pt x="180975" y="51752"/>
                </a:lnTo>
                <a:close/>
              </a:path>
              <a:path w="287020" h="314325">
                <a:moveTo>
                  <a:pt x="16192" y="131445"/>
                </a:moveTo>
                <a:lnTo>
                  <a:pt x="2857" y="114935"/>
                </a:lnTo>
                <a:lnTo>
                  <a:pt x="10417" y="112146"/>
                </a:lnTo>
                <a:lnTo>
                  <a:pt x="17859" y="109180"/>
                </a:lnTo>
                <a:lnTo>
                  <a:pt x="52030" y="91846"/>
                </a:lnTo>
                <a:lnTo>
                  <a:pt x="80010" y="64928"/>
                </a:lnTo>
                <a:lnTo>
                  <a:pt x="82232" y="58525"/>
                </a:lnTo>
                <a:lnTo>
                  <a:pt x="82232" y="51752"/>
                </a:lnTo>
                <a:lnTo>
                  <a:pt x="110490" y="51752"/>
                </a:lnTo>
                <a:lnTo>
                  <a:pt x="110490" y="58102"/>
                </a:lnTo>
                <a:lnTo>
                  <a:pt x="112659" y="64135"/>
                </a:lnTo>
                <a:lnTo>
                  <a:pt x="121337" y="75565"/>
                </a:lnTo>
                <a:lnTo>
                  <a:pt x="126529" y="80327"/>
                </a:lnTo>
                <a:lnTo>
                  <a:pt x="97155" y="80327"/>
                </a:lnTo>
                <a:lnTo>
                  <a:pt x="62706" y="110013"/>
                </a:lnTo>
                <a:lnTo>
                  <a:pt x="23812" y="128693"/>
                </a:lnTo>
                <a:lnTo>
                  <a:pt x="16192" y="131445"/>
                </a:lnTo>
                <a:close/>
              </a:path>
              <a:path w="287020" h="314325">
                <a:moveTo>
                  <a:pt x="173989" y="126047"/>
                </a:moveTo>
                <a:lnTo>
                  <a:pt x="137847" y="111707"/>
                </a:lnTo>
                <a:lnTo>
                  <a:pt x="105833" y="90275"/>
                </a:lnTo>
                <a:lnTo>
                  <a:pt x="97155" y="80327"/>
                </a:lnTo>
                <a:lnTo>
                  <a:pt x="126529" y="80327"/>
                </a:lnTo>
                <a:lnTo>
                  <a:pt x="127105" y="80856"/>
                </a:lnTo>
                <a:lnTo>
                  <a:pt x="134302" y="85725"/>
                </a:lnTo>
                <a:lnTo>
                  <a:pt x="172561" y="104259"/>
                </a:lnTo>
                <a:lnTo>
                  <a:pt x="186690" y="108585"/>
                </a:lnTo>
                <a:lnTo>
                  <a:pt x="173989" y="126047"/>
                </a:lnTo>
                <a:close/>
              </a:path>
              <a:path w="287020" h="314325">
                <a:moveTo>
                  <a:pt x="108902" y="156210"/>
                </a:moveTo>
                <a:lnTo>
                  <a:pt x="84454" y="156210"/>
                </a:lnTo>
                <a:lnTo>
                  <a:pt x="84454" y="113347"/>
                </a:lnTo>
                <a:lnTo>
                  <a:pt x="108902" y="113347"/>
                </a:lnTo>
                <a:lnTo>
                  <a:pt x="108902" y="156210"/>
                </a:lnTo>
                <a:close/>
              </a:path>
              <a:path w="287020" h="314325">
                <a:moveTo>
                  <a:pt x="86042" y="176530"/>
                </a:moveTo>
                <a:lnTo>
                  <a:pt x="0" y="176530"/>
                </a:lnTo>
                <a:lnTo>
                  <a:pt x="0" y="156210"/>
                </a:lnTo>
                <a:lnTo>
                  <a:pt x="108902" y="156210"/>
                </a:lnTo>
                <a:lnTo>
                  <a:pt x="120669" y="155932"/>
                </a:lnTo>
                <a:lnTo>
                  <a:pt x="165000" y="152400"/>
                </a:lnTo>
                <a:lnTo>
                  <a:pt x="195897" y="146685"/>
                </a:lnTo>
                <a:lnTo>
                  <a:pt x="195897" y="163830"/>
                </a:lnTo>
                <a:lnTo>
                  <a:pt x="158988" y="173950"/>
                </a:lnTo>
                <a:lnTo>
                  <a:pt x="118824" y="176133"/>
                </a:lnTo>
                <a:lnTo>
                  <a:pt x="103048" y="176430"/>
                </a:lnTo>
                <a:lnTo>
                  <a:pt x="86042" y="176530"/>
                </a:lnTo>
                <a:close/>
              </a:path>
              <a:path w="287020" h="314325">
                <a:moveTo>
                  <a:pt x="236008" y="182245"/>
                </a:moveTo>
                <a:lnTo>
                  <a:pt x="216217" y="182245"/>
                </a:lnTo>
                <a:lnTo>
                  <a:pt x="216217" y="10477"/>
                </a:lnTo>
                <a:lnTo>
                  <a:pt x="240665" y="10477"/>
                </a:lnTo>
                <a:lnTo>
                  <a:pt x="240665" y="78740"/>
                </a:lnTo>
                <a:lnTo>
                  <a:pt x="286702" y="78740"/>
                </a:lnTo>
                <a:lnTo>
                  <a:pt x="286702" y="100012"/>
                </a:lnTo>
                <a:lnTo>
                  <a:pt x="240665" y="100012"/>
                </a:lnTo>
                <a:lnTo>
                  <a:pt x="240665" y="177588"/>
                </a:lnTo>
                <a:lnTo>
                  <a:pt x="240030" y="179070"/>
                </a:lnTo>
                <a:lnTo>
                  <a:pt x="237490" y="181610"/>
                </a:lnTo>
                <a:lnTo>
                  <a:pt x="236008" y="182245"/>
                </a:lnTo>
                <a:close/>
              </a:path>
              <a:path w="287020" h="314325">
                <a:moveTo>
                  <a:pt x="242358" y="314007"/>
                </a:moveTo>
                <a:lnTo>
                  <a:pt x="63711" y="314007"/>
                </a:lnTo>
                <a:lnTo>
                  <a:pt x="59107" y="312367"/>
                </a:lnTo>
                <a:lnTo>
                  <a:pt x="51699" y="305805"/>
                </a:lnTo>
                <a:lnTo>
                  <a:pt x="49847" y="301095"/>
                </a:lnTo>
                <a:lnTo>
                  <a:pt x="49847" y="245427"/>
                </a:lnTo>
                <a:lnTo>
                  <a:pt x="213889" y="245427"/>
                </a:lnTo>
                <a:lnTo>
                  <a:pt x="214947" y="244369"/>
                </a:lnTo>
                <a:lnTo>
                  <a:pt x="214947" y="218440"/>
                </a:lnTo>
                <a:lnTo>
                  <a:pt x="49847" y="218440"/>
                </a:lnTo>
                <a:lnTo>
                  <a:pt x="49847" y="198437"/>
                </a:lnTo>
                <a:lnTo>
                  <a:pt x="240030" y="198437"/>
                </a:lnTo>
                <a:lnTo>
                  <a:pt x="240030" y="254000"/>
                </a:lnTo>
                <a:lnTo>
                  <a:pt x="238125" y="258127"/>
                </a:lnTo>
                <a:lnTo>
                  <a:pt x="230505" y="263207"/>
                </a:lnTo>
                <a:lnTo>
                  <a:pt x="225954" y="264477"/>
                </a:lnTo>
                <a:lnTo>
                  <a:pt x="75564" y="264477"/>
                </a:lnTo>
                <a:lnTo>
                  <a:pt x="75564" y="292946"/>
                </a:lnTo>
                <a:lnTo>
                  <a:pt x="76623" y="294005"/>
                </a:lnTo>
                <a:lnTo>
                  <a:pt x="247015" y="294005"/>
                </a:lnTo>
                <a:lnTo>
                  <a:pt x="247015" y="309350"/>
                </a:lnTo>
                <a:lnTo>
                  <a:pt x="246380" y="310832"/>
                </a:lnTo>
                <a:lnTo>
                  <a:pt x="243840" y="313372"/>
                </a:lnTo>
                <a:lnTo>
                  <a:pt x="242358" y="3140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196035" y="6399088"/>
            <a:ext cx="241935" cy="307340"/>
          </a:xfrm>
          <a:custGeom>
            <a:avLst/>
            <a:gdLst/>
            <a:ahLst/>
            <a:cxnLst/>
            <a:rect l="l" t="t" r="r" b="b"/>
            <a:pathLst>
              <a:path w="241935" h="307340">
                <a:moveTo>
                  <a:pt x="239395" y="32702"/>
                </a:moveTo>
                <a:lnTo>
                  <a:pt x="214630" y="32702"/>
                </a:lnTo>
                <a:lnTo>
                  <a:pt x="214630" y="0"/>
                </a:lnTo>
                <a:lnTo>
                  <a:pt x="239395" y="0"/>
                </a:lnTo>
                <a:lnTo>
                  <a:pt x="239395" y="32702"/>
                </a:lnTo>
                <a:close/>
              </a:path>
              <a:path w="241935" h="307340">
                <a:moveTo>
                  <a:pt x="80010" y="157162"/>
                </a:moveTo>
                <a:lnTo>
                  <a:pt x="41830" y="148798"/>
                </a:lnTo>
                <a:lnTo>
                  <a:pt x="9802" y="119836"/>
                </a:lnTo>
                <a:lnTo>
                  <a:pt x="0" y="82232"/>
                </a:lnTo>
                <a:lnTo>
                  <a:pt x="386" y="73868"/>
                </a:lnTo>
                <a:lnTo>
                  <a:pt x="17978" y="32881"/>
                </a:lnTo>
                <a:lnTo>
                  <a:pt x="55721" y="10338"/>
                </a:lnTo>
                <a:lnTo>
                  <a:pt x="80010" y="7302"/>
                </a:lnTo>
                <a:lnTo>
                  <a:pt x="89336" y="7719"/>
                </a:lnTo>
                <a:lnTo>
                  <a:pt x="129540" y="21986"/>
                </a:lnTo>
                <a:lnTo>
                  <a:pt x="137463" y="28575"/>
                </a:lnTo>
                <a:lnTo>
                  <a:pt x="72178" y="28575"/>
                </a:lnTo>
                <a:lnTo>
                  <a:pt x="64875" y="29897"/>
                </a:lnTo>
                <a:lnTo>
                  <a:pt x="31591" y="54080"/>
                </a:lnTo>
                <a:lnTo>
                  <a:pt x="24553" y="73868"/>
                </a:lnTo>
                <a:lnTo>
                  <a:pt x="24553" y="90596"/>
                </a:lnTo>
                <a:lnTo>
                  <a:pt x="45455" y="125571"/>
                </a:lnTo>
                <a:lnTo>
                  <a:pt x="72178" y="135890"/>
                </a:lnTo>
                <a:lnTo>
                  <a:pt x="137462" y="135890"/>
                </a:lnTo>
                <a:lnTo>
                  <a:pt x="136068" y="137279"/>
                </a:lnTo>
                <a:lnTo>
                  <a:pt x="98266" y="155495"/>
                </a:lnTo>
                <a:lnTo>
                  <a:pt x="89336" y="156745"/>
                </a:lnTo>
                <a:lnTo>
                  <a:pt x="80010" y="157162"/>
                </a:lnTo>
                <a:close/>
              </a:path>
              <a:path w="241935" h="307340">
                <a:moveTo>
                  <a:pt x="137462" y="135890"/>
                </a:moveTo>
                <a:lnTo>
                  <a:pt x="87841" y="135890"/>
                </a:lnTo>
                <a:lnTo>
                  <a:pt x="95091" y="134567"/>
                </a:lnTo>
                <a:lnTo>
                  <a:pt x="108426" y="129275"/>
                </a:lnTo>
                <a:lnTo>
                  <a:pt x="133826" y="97260"/>
                </a:lnTo>
                <a:lnTo>
                  <a:pt x="135149" y="73868"/>
                </a:lnTo>
                <a:lnTo>
                  <a:pt x="133826" y="67204"/>
                </a:lnTo>
                <a:lnTo>
                  <a:pt x="108426" y="35189"/>
                </a:lnTo>
                <a:lnTo>
                  <a:pt x="87841" y="28575"/>
                </a:lnTo>
                <a:lnTo>
                  <a:pt x="137463" y="28575"/>
                </a:lnTo>
                <a:lnTo>
                  <a:pt x="141605" y="32702"/>
                </a:lnTo>
                <a:lnTo>
                  <a:pt x="239395" y="32702"/>
                </a:lnTo>
                <a:lnTo>
                  <a:pt x="239395" y="53657"/>
                </a:lnTo>
                <a:lnTo>
                  <a:pt x="154622" y="53657"/>
                </a:lnTo>
                <a:lnTo>
                  <a:pt x="156845" y="60444"/>
                </a:lnTo>
                <a:lnTo>
                  <a:pt x="158432" y="67468"/>
                </a:lnTo>
                <a:lnTo>
                  <a:pt x="159385" y="74731"/>
                </a:lnTo>
                <a:lnTo>
                  <a:pt x="159702" y="82232"/>
                </a:lnTo>
                <a:lnTo>
                  <a:pt x="159394" y="90064"/>
                </a:lnTo>
                <a:lnTo>
                  <a:pt x="159347" y="90596"/>
                </a:lnTo>
                <a:lnTo>
                  <a:pt x="158432" y="97710"/>
                </a:lnTo>
                <a:lnTo>
                  <a:pt x="156845" y="104437"/>
                </a:lnTo>
                <a:lnTo>
                  <a:pt x="154622" y="110490"/>
                </a:lnTo>
                <a:lnTo>
                  <a:pt x="239395" y="110490"/>
                </a:lnTo>
                <a:lnTo>
                  <a:pt x="239395" y="131445"/>
                </a:lnTo>
                <a:lnTo>
                  <a:pt x="141922" y="131445"/>
                </a:lnTo>
                <a:lnTo>
                  <a:pt x="137462" y="135890"/>
                </a:lnTo>
                <a:close/>
              </a:path>
              <a:path w="241935" h="307340">
                <a:moveTo>
                  <a:pt x="239395" y="110490"/>
                </a:moveTo>
                <a:lnTo>
                  <a:pt x="214630" y="110490"/>
                </a:lnTo>
                <a:lnTo>
                  <a:pt x="214630" y="53657"/>
                </a:lnTo>
                <a:lnTo>
                  <a:pt x="239395" y="53657"/>
                </a:lnTo>
                <a:lnTo>
                  <a:pt x="239395" y="110490"/>
                </a:lnTo>
                <a:close/>
              </a:path>
              <a:path w="241935" h="307340">
                <a:moveTo>
                  <a:pt x="234738" y="176530"/>
                </a:moveTo>
                <a:lnTo>
                  <a:pt x="214630" y="176530"/>
                </a:lnTo>
                <a:lnTo>
                  <a:pt x="214630" y="131445"/>
                </a:lnTo>
                <a:lnTo>
                  <a:pt x="239395" y="131445"/>
                </a:lnTo>
                <a:lnTo>
                  <a:pt x="239395" y="171873"/>
                </a:lnTo>
                <a:lnTo>
                  <a:pt x="238760" y="173355"/>
                </a:lnTo>
                <a:lnTo>
                  <a:pt x="236220" y="175895"/>
                </a:lnTo>
                <a:lnTo>
                  <a:pt x="234738" y="176530"/>
                </a:lnTo>
                <a:close/>
              </a:path>
              <a:path w="241935" h="307340">
                <a:moveTo>
                  <a:pt x="142557" y="307340"/>
                </a:moveTo>
                <a:lnTo>
                  <a:pt x="100657" y="303014"/>
                </a:lnTo>
                <a:lnTo>
                  <a:pt x="63500" y="286424"/>
                </a:lnTo>
                <a:lnTo>
                  <a:pt x="43469" y="253751"/>
                </a:lnTo>
                <a:lnTo>
                  <a:pt x="42862" y="244792"/>
                </a:lnTo>
                <a:lnTo>
                  <a:pt x="43477" y="235694"/>
                </a:lnTo>
                <a:lnTo>
                  <a:pt x="63777" y="202565"/>
                </a:lnTo>
                <a:lnTo>
                  <a:pt x="100974" y="185846"/>
                </a:lnTo>
                <a:lnTo>
                  <a:pt x="142557" y="181292"/>
                </a:lnTo>
                <a:lnTo>
                  <a:pt x="150455" y="181471"/>
                </a:lnTo>
                <a:lnTo>
                  <a:pt x="192365" y="188079"/>
                </a:lnTo>
                <a:lnTo>
                  <a:pt x="221297" y="202565"/>
                </a:lnTo>
                <a:lnTo>
                  <a:pt x="142875" y="202565"/>
                </a:lnTo>
                <a:lnTo>
                  <a:pt x="136356" y="202693"/>
                </a:lnTo>
                <a:lnTo>
                  <a:pt x="85513" y="214894"/>
                </a:lnTo>
                <a:lnTo>
                  <a:pt x="68262" y="236749"/>
                </a:lnTo>
                <a:lnTo>
                  <a:pt x="68262" y="252835"/>
                </a:lnTo>
                <a:lnTo>
                  <a:pt x="99906" y="280670"/>
                </a:lnTo>
                <a:lnTo>
                  <a:pt x="136356" y="285948"/>
                </a:lnTo>
                <a:lnTo>
                  <a:pt x="142875" y="286067"/>
                </a:lnTo>
                <a:lnTo>
                  <a:pt x="221969" y="286067"/>
                </a:lnTo>
                <a:lnTo>
                  <a:pt x="221297" y="286662"/>
                </a:lnTo>
                <a:lnTo>
                  <a:pt x="184140" y="303023"/>
                </a:lnTo>
                <a:lnTo>
                  <a:pt x="150455" y="307171"/>
                </a:lnTo>
                <a:lnTo>
                  <a:pt x="142557" y="307340"/>
                </a:lnTo>
                <a:close/>
              </a:path>
              <a:path w="241935" h="307340">
                <a:moveTo>
                  <a:pt x="221969" y="286067"/>
                </a:moveTo>
                <a:lnTo>
                  <a:pt x="142875" y="286067"/>
                </a:lnTo>
                <a:lnTo>
                  <a:pt x="149115" y="285948"/>
                </a:lnTo>
                <a:lnTo>
                  <a:pt x="155455" y="285591"/>
                </a:lnTo>
                <a:lnTo>
                  <a:pt x="199337" y="274320"/>
                </a:lnTo>
                <a:lnTo>
                  <a:pt x="216535" y="252835"/>
                </a:lnTo>
                <a:lnTo>
                  <a:pt x="216535" y="236749"/>
                </a:lnTo>
                <a:lnTo>
                  <a:pt x="185155" y="208332"/>
                </a:lnTo>
                <a:lnTo>
                  <a:pt x="142875" y="202565"/>
                </a:lnTo>
                <a:lnTo>
                  <a:pt x="221297" y="202565"/>
                </a:lnTo>
                <a:lnTo>
                  <a:pt x="241329" y="235694"/>
                </a:lnTo>
                <a:lnTo>
                  <a:pt x="241935" y="244792"/>
                </a:lnTo>
                <a:lnTo>
                  <a:pt x="241329" y="253751"/>
                </a:lnTo>
                <a:lnTo>
                  <a:pt x="239514" y="261897"/>
                </a:lnTo>
                <a:lnTo>
                  <a:pt x="236487" y="269230"/>
                </a:lnTo>
                <a:lnTo>
                  <a:pt x="232251" y="275748"/>
                </a:lnTo>
                <a:lnTo>
                  <a:pt x="227091" y="281533"/>
                </a:lnTo>
                <a:lnTo>
                  <a:pt x="221969" y="2860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566726" y="6402580"/>
            <a:ext cx="284480" cy="298450"/>
          </a:xfrm>
          <a:custGeom>
            <a:avLst/>
            <a:gdLst/>
            <a:ahLst/>
            <a:cxnLst/>
            <a:rect l="l" t="t" r="r" b="b"/>
            <a:pathLst>
              <a:path w="284479" h="298450">
                <a:moveTo>
                  <a:pt x="142557" y="135255"/>
                </a:moveTo>
                <a:lnTo>
                  <a:pt x="100488" y="131286"/>
                </a:lnTo>
                <a:lnTo>
                  <a:pt x="58419" y="114428"/>
                </a:lnTo>
                <a:lnTo>
                  <a:pt x="35202" y="83899"/>
                </a:lnTo>
                <a:lnTo>
                  <a:pt x="33019" y="67627"/>
                </a:lnTo>
                <a:lnTo>
                  <a:pt x="33575" y="59183"/>
                </a:lnTo>
                <a:lnTo>
                  <a:pt x="52308" y="25598"/>
                </a:lnTo>
                <a:lnTo>
                  <a:pt x="90963" y="6221"/>
                </a:lnTo>
                <a:lnTo>
                  <a:pt x="131722" y="248"/>
                </a:lnTo>
                <a:lnTo>
                  <a:pt x="142557" y="0"/>
                </a:lnTo>
                <a:lnTo>
                  <a:pt x="153372" y="248"/>
                </a:lnTo>
                <a:lnTo>
                  <a:pt x="193694" y="6221"/>
                </a:lnTo>
                <a:lnTo>
                  <a:pt x="226684" y="21272"/>
                </a:lnTo>
                <a:lnTo>
                  <a:pt x="142557" y="21272"/>
                </a:lnTo>
                <a:lnTo>
                  <a:pt x="134104" y="21451"/>
                </a:lnTo>
                <a:lnTo>
                  <a:pt x="95884" y="27701"/>
                </a:lnTo>
                <a:lnTo>
                  <a:pt x="61224" y="52969"/>
                </a:lnTo>
                <a:lnTo>
                  <a:pt x="59122" y="59584"/>
                </a:lnTo>
                <a:lnTo>
                  <a:pt x="59220" y="76200"/>
                </a:lnTo>
                <a:lnTo>
                  <a:pt x="89455" y="105538"/>
                </a:lnTo>
                <a:lnTo>
                  <a:pt x="134104" y="113813"/>
                </a:lnTo>
                <a:lnTo>
                  <a:pt x="142557" y="113982"/>
                </a:lnTo>
                <a:lnTo>
                  <a:pt x="226702" y="113982"/>
                </a:lnTo>
                <a:lnTo>
                  <a:pt x="225841" y="114657"/>
                </a:lnTo>
                <a:lnTo>
                  <a:pt x="184150" y="131286"/>
                </a:lnTo>
                <a:lnTo>
                  <a:pt x="153372" y="135006"/>
                </a:lnTo>
                <a:lnTo>
                  <a:pt x="142557" y="135255"/>
                </a:lnTo>
                <a:close/>
              </a:path>
              <a:path w="284479" h="298450">
                <a:moveTo>
                  <a:pt x="226702" y="113982"/>
                </a:moveTo>
                <a:lnTo>
                  <a:pt x="142557" y="113982"/>
                </a:lnTo>
                <a:lnTo>
                  <a:pt x="150862" y="113813"/>
                </a:lnTo>
                <a:lnTo>
                  <a:pt x="158948" y="113307"/>
                </a:lnTo>
                <a:lnTo>
                  <a:pt x="200818" y="102870"/>
                </a:lnTo>
                <a:lnTo>
                  <a:pt x="225299" y="59183"/>
                </a:lnTo>
                <a:lnTo>
                  <a:pt x="223255" y="52652"/>
                </a:lnTo>
                <a:lnTo>
                  <a:pt x="188912" y="27424"/>
                </a:lnTo>
                <a:lnTo>
                  <a:pt x="151001" y="21441"/>
                </a:lnTo>
                <a:lnTo>
                  <a:pt x="142557" y="21272"/>
                </a:lnTo>
                <a:lnTo>
                  <a:pt x="226684" y="21272"/>
                </a:lnTo>
                <a:lnTo>
                  <a:pt x="250904" y="59183"/>
                </a:lnTo>
                <a:lnTo>
                  <a:pt x="251460" y="67627"/>
                </a:lnTo>
                <a:lnTo>
                  <a:pt x="250904" y="76200"/>
                </a:lnTo>
                <a:lnTo>
                  <a:pt x="232108" y="109745"/>
                </a:lnTo>
                <a:lnTo>
                  <a:pt x="226702" y="113982"/>
                </a:lnTo>
                <a:close/>
              </a:path>
              <a:path w="284479" h="298450">
                <a:moveTo>
                  <a:pt x="279823" y="188595"/>
                </a:moveTo>
                <a:lnTo>
                  <a:pt x="0" y="188595"/>
                </a:lnTo>
                <a:lnTo>
                  <a:pt x="0" y="167322"/>
                </a:lnTo>
                <a:lnTo>
                  <a:pt x="284480" y="167322"/>
                </a:lnTo>
                <a:lnTo>
                  <a:pt x="284480" y="183938"/>
                </a:lnTo>
                <a:lnTo>
                  <a:pt x="283845" y="185420"/>
                </a:lnTo>
                <a:lnTo>
                  <a:pt x="281305" y="187960"/>
                </a:lnTo>
                <a:lnTo>
                  <a:pt x="279823" y="188595"/>
                </a:lnTo>
                <a:close/>
              </a:path>
              <a:path w="284479" h="298450">
                <a:moveTo>
                  <a:pt x="90910" y="298132"/>
                </a:moveTo>
                <a:lnTo>
                  <a:pt x="70485" y="298132"/>
                </a:lnTo>
                <a:lnTo>
                  <a:pt x="70485" y="188595"/>
                </a:lnTo>
                <a:lnTo>
                  <a:pt x="95567" y="188595"/>
                </a:lnTo>
                <a:lnTo>
                  <a:pt x="95567" y="293475"/>
                </a:lnTo>
                <a:lnTo>
                  <a:pt x="94932" y="294957"/>
                </a:lnTo>
                <a:lnTo>
                  <a:pt x="92392" y="297497"/>
                </a:lnTo>
                <a:lnTo>
                  <a:pt x="90910" y="298132"/>
                </a:lnTo>
                <a:close/>
              </a:path>
              <a:path w="284479" h="298450">
                <a:moveTo>
                  <a:pt x="209655" y="298132"/>
                </a:moveTo>
                <a:lnTo>
                  <a:pt x="189229" y="298132"/>
                </a:lnTo>
                <a:lnTo>
                  <a:pt x="189229" y="188595"/>
                </a:lnTo>
                <a:lnTo>
                  <a:pt x="214312" y="188595"/>
                </a:lnTo>
                <a:lnTo>
                  <a:pt x="214312" y="293475"/>
                </a:lnTo>
                <a:lnTo>
                  <a:pt x="213677" y="294957"/>
                </a:lnTo>
                <a:lnTo>
                  <a:pt x="211137" y="297497"/>
                </a:lnTo>
                <a:lnTo>
                  <a:pt x="209655" y="2981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862001" y="6414645"/>
            <a:ext cx="284480" cy="245110"/>
          </a:xfrm>
          <a:custGeom>
            <a:avLst/>
            <a:gdLst/>
            <a:ahLst/>
            <a:cxnLst/>
            <a:rect l="l" t="t" r="r" b="b"/>
            <a:pathLst>
              <a:path w="284479" h="245109">
                <a:moveTo>
                  <a:pt x="279505" y="245109"/>
                </a:moveTo>
                <a:lnTo>
                  <a:pt x="0" y="245109"/>
                </a:lnTo>
                <a:lnTo>
                  <a:pt x="0" y="224472"/>
                </a:lnTo>
                <a:lnTo>
                  <a:pt x="130174" y="224472"/>
                </a:lnTo>
                <a:lnTo>
                  <a:pt x="130174" y="154622"/>
                </a:lnTo>
                <a:lnTo>
                  <a:pt x="51858" y="154622"/>
                </a:lnTo>
                <a:lnTo>
                  <a:pt x="47307" y="152823"/>
                </a:lnTo>
                <a:lnTo>
                  <a:pt x="39687" y="145626"/>
                </a:lnTo>
                <a:lnTo>
                  <a:pt x="37782" y="141075"/>
                </a:lnTo>
                <a:lnTo>
                  <a:pt x="37782" y="13546"/>
                </a:lnTo>
                <a:lnTo>
                  <a:pt x="39634" y="8995"/>
                </a:lnTo>
                <a:lnTo>
                  <a:pt x="47042" y="1799"/>
                </a:lnTo>
                <a:lnTo>
                  <a:pt x="51646" y="0"/>
                </a:lnTo>
                <a:lnTo>
                  <a:pt x="245427" y="0"/>
                </a:lnTo>
                <a:lnTo>
                  <a:pt x="245427" y="21272"/>
                </a:lnTo>
                <a:lnTo>
                  <a:pt x="63923" y="21272"/>
                </a:lnTo>
                <a:lnTo>
                  <a:pt x="62864" y="22330"/>
                </a:lnTo>
                <a:lnTo>
                  <a:pt x="62864" y="131974"/>
                </a:lnTo>
                <a:lnTo>
                  <a:pt x="63923" y="133032"/>
                </a:lnTo>
                <a:lnTo>
                  <a:pt x="248602" y="133032"/>
                </a:lnTo>
                <a:lnTo>
                  <a:pt x="248602" y="154622"/>
                </a:lnTo>
                <a:lnTo>
                  <a:pt x="155257" y="154622"/>
                </a:lnTo>
                <a:lnTo>
                  <a:pt x="155257" y="224472"/>
                </a:lnTo>
                <a:lnTo>
                  <a:pt x="284162" y="224472"/>
                </a:lnTo>
                <a:lnTo>
                  <a:pt x="284162" y="240453"/>
                </a:lnTo>
                <a:lnTo>
                  <a:pt x="283527" y="241934"/>
                </a:lnTo>
                <a:lnTo>
                  <a:pt x="280987" y="244474"/>
                </a:lnTo>
                <a:lnTo>
                  <a:pt x="279505" y="245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189344" y="6407343"/>
            <a:ext cx="152400" cy="274320"/>
          </a:xfrm>
          <a:custGeom>
            <a:avLst/>
            <a:gdLst/>
            <a:ahLst/>
            <a:cxnLst/>
            <a:rect l="l" t="t" r="r" b="b"/>
            <a:pathLst>
              <a:path w="152400" h="274320">
                <a:moveTo>
                  <a:pt x="1905" y="34290"/>
                </a:moveTo>
                <a:lnTo>
                  <a:pt x="28723" y="4653"/>
                </a:lnTo>
                <a:lnTo>
                  <a:pt x="71120" y="0"/>
                </a:lnTo>
                <a:lnTo>
                  <a:pt x="80119" y="218"/>
                </a:lnTo>
                <a:lnTo>
                  <a:pt x="118586" y="7937"/>
                </a:lnTo>
                <a:lnTo>
                  <a:pt x="140149" y="22224"/>
                </a:lnTo>
                <a:lnTo>
                  <a:pt x="74930" y="22224"/>
                </a:lnTo>
                <a:lnTo>
                  <a:pt x="65504" y="22423"/>
                </a:lnTo>
                <a:lnTo>
                  <a:pt x="20558" y="29210"/>
                </a:lnTo>
                <a:lnTo>
                  <a:pt x="11330" y="31591"/>
                </a:lnTo>
                <a:lnTo>
                  <a:pt x="1905" y="34290"/>
                </a:lnTo>
                <a:close/>
              </a:path>
              <a:path w="152400" h="274320">
                <a:moveTo>
                  <a:pt x="80010" y="210185"/>
                </a:moveTo>
                <a:lnTo>
                  <a:pt x="53657" y="210185"/>
                </a:lnTo>
                <a:lnTo>
                  <a:pt x="53657" y="188277"/>
                </a:lnTo>
                <a:lnTo>
                  <a:pt x="70432" y="146949"/>
                </a:lnTo>
                <a:lnTo>
                  <a:pt x="100965" y="113030"/>
                </a:lnTo>
                <a:lnTo>
                  <a:pt x="104669" y="109061"/>
                </a:lnTo>
                <a:lnTo>
                  <a:pt x="125888" y="70696"/>
                </a:lnTo>
                <a:lnTo>
                  <a:pt x="126682" y="64664"/>
                </a:lnTo>
                <a:lnTo>
                  <a:pt x="126682" y="58102"/>
                </a:lnTo>
                <a:lnTo>
                  <a:pt x="98226" y="24685"/>
                </a:lnTo>
                <a:lnTo>
                  <a:pt x="74930" y="22224"/>
                </a:lnTo>
                <a:lnTo>
                  <a:pt x="140149" y="22224"/>
                </a:lnTo>
                <a:lnTo>
                  <a:pt x="152400" y="66992"/>
                </a:lnTo>
                <a:lnTo>
                  <a:pt x="151341" y="74136"/>
                </a:lnTo>
                <a:lnTo>
                  <a:pt x="133773" y="111072"/>
                </a:lnTo>
                <a:lnTo>
                  <a:pt x="116840" y="129857"/>
                </a:lnTo>
                <a:lnTo>
                  <a:pt x="108594" y="138400"/>
                </a:lnTo>
                <a:lnTo>
                  <a:pt x="85457" y="169118"/>
                </a:lnTo>
                <a:lnTo>
                  <a:pt x="80010" y="192722"/>
                </a:lnTo>
                <a:lnTo>
                  <a:pt x="80010" y="210185"/>
                </a:lnTo>
                <a:close/>
              </a:path>
              <a:path w="152400" h="274320">
                <a:moveTo>
                  <a:pt x="82867" y="274320"/>
                </a:moveTo>
                <a:lnTo>
                  <a:pt x="50800" y="274320"/>
                </a:lnTo>
                <a:lnTo>
                  <a:pt x="50800" y="241617"/>
                </a:lnTo>
                <a:lnTo>
                  <a:pt x="82867" y="241617"/>
                </a:lnTo>
                <a:lnTo>
                  <a:pt x="82867" y="2743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278657" y="5367020"/>
            <a:ext cx="272415" cy="302260"/>
          </a:xfrm>
          <a:custGeom>
            <a:avLst/>
            <a:gdLst/>
            <a:ahLst/>
            <a:cxnLst/>
            <a:rect l="l" t="t" r="r" b="b"/>
            <a:pathLst>
              <a:path w="272414" h="302260">
                <a:moveTo>
                  <a:pt x="221085" y="302260"/>
                </a:moveTo>
                <a:lnTo>
                  <a:pt x="200342" y="302260"/>
                </a:lnTo>
                <a:lnTo>
                  <a:pt x="200342" y="0"/>
                </a:lnTo>
                <a:lnTo>
                  <a:pt x="225742" y="0"/>
                </a:lnTo>
                <a:lnTo>
                  <a:pt x="225742" y="107950"/>
                </a:lnTo>
                <a:lnTo>
                  <a:pt x="272415" y="107950"/>
                </a:lnTo>
                <a:lnTo>
                  <a:pt x="272415" y="128905"/>
                </a:lnTo>
                <a:lnTo>
                  <a:pt x="225742" y="128905"/>
                </a:lnTo>
                <a:lnTo>
                  <a:pt x="225742" y="297603"/>
                </a:lnTo>
                <a:lnTo>
                  <a:pt x="225107" y="299085"/>
                </a:lnTo>
                <a:lnTo>
                  <a:pt x="222567" y="301625"/>
                </a:lnTo>
                <a:lnTo>
                  <a:pt x="221085" y="302260"/>
                </a:lnTo>
                <a:close/>
              </a:path>
              <a:path w="272414" h="302260">
                <a:moveTo>
                  <a:pt x="31115" y="228917"/>
                </a:moveTo>
                <a:lnTo>
                  <a:pt x="27093" y="228917"/>
                </a:lnTo>
                <a:lnTo>
                  <a:pt x="23230" y="228758"/>
                </a:lnTo>
                <a:lnTo>
                  <a:pt x="0" y="214312"/>
                </a:lnTo>
                <a:lnTo>
                  <a:pt x="0" y="31009"/>
                </a:lnTo>
                <a:lnTo>
                  <a:pt x="1852" y="26458"/>
                </a:lnTo>
                <a:lnTo>
                  <a:pt x="9260" y="19261"/>
                </a:lnTo>
                <a:lnTo>
                  <a:pt x="13864" y="17462"/>
                </a:lnTo>
                <a:lnTo>
                  <a:pt x="153670" y="17462"/>
                </a:lnTo>
                <a:lnTo>
                  <a:pt x="153670" y="38417"/>
                </a:lnTo>
                <a:lnTo>
                  <a:pt x="26140" y="38417"/>
                </a:lnTo>
                <a:lnTo>
                  <a:pt x="25082" y="39475"/>
                </a:lnTo>
                <a:lnTo>
                  <a:pt x="25082" y="107950"/>
                </a:lnTo>
                <a:lnTo>
                  <a:pt x="152082" y="107950"/>
                </a:lnTo>
                <a:lnTo>
                  <a:pt x="152082" y="128587"/>
                </a:lnTo>
                <a:lnTo>
                  <a:pt x="25082" y="128587"/>
                </a:lnTo>
                <a:lnTo>
                  <a:pt x="25082" y="206904"/>
                </a:lnTo>
                <a:lnTo>
                  <a:pt x="26140" y="207962"/>
                </a:lnTo>
                <a:lnTo>
                  <a:pt x="28257" y="207962"/>
                </a:lnTo>
                <a:lnTo>
                  <a:pt x="31220" y="208174"/>
                </a:lnTo>
                <a:lnTo>
                  <a:pt x="34342" y="208279"/>
                </a:lnTo>
                <a:lnTo>
                  <a:pt x="177165" y="208279"/>
                </a:lnTo>
                <a:lnTo>
                  <a:pt x="177165" y="219710"/>
                </a:lnTo>
                <a:lnTo>
                  <a:pt x="125452" y="225266"/>
                </a:lnTo>
                <a:lnTo>
                  <a:pt x="77618" y="227935"/>
                </a:lnTo>
                <a:lnTo>
                  <a:pt x="49053" y="228758"/>
                </a:lnTo>
                <a:lnTo>
                  <a:pt x="31115" y="228917"/>
                </a:lnTo>
                <a:close/>
              </a:path>
              <a:path w="272414" h="302260">
                <a:moveTo>
                  <a:pt x="177165" y="208279"/>
                </a:moveTo>
                <a:lnTo>
                  <a:pt x="47625" y="208279"/>
                </a:lnTo>
                <a:lnTo>
                  <a:pt x="55175" y="208240"/>
                </a:lnTo>
                <a:lnTo>
                  <a:pt x="62904" y="208121"/>
                </a:lnTo>
                <a:lnTo>
                  <a:pt x="112077" y="205898"/>
                </a:lnTo>
                <a:lnTo>
                  <a:pt x="161607" y="201533"/>
                </a:lnTo>
                <a:lnTo>
                  <a:pt x="177165" y="199707"/>
                </a:lnTo>
                <a:lnTo>
                  <a:pt x="177165" y="208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584409" y="5367020"/>
            <a:ext cx="234315" cy="302260"/>
          </a:xfrm>
          <a:custGeom>
            <a:avLst/>
            <a:gdLst/>
            <a:ahLst/>
            <a:cxnLst/>
            <a:rect l="l" t="t" r="r" b="b"/>
            <a:pathLst>
              <a:path w="234314" h="302260">
                <a:moveTo>
                  <a:pt x="80962" y="237172"/>
                </a:moveTo>
                <a:lnTo>
                  <a:pt x="37167" y="222726"/>
                </a:lnTo>
                <a:lnTo>
                  <a:pt x="10794" y="185816"/>
                </a:lnTo>
                <a:lnTo>
                  <a:pt x="1190" y="145534"/>
                </a:lnTo>
                <a:lnTo>
                  <a:pt x="0" y="123507"/>
                </a:lnTo>
                <a:lnTo>
                  <a:pt x="297" y="113069"/>
                </a:lnTo>
                <a:lnTo>
                  <a:pt x="7461" y="72350"/>
                </a:lnTo>
                <a:lnTo>
                  <a:pt x="30559" y="31670"/>
                </a:lnTo>
                <a:lnTo>
                  <a:pt x="70703" y="11092"/>
                </a:lnTo>
                <a:lnTo>
                  <a:pt x="80962" y="10477"/>
                </a:lnTo>
                <a:lnTo>
                  <a:pt x="91231" y="11092"/>
                </a:lnTo>
                <a:lnTo>
                  <a:pt x="131643" y="31670"/>
                </a:lnTo>
                <a:lnTo>
                  <a:pt x="132269" y="32385"/>
                </a:lnTo>
                <a:lnTo>
                  <a:pt x="81279" y="32385"/>
                </a:lnTo>
                <a:lnTo>
                  <a:pt x="74086" y="32910"/>
                </a:lnTo>
                <a:lnTo>
                  <a:pt x="41999" y="56008"/>
                </a:lnTo>
                <a:lnTo>
                  <a:pt x="27185" y="99496"/>
                </a:lnTo>
                <a:lnTo>
                  <a:pt x="25400" y="123190"/>
                </a:lnTo>
                <a:lnTo>
                  <a:pt x="25598" y="132000"/>
                </a:lnTo>
                <a:lnTo>
                  <a:pt x="32662" y="173077"/>
                </a:lnTo>
                <a:lnTo>
                  <a:pt x="55880" y="207327"/>
                </a:lnTo>
                <a:lnTo>
                  <a:pt x="81279" y="214947"/>
                </a:lnTo>
                <a:lnTo>
                  <a:pt x="133060" y="214947"/>
                </a:lnTo>
                <a:lnTo>
                  <a:pt x="131365" y="216852"/>
                </a:lnTo>
                <a:lnTo>
                  <a:pt x="91221" y="236587"/>
                </a:lnTo>
                <a:lnTo>
                  <a:pt x="80962" y="237172"/>
                </a:lnTo>
                <a:close/>
              </a:path>
              <a:path w="234314" h="302260">
                <a:moveTo>
                  <a:pt x="133060" y="214947"/>
                </a:moveTo>
                <a:lnTo>
                  <a:pt x="81279" y="214947"/>
                </a:lnTo>
                <a:lnTo>
                  <a:pt x="88324" y="214471"/>
                </a:lnTo>
                <a:lnTo>
                  <a:pt x="120024" y="192950"/>
                </a:lnTo>
                <a:lnTo>
                  <a:pt x="135056" y="149145"/>
                </a:lnTo>
                <a:lnTo>
                  <a:pt x="136842" y="123190"/>
                </a:lnTo>
                <a:lnTo>
                  <a:pt x="136644" y="115371"/>
                </a:lnTo>
                <a:lnTo>
                  <a:pt x="129619" y="76041"/>
                </a:lnTo>
                <a:lnTo>
                  <a:pt x="106521" y="40798"/>
                </a:lnTo>
                <a:lnTo>
                  <a:pt x="81279" y="32385"/>
                </a:lnTo>
                <a:lnTo>
                  <a:pt x="132269" y="32385"/>
                </a:lnTo>
                <a:lnTo>
                  <a:pt x="154691" y="72350"/>
                </a:lnTo>
                <a:lnTo>
                  <a:pt x="161637" y="113069"/>
                </a:lnTo>
                <a:lnTo>
                  <a:pt x="161925" y="123507"/>
                </a:lnTo>
                <a:lnTo>
                  <a:pt x="161627" y="134649"/>
                </a:lnTo>
                <a:lnTo>
                  <a:pt x="154463" y="176470"/>
                </a:lnTo>
                <a:lnTo>
                  <a:pt x="137298" y="210185"/>
                </a:lnTo>
                <a:lnTo>
                  <a:pt x="133060" y="214947"/>
                </a:lnTo>
                <a:close/>
              </a:path>
              <a:path w="234314" h="302260">
                <a:moveTo>
                  <a:pt x="229658" y="302260"/>
                </a:moveTo>
                <a:lnTo>
                  <a:pt x="209550" y="302260"/>
                </a:lnTo>
                <a:lnTo>
                  <a:pt x="209550" y="0"/>
                </a:lnTo>
                <a:lnTo>
                  <a:pt x="234315" y="0"/>
                </a:lnTo>
                <a:lnTo>
                  <a:pt x="234315" y="297603"/>
                </a:lnTo>
                <a:lnTo>
                  <a:pt x="233680" y="299085"/>
                </a:lnTo>
                <a:lnTo>
                  <a:pt x="231140" y="301625"/>
                </a:lnTo>
                <a:lnTo>
                  <a:pt x="229658" y="302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865714" y="5367337"/>
            <a:ext cx="250190" cy="307975"/>
          </a:xfrm>
          <a:custGeom>
            <a:avLst/>
            <a:gdLst/>
            <a:ahLst/>
            <a:cxnLst/>
            <a:rect l="l" t="t" r="r" b="b"/>
            <a:pathLst>
              <a:path w="250189" h="307975">
                <a:moveTo>
                  <a:pt x="177800" y="31749"/>
                </a:moveTo>
                <a:lnTo>
                  <a:pt x="3810" y="31749"/>
                </a:lnTo>
                <a:lnTo>
                  <a:pt x="3810" y="11112"/>
                </a:lnTo>
                <a:lnTo>
                  <a:pt x="177800" y="11112"/>
                </a:lnTo>
                <a:lnTo>
                  <a:pt x="177800" y="31749"/>
                </a:lnTo>
                <a:close/>
              </a:path>
              <a:path w="250189" h="307975">
                <a:moveTo>
                  <a:pt x="61065" y="142557"/>
                </a:moveTo>
                <a:lnTo>
                  <a:pt x="37782" y="142557"/>
                </a:lnTo>
                <a:lnTo>
                  <a:pt x="36935" y="140864"/>
                </a:lnTo>
                <a:lnTo>
                  <a:pt x="36406" y="139065"/>
                </a:lnTo>
                <a:lnTo>
                  <a:pt x="35983" y="135255"/>
                </a:lnTo>
                <a:lnTo>
                  <a:pt x="35877" y="31749"/>
                </a:lnTo>
                <a:lnTo>
                  <a:pt x="60007" y="31749"/>
                </a:lnTo>
                <a:lnTo>
                  <a:pt x="60007" y="141499"/>
                </a:lnTo>
                <a:lnTo>
                  <a:pt x="61065" y="142557"/>
                </a:lnTo>
                <a:close/>
              </a:path>
              <a:path w="250189" h="307975">
                <a:moveTo>
                  <a:pt x="88265" y="163195"/>
                </a:moveTo>
                <a:lnTo>
                  <a:pt x="0" y="163195"/>
                </a:lnTo>
                <a:lnTo>
                  <a:pt x="0" y="142557"/>
                </a:lnTo>
                <a:lnTo>
                  <a:pt x="120861" y="142557"/>
                </a:lnTo>
                <a:lnTo>
                  <a:pt x="121920" y="141499"/>
                </a:lnTo>
                <a:lnTo>
                  <a:pt x="121920" y="31749"/>
                </a:lnTo>
                <a:lnTo>
                  <a:pt x="146050" y="31749"/>
                </a:lnTo>
                <a:lnTo>
                  <a:pt x="145960" y="135466"/>
                </a:lnTo>
                <a:lnTo>
                  <a:pt x="145684" y="137742"/>
                </a:lnTo>
                <a:lnTo>
                  <a:pt x="145594" y="138324"/>
                </a:lnTo>
                <a:lnTo>
                  <a:pt x="144780" y="140970"/>
                </a:lnTo>
                <a:lnTo>
                  <a:pt x="195262" y="140970"/>
                </a:lnTo>
                <a:lnTo>
                  <a:pt x="195262" y="155257"/>
                </a:lnTo>
                <a:lnTo>
                  <a:pt x="190817" y="156527"/>
                </a:lnTo>
                <a:lnTo>
                  <a:pt x="137725" y="161647"/>
                </a:lnTo>
                <a:lnTo>
                  <a:pt x="93821" y="163165"/>
                </a:lnTo>
                <a:lnTo>
                  <a:pt x="88265" y="163195"/>
                </a:lnTo>
                <a:close/>
              </a:path>
              <a:path w="250189" h="307975">
                <a:moveTo>
                  <a:pt x="195262" y="140970"/>
                </a:moveTo>
                <a:lnTo>
                  <a:pt x="144780" y="140970"/>
                </a:lnTo>
                <a:lnTo>
                  <a:pt x="148590" y="140758"/>
                </a:lnTo>
                <a:lnTo>
                  <a:pt x="152770" y="140440"/>
                </a:lnTo>
                <a:lnTo>
                  <a:pt x="192299" y="135466"/>
                </a:lnTo>
                <a:lnTo>
                  <a:pt x="195262" y="134620"/>
                </a:lnTo>
                <a:lnTo>
                  <a:pt x="195262" y="140970"/>
                </a:lnTo>
                <a:close/>
              </a:path>
              <a:path w="250189" h="307975">
                <a:moveTo>
                  <a:pt x="150812" y="307975"/>
                </a:moveTo>
                <a:lnTo>
                  <a:pt x="107751" y="303668"/>
                </a:lnTo>
                <a:lnTo>
                  <a:pt x="71159" y="287655"/>
                </a:lnTo>
                <a:lnTo>
                  <a:pt x="51435" y="246697"/>
                </a:lnTo>
                <a:lnTo>
                  <a:pt x="52010" y="237757"/>
                </a:lnTo>
                <a:lnTo>
                  <a:pt x="77400" y="200967"/>
                </a:lnTo>
                <a:lnTo>
                  <a:pt x="116363" y="187642"/>
                </a:lnTo>
                <a:lnTo>
                  <a:pt x="150812" y="185102"/>
                </a:lnTo>
                <a:lnTo>
                  <a:pt x="159275" y="185261"/>
                </a:lnTo>
                <a:lnTo>
                  <a:pt x="202088" y="191293"/>
                </a:lnTo>
                <a:lnTo>
                  <a:pt x="231567" y="206375"/>
                </a:lnTo>
                <a:lnTo>
                  <a:pt x="151130" y="206375"/>
                </a:lnTo>
                <a:lnTo>
                  <a:pt x="144889" y="206484"/>
                </a:lnTo>
                <a:lnTo>
                  <a:pt x="94403" y="217540"/>
                </a:lnTo>
                <a:lnTo>
                  <a:pt x="76835" y="238654"/>
                </a:lnTo>
                <a:lnTo>
                  <a:pt x="76835" y="254740"/>
                </a:lnTo>
                <a:lnTo>
                  <a:pt x="108796" y="281675"/>
                </a:lnTo>
                <a:lnTo>
                  <a:pt x="151130" y="286702"/>
                </a:lnTo>
                <a:lnTo>
                  <a:pt x="231529" y="286702"/>
                </a:lnTo>
                <a:lnTo>
                  <a:pt x="230465" y="287655"/>
                </a:lnTo>
                <a:lnTo>
                  <a:pt x="193873" y="303668"/>
                </a:lnTo>
                <a:lnTo>
                  <a:pt x="159275" y="307806"/>
                </a:lnTo>
                <a:lnTo>
                  <a:pt x="150812" y="307975"/>
                </a:lnTo>
                <a:close/>
              </a:path>
              <a:path w="250189" h="307975">
                <a:moveTo>
                  <a:pt x="231529" y="286702"/>
                </a:moveTo>
                <a:lnTo>
                  <a:pt x="159385" y="286702"/>
                </a:lnTo>
                <a:lnTo>
                  <a:pt x="167798" y="286120"/>
                </a:lnTo>
                <a:lnTo>
                  <a:pt x="184943" y="283792"/>
                </a:lnTo>
                <a:lnTo>
                  <a:pt x="222197" y="261302"/>
                </a:lnTo>
                <a:lnTo>
                  <a:pt x="224472" y="254740"/>
                </a:lnTo>
                <a:lnTo>
                  <a:pt x="224472" y="238654"/>
                </a:lnTo>
                <a:lnTo>
                  <a:pt x="192828" y="211402"/>
                </a:lnTo>
                <a:lnTo>
                  <a:pt x="159385" y="206375"/>
                </a:lnTo>
                <a:lnTo>
                  <a:pt x="231567" y="206375"/>
                </a:lnTo>
                <a:lnTo>
                  <a:pt x="250190" y="246697"/>
                </a:lnTo>
                <a:lnTo>
                  <a:pt x="249614" y="255498"/>
                </a:lnTo>
                <a:lnTo>
                  <a:pt x="247888" y="263485"/>
                </a:lnTo>
                <a:lnTo>
                  <a:pt x="245010" y="270658"/>
                </a:lnTo>
                <a:lnTo>
                  <a:pt x="240982" y="277018"/>
                </a:lnTo>
                <a:lnTo>
                  <a:pt x="236051" y="282654"/>
                </a:lnTo>
                <a:lnTo>
                  <a:pt x="231529" y="286702"/>
                </a:lnTo>
                <a:close/>
              </a:path>
              <a:path w="250189" h="307975">
                <a:moveTo>
                  <a:pt x="242358" y="178752"/>
                </a:moveTo>
                <a:lnTo>
                  <a:pt x="222250" y="178752"/>
                </a:lnTo>
                <a:lnTo>
                  <a:pt x="222250" y="0"/>
                </a:lnTo>
                <a:lnTo>
                  <a:pt x="247015" y="0"/>
                </a:lnTo>
                <a:lnTo>
                  <a:pt x="247015" y="174095"/>
                </a:lnTo>
                <a:lnTo>
                  <a:pt x="246380" y="175577"/>
                </a:lnTo>
                <a:lnTo>
                  <a:pt x="243840" y="178117"/>
                </a:lnTo>
                <a:lnTo>
                  <a:pt x="242358" y="178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252132" y="5367655"/>
            <a:ext cx="269240" cy="302260"/>
          </a:xfrm>
          <a:custGeom>
            <a:avLst/>
            <a:gdLst/>
            <a:ahLst/>
            <a:cxnLst/>
            <a:rect l="l" t="t" r="r" b="b"/>
            <a:pathLst>
              <a:path w="269239" h="302260">
                <a:moveTo>
                  <a:pt x="240347" y="61277"/>
                </a:moveTo>
                <a:lnTo>
                  <a:pt x="215582" y="61277"/>
                </a:lnTo>
                <a:lnTo>
                  <a:pt x="215582" y="0"/>
                </a:lnTo>
                <a:lnTo>
                  <a:pt x="240347" y="0"/>
                </a:lnTo>
                <a:lnTo>
                  <a:pt x="240347" y="61277"/>
                </a:lnTo>
                <a:close/>
              </a:path>
              <a:path w="269239" h="302260">
                <a:moveTo>
                  <a:pt x="80327" y="150177"/>
                </a:moveTo>
                <a:lnTo>
                  <a:pt x="42455" y="142755"/>
                </a:lnTo>
                <a:lnTo>
                  <a:pt x="10040" y="115133"/>
                </a:lnTo>
                <a:lnTo>
                  <a:pt x="0" y="76835"/>
                </a:lnTo>
                <a:lnTo>
                  <a:pt x="386" y="68629"/>
                </a:lnTo>
                <a:lnTo>
                  <a:pt x="18067" y="28594"/>
                </a:lnTo>
                <a:lnTo>
                  <a:pt x="56038" y="7213"/>
                </a:lnTo>
                <a:lnTo>
                  <a:pt x="80327" y="4445"/>
                </a:lnTo>
                <a:lnTo>
                  <a:pt x="87510" y="4702"/>
                </a:lnTo>
                <a:lnTo>
                  <a:pt x="125164" y="16549"/>
                </a:lnTo>
                <a:lnTo>
                  <a:pt x="138093" y="26035"/>
                </a:lnTo>
                <a:lnTo>
                  <a:pt x="72495" y="26035"/>
                </a:lnTo>
                <a:lnTo>
                  <a:pt x="65246" y="27252"/>
                </a:lnTo>
                <a:lnTo>
                  <a:pt x="32226" y="49794"/>
                </a:lnTo>
                <a:lnTo>
                  <a:pt x="25145" y="85605"/>
                </a:lnTo>
                <a:lnTo>
                  <a:pt x="26617" y="92762"/>
                </a:lnTo>
                <a:lnTo>
                  <a:pt x="52863" y="123031"/>
                </a:lnTo>
                <a:lnTo>
                  <a:pt x="73130" y="128587"/>
                </a:lnTo>
                <a:lnTo>
                  <a:pt x="137617" y="128587"/>
                </a:lnTo>
                <a:lnTo>
                  <a:pt x="133667" y="132238"/>
                </a:lnTo>
                <a:lnTo>
                  <a:pt x="95408" y="149026"/>
                </a:lnTo>
                <a:lnTo>
                  <a:pt x="87987" y="149889"/>
                </a:lnTo>
                <a:lnTo>
                  <a:pt x="80327" y="150177"/>
                </a:lnTo>
                <a:close/>
              </a:path>
              <a:path w="269239" h="302260">
                <a:moveTo>
                  <a:pt x="137617" y="128587"/>
                </a:moveTo>
                <a:lnTo>
                  <a:pt x="87947" y="128587"/>
                </a:lnTo>
                <a:lnTo>
                  <a:pt x="94985" y="127317"/>
                </a:lnTo>
                <a:lnTo>
                  <a:pt x="107897" y="122237"/>
                </a:lnTo>
                <a:lnTo>
                  <a:pt x="132291" y="91440"/>
                </a:lnTo>
                <a:lnTo>
                  <a:pt x="133594" y="68629"/>
                </a:lnTo>
                <a:lnTo>
                  <a:pt x="132291" y="61965"/>
                </a:lnTo>
                <a:lnTo>
                  <a:pt x="107579" y="31855"/>
                </a:lnTo>
                <a:lnTo>
                  <a:pt x="87735" y="26035"/>
                </a:lnTo>
                <a:lnTo>
                  <a:pt x="138093" y="26035"/>
                </a:lnTo>
                <a:lnTo>
                  <a:pt x="142610" y="30850"/>
                </a:lnTo>
                <a:lnTo>
                  <a:pt x="151712" y="45032"/>
                </a:lnTo>
                <a:lnTo>
                  <a:pt x="154940" y="52810"/>
                </a:lnTo>
                <a:lnTo>
                  <a:pt x="156845" y="61277"/>
                </a:lnTo>
                <a:lnTo>
                  <a:pt x="240347" y="61277"/>
                </a:lnTo>
                <a:lnTo>
                  <a:pt x="240347" y="81915"/>
                </a:lnTo>
                <a:lnTo>
                  <a:pt x="158115" y="81915"/>
                </a:lnTo>
                <a:lnTo>
                  <a:pt x="157291" y="89792"/>
                </a:lnTo>
                <a:lnTo>
                  <a:pt x="138658" y="127625"/>
                </a:lnTo>
                <a:lnTo>
                  <a:pt x="137617" y="128587"/>
                </a:lnTo>
                <a:close/>
              </a:path>
              <a:path w="269239" h="302260">
                <a:moveTo>
                  <a:pt x="235690" y="162242"/>
                </a:moveTo>
                <a:lnTo>
                  <a:pt x="215582" y="162242"/>
                </a:lnTo>
                <a:lnTo>
                  <a:pt x="215582" y="81915"/>
                </a:lnTo>
                <a:lnTo>
                  <a:pt x="240347" y="81915"/>
                </a:lnTo>
                <a:lnTo>
                  <a:pt x="240347" y="157585"/>
                </a:lnTo>
                <a:lnTo>
                  <a:pt x="239712" y="159067"/>
                </a:lnTo>
                <a:lnTo>
                  <a:pt x="237172" y="161607"/>
                </a:lnTo>
                <a:lnTo>
                  <a:pt x="235690" y="162242"/>
                </a:lnTo>
                <a:close/>
              </a:path>
              <a:path w="269239" h="302260">
                <a:moveTo>
                  <a:pt x="182731" y="285432"/>
                </a:moveTo>
                <a:lnTo>
                  <a:pt x="145732" y="285432"/>
                </a:lnTo>
                <a:lnTo>
                  <a:pt x="151870" y="282045"/>
                </a:lnTo>
                <a:lnTo>
                  <a:pt x="157797" y="278024"/>
                </a:lnTo>
                <a:lnTo>
                  <a:pt x="186764" y="245903"/>
                </a:lnTo>
                <a:lnTo>
                  <a:pt x="193357" y="225954"/>
                </a:lnTo>
                <a:lnTo>
                  <a:pt x="193357" y="180022"/>
                </a:lnTo>
                <a:lnTo>
                  <a:pt x="218122" y="180022"/>
                </a:lnTo>
                <a:lnTo>
                  <a:pt x="218166" y="225954"/>
                </a:lnTo>
                <a:lnTo>
                  <a:pt x="230505" y="254000"/>
                </a:lnTo>
                <a:lnTo>
                  <a:pt x="206375" y="254000"/>
                </a:lnTo>
                <a:lnTo>
                  <a:pt x="183188" y="285009"/>
                </a:lnTo>
                <a:lnTo>
                  <a:pt x="182731" y="285432"/>
                </a:lnTo>
                <a:close/>
              </a:path>
              <a:path w="269239" h="302260">
                <a:moveTo>
                  <a:pt x="131339" y="302260"/>
                </a:moveTo>
                <a:lnTo>
                  <a:pt x="48471" y="302260"/>
                </a:lnTo>
                <a:lnTo>
                  <a:pt x="43867" y="300460"/>
                </a:lnTo>
                <a:lnTo>
                  <a:pt x="36459" y="293264"/>
                </a:lnTo>
                <a:lnTo>
                  <a:pt x="34650" y="288819"/>
                </a:lnTo>
                <a:lnTo>
                  <a:pt x="34607" y="180340"/>
                </a:lnTo>
                <a:lnTo>
                  <a:pt x="58102" y="180340"/>
                </a:lnTo>
                <a:lnTo>
                  <a:pt x="58102" y="219075"/>
                </a:lnTo>
                <a:lnTo>
                  <a:pt x="146050" y="219075"/>
                </a:lnTo>
                <a:lnTo>
                  <a:pt x="146050" y="239712"/>
                </a:lnTo>
                <a:lnTo>
                  <a:pt x="58102" y="239712"/>
                </a:lnTo>
                <a:lnTo>
                  <a:pt x="58102" y="279929"/>
                </a:lnTo>
                <a:lnTo>
                  <a:pt x="59160" y="280987"/>
                </a:lnTo>
                <a:lnTo>
                  <a:pt x="146050" y="280987"/>
                </a:lnTo>
                <a:lnTo>
                  <a:pt x="145944" y="285009"/>
                </a:lnTo>
                <a:lnTo>
                  <a:pt x="145732" y="285432"/>
                </a:lnTo>
                <a:lnTo>
                  <a:pt x="182731" y="285432"/>
                </a:lnTo>
                <a:lnTo>
                  <a:pt x="181358" y="286702"/>
                </a:lnTo>
                <a:lnTo>
                  <a:pt x="145415" y="286702"/>
                </a:lnTo>
                <a:lnTo>
                  <a:pt x="144568" y="291359"/>
                </a:lnTo>
                <a:lnTo>
                  <a:pt x="142398" y="295116"/>
                </a:lnTo>
                <a:lnTo>
                  <a:pt x="135413" y="300831"/>
                </a:lnTo>
                <a:lnTo>
                  <a:pt x="131339" y="302260"/>
                </a:lnTo>
                <a:close/>
              </a:path>
              <a:path w="269239" h="302260">
                <a:moveTo>
                  <a:pt x="146050" y="219075"/>
                </a:moveTo>
                <a:lnTo>
                  <a:pt x="121920" y="219075"/>
                </a:lnTo>
                <a:lnTo>
                  <a:pt x="121920" y="180340"/>
                </a:lnTo>
                <a:lnTo>
                  <a:pt x="146050" y="180340"/>
                </a:lnTo>
                <a:lnTo>
                  <a:pt x="146050" y="219075"/>
                </a:lnTo>
                <a:close/>
              </a:path>
              <a:path w="269239" h="302260">
                <a:moveTo>
                  <a:pt x="146050" y="280987"/>
                </a:moveTo>
                <a:lnTo>
                  <a:pt x="120861" y="280987"/>
                </a:lnTo>
                <a:lnTo>
                  <a:pt x="121920" y="279929"/>
                </a:lnTo>
                <a:lnTo>
                  <a:pt x="121920" y="239712"/>
                </a:lnTo>
                <a:lnTo>
                  <a:pt x="146050" y="239712"/>
                </a:lnTo>
                <a:lnTo>
                  <a:pt x="146050" y="280987"/>
                </a:lnTo>
                <a:close/>
              </a:path>
              <a:path w="269239" h="302260">
                <a:moveTo>
                  <a:pt x="252095" y="301307"/>
                </a:moveTo>
                <a:lnTo>
                  <a:pt x="221138" y="277018"/>
                </a:lnTo>
                <a:lnTo>
                  <a:pt x="206375" y="254000"/>
                </a:lnTo>
                <a:lnTo>
                  <a:pt x="230505" y="254000"/>
                </a:lnTo>
                <a:lnTo>
                  <a:pt x="238336" y="263789"/>
                </a:lnTo>
                <a:lnTo>
                  <a:pt x="243734" y="269081"/>
                </a:lnTo>
                <a:lnTo>
                  <a:pt x="256010" y="278606"/>
                </a:lnTo>
                <a:lnTo>
                  <a:pt x="262360" y="282680"/>
                </a:lnTo>
                <a:lnTo>
                  <a:pt x="268922" y="286067"/>
                </a:lnTo>
                <a:lnTo>
                  <a:pt x="257856" y="296280"/>
                </a:lnTo>
                <a:lnTo>
                  <a:pt x="254687" y="299085"/>
                </a:lnTo>
                <a:lnTo>
                  <a:pt x="252095" y="301307"/>
                </a:lnTo>
                <a:close/>
              </a:path>
              <a:path w="269239" h="302260">
                <a:moveTo>
                  <a:pt x="161925" y="301625"/>
                </a:moveTo>
                <a:lnTo>
                  <a:pt x="145415" y="286702"/>
                </a:lnTo>
                <a:lnTo>
                  <a:pt x="181358" y="286702"/>
                </a:lnTo>
                <a:lnTo>
                  <a:pt x="179070" y="288819"/>
                </a:lnTo>
                <a:lnTo>
                  <a:pt x="170107" y="296068"/>
                </a:lnTo>
                <a:lnTo>
                  <a:pt x="165946" y="299085"/>
                </a:lnTo>
                <a:lnTo>
                  <a:pt x="161925" y="301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555662" y="5367020"/>
            <a:ext cx="234315" cy="302260"/>
          </a:xfrm>
          <a:custGeom>
            <a:avLst/>
            <a:gdLst/>
            <a:ahLst/>
            <a:cxnLst/>
            <a:rect l="l" t="t" r="r" b="b"/>
            <a:pathLst>
              <a:path w="234314" h="302260">
                <a:moveTo>
                  <a:pt x="80962" y="237172"/>
                </a:moveTo>
                <a:lnTo>
                  <a:pt x="37167" y="222726"/>
                </a:lnTo>
                <a:lnTo>
                  <a:pt x="10794" y="185816"/>
                </a:lnTo>
                <a:lnTo>
                  <a:pt x="1190" y="145534"/>
                </a:lnTo>
                <a:lnTo>
                  <a:pt x="0" y="123507"/>
                </a:lnTo>
                <a:lnTo>
                  <a:pt x="297" y="113069"/>
                </a:lnTo>
                <a:lnTo>
                  <a:pt x="7461" y="72350"/>
                </a:lnTo>
                <a:lnTo>
                  <a:pt x="30559" y="31670"/>
                </a:lnTo>
                <a:lnTo>
                  <a:pt x="70703" y="11092"/>
                </a:lnTo>
                <a:lnTo>
                  <a:pt x="80962" y="10477"/>
                </a:lnTo>
                <a:lnTo>
                  <a:pt x="91231" y="11092"/>
                </a:lnTo>
                <a:lnTo>
                  <a:pt x="131643" y="31670"/>
                </a:lnTo>
                <a:lnTo>
                  <a:pt x="132269" y="32385"/>
                </a:lnTo>
                <a:lnTo>
                  <a:pt x="81279" y="32385"/>
                </a:lnTo>
                <a:lnTo>
                  <a:pt x="74086" y="32910"/>
                </a:lnTo>
                <a:lnTo>
                  <a:pt x="41999" y="56008"/>
                </a:lnTo>
                <a:lnTo>
                  <a:pt x="27185" y="99496"/>
                </a:lnTo>
                <a:lnTo>
                  <a:pt x="25400" y="123190"/>
                </a:lnTo>
                <a:lnTo>
                  <a:pt x="25598" y="132000"/>
                </a:lnTo>
                <a:lnTo>
                  <a:pt x="32662" y="173077"/>
                </a:lnTo>
                <a:lnTo>
                  <a:pt x="55880" y="207327"/>
                </a:lnTo>
                <a:lnTo>
                  <a:pt x="81279" y="214947"/>
                </a:lnTo>
                <a:lnTo>
                  <a:pt x="133060" y="214947"/>
                </a:lnTo>
                <a:lnTo>
                  <a:pt x="131365" y="216852"/>
                </a:lnTo>
                <a:lnTo>
                  <a:pt x="91221" y="236587"/>
                </a:lnTo>
                <a:lnTo>
                  <a:pt x="80962" y="237172"/>
                </a:lnTo>
                <a:close/>
              </a:path>
              <a:path w="234314" h="302260">
                <a:moveTo>
                  <a:pt x="133060" y="214947"/>
                </a:moveTo>
                <a:lnTo>
                  <a:pt x="81279" y="214947"/>
                </a:lnTo>
                <a:lnTo>
                  <a:pt x="88324" y="214471"/>
                </a:lnTo>
                <a:lnTo>
                  <a:pt x="120024" y="192950"/>
                </a:lnTo>
                <a:lnTo>
                  <a:pt x="135056" y="149145"/>
                </a:lnTo>
                <a:lnTo>
                  <a:pt x="136842" y="123190"/>
                </a:lnTo>
                <a:lnTo>
                  <a:pt x="136644" y="115371"/>
                </a:lnTo>
                <a:lnTo>
                  <a:pt x="129619" y="76041"/>
                </a:lnTo>
                <a:lnTo>
                  <a:pt x="106521" y="40798"/>
                </a:lnTo>
                <a:lnTo>
                  <a:pt x="81279" y="32385"/>
                </a:lnTo>
                <a:lnTo>
                  <a:pt x="132269" y="32385"/>
                </a:lnTo>
                <a:lnTo>
                  <a:pt x="154691" y="72350"/>
                </a:lnTo>
                <a:lnTo>
                  <a:pt x="161637" y="113069"/>
                </a:lnTo>
                <a:lnTo>
                  <a:pt x="161925" y="123507"/>
                </a:lnTo>
                <a:lnTo>
                  <a:pt x="161627" y="134649"/>
                </a:lnTo>
                <a:lnTo>
                  <a:pt x="154463" y="176470"/>
                </a:lnTo>
                <a:lnTo>
                  <a:pt x="137298" y="210185"/>
                </a:lnTo>
                <a:lnTo>
                  <a:pt x="133060" y="214947"/>
                </a:lnTo>
                <a:close/>
              </a:path>
              <a:path w="234314" h="302260">
                <a:moveTo>
                  <a:pt x="229658" y="302260"/>
                </a:moveTo>
                <a:lnTo>
                  <a:pt x="209550" y="302260"/>
                </a:lnTo>
                <a:lnTo>
                  <a:pt x="209550" y="0"/>
                </a:lnTo>
                <a:lnTo>
                  <a:pt x="234315" y="0"/>
                </a:lnTo>
                <a:lnTo>
                  <a:pt x="234315" y="297603"/>
                </a:lnTo>
                <a:lnTo>
                  <a:pt x="233680" y="299085"/>
                </a:lnTo>
                <a:lnTo>
                  <a:pt x="231140" y="301625"/>
                </a:lnTo>
                <a:lnTo>
                  <a:pt x="229658" y="302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921422" y="5367337"/>
            <a:ext cx="248285" cy="302260"/>
          </a:xfrm>
          <a:custGeom>
            <a:avLst/>
            <a:gdLst/>
            <a:ahLst/>
            <a:cxnLst/>
            <a:rect l="l" t="t" r="r" b="b"/>
            <a:pathLst>
              <a:path w="248285" h="302260">
                <a:moveTo>
                  <a:pt x="183515" y="37147"/>
                </a:moveTo>
                <a:lnTo>
                  <a:pt x="2857" y="37147"/>
                </a:lnTo>
                <a:lnTo>
                  <a:pt x="2857" y="16509"/>
                </a:lnTo>
                <a:lnTo>
                  <a:pt x="183515" y="16509"/>
                </a:lnTo>
                <a:lnTo>
                  <a:pt x="183515" y="37147"/>
                </a:lnTo>
                <a:close/>
              </a:path>
              <a:path w="248285" h="302260">
                <a:moveTo>
                  <a:pt x="61383" y="204787"/>
                </a:moveTo>
                <a:lnTo>
                  <a:pt x="37464" y="204787"/>
                </a:lnTo>
                <a:lnTo>
                  <a:pt x="36406" y="201612"/>
                </a:lnTo>
                <a:lnTo>
                  <a:pt x="35950" y="198331"/>
                </a:lnTo>
                <a:lnTo>
                  <a:pt x="35877" y="37147"/>
                </a:lnTo>
                <a:lnTo>
                  <a:pt x="60324" y="37147"/>
                </a:lnTo>
                <a:lnTo>
                  <a:pt x="60324" y="203729"/>
                </a:lnTo>
                <a:lnTo>
                  <a:pt x="61383" y="204787"/>
                </a:lnTo>
                <a:close/>
              </a:path>
              <a:path w="248285" h="302260">
                <a:moveTo>
                  <a:pt x="94932" y="225742"/>
                </a:moveTo>
                <a:lnTo>
                  <a:pt x="0" y="225742"/>
                </a:lnTo>
                <a:lnTo>
                  <a:pt x="0" y="204787"/>
                </a:lnTo>
                <a:lnTo>
                  <a:pt x="125624" y="204787"/>
                </a:lnTo>
                <a:lnTo>
                  <a:pt x="126682" y="203729"/>
                </a:lnTo>
                <a:lnTo>
                  <a:pt x="126682" y="37147"/>
                </a:lnTo>
                <a:lnTo>
                  <a:pt x="151447" y="37147"/>
                </a:lnTo>
                <a:lnTo>
                  <a:pt x="151383" y="196850"/>
                </a:lnTo>
                <a:lnTo>
                  <a:pt x="150918" y="199919"/>
                </a:lnTo>
                <a:lnTo>
                  <a:pt x="149860" y="202882"/>
                </a:lnTo>
                <a:lnTo>
                  <a:pt x="193675" y="202882"/>
                </a:lnTo>
                <a:lnTo>
                  <a:pt x="193675" y="218122"/>
                </a:lnTo>
                <a:lnTo>
                  <a:pt x="186901" y="219815"/>
                </a:lnTo>
                <a:lnTo>
                  <a:pt x="148451" y="223877"/>
                </a:lnTo>
                <a:lnTo>
                  <a:pt x="103081" y="225636"/>
                </a:lnTo>
                <a:lnTo>
                  <a:pt x="94932" y="225742"/>
                </a:lnTo>
                <a:close/>
              </a:path>
              <a:path w="248285" h="302260">
                <a:moveTo>
                  <a:pt x="193675" y="202882"/>
                </a:moveTo>
                <a:lnTo>
                  <a:pt x="149860" y="202882"/>
                </a:lnTo>
                <a:lnTo>
                  <a:pt x="156845" y="202459"/>
                </a:lnTo>
                <a:lnTo>
                  <a:pt x="164412" y="201718"/>
                </a:lnTo>
                <a:lnTo>
                  <a:pt x="180710" y="199601"/>
                </a:lnTo>
                <a:lnTo>
                  <a:pt x="187748" y="198331"/>
                </a:lnTo>
                <a:lnTo>
                  <a:pt x="193675" y="196850"/>
                </a:lnTo>
                <a:lnTo>
                  <a:pt x="193675" y="202882"/>
                </a:lnTo>
                <a:close/>
              </a:path>
              <a:path w="248285" h="302260">
                <a:moveTo>
                  <a:pt x="243310" y="301942"/>
                </a:moveTo>
                <a:lnTo>
                  <a:pt x="222885" y="301942"/>
                </a:lnTo>
                <a:lnTo>
                  <a:pt x="222885" y="0"/>
                </a:lnTo>
                <a:lnTo>
                  <a:pt x="247967" y="0"/>
                </a:lnTo>
                <a:lnTo>
                  <a:pt x="247967" y="297285"/>
                </a:lnTo>
                <a:lnTo>
                  <a:pt x="247332" y="298767"/>
                </a:lnTo>
                <a:lnTo>
                  <a:pt x="244792" y="301307"/>
                </a:lnTo>
                <a:lnTo>
                  <a:pt x="243310" y="3019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213204" y="5367655"/>
            <a:ext cx="271780" cy="301625"/>
          </a:xfrm>
          <a:custGeom>
            <a:avLst/>
            <a:gdLst/>
            <a:ahLst/>
            <a:cxnLst/>
            <a:rect l="l" t="t" r="r" b="b"/>
            <a:pathLst>
              <a:path w="271779" h="301625">
                <a:moveTo>
                  <a:pt x="79057" y="245427"/>
                </a:moveTo>
                <a:lnTo>
                  <a:pt x="38605" y="232568"/>
                </a:lnTo>
                <a:lnTo>
                  <a:pt x="13493" y="199231"/>
                </a:lnTo>
                <a:lnTo>
                  <a:pt x="8255" y="168910"/>
                </a:lnTo>
                <a:lnTo>
                  <a:pt x="8582" y="160952"/>
                </a:lnTo>
                <a:lnTo>
                  <a:pt x="23747" y="119846"/>
                </a:lnTo>
                <a:lnTo>
                  <a:pt x="57150" y="96013"/>
                </a:lnTo>
                <a:lnTo>
                  <a:pt x="79057" y="92710"/>
                </a:lnTo>
                <a:lnTo>
                  <a:pt x="86755" y="93077"/>
                </a:lnTo>
                <a:lnTo>
                  <a:pt x="125412" y="109587"/>
                </a:lnTo>
                <a:lnTo>
                  <a:pt x="130173" y="114300"/>
                </a:lnTo>
                <a:lnTo>
                  <a:pt x="71860" y="114300"/>
                </a:lnTo>
                <a:lnTo>
                  <a:pt x="65405" y="115781"/>
                </a:lnTo>
                <a:lnTo>
                  <a:pt x="33178" y="154834"/>
                </a:lnTo>
                <a:lnTo>
                  <a:pt x="32123" y="176877"/>
                </a:lnTo>
                <a:lnTo>
                  <a:pt x="33231" y="183726"/>
                </a:lnTo>
                <a:lnTo>
                  <a:pt x="54345" y="216693"/>
                </a:lnTo>
                <a:lnTo>
                  <a:pt x="72284" y="223837"/>
                </a:lnTo>
                <a:lnTo>
                  <a:pt x="129689" y="223837"/>
                </a:lnTo>
                <a:lnTo>
                  <a:pt x="125194" y="228242"/>
                </a:lnTo>
                <a:lnTo>
                  <a:pt x="86677" y="245060"/>
                </a:lnTo>
                <a:lnTo>
                  <a:pt x="79057" y="245427"/>
                </a:lnTo>
                <a:close/>
              </a:path>
              <a:path w="271779" h="301625">
                <a:moveTo>
                  <a:pt x="129689" y="223837"/>
                </a:moveTo>
                <a:lnTo>
                  <a:pt x="86042" y="223837"/>
                </a:lnTo>
                <a:lnTo>
                  <a:pt x="92392" y="222408"/>
                </a:lnTo>
                <a:lnTo>
                  <a:pt x="103822" y="216693"/>
                </a:lnTo>
                <a:lnTo>
                  <a:pt x="124883" y="183726"/>
                </a:lnTo>
                <a:lnTo>
                  <a:pt x="125991" y="176877"/>
                </a:lnTo>
                <a:lnTo>
                  <a:pt x="125924" y="160952"/>
                </a:lnTo>
                <a:lnTo>
                  <a:pt x="109061" y="125730"/>
                </a:lnTo>
                <a:lnTo>
                  <a:pt x="86042" y="114300"/>
                </a:lnTo>
                <a:lnTo>
                  <a:pt x="130173" y="114300"/>
                </a:lnTo>
                <a:lnTo>
                  <a:pt x="148867" y="153273"/>
                </a:lnTo>
                <a:lnTo>
                  <a:pt x="150177" y="168910"/>
                </a:lnTo>
                <a:lnTo>
                  <a:pt x="149848" y="176877"/>
                </a:lnTo>
                <a:lnTo>
                  <a:pt x="134669" y="217973"/>
                </a:lnTo>
                <a:lnTo>
                  <a:pt x="130175" y="223361"/>
                </a:lnTo>
                <a:lnTo>
                  <a:pt x="129689" y="223837"/>
                </a:lnTo>
                <a:close/>
              </a:path>
              <a:path w="271779" h="301625">
                <a:moveTo>
                  <a:pt x="91122" y="48260"/>
                </a:moveTo>
                <a:lnTo>
                  <a:pt x="65722" y="48260"/>
                </a:lnTo>
                <a:lnTo>
                  <a:pt x="65722" y="2857"/>
                </a:lnTo>
                <a:lnTo>
                  <a:pt x="91122" y="2857"/>
                </a:lnTo>
                <a:lnTo>
                  <a:pt x="91122" y="48260"/>
                </a:lnTo>
                <a:close/>
              </a:path>
              <a:path w="271779" h="301625">
                <a:moveTo>
                  <a:pt x="156210" y="68897"/>
                </a:moveTo>
                <a:lnTo>
                  <a:pt x="0" y="68897"/>
                </a:lnTo>
                <a:lnTo>
                  <a:pt x="0" y="48260"/>
                </a:lnTo>
                <a:lnTo>
                  <a:pt x="156210" y="48260"/>
                </a:lnTo>
                <a:lnTo>
                  <a:pt x="156210" y="68897"/>
                </a:lnTo>
                <a:close/>
              </a:path>
              <a:path w="271779" h="301625">
                <a:moveTo>
                  <a:pt x="195580" y="294640"/>
                </a:moveTo>
                <a:lnTo>
                  <a:pt x="176212" y="294640"/>
                </a:lnTo>
                <a:lnTo>
                  <a:pt x="176212" y="0"/>
                </a:lnTo>
                <a:lnTo>
                  <a:pt x="200660" y="0"/>
                </a:lnTo>
                <a:lnTo>
                  <a:pt x="200660" y="123507"/>
                </a:lnTo>
                <a:lnTo>
                  <a:pt x="271462" y="123507"/>
                </a:lnTo>
                <a:lnTo>
                  <a:pt x="271462" y="145097"/>
                </a:lnTo>
                <a:lnTo>
                  <a:pt x="200660" y="145097"/>
                </a:lnTo>
                <a:lnTo>
                  <a:pt x="200660" y="290618"/>
                </a:lnTo>
                <a:lnTo>
                  <a:pt x="199919" y="292258"/>
                </a:lnTo>
                <a:lnTo>
                  <a:pt x="196955" y="294163"/>
                </a:lnTo>
                <a:lnTo>
                  <a:pt x="195580" y="294640"/>
                </a:lnTo>
                <a:close/>
              </a:path>
              <a:path w="271779" h="301625">
                <a:moveTo>
                  <a:pt x="271462" y="123507"/>
                </a:moveTo>
                <a:lnTo>
                  <a:pt x="247015" y="123507"/>
                </a:lnTo>
                <a:lnTo>
                  <a:pt x="247015" y="0"/>
                </a:lnTo>
                <a:lnTo>
                  <a:pt x="271462" y="0"/>
                </a:lnTo>
                <a:lnTo>
                  <a:pt x="271462" y="123507"/>
                </a:lnTo>
                <a:close/>
              </a:path>
              <a:path w="271779" h="301625">
                <a:moveTo>
                  <a:pt x="266382" y="301625"/>
                </a:moveTo>
                <a:lnTo>
                  <a:pt x="247015" y="301625"/>
                </a:lnTo>
                <a:lnTo>
                  <a:pt x="247015" y="145097"/>
                </a:lnTo>
                <a:lnTo>
                  <a:pt x="271462" y="145097"/>
                </a:lnTo>
                <a:lnTo>
                  <a:pt x="271462" y="297603"/>
                </a:lnTo>
                <a:lnTo>
                  <a:pt x="270721" y="299243"/>
                </a:lnTo>
                <a:lnTo>
                  <a:pt x="267758" y="301148"/>
                </a:lnTo>
                <a:lnTo>
                  <a:pt x="266382" y="301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610565" y="5367972"/>
            <a:ext cx="247650" cy="300990"/>
          </a:xfrm>
          <a:custGeom>
            <a:avLst/>
            <a:gdLst/>
            <a:ahLst/>
            <a:cxnLst/>
            <a:rect l="l" t="t" r="r" b="b"/>
            <a:pathLst>
              <a:path w="247650" h="300989">
                <a:moveTo>
                  <a:pt x="31644" y="225425"/>
                </a:moveTo>
                <a:lnTo>
                  <a:pt x="18097" y="225425"/>
                </a:lnTo>
                <a:lnTo>
                  <a:pt x="12170" y="224049"/>
                </a:lnTo>
                <a:lnTo>
                  <a:pt x="2434" y="218545"/>
                </a:lnTo>
                <a:lnTo>
                  <a:pt x="0" y="213571"/>
                </a:lnTo>
                <a:lnTo>
                  <a:pt x="0" y="9842"/>
                </a:lnTo>
                <a:lnTo>
                  <a:pt x="25082" y="9842"/>
                </a:lnTo>
                <a:lnTo>
                  <a:pt x="25082" y="203094"/>
                </a:lnTo>
                <a:lnTo>
                  <a:pt x="26140" y="204152"/>
                </a:lnTo>
                <a:lnTo>
                  <a:pt x="130810" y="204152"/>
                </a:lnTo>
                <a:lnTo>
                  <a:pt x="130810" y="215900"/>
                </a:lnTo>
                <a:lnTo>
                  <a:pt x="90765" y="221495"/>
                </a:lnTo>
                <a:lnTo>
                  <a:pt x="39422" y="225213"/>
                </a:lnTo>
                <a:lnTo>
                  <a:pt x="31644" y="225425"/>
                </a:lnTo>
                <a:close/>
              </a:path>
              <a:path w="247650" h="300989">
                <a:moveTo>
                  <a:pt x="130810" y="204152"/>
                </a:moveTo>
                <a:lnTo>
                  <a:pt x="38417" y="204152"/>
                </a:lnTo>
                <a:lnTo>
                  <a:pt x="48716" y="203983"/>
                </a:lnTo>
                <a:lnTo>
                  <a:pt x="59610" y="203477"/>
                </a:lnTo>
                <a:lnTo>
                  <a:pt x="107473" y="198477"/>
                </a:lnTo>
                <a:lnTo>
                  <a:pt x="130810" y="194944"/>
                </a:lnTo>
                <a:lnTo>
                  <a:pt x="130810" y="204152"/>
                </a:lnTo>
                <a:close/>
              </a:path>
              <a:path w="247650" h="300989">
                <a:moveTo>
                  <a:pt x="170920" y="294322"/>
                </a:moveTo>
                <a:lnTo>
                  <a:pt x="151129" y="294322"/>
                </a:lnTo>
                <a:lnTo>
                  <a:pt x="151129" y="0"/>
                </a:lnTo>
                <a:lnTo>
                  <a:pt x="175577" y="0"/>
                </a:lnTo>
                <a:lnTo>
                  <a:pt x="175577" y="98742"/>
                </a:lnTo>
                <a:lnTo>
                  <a:pt x="247650" y="98742"/>
                </a:lnTo>
                <a:lnTo>
                  <a:pt x="247650" y="119697"/>
                </a:lnTo>
                <a:lnTo>
                  <a:pt x="175577" y="119697"/>
                </a:lnTo>
                <a:lnTo>
                  <a:pt x="175577" y="289665"/>
                </a:lnTo>
                <a:lnTo>
                  <a:pt x="174942" y="291147"/>
                </a:lnTo>
                <a:lnTo>
                  <a:pt x="172402" y="293687"/>
                </a:lnTo>
                <a:lnTo>
                  <a:pt x="170920" y="294322"/>
                </a:lnTo>
                <a:close/>
              </a:path>
              <a:path w="247650" h="300989">
                <a:moveTo>
                  <a:pt x="247650" y="98742"/>
                </a:moveTo>
                <a:lnTo>
                  <a:pt x="222885" y="98742"/>
                </a:lnTo>
                <a:lnTo>
                  <a:pt x="222885" y="0"/>
                </a:lnTo>
                <a:lnTo>
                  <a:pt x="247650" y="0"/>
                </a:lnTo>
                <a:lnTo>
                  <a:pt x="247650" y="98742"/>
                </a:lnTo>
                <a:close/>
              </a:path>
              <a:path w="247650" h="300989">
                <a:moveTo>
                  <a:pt x="242993" y="300990"/>
                </a:moveTo>
                <a:lnTo>
                  <a:pt x="222885" y="300990"/>
                </a:lnTo>
                <a:lnTo>
                  <a:pt x="222885" y="119697"/>
                </a:lnTo>
                <a:lnTo>
                  <a:pt x="247650" y="119697"/>
                </a:lnTo>
                <a:lnTo>
                  <a:pt x="247650" y="296333"/>
                </a:lnTo>
                <a:lnTo>
                  <a:pt x="247015" y="297815"/>
                </a:lnTo>
                <a:lnTo>
                  <a:pt x="244475" y="300355"/>
                </a:lnTo>
                <a:lnTo>
                  <a:pt x="242993" y="3009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901078" y="5367337"/>
            <a:ext cx="238760" cy="302260"/>
          </a:xfrm>
          <a:custGeom>
            <a:avLst/>
            <a:gdLst/>
            <a:ahLst/>
            <a:cxnLst/>
            <a:rect l="l" t="t" r="r" b="b"/>
            <a:pathLst>
              <a:path w="238760" h="302260">
                <a:moveTo>
                  <a:pt x="238760" y="33020"/>
                </a:moveTo>
                <a:lnTo>
                  <a:pt x="213995" y="33020"/>
                </a:lnTo>
                <a:lnTo>
                  <a:pt x="213995" y="0"/>
                </a:lnTo>
                <a:lnTo>
                  <a:pt x="238760" y="0"/>
                </a:lnTo>
                <a:lnTo>
                  <a:pt x="238760" y="33020"/>
                </a:lnTo>
                <a:close/>
              </a:path>
              <a:path w="238760" h="302260">
                <a:moveTo>
                  <a:pt x="79692" y="159067"/>
                </a:moveTo>
                <a:lnTo>
                  <a:pt x="36393" y="147756"/>
                </a:lnTo>
                <a:lnTo>
                  <a:pt x="6667" y="115252"/>
                </a:lnTo>
                <a:lnTo>
                  <a:pt x="0" y="82550"/>
                </a:lnTo>
                <a:lnTo>
                  <a:pt x="377" y="74185"/>
                </a:lnTo>
                <a:lnTo>
                  <a:pt x="17760" y="33020"/>
                </a:lnTo>
                <a:lnTo>
                  <a:pt x="55701" y="10021"/>
                </a:lnTo>
                <a:lnTo>
                  <a:pt x="79692" y="6984"/>
                </a:lnTo>
                <a:lnTo>
                  <a:pt x="88989" y="7421"/>
                </a:lnTo>
                <a:lnTo>
                  <a:pt x="128389" y="22225"/>
                </a:lnTo>
                <a:lnTo>
                  <a:pt x="135913" y="28575"/>
                </a:lnTo>
                <a:lnTo>
                  <a:pt x="71860" y="28575"/>
                </a:lnTo>
                <a:lnTo>
                  <a:pt x="64611" y="29950"/>
                </a:lnTo>
                <a:lnTo>
                  <a:pt x="31591" y="54398"/>
                </a:lnTo>
                <a:lnTo>
                  <a:pt x="24499" y="91499"/>
                </a:lnTo>
                <a:lnTo>
                  <a:pt x="25929" y="98954"/>
                </a:lnTo>
                <a:lnTo>
                  <a:pt x="51911" y="131445"/>
                </a:lnTo>
                <a:lnTo>
                  <a:pt x="72284" y="137795"/>
                </a:lnTo>
                <a:lnTo>
                  <a:pt x="136569" y="137795"/>
                </a:lnTo>
                <a:lnTo>
                  <a:pt x="136058" y="138340"/>
                </a:lnTo>
                <a:lnTo>
                  <a:pt x="97988" y="157360"/>
                </a:lnTo>
                <a:lnTo>
                  <a:pt x="89028" y="158640"/>
                </a:lnTo>
                <a:lnTo>
                  <a:pt x="79692" y="159067"/>
                </a:lnTo>
                <a:close/>
              </a:path>
              <a:path w="238760" h="302260">
                <a:moveTo>
                  <a:pt x="136569" y="137795"/>
                </a:moveTo>
                <a:lnTo>
                  <a:pt x="87524" y="137795"/>
                </a:lnTo>
                <a:lnTo>
                  <a:pt x="94773" y="136419"/>
                </a:lnTo>
                <a:lnTo>
                  <a:pt x="108108" y="130915"/>
                </a:lnTo>
                <a:lnTo>
                  <a:pt x="132609" y="98001"/>
                </a:lnTo>
                <a:lnTo>
                  <a:pt x="133883" y="74185"/>
                </a:lnTo>
                <a:lnTo>
                  <a:pt x="132609" y="67521"/>
                </a:lnTo>
                <a:lnTo>
                  <a:pt x="107526" y="35454"/>
                </a:lnTo>
                <a:lnTo>
                  <a:pt x="87312" y="28575"/>
                </a:lnTo>
                <a:lnTo>
                  <a:pt x="135913" y="28575"/>
                </a:lnTo>
                <a:lnTo>
                  <a:pt x="140335" y="33020"/>
                </a:lnTo>
                <a:lnTo>
                  <a:pt x="238760" y="33020"/>
                </a:lnTo>
                <a:lnTo>
                  <a:pt x="238760" y="53975"/>
                </a:lnTo>
                <a:lnTo>
                  <a:pt x="153352" y="53975"/>
                </a:lnTo>
                <a:lnTo>
                  <a:pt x="155713" y="61118"/>
                </a:lnTo>
                <a:lnTo>
                  <a:pt x="157400" y="68262"/>
                </a:lnTo>
                <a:lnTo>
                  <a:pt x="158412" y="75406"/>
                </a:lnTo>
                <a:lnTo>
                  <a:pt x="158749" y="82550"/>
                </a:lnTo>
                <a:lnTo>
                  <a:pt x="158432" y="90050"/>
                </a:lnTo>
                <a:lnTo>
                  <a:pt x="157480" y="97313"/>
                </a:lnTo>
                <a:lnTo>
                  <a:pt x="155892" y="104338"/>
                </a:lnTo>
                <a:lnTo>
                  <a:pt x="153670" y="111125"/>
                </a:lnTo>
                <a:lnTo>
                  <a:pt x="238760" y="111125"/>
                </a:lnTo>
                <a:lnTo>
                  <a:pt x="238760" y="132080"/>
                </a:lnTo>
                <a:lnTo>
                  <a:pt x="141922" y="132080"/>
                </a:lnTo>
                <a:lnTo>
                  <a:pt x="136569" y="137795"/>
                </a:lnTo>
                <a:close/>
              </a:path>
              <a:path w="238760" h="302260">
                <a:moveTo>
                  <a:pt x="238760" y="111125"/>
                </a:moveTo>
                <a:lnTo>
                  <a:pt x="213995" y="111125"/>
                </a:lnTo>
                <a:lnTo>
                  <a:pt x="213995" y="53975"/>
                </a:lnTo>
                <a:lnTo>
                  <a:pt x="238760" y="53975"/>
                </a:lnTo>
                <a:lnTo>
                  <a:pt x="238760" y="111125"/>
                </a:lnTo>
                <a:close/>
              </a:path>
              <a:path w="238760" h="302260">
                <a:moveTo>
                  <a:pt x="234103" y="173355"/>
                </a:moveTo>
                <a:lnTo>
                  <a:pt x="213995" y="173355"/>
                </a:lnTo>
                <a:lnTo>
                  <a:pt x="213995" y="132080"/>
                </a:lnTo>
                <a:lnTo>
                  <a:pt x="238760" y="132080"/>
                </a:lnTo>
                <a:lnTo>
                  <a:pt x="238760" y="168698"/>
                </a:lnTo>
                <a:lnTo>
                  <a:pt x="238125" y="170180"/>
                </a:lnTo>
                <a:lnTo>
                  <a:pt x="235585" y="172720"/>
                </a:lnTo>
                <a:lnTo>
                  <a:pt x="234103" y="173355"/>
                </a:lnTo>
                <a:close/>
              </a:path>
              <a:path w="238760" h="302260">
                <a:moveTo>
                  <a:pt x="233468" y="302260"/>
                </a:moveTo>
                <a:lnTo>
                  <a:pt x="213042" y="302260"/>
                </a:lnTo>
                <a:lnTo>
                  <a:pt x="213042" y="214418"/>
                </a:lnTo>
                <a:lnTo>
                  <a:pt x="211984" y="213360"/>
                </a:lnTo>
                <a:lnTo>
                  <a:pt x="39052" y="213360"/>
                </a:lnTo>
                <a:lnTo>
                  <a:pt x="39052" y="192405"/>
                </a:lnTo>
                <a:lnTo>
                  <a:pt x="224049" y="192405"/>
                </a:lnTo>
                <a:lnTo>
                  <a:pt x="228600" y="194204"/>
                </a:lnTo>
                <a:lnTo>
                  <a:pt x="236220" y="201400"/>
                </a:lnTo>
                <a:lnTo>
                  <a:pt x="238125" y="205951"/>
                </a:lnTo>
                <a:lnTo>
                  <a:pt x="238125" y="297603"/>
                </a:lnTo>
                <a:lnTo>
                  <a:pt x="237490" y="299085"/>
                </a:lnTo>
                <a:lnTo>
                  <a:pt x="234950" y="301625"/>
                </a:lnTo>
                <a:lnTo>
                  <a:pt x="233468" y="302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271451" y="5375909"/>
            <a:ext cx="284480" cy="293370"/>
          </a:xfrm>
          <a:custGeom>
            <a:avLst/>
            <a:gdLst/>
            <a:ahLst/>
            <a:cxnLst/>
            <a:rect l="l" t="t" r="r" b="b"/>
            <a:pathLst>
              <a:path w="284479" h="293370">
                <a:moveTo>
                  <a:pt x="146790" y="293370"/>
                </a:moveTo>
                <a:lnTo>
                  <a:pt x="126364" y="293370"/>
                </a:lnTo>
                <a:lnTo>
                  <a:pt x="126364" y="164147"/>
                </a:lnTo>
                <a:lnTo>
                  <a:pt x="0" y="164147"/>
                </a:lnTo>
                <a:lnTo>
                  <a:pt x="0" y="142875"/>
                </a:lnTo>
                <a:lnTo>
                  <a:pt x="204469" y="142875"/>
                </a:lnTo>
                <a:lnTo>
                  <a:pt x="206623" y="135780"/>
                </a:lnTo>
                <a:lnTo>
                  <a:pt x="214749" y="93543"/>
                </a:lnTo>
                <a:lnTo>
                  <a:pt x="215582" y="76200"/>
                </a:lnTo>
                <a:lnTo>
                  <a:pt x="215582" y="22013"/>
                </a:lnTo>
                <a:lnTo>
                  <a:pt x="214524" y="20955"/>
                </a:lnTo>
                <a:lnTo>
                  <a:pt x="37147" y="20955"/>
                </a:lnTo>
                <a:lnTo>
                  <a:pt x="37147" y="0"/>
                </a:lnTo>
                <a:lnTo>
                  <a:pt x="227118" y="0"/>
                </a:lnTo>
                <a:lnTo>
                  <a:pt x="231722" y="1799"/>
                </a:lnTo>
                <a:lnTo>
                  <a:pt x="239130" y="8995"/>
                </a:lnTo>
                <a:lnTo>
                  <a:pt x="240982" y="13546"/>
                </a:lnTo>
                <a:lnTo>
                  <a:pt x="240982" y="74612"/>
                </a:lnTo>
                <a:lnTo>
                  <a:pt x="235624" y="119122"/>
                </a:lnTo>
                <a:lnTo>
                  <a:pt x="228600" y="142875"/>
                </a:lnTo>
                <a:lnTo>
                  <a:pt x="284162" y="142875"/>
                </a:lnTo>
                <a:lnTo>
                  <a:pt x="284162" y="159490"/>
                </a:lnTo>
                <a:lnTo>
                  <a:pt x="283527" y="160972"/>
                </a:lnTo>
                <a:lnTo>
                  <a:pt x="280987" y="163512"/>
                </a:lnTo>
                <a:lnTo>
                  <a:pt x="279505" y="164147"/>
                </a:lnTo>
                <a:lnTo>
                  <a:pt x="151447" y="164147"/>
                </a:lnTo>
                <a:lnTo>
                  <a:pt x="151447" y="288713"/>
                </a:lnTo>
                <a:lnTo>
                  <a:pt x="150812" y="290195"/>
                </a:lnTo>
                <a:lnTo>
                  <a:pt x="148272" y="292734"/>
                </a:lnTo>
                <a:lnTo>
                  <a:pt x="146790" y="293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566726" y="5383212"/>
            <a:ext cx="284480" cy="245745"/>
          </a:xfrm>
          <a:custGeom>
            <a:avLst/>
            <a:gdLst/>
            <a:ahLst/>
            <a:cxnLst/>
            <a:rect l="l" t="t" r="r" b="b"/>
            <a:pathLst>
              <a:path w="284479" h="245745">
                <a:moveTo>
                  <a:pt x="245745" y="21272"/>
                </a:moveTo>
                <a:lnTo>
                  <a:pt x="40639" y="21272"/>
                </a:lnTo>
                <a:lnTo>
                  <a:pt x="40639" y="0"/>
                </a:lnTo>
                <a:lnTo>
                  <a:pt x="245745" y="0"/>
                </a:lnTo>
                <a:lnTo>
                  <a:pt x="245745" y="21272"/>
                </a:lnTo>
                <a:close/>
              </a:path>
              <a:path w="284479" h="245745">
                <a:moveTo>
                  <a:pt x="33654" y="156210"/>
                </a:moveTo>
                <a:lnTo>
                  <a:pt x="30903" y="153246"/>
                </a:lnTo>
                <a:lnTo>
                  <a:pt x="28151" y="150389"/>
                </a:lnTo>
                <a:lnTo>
                  <a:pt x="22648" y="144885"/>
                </a:lnTo>
                <a:lnTo>
                  <a:pt x="19896" y="142028"/>
                </a:lnTo>
                <a:lnTo>
                  <a:pt x="17145" y="139065"/>
                </a:lnTo>
                <a:lnTo>
                  <a:pt x="24341" y="136736"/>
                </a:lnTo>
                <a:lnTo>
                  <a:pt x="32120" y="133667"/>
                </a:lnTo>
                <a:lnTo>
                  <a:pt x="71536" y="112861"/>
                </a:lnTo>
                <a:lnTo>
                  <a:pt x="104933" y="86459"/>
                </a:lnTo>
                <a:lnTo>
                  <a:pt x="127423" y="54027"/>
                </a:lnTo>
                <a:lnTo>
                  <a:pt x="129857" y="21272"/>
                </a:lnTo>
                <a:lnTo>
                  <a:pt x="155575" y="21272"/>
                </a:lnTo>
                <a:lnTo>
                  <a:pt x="156239" y="39369"/>
                </a:lnTo>
                <a:lnTo>
                  <a:pt x="156421" y="45190"/>
                </a:lnTo>
                <a:lnTo>
                  <a:pt x="158485" y="52069"/>
                </a:lnTo>
                <a:lnTo>
                  <a:pt x="162401" y="59055"/>
                </a:lnTo>
                <a:lnTo>
                  <a:pt x="165556" y="64273"/>
                </a:lnTo>
                <a:lnTo>
                  <a:pt x="169148" y="69453"/>
                </a:lnTo>
                <a:lnTo>
                  <a:pt x="172943" y="74295"/>
                </a:lnTo>
                <a:lnTo>
                  <a:pt x="144145" y="74295"/>
                </a:lnTo>
                <a:lnTo>
                  <a:pt x="116691" y="107106"/>
                </a:lnTo>
                <a:lnTo>
                  <a:pt x="78620" y="134620"/>
                </a:lnTo>
                <a:lnTo>
                  <a:pt x="40223" y="153749"/>
                </a:lnTo>
                <a:lnTo>
                  <a:pt x="33654" y="156210"/>
                </a:lnTo>
                <a:close/>
              </a:path>
              <a:path w="284479" h="245745">
                <a:moveTo>
                  <a:pt x="254000" y="155257"/>
                </a:moveTo>
                <a:lnTo>
                  <a:pt x="216038" y="137576"/>
                </a:lnTo>
                <a:lnTo>
                  <a:pt x="178355" y="111045"/>
                </a:lnTo>
                <a:lnTo>
                  <a:pt x="148421" y="80357"/>
                </a:lnTo>
                <a:lnTo>
                  <a:pt x="144145" y="74295"/>
                </a:lnTo>
                <a:lnTo>
                  <a:pt x="172943" y="74295"/>
                </a:lnTo>
                <a:lnTo>
                  <a:pt x="173176" y="74592"/>
                </a:lnTo>
                <a:lnTo>
                  <a:pt x="177641" y="79692"/>
                </a:lnTo>
                <a:lnTo>
                  <a:pt x="210978" y="107910"/>
                </a:lnTo>
                <a:lnTo>
                  <a:pt x="248126" y="129381"/>
                </a:lnTo>
                <a:lnTo>
                  <a:pt x="270192" y="137794"/>
                </a:lnTo>
                <a:lnTo>
                  <a:pt x="267229" y="140758"/>
                </a:lnTo>
                <a:lnTo>
                  <a:pt x="264477" y="143668"/>
                </a:lnTo>
                <a:lnTo>
                  <a:pt x="259397" y="149383"/>
                </a:lnTo>
                <a:lnTo>
                  <a:pt x="256751" y="152294"/>
                </a:lnTo>
                <a:lnTo>
                  <a:pt x="254000" y="155257"/>
                </a:lnTo>
                <a:close/>
              </a:path>
              <a:path w="284479" h="245745">
                <a:moveTo>
                  <a:pt x="155257" y="224472"/>
                </a:moveTo>
                <a:lnTo>
                  <a:pt x="129857" y="224472"/>
                </a:lnTo>
                <a:lnTo>
                  <a:pt x="129857" y="142875"/>
                </a:lnTo>
                <a:lnTo>
                  <a:pt x="155257" y="142875"/>
                </a:lnTo>
                <a:lnTo>
                  <a:pt x="155257" y="224472"/>
                </a:lnTo>
                <a:close/>
              </a:path>
              <a:path w="284479" h="245745">
                <a:moveTo>
                  <a:pt x="279294" y="245427"/>
                </a:moveTo>
                <a:lnTo>
                  <a:pt x="0" y="245427"/>
                </a:lnTo>
                <a:lnTo>
                  <a:pt x="0" y="224472"/>
                </a:lnTo>
                <a:lnTo>
                  <a:pt x="284162" y="224472"/>
                </a:lnTo>
                <a:lnTo>
                  <a:pt x="284162" y="241405"/>
                </a:lnTo>
                <a:lnTo>
                  <a:pt x="283474" y="243046"/>
                </a:lnTo>
                <a:lnTo>
                  <a:pt x="280722" y="244951"/>
                </a:lnTo>
                <a:lnTo>
                  <a:pt x="279294" y="2454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856921" y="5364162"/>
            <a:ext cx="292735" cy="305435"/>
          </a:xfrm>
          <a:custGeom>
            <a:avLst/>
            <a:gdLst/>
            <a:ahLst/>
            <a:cxnLst/>
            <a:rect l="l" t="t" r="r" b="b"/>
            <a:pathLst>
              <a:path w="292735" h="305435">
                <a:moveTo>
                  <a:pt x="86995" y="249237"/>
                </a:moveTo>
                <a:lnTo>
                  <a:pt x="0" y="249237"/>
                </a:lnTo>
                <a:lnTo>
                  <a:pt x="0" y="228600"/>
                </a:lnTo>
                <a:lnTo>
                  <a:pt x="85407" y="228600"/>
                </a:lnTo>
                <a:lnTo>
                  <a:pt x="85407" y="190500"/>
                </a:lnTo>
                <a:lnTo>
                  <a:pt x="44450" y="176159"/>
                </a:lnTo>
                <a:lnTo>
                  <a:pt x="20682" y="138747"/>
                </a:lnTo>
                <a:lnTo>
                  <a:pt x="20637" y="121602"/>
                </a:lnTo>
                <a:lnTo>
                  <a:pt x="22648" y="113453"/>
                </a:lnTo>
                <a:lnTo>
                  <a:pt x="48656" y="83244"/>
                </a:lnTo>
                <a:lnTo>
                  <a:pt x="90805" y="70445"/>
                </a:lnTo>
                <a:lnTo>
                  <a:pt x="99060" y="70167"/>
                </a:lnTo>
                <a:lnTo>
                  <a:pt x="107315" y="70445"/>
                </a:lnTo>
                <a:lnTo>
                  <a:pt x="149463" y="83244"/>
                </a:lnTo>
                <a:lnTo>
                  <a:pt x="160388" y="91122"/>
                </a:lnTo>
                <a:lnTo>
                  <a:pt x="91440" y="91122"/>
                </a:lnTo>
                <a:lnTo>
                  <a:pt x="84349" y="92022"/>
                </a:lnTo>
                <a:lnTo>
                  <a:pt x="46460" y="118850"/>
                </a:lnTo>
                <a:lnTo>
                  <a:pt x="45085" y="124354"/>
                </a:lnTo>
                <a:lnTo>
                  <a:pt x="45085" y="136630"/>
                </a:lnTo>
                <a:lnTo>
                  <a:pt x="71225" y="165682"/>
                </a:lnTo>
                <a:lnTo>
                  <a:pt x="91440" y="170179"/>
                </a:lnTo>
                <a:lnTo>
                  <a:pt x="159854" y="170179"/>
                </a:lnTo>
                <a:lnTo>
                  <a:pt x="152505" y="176741"/>
                </a:lnTo>
                <a:lnTo>
                  <a:pt x="110490" y="190500"/>
                </a:lnTo>
                <a:lnTo>
                  <a:pt x="110490" y="228282"/>
                </a:lnTo>
                <a:lnTo>
                  <a:pt x="202565" y="228282"/>
                </a:lnTo>
                <a:lnTo>
                  <a:pt x="202565" y="237913"/>
                </a:lnTo>
                <a:lnTo>
                  <a:pt x="163869" y="246260"/>
                </a:lnTo>
                <a:lnTo>
                  <a:pt x="119856" y="248761"/>
                </a:lnTo>
                <a:lnTo>
                  <a:pt x="103624" y="249118"/>
                </a:lnTo>
                <a:lnTo>
                  <a:pt x="86995" y="249237"/>
                </a:lnTo>
                <a:close/>
              </a:path>
              <a:path w="292735" h="305435">
                <a:moveTo>
                  <a:pt x="159854" y="170179"/>
                </a:moveTo>
                <a:lnTo>
                  <a:pt x="106680" y="170179"/>
                </a:lnTo>
                <a:lnTo>
                  <a:pt x="113823" y="169280"/>
                </a:lnTo>
                <a:lnTo>
                  <a:pt x="127158" y="165682"/>
                </a:lnTo>
                <a:lnTo>
                  <a:pt x="153035" y="136630"/>
                </a:lnTo>
                <a:lnTo>
                  <a:pt x="153035" y="124354"/>
                </a:lnTo>
                <a:lnTo>
                  <a:pt x="127158" y="95620"/>
                </a:lnTo>
                <a:lnTo>
                  <a:pt x="106680" y="91122"/>
                </a:lnTo>
                <a:lnTo>
                  <a:pt x="160388" y="91122"/>
                </a:lnTo>
                <a:lnTo>
                  <a:pt x="161925" y="92286"/>
                </a:lnTo>
                <a:lnTo>
                  <a:pt x="167375" y="98636"/>
                </a:lnTo>
                <a:lnTo>
                  <a:pt x="175207" y="113453"/>
                </a:lnTo>
                <a:lnTo>
                  <a:pt x="177165" y="121602"/>
                </a:lnTo>
                <a:lnTo>
                  <a:pt x="177165" y="138747"/>
                </a:lnTo>
                <a:lnTo>
                  <a:pt x="175524" y="146314"/>
                </a:lnTo>
                <a:lnTo>
                  <a:pt x="168962" y="160072"/>
                </a:lnTo>
                <a:lnTo>
                  <a:pt x="164359" y="166158"/>
                </a:lnTo>
                <a:lnTo>
                  <a:pt x="159854" y="170179"/>
                </a:lnTo>
                <a:close/>
              </a:path>
              <a:path w="292735" h="305435">
                <a:moveTo>
                  <a:pt x="202565" y="228282"/>
                </a:moveTo>
                <a:lnTo>
                  <a:pt x="110490" y="228282"/>
                </a:lnTo>
                <a:lnTo>
                  <a:pt x="123249" y="227865"/>
                </a:lnTo>
                <a:lnTo>
                  <a:pt x="135810" y="227250"/>
                </a:lnTo>
                <a:lnTo>
                  <a:pt x="182959" y="222805"/>
                </a:lnTo>
                <a:lnTo>
                  <a:pt x="202565" y="219392"/>
                </a:lnTo>
                <a:lnTo>
                  <a:pt x="202565" y="228282"/>
                </a:lnTo>
                <a:close/>
              </a:path>
              <a:path w="292735" h="305435">
                <a:moveTo>
                  <a:pt x="242358" y="305117"/>
                </a:moveTo>
                <a:lnTo>
                  <a:pt x="221932" y="305117"/>
                </a:lnTo>
                <a:lnTo>
                  <a:pt x="221932" y="3810"/>
                </a:lnTo>
                <a:lnTo>
                  <a:pt x="247015" y="3810"/>
                </a:lnTo>
                <a:lnTo>
                  <a:pt x="247015" y="122554"/>
                </a:lnTo>
                <a:lnTo>
                  <a:pt x="292417" y="122554"/>
                </a:lnTo>
                <a:lnTo>
                  <a:pt x="292417" y="143509"/>
                </a:lnTo>
                <a:lnTo>
                  <a:pt x="247015" y="143509"/>
                </a:lnTo>
                <a:lnTo>
                  <a:pt x="247015" y="300460"/>
                </a:lnTo>
                <a:lnTo>
                  <a:pt x="246380" y="301942"/>
                </a:lnTo>
                <a:lnTo>
                  <a:pt x="243840" y="304482"/>
                </a:lnTo>
                <a:lnTo>
                  <a:pt x="242358" y="305117"/>
                </a:lnTo>
                <a:close/>
              </a:path>
              <a:path w="292735" h="305435">
                <a:moveTo>
                  <a:pt x="110172" y="37147"/>
                </a:moveTo>
                <a:lnTo>
                  <a:pt x="84772" y="37147"/>
                </a:lnTo>
                <a:lnTo>
                  <a:pt x="84772" y="0"/>
                </a:lnTo>
                <a:lnTo>
                  <a:pt x="110172" y="0"/>
                </a:lnTo>
                <a:lnTo>
                  <a:pt x="110172" y="37147"/>
                </a:lnTo>
                <a:close/>
              </a:path>
              <a:path w="292735" h="305435">
                <a:moveTo>
                  <a:pt x="189230" y="58419"/>
                </a:moveTo>
                <a:lnTo>
                  <a:pt x="6667" y="58419"/>
                </a:lnTo>
                <a:lnTo>
                  <a:pt x="6667" y="37147"/>
                </a:lnTo>
                <a:lnTo>
                  <a:pt x="189230" y="37147"/>
                </a:lnTo>
                <a:lnTo>
                  <a:pt x="189230" y="584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189344" y="5375910"/>
            <a:ext cx="152400" cy="274320"/>
          </a:xfrm>
          <a:custGeom>
            <a:avLst/>
            <a:gdLst/>
            <a:ahLst/>
            <a:cxnLst/>
            <a:rect l="l" t="t" r="r" b="b"/>
            <a:pathLst>
              <a:path w="152400" h="274320">
                <a:moveTo>
                  <a:pt x="1905" y="34290"/>
                </a:moveTo>
                <a:lnTo>
                  <a:pt x="28723" y="4653"/>
                </a:lnTo>
                <a:lnTo>
                  <a:pt x="71120" y="0"/>
                </a:lnTo>
                <a:lnTo>
                  <a:pt x="80119" y="218"/>
                </a:lnTo>
                <a:lnTo>
                  <a:pt x="118586" y="7937"/>
                </a:lnTo>
                <a:lnTo>
                  <a:pt x="140149" y="22224"/>
                </a:lnTo>
                <a:lnTo>
                  <a:pt x="74930" y="22224"/>
                </a:lnTo>
                <a:lnTo>
                  <a:pt x="65504" y="22423"/>
                </a:lnTo>
                <a:lnTo>
                  <a:pt x="20558" y="29210"/>
                </a:lnTo>
                <a:lnTo>
                  <a:pt x="11330" y="31591"/>
                </a:lnTo>
                <a:lnTo>
                  <a:pt x="1905" y="34290"/>
                </a:lnTo>
                <a:close/>
              </a:path>
              <a:path w="152400" h="274320">
                <a:moveTo>
                  <a:pt x="80010" y="210185"/>
                </a:moveTo>
                <a:lnTo>
                  <a:pt x="53657" y="210185"/>
                </a:lnTo>
                <a:lnTo>
                  <a:pt x="53657" y="188277"/>
                </a:lnTo>
                <a:lnTo>
                  <a:pt x="70432" y="146949"/>
                </a:lnTo>
                <a:lnTo>
                  <a:pt x="100965" y="113030"/>
                </a:lnTo>
                <a:lnTo>
                  <a:pt x="104669" y="109061"/>
                </a:lnTo>
                <a:lnTo>
                  <a:pt x="125888" y="70696"/>
                </a:lnTo>
                <a:lnTo>
                  <a:pt x="126682" y="64664"/>
                </a:lnTo>
                <a:lnTo>
                  <a:pt x="126682" y="58102"/>
                </a:lnTo>
                <a:lnTo>
                  <a:pt x="98226" y="24685"/>
                </a:lnTo>
                <a:lnTo>
                  <a:pt x="74930" y="22224"/>
                </a:lnTo>
                <a:lnTo>
                  <a:pt x="140149" y="22224"/>
                </a:lnTo>
                <a:lnTo>
                  <a:pt x="152400" y="66992"/>
                </a:lnTo>
                <a:lnTo>
                  <a:pt x="151341" y="74136"/>
                </a:lnTo>
                <a:lnTo>
                  <a:pt x="133773" y="111072"/>
                </a:lnTo>
                <a:lnTo>
                  <a:pt x="116840" y="129857"/>
                </a:lnTo>
                <a:lnTo>
                  <a:pt x="108594" y="138400"/>
                </a:lnTo>
                <a:lnTo>
                  <a:pt x="85457" y="169118"/>
                </a:lnTo>
                <a:lnTo>
                  <a:pt x="80010" y="192722"/>
                </a:lnTo>
                <a:lnTo>
                  <a:pt x="80010" y="210185"/>
                </a:lnTo>
                <a:close/>
              </a:path>
              <a:path w="152400" h="274320">
                <a:moveTo>
                  <a:pt x="82867" y="274320"/>
                </a:moveTo>
                <a:lnTo>
                  <a:pt x="50800" y="274320"/>
                </a:lnTo>
                <a:lnTo>
                  <a:pt x="50800" y="241617"/>
                </a:lnTo>
                <a:lnTo>
                  <a:pt x="82867" y="241617"/>
                </a:lnTo>
                <a:lnTo>
                  <a:pt x="82867" y="2743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605430" y="3417496"/>
            <a:ext cx="297815" cy="411480"/>
          </a:xfrm>
          <a:custGeom>
            <a:avLst/>
            <a:gdLst/>
            <a:ahLst/>
            <a:cxnLst/>
            <a:rect l="l" t="t" r="r" b="b"/>
            <a:pathLst>
              <a:path w="297814" h="411479">
                <a:moveTo>
                  <a:pt x="292099" y="411480"/>
                </a:moveTo>
                <a:lnTo>
                  <a:pt x="238759" y="411480"/>
                </a:lnTo>
                <a:lnTo>
                  <a:pt x="238759" y="224536"/>
                </a:lnTo>
                <a:lnTo>
                  <a:pt x="59943" y="224536"/>
                </a:lnTo>
                <a:lnTo>
                  <a:pt x="59943" y="408601"/>
                </a:lnTo>
                <a:lnTo>
                  <a:pt x="57065" y="411480"/>
                </a:lnTo>
                <a:lnTo>
                  <a:pt x="0" y="411480"/>
                </a:lnTo>
                <a:lnTo>
                  <a:pt x="0" y="0"/>
                </a:lnTo>
                <a:lnTo>
                  <a:pt x="59943" y="0"/>
                </a:lnTo>
                <a:lnTo>
                  <a:pt x="59943" y="175260"/>
                </a:lnTo>
                <a:lnTo>
                  <a:pt x="238759" y="175260"/>
                </a:lnTo>
                <a:lnTo>
                  <a:pt x="238759" y="0"/>
                </a:lnTo>
                <a:lnTo>
                  <a:pt x="297687" y="0"/>
                </a:lnTo>
                <a:lnTo>
                  <a:pt x="297687" y="405553"/>
                </a:lnTo>
                <a:lnTo>
                  <a:pt x="296925" y="407670"/>
                </a:lnTo>
                <a:lnTo>
                  <a:pt x="293877" y="410718"/>
                </a:lnTo>
                <a:lnTo>
                  <a:pt x="292099" y="411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986938" y="3417496"/>
            <a:ext cx="391795" cy="413384"/>
          </a:xfrm>
          <a:custGeom>
            <a:avLst/>
            <a:gdLst/>
            <a:ahLst/>
            <a:cxnLst/>
            <a:rect l="l" t="t" r="r" b="b"/>
            <a:pathLst>
              <a:path w="391795" h="413385">
                <a:moveTo>
                  <a:pt x="224197" y="413003"/>
                </a:moveTo>
                <a:lnTo>
                  <a:pt x="166623" y="413003"/>
                </a:lnTo>
                <a:lnTo>
                  <a:pt x="60959" y="95504"/>
                </a:lnTo>
                <a:lnTo>
                  <a:pt x="60282" y="93810"/>
                </a:lnTo>
                <a:lnTo>
                  <a:pt x="59266" y="93133"/>
                </a:lnTo>
                <a:lnTo>
                  <a:pt x="56557" y="93810"/>
                </a:lnTo>
                <a:lnTo>
                  <a:pt x="55880" y="94657"/>
                </a:lnTo>
                <a:lnTo>
                  <a:pt x="55880" y="408601"/>
                </a:lnTo>
                <a:lnTo>
                  <a:pt x="53509" y="411480"/>
                </a:lnTo>
                <a:lnTo>
                  <a:pt x="0" y="411480"/>
                </a:lnTo>
                <a:lnTo>
                  <a:pt x="0" y="0"/>
                </a:lnTo>
                <a:lnTo>
                  <a:pt x="86360" y="0"/>
                </a:lnTo>
                <a:lnTo>
                  <a:pt x="193717" y="326644"/>
                </a:lnTo>
                <a:lnTo>
                  <a:pt x="194987" y="327660"/>
                </a:lnTo>
                <a:lnTo>
                  <a:pt x="198712" y="327660"/>
                </a:lnTo>
                <a:lnTo>
                  <a:pt x="199982" y="326644"/>
                </a:lnTo>
                <a:lnTo>
                  <a:pt x="307340" y="0"/>
                </a:lnTo>
                <a:lnTo>
                  <a:pt x="391668" y="0"/>
                </a:lnTo>
                <a:lnTo>
                  <a:pt x="391668" y="408770"/>
                </a:lnTo>
                <a:lnTo>
                  <a:pt x="389297" y="411480"/>
                </a:lnTo>
                <a:lnTo>
                  <a:pt x="336803" y="411480"/>
                </a:lnTo>
                <a:lnTo>
                  <a:pt x="336803" y="100414"/>
                </a:lnTo>
                <a:lnTo>
                  <a:pt x="336126" y="99483"/>
                </a:lnTo>
                <a:lnTo>
                  <a:pt x="333417" y="99144"/>
                </a:lnTo>
                <a:lnTo>
                  <a:pt x="332401" y="99906"/>
                </a:lnTo>
                <a:lnTo>
                  <a:pt x="331724" y="101600"/>
                </a:lnTo>
                <a:lnTo>
                  <a:pt x="228600" y="409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427374" y="3416480"/>
            <a:ext cx="462280" cy="416559"/>
          </a:xfrm>
          <a:custGeom>
            <a:avLst/>
            <a:gdLst/>
            <a:ahLst/>
            <a:cxnLst/>
            <a:rect l="l" t="t" r="r" b="b"/>
            <a:pathLst>
              <a:path w="462279" h="416560">
                <a:moveTo>
                  <a:pt x="360002" y="416051"/>
                </a:moveTo>
                <a:lnTo>
                  <a:pt x="295655" y="416051"/>
                </a:lnTo>
                <a:lnTo>
                  <a:pt x="225551" y="119887"/>
                </a:lnTo>
                <a:lnTo>
                  <a:pt x="158495" y="404875"/>
                </a:lnTo>
                <a:lnTo>
                  <a:pt x="157141" y="412326"/>
                </a:lnTo>
                <a:lnTo>
                  <a:pt x="152230" y="416051"/>
                </a:lnTo>
                <a:lnTo>
                  <a:pt x="86360" y="416051"/>
                </a:lnTo>
                <a:lnTo>
                  <a:pt x="0" y="0"/>
                </a:lnTo>
                <a:lnTo>
                  <a:pt x="58419" y="0"/>
                </a:lnTo>
                <a:lnTo>
                  <a:pt x="119210" y="329861"/>
                </a:lnTo>
                <a:lnTo>
                  <a:pt x="120141" y="330708"/>
                </a:lnTo>
                <a:lnTo>
                  <a:pt x="123189" y="330708"/>
                </a:lnTo>
                <a:lnTo>
                  <a:pt x="124121" y="329861"/>
                </a:lnTo>
                <a:lnTo>
                  <a:pt x="196088" y="1524"/>
                </a:lnTo>
                <a:lnTo>
                  <a:pt x="253491" y="1524"/>
                </a:lnTo>
                <a:lnTo>
                  <a:pt x="326135" y="328167"/>
                </a:lnTo>
                <a:lnTo>
                  <a:pt x="326813" y="329861"/>
                </a:lnTo>
                <a:lnTo>
                  <a:pt x="327914" y="330708"/>
                </a:lnTo>
                <a:lnTo>
                  <a:pt x="330962" y="330708"/>
                </a:lnTo>
                <a:lnTo>
                  <a:pt x="332062" y="329861"/>
                </a:lnTo>
                <a:lnTo>
                  <a:pt x="332739" y="328167"/>
                </a:lnTo>
                <a:lnTo>
                  <a:pt x="406400" y="0"/>
                </a:lnTo>
                <a:lnTo>
                  <a:pt x="461771" y="0"/>
                </a:lnTo>
                <a:lnTo>
                  <a:pt x="366267" y="404875"/>
                </a:lnTo>
                <a:lnTo>
                  <a:pt x="364913" y="412326"/>
                </a:lnTo>
                <a:lnTo>
                  <a:pt x="360002" y="416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952646" y="3404288"/>
            <a:ext cx="157480" cy="464184"/>
          </a:xfrm>
          <a:custGeom>
            <a:avLst/>
            <a:gdLst/>
            <a:ahLst/>
            <a:cxnLst/>
            <a:rect l="l" t="t" r="r" b="b"/>
            <a:pathLst>
              <a:path w="157479" h="464185">
                <a:moveTo>
                  <a:pt x="157479" y="463803"/>
                </a:moveTo>
                <a:lnTo>
                  <a:pt x="89407" y="463803"/>
                </a:lnTo>
                <a:lnTo>
                  <a:pt x="81740" y="456930"/>
                </a:lnTo>
                <a:lnTo>
                  <a:pt x="50355" y="418972"/>
                </a:lnTo>
                <a:lnTo>
                  <a:pt x="29209" y="379729"/>
                </a:lnTo>
                <a:lnTo>
                  <a:pt x="12493" y="331485"/>
                </a:lnTo>
                <a:lnTo>
                  <a:pt x="2031" y="274446"/>
                </a:lnTo>
                <a:lnTo>
                  <a:pt x="0" y="231647"/>
                </a:lnTo>
                <a:lnTo>
                  <a:pt x="412" y="211851"/>
                </a:lnTo>
                <a:lnTo>
                  <a:pt x="3714" y="173878"/>
                </a:lnTo>
                <a:lnTo>
                  <a:pt x="14541" y="121411"/>
                </a:lnTo>
                <a:lnTo>
                  <a:pt x="31368" y="75739"/>
                </a:lnTo>
                <a:lnTo>
                  <a:pt x="53085" y="37591"/>
                </a:lnTo>
                <a:lnTo>
                  <a:pt x="78660" y="7873"/>
                </a:lnTo>
                <a:lnTo>
                  <a:pt x="87883" y="0"/>
                </a:lnTo>
                <a:lnTo>
                  <a:pt x="156463" y="0"/>
                </a:lnTo>
                <a:lnTo>
                  <a:pt x="146907" y="8096"/>
                </a:lnTo>
                <a:lnTo>
                  <a:pt x="137540" y="17144"/>
                </a:lnTo>
                <a:lnTo>
                  <a:pt x="110743" y="49958"/>
                </a:lnTo>
                <a:lnTo>
                  <a:pt x="87883" y="90677"/>
                </a:lnTo>
                <a:lnTo>
                  <a:pt x="70310" y="138541"/>
                </a:lnTo>
                <a:lnTo>
                  <a:pt x="59499" y="192658"/>
                </a:lnTo>
                <a:lnTo>
                  <a:pt x="57403" y="231647"/>
                </a:lnTo>
                <a:lnTo>
                  <a:pt x="57975" y="251888"/>
                </a:lnTo>
                <a:lnTo>
                  <a:pt x="62547" y="290369"/>
                </a:lnTo>
                <a:lnTo>
                  <a:pt x="77025" y="342836"/>
                </a:lnTo>
                <a:lnTo>
                  <a:pt x="97615" y="388191"/>
                </a:lnTo>
                <a:lnTo>
                  <a:pt x="122427" y="425957"/>
                </a:lnTo>
                <a:lnTo>
                  <a:pt x="148812" y="455723"/>
                </a:lnTo>
                <a:lnTo>
                  <a:pt x="157479" y="46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147210" y="3395144"/>
            <a:ext cx="457200" cy="480695"/>
          </a:xfrm>
          <a:custGeom>
            <a:avLst/>
            <a:gdLst/>
            <a:ahLst/>
            <a:cxnLst/>
            <a:rect l="l" t="t" r="r" b="b"/>
            <a:pathLst>
              <a:path w="457200" h="480695">
                <a:moveTo>
                  <a:pt x="230124" y="222504"/>
                </a:moveTo>
                <a:lnTo>
                  <a:pt x="212312" y="222091"/>
                </a:lnTo>
                <a:lnTo>
                  <a:pt x="194945" y="220853"/>
                </a:lnTo>
                <a:lnTo>
                  <a:pt x="145748" y="212169"/>
                </a:lnTo>
                <a:lnTo>
                  <a:pt x="103886" y="195834"/>
                </a:lnTo>
                <a:lnTo>
                  <a:pt x="72024" y="171497"/>
                </a:lnTo>
                <a:lnTo>
                  <a:pt x="50196" y="125730"/>
                </a:lnTo>
                <a:lnTo>
                  <a:pt x="49276" y="111760"/>
                </a:lnTo>
                <a:lnTo>
                  <a:pt x="50244" y="97551"/>
                </a:lnTo>
                <a:lnTo>
                  <a:pt x="64770" y="61213"/>
                </a:lnTo>
                <a:lnTo>
                  <a:pt x="93583" y="33734"/>
                </a:lnTo>
                <a:lnTo>
                  <a:pt x="132842" y="14541"/>
                </a:lnTo>
                <a:lnTo>
                  <a:pt x="179927" y="3571"/>
                </a:lnTo>
                <a:lnTo>
                  <a:pt x="230124" y="0"/>
                </a:lnTo>
                <a:lnTo>
                  <a:pt x="246348" y="396"/>
                </a:lnTo>
                <a:lnTo>
                  <a:pt x="294640" y="6349"/>
                </a:lnTo>
                <a:lnTo>
                  <a:pt x="338788" y="20018"/>
                </a:lnTo>
                <a:lnTo>
                  <a:pt x="374523" y="41973"/>
                </a:lnTo>
                <a:lnTo>
                  <a:pt x="380551" y="47751"/>
                </a:lnTo>
                <a:lnTo>
                  <a:pt x="230632" y="47751"/>
                </a:lnTo>
                <a:lnTo>
                  <a:pt x="219281" y="48005"/>
                </a:lnTo>
                <a:lnTo>
                  <a:pt x="175656" y="54086"/>
                </a:lnTo>
                <a:lnTo>
                  <a:pt x="139112" y="67960"/>
                </a:lnTo>
                <a:lnTo>
                  <a:pt x="111823" y="96901"/>
                </a:lnTo>
                <a:lnTo>
                  <a:pt x="109220" y="111760"/>
                </a:lnTo>
                <a:lnTo>
                  <a:pt x="109870" y="119602"/>
                </a:lnTo>
                <a:lnTo>
                  <a:pt x="138969" y="154940"/>
                </a:lnTo>
                <a:lnTo>
                  <a:pt x="175307" y="168290"/>
                </a:lnTo>
                <a:lnTo>
                  <a:pt x="218979" y="174005"/>
                </a:lnTo>
                <a:lnTo>
                  <a:pt x="230124" y="174244"/>
                </a:lnTo>
                <a:lnTo>
                  <a:pt x="381174" y="174244"/>
                </a:lnTo>
                <a:lnTo>
                  <a:pt x="374523" y="180530"/>
                </a:lnTo>
                <a:lnTo>
                  <a:pt x="338788" y="202136"/>
                </a:lnTo>
                <a:lnTo>
                  <a:pt x="294640" y="215900"/>
                </a:lnTo>
                <a:lnTo>
                  <a:pt x="246348" y="222091"/>
                </a:lnTo>
                <a:lnTo>
                  <a:pt x="230124" y="222504"/>
                </a:lnTo>
                <a:close/>
              </a:path>
              <a:path w="457200" h="480695">
                <a:moveTo>
                  <a:pt x="381174" y="174244"/>
                </a:moveTo>
                <a:lnTo>
                  <a:pt x="230124" y="174244"/>
                </a:lnTo>
                <a:lnTo>
                  <a:pt x="240776" y="174005"/>
                </a:lnTo>
                <a:lnTo>
                  <a:pt x="251396" y="173291"/>
                </a:lnTo>
                <a:lnTo>
                  <a:pt x="292544" y="165671"/>
                </a:lnTo>
                <a:lnTo>
                  <a:pt x="331962" y="145287"/>
                </a:lnTo>
                <a:lnTo>
                  <a:pt x="347980" y="111760"/>
                </a:lnTo>
                <a:lnTo>
                  <a:pt x="347329" y="103679"/>
                </a:lnTo>
                <a:lnTo>
                  <a:pt x="325564" y="72136"/>
                </a:lnTo>
                <a:lnTo>
                  <a:pt x="282956" y="53721"/>
                </a:lnTo>
                <a:lnTo>
                  <a:pt x="241268" y="47990"/>
                </a:lnTo>
                <a:lnTo>
                  <a:pt x="230632" y="47751"/>
                </a:lnTo>
                <a:lnTo>
                  <a:pt x="380551" y="47751"/>
                </a:lnTo>
                <a:lnTo>
                  <a:pt x="404050" y="84391"/>
                </a:lnTo>
                <a:lnTo>
                  <a:pt x="407924" y="111760"/>
                </a:lnTo>
                <a:lnTo>
                  <a:pt x="406955" y="125730"/>
                </a:lnTo>
                <a:lnTo>
                  <a:pt x="404050" y="138684"/>
                </a:lnTo>
                <a:lnTo>
                  <a:pt x="399208" y="150622"/>
                </a:lnTo>
                <a:lnTo>
                  <a:pt x="392430" y="161544"/>
                </a:lnTo>
                <a:lnTo>
                  <a:pt x="384079" y="171497"/>
                </a:lnTo>
                <a:lnTo>
                  <a:pt x="381174" y="174244"/>
                </a:lnTo>
                <a:close/>
              </a:path>
              <a:path w="457200" h="480695">
                <a:moveTo>
                  <a:pt x="449749" y="315468"/>
                </a:moveTo>
                <a:lnTo>
                  <a:pt x="0" y="315468"/>
                </a:lnTo>
                <a:lnTo>
                  <a:pt x="0" y="267208"/>
                </a:lnTo>
                <a:lnTo>
                  <a:pt x="457200" y="267208"/>
                </a:lnTo>
                <a:lnTo>
                  <a:pt x="457200" y="308017"/>
                </a:lnTo>
                <a:lnTo>
                  <a:pt x="456184" y="310388"/>
                </a:lnTo>
                <a:lnTo>
                  <a:pt x="452120" y="314452"/>
                </a:lnTo>
                <a:lnTo>
                  <a:pt x="449749" y="315468"/>
                </a:lnTo>
                <a:close/>
              </a:path>
              <a:path w="457200" h="480695">
                <a:moveTo>
                  <a:pt x="250613" y="480568"/>
                </a:moveTo>
                <a:lnTo>
                  <a:pt x="200152" y="480568"/>
                </a:lnTo>
                <a:lnTo>
                  <a:pt x="200152" y="315468"/>
                </a:lnTo>
                <a:lnTo>
                  <a:pt x="258064" y="315468"/>
                </a:lnTo>
                <a:lnTo>
                  <a:pt x="258064" y="473117"/>
                </a:lnTo>
                <a:lnTo>
                  <a:pt x="257048" y="475488"/>
                </a:lnTo>
                <a:lnTo>
                  <a:pt x="252984" y="479552"/>
                </a:lnTo>
                <a:lnTo>
                  <a:pt x="250613" y="4805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4656734" y="3392096"/>
            <a:ext cx="363855" cy="483870"/>
          </a:xfrm>
          <a:custGeom>
            <a:avLst/>
            <a:gdLst/>
            <a:ahLst/>
            <a:cxnLst/>
            <a:rect l="l" t="t" r="r" b="b"/>
            <a:pathLst>
              <a:path w="363854" h="483870">
                <a:moveTo>
                  <a:pt x="356277" y="483616"/>
                </a:moveTo>
                <a:lnTo>
                  <a:pt x="305816" y="483616"/>
                </a:lnTo>
                <a:lnTo>
                  <a:pt x="305816" y="0"/>
                </a:lnTo>
                <a:lnTo>
                  <a:pt x="363728" y="0"/>
                </a:lnTo>
                <a:lnTo>
                  <a:pt x="363728" y="476165"/>
                </a:lnTo>
                <a:lnTo>
                  <a:pt x="362712" y="478536"/>
                </a:lnTo>
                <a:lnTo>
                  <a:pt x="358648" y="482600"/>
                </a:lnTo>
                <a:lnTo>
                  <a:pt x="356277" y="483616"/>
                </a:lnTo>
                <a:close/>
              </a:path>
              <a:path w="363854" h="483870">
                <a:moveTo>
                  <a:pt x="30987" y="371856"/>
                </a:moveTo>
                <a:lnTo>
                  <a:pt x="21843" y="371856"/>
                </a:lnTo>
                <a:lnTo>
                  <a:pt x="14393" y="368892"/>
                </a:lnTo>
                <a:lnTo>
                  <a:pt x="2878" y="357039"/>
                </a:lnTo>
                <a:lnTo>
                  <a:pt x="0" y="349842"/>
                </a:lnTo>
                <a:lnTo>
                  <a:pt x="0" y="166116"/>
                </a:lnTo>
                <a:lnTo>
                  <a:pt x="166962" y="166116"/>
                </a:lnTo>
                <a:lnTo>
                  <a:pt x="168655" y="164253"/>
                </a:lnTo>
                <a:lnTo>
                  <a:pt x="168655" y="68071"/>
                </a:lnTo>
                <a:lnTo>
                  <a:pt x="0" y="68071"/>
                </a:lnTo>
                <a:lnTo>
                  <a:pt x="0" y="20319"/>
                </a:lnTo>
                <a:lnTo>
                  <a:pt x="225552" y="20319"/>
                </a:lnTo>
                <a:lnTo>
                  <a:pt x="225552" y="192193"/>
                </a:lnTo>
                <a:lnTo>
                  <a:pt x="222588" y="199474"/>
                </a:lnTo>
                <a:lnTo>
                  <a:pt x="210735" y="210989"/>
                </a:lnTo>
                <a:lnTo>
                  <a:pt x="203369" y="213868"/>
                </a:lnTo>
                <a:lnTo>
                  <a:pt x="57403" y="213868"/>
                </a:lnTo>
                <a:lnTo>
                  <a:pt x="57403" y="322918"/>
                </a:lnTo>
                <a:lnTo>
                  <a:pt x="59097" y="324612"/>
                </a:lnTo>
                <a:lnTo>
                  <a:pt x="285496" y="324612"/>
                </a:lnTo>
                <a:lnTo>
                  <a:pt x="285496" y="356616"/>
                </a:lnTo>
                <a:lnTo>
                  <a:pt x="218932" y="363807"/>
                </a:lnTo>
                <a:lnTo>
                  <a:pt x="135255" y="369125"/>
                </a:lnTo>
                <a:lnTo>
                  <a:pt x="82089" y="371141"/>
                </a:lnTo>
                <a:lnTo>
                  <a:pt x="47672" y="371776"/>
                </a:lnTo>
                <a:lnTo>
                  <a:pt x="30987" y="371856"/>
                </a:lnTo>
                <a:close/>
              </a:path>
              <a:path w="363854" h="483870">
                <a:moveTo>
                  <a:pt x="285496" y="324612"/>
                </a:moveTo>
                <a:lnTo>
                  <a:pt x="59097" y="324612"/>
                </a:lnTo>
                <a:lnTo>
                  <a:pt x="75628" y="324564"/>
                </a:lnTo>
                <a:lnTo>
                  <a:pt x="103060" y="324183"/>
                </a:lnTo>
                <a:lnTo>
                  <a:pt x="146304" y="322770"/>
                </a:lnTo>
                <a:lnTo>
                  <a:pt x="204025" y="318833"/>
                </a:lnTo>
                <a:lnTo>
                  <a:pt x="246300" y="314753"/>
                </a:lnTo>
                <a:lnTo>
                  <a:pt x="285496" y="309372"/>
                </a:lnTo>
                <a:lnTo>
                  <a:pt x="285496" y="3246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097678" y="3392096"/>
            <a:ext cx="450215" cy="483870"/>
          </a:xfrm>
          <a:custGeom>
            <a:avLst/>
            <a:gdLst/>
            <a:ahLst/>
            <a:cxnLst/>
            <a:rect l="l" t="t" r="r" b="b"/>
            <a:pathLst>
              <a:path w="450214" h="483870">
                <a:moveTo>
                  <a:pt x="375581" y="483616"/>
                </a:moveTo>
                <a:lnTo>
                  <a:pt x="325628" y="483616"/>
                </a:lnTo>
                <a:lnTo>
                  <a:pt x="325628" y="0"/>
                </a:lnTo>
                <a:lnTo>
                  <a:pt x="383032" y="0"/>
                </a:lnTo>
                <a:lnTo>
                  <a:pt x="383032" y="170179"/>
                </a:lnTo>
                <a:lnTo>
                  <a:pt x="450088" y="170179"/>
                </a:lnTo>
                <a:lnTo>
                  <a:pt x="450088" y="218440"/>
                </a:lnTo>
                <a:lnTo>
                  <a:pt x="383032" y="218440"/>
                </a:lnTo>
                <a:lnTo>
                  <a:pt x="383032" y="476165"/>
                </a:lnTo>
                <a:lnTo>
                  <a:pt x="382016" y="478536"/>
                </a:lnTo>
                <a:lnTo>
                  <a:pt x="377952" y="482600"/>
                </a:lnTo>
                <a:lnTo>
                  <a:pt x="375581" y="483616"/>
                </a:lnTo>
                <a:close/>
              </a:path>
              <a:path w="450214" h="483870">
                <a:moveTo>
                  <a:pt x="29972" y="409448"/>
                </a:moveTo>
                <a:lnTo>
                  <a:pt x="0" y="368300"/>
                </a:lnTo>
                <a:lnTo>
                  <a:pt x="14541" y="364585"/>
                </a:lnTo>
                <a:lnTo>
                  <a:pt x="29718" y="360045"/>
                </a:lnTo>
                <a:lnTo>
                  <a:pt x="78454" y="341487"/>
                </a:lnTo>
                <a:lnTo>
                  <a:pt x="124460" y="315722"/>
                </a:lnTo>
                <a:lnTo>
                  <a:pt x="162464" y="282527"/>
                </a:lnTo>
                <a:lnTo>
                  <a:pt x="187198" y="241554"/>
                </a:lnTo>
                <a:lnTo>
                  <a:pt x="192532" y="78231"/>
                </a:lnTo>
                <a:lnTo>
                  <a:pt x="192532" y="74845"/>
                </a:lnTo>
                <a:lnTo>
                  <a:pt x="190669" y="73152"/>
                </a:lnTo>
                <a:lnTo>
                  <a:pt x="12699" y="73152"/>
                </a:lnTo>
                <a:lnTo>
                  <a:pt x="12699" y="24384"/>
                </a:lnTo>
                <a:lnTo>
                  <a:pt x="229785" y="24384"/>
                </a:lnTo>
                <a:lnTo>
                  <a:pt x="236982" y="27516"/>
                </a:lnTo>
                <a:lnTo>
                  <a:pt x="248158" y="40047"/>
                </a:lnTo>
                <a:lnTo>
                  <a:pt x="250952" y="47244"/>
                </a:lnTo>
                <a:lnTo>
                  <a:pt x="250952" y="201676"/>
                </a:lnTo>
                <a:lnTo>
                  <a:pt x="245872" y="244284"/>
                </a:lnTo>
                <a:lnTo>
                  <a:pt x="230632" y="281686"/>
                </a:lnTo>
                <a:lnTo>
                  <a:pt x="207391" y="314198"/>
                </a:lnTo>
                <a:lnTo>
                  <a:pt x="178308" y="342138"/>
                </a:lnTo>
                <a:lnTo>
                  <a:pt x="144526" y="365506"/>
                </a:lnTo>
                <a:lnTo>
                  <a:pt x="107188" y="384302"/>
                </a:lnTo>
                <a:lnTo>
                  <a:pt x="68326" y="398843"/>
                </a:lnTo>
                <a:lnTo>
                  <a:pt x="49085" y="404637"/>
                </a:lnTo>
                <a:lnTo>
                  <a:pt x="29972" y="4094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725721" y="3391588"/>
            <a:ext cx="391795" cy="484505"/>
          </a:xfrm>
          <a:custGeom>
            <a:avLst/>
            <a:gdLst/>
            <a:ahLst/>
            <a:cxnLst/>
            <a:rect l="l" t="t" r="r" b="b"/>
            <a:pathLst>
              <a:path w="391795" h="484504">
                <a:moveTo>
                  <a:pt x="391668" y="165608"/>
                </a:moveTo>
                <a:lnTo>
                  <a:pt x="333756" y="165608"/>
                </a:lnTo>
                <a:lnTo>
                  <a:pt x="333756" y="0"/>
                </a:lnTo>
                <a:lnTo>
                  <a:pt x="391668" y="0"/>
                </a:lnTo>
                <a:lnTo>
                  <a:pt x="391668" y="165608"/>
                </a:lnTo>
                <a:close/>
              </a:path>
              <a:path w="391795" h="484504">
                <a:moveTo>
                  <a:pt x="132588" y="381508"/>
                </a:moveTo>
                <a:lnTo>
                  <a:pt x="85725" y="373078"/>
                </a:lnTo>
                <a:lnTo>
                  <a:pt x="49910" y="348869"/>
                </a:lnTo>
                <a:lnTo>
                  <a:pt x="23907" y="312562"/>
                </a:lnTo>
                <a:lnTo>
                  <a:pt x="7620" y="266700"/>
                </a:lnTo>
                <a:lnTo>
                  <a:pt x="476" y="214407"/>
                </a:lnTo>
                <a:lnTo>
                  <a:pt x="0" y="196088"/>
                </a:lnTo>
                <a:lnTo>
                  <a:pt x="476" y="180054"/>
                </a:lnTo>
                <a:lnTo>
                  <a:pt x="7620" y="131572"/>
                </a:lnTo>
                <a:lnTo>
                  <a:pt x="23764" y="86233"/>
                </a:lnTo>
                <a:lnTo>
                  <a:pt x="49530" y="48704"/>
                </a:lnTo>
                <a:lnTo>
                  <a:pt x="85582" y="22494"/>
                </a:lnTo>
                <a:lnTo>
                  <a:pt x="132588" y="13208"/>
                </a:lnTo>
                <a:lnTo>
                  <a:pt x="146240" y="13922"/>
                </a:lnTo>
                <a:lnTo>
                  <a:pt x="183388" y="24638"/>
                </a:lnTo>
                <a:lnTo>
                  <a:pt x="223012" y="56388"/>
                </a:lnTo>
                <a:lnTo>
                  <a:pt x="228732" y="64008"/>
                </a:lnTo>
                <a:lnTo>
                  <a:pt x="132588" y="64008"/>
                </a:lnTo>
                <a:lnTo>
                  <a:pt x="123031" y="64833"/>
                </a:lnTo>
                <a:lnTo>
                  <a:pt x="85661" y="92075"/>
                </a:lnTo>
                <a:lnTo>
                  <a:pt x="67754" y="130810"/>
                </a:lnTo>
                <a:lnTo>
                  <a:pt x="59436" y="175006"/>
                </a:lnTo>
                <a:lnTo>
                  <a:pt x="58419" y="195580"/>
                </a:lnTo>
                <a:lnTo>
                  <a:pt x="58689" y="209105"/>
                </a:lnTo>
                <a:lnTo>
                  <a:pt x="62738" y="247396"/>
                </a:lnTo>
                <a:lnTo>
                  <a:pt x="76200" y="290322"/>
                </a:lnTo>
                <a:lnTo>
                  <a:pt x="106632" y="324564"/>
                </a:lnTo>
                <a:lnTo>
                  <a:pt x="132588" y="330708"/>
                </a:lnTo>
                <a:lnTo>
                  <a:pt x="230211" y="330708"/>
                </a:lnTo>
                <a:lnTo>
                  <a:pt x="227838" y="334264"/>
                </a:lnTo>
                <a:lnTo>
                  <a:pt x="198929" y="362219"/>
                </a:lnTo>
                <a:lnTo>
                  <a:pt x="161798" y="378396"/>
                </a:lnTo>
                <a:lnTo>
                  <a:pt x="147637" y="380730"/>
                </a:lnTo>
                <a:lnTo>
                  <a:pt x="132588" y="381508"/>
                </a:lnTo>
                <a:close/>
              </a:path>
              <a:path w="391795" h="484504">
                <a:moveTo>
                  <a:pt x="230211" y="330708"/>
                </a:moveTo>
                <a:lnTo>
                  <a:pt x="132588" y="330708"/>
                </a:lnTo>
                <a:lnTo>
                  <a:pt x="141700" y="330025"/>
                </a:lnTo>
                <a:lnTo>
                  <a:pt x="150241" y="327977"/>
                </a:lnTo>
                <a:lnTo>
                  <a:pt x="184086" y="299116"/>
                </a:lnTo>
                <a:lnTo>
                  <a:pt x="200120" y="259222"/>
                </a:lnTo>
                <a:lnTo>
                  <a:pt x="206978" y="209105"/>
                </a:lnTo>
                <a:lnTo>
                  <a:pt x="207264" y="195580"/>
                </a:lnTo>
                <a:lnTo>
                  <a:pt x="207010" y="185483"/>
                </a:lnTo>
                <a:lnTo>
                  <a:pt x="200850" y="141668"/>
                </a:lnTo>
                <a:lnTo>
                  <a:pt x="185102" y="100742"/>
                </a:lnTo>
                <a:lnTo>
                  <a:pt x="159162" y="71437"/>
                </a:lnTo>
                <a:lnTo>
                  <a:pt x="132588" y="64008"/>
                </a:lnTo>
                <a:lnTo>
                  <a:pt x="228732" y="64008"/>
                </a:lnTo>
                <a:lnTo>
                  <a:pt x="250190" y="104648"/>
                </a:lnTo>
                <a:lnTo>
                  <a:pt x="261953" y="149415"/>
                </a:lnTo>
                <a:lnTo>
                  <a:pt x="264160" y="165608"/>
                </a:lnTo>
                <a:lnTo>
                  <a:pt x="391668" y="165608"/>
                </a:lnTo>
                <a:lnTo>
                  <a:pt x="391668" y="213868"/>
                </a:lnTo>
                <a:lnTo>
                  <a:pt x="265176" y="213868"/>
                </a:lnTo>
                <a:lnTo>
                  <a:pt x="263699" y="231790"/>
                </a:lnTo>
                <a:lnTo>
                  <a:pt x="253746" y="281178"/>
                </a:lnTo>
                <a:lnTo>
                  <a:pt x="235648" y="322564"/>
                </a:lnTo>
                <a:lnTo>
                  <a:pt x="230211" y="330708"/>
                </a:lnTo>
                <a:close/>
              </a:path>
              <a:path w="391795" h="484504">
                <a:moveTo>
                  <a:pt x="384217" y="484124"/>
                </a:moveTo>
                <a:lnTo>
                  <a:pt x="333756" y="484124"/>
                </a:lnTo>
                <a:lnTo>
                  <a:pt x="333756" y="213868"/>
                </a:lnTo>
                <a:lnTo>
                  <a:pt x="391668" y="213868"/>
                </a:lnTo>
                <a:lnTo>
                  <a:pt x="391668" y="476673"/>
                </a:lnTo>
                <a:lnTo>
                  <a:pt x="390652" y="479044"/>
                </a:lnTo>
                <a:lnTo>
                  <a:pt x="386588" y="483108"/>
                </a:lnTo>
                <a:lnTo>
                  <a:pt x="384217" y="484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199177" y="3392096"/>
            <a:ext cx="396875" cy="495300"/>
          </a:xfrm>
          <a:custGeom>
            <a:avLst/>
            <a:gdLst/>
            <a:ahLst/>
            <a:cxnLst/>
            <a:rect l="l" t="t" r="r" b="b"/>
            <a:pathLst>
              <a:path w="396875" h="495300">
                <a:moveTo>
                  <a:pt x="224536" y="495300"/>
                </a:moveTo>
                <a:lnTo>
                  <a:pt x="184007" y="493585"/>
                </a:lnTo>
                <a:lnTo>
                  <a:pt x="144589" y="487997"/>
                </a:lnTo>
                <a:lnTo>
                  <a:pt x="101599" y="471868"/>
                </a:lnTo>
                <a:lnTo>
                  <a:pt x="75564" y="442976"/>
                </a:lnTo>
                <a:lnTo>
                  <a:pt x="72135" y="422656"/>
                </a:lnTo>
                <a:lnTo>
                  <a:pt x="72993" y="411988"/>
                </a:lnTo>
                <a:lnTo>
                  <a:pt x="93217" y="379364"/>
                </a:lnTo>
                <a:lnTo>
                  <a:pt x="132667" y="360346"/>
                </a:lnTo>
                <a:lnTo>
                  <a:pt x="170434" y="353060"/>
                </a:lnTo>
                <a:lnTo>
                  <a:pt x="211058" y="350202"/>
                </a:lnTo>
                <a:lnTo>
                  <a:pt x="224536" y="350012"/>
                </a:lnTo>
                <a:lnTo>
                  <a:pt x="238013" y="350202"/>
                </a:lnTo>
                <a:lnTo>
                  <a:pt x="278638" y="353060"/>
                </a:lnTo>
                <a:lnTo>
                  <a:pt x="316404" y="360346"/>
                </a:lnTo>
                <a:lnTo>
                  <a:pt x="355854" y="379364"/>
                </a:lnTo>
                <a:lnTo>
                  <a:pt x="368820" y="393192"/>
                </a:lnTo>
                <a:lnTo>
                  <a:pt x="224536" y="393192"/>
                </a:lnTo>
                <a:lnTo>
                  <a:pt x="214550" y="393303"/>
                </a:lnTo>
                <a:lnTo>
                  <a:pt x="170370" y="397192"/>
                </a:lnTo>
                <a:lnTo>
                  <a:pt x="131487" y="413173"/>
                </a:lnTo>
                <a:lnTo>
                  <a:pt x="129031" y="417576"/>
                </a:lnTo>
                <a:lnTo>
                  <a:pt x="129031" y="427736"/>
                </a:lnTo>
                <a:lnTo>
                  <a:pt x="163115" y="446674"/>
                </a:lnTo>
                <a:lnTo>
                  <a:pt x="204914" y="451675"/>
                </a:lnTo>
                <a:lnTo>
                  <a:pt x="214550" y="452008"/>
                </a:lnTo>
                <a:lnTo>
                  <a:pt x="224536" y="452120"/>
                </a:lnTo>
                <a:lnTo>
                  <a:pt x="368820" y="452120"/>
                </a:lnTo>
                <a:lnTo>
                  <a:pt x="363220" y="459232"/>
                </a:lnTo>
                <a:lnTo>
                  <a:pt x="327660" y="481330"/>
                </a:lnTo>
                <a:lnTo>
                  <a:pt x="278638" y="492252"/>
                </a:lnTo>
                <a:lnTo>
                  <a:pt x="238013" y="495109"/>
                </a:lnTo>
                <a:lnTo>
                  <a:pt x="224536" y="495300"/>
                </a:lnTo>
                <a:close/>
              </a:path>
              <a:path w="396875" h="495300">
                <a:moveTo>
                  <a:pt x="368820" y="452120"/>
                </a:moveTo>
                <a:lnTo>
                  <a:pt x="224536" y="452120"/>
                </a:lnTo>
                <a:lnTo>
                  <a:pt x="234521" y="452008"/>
                </a:lnTo>
                <a:lnTo>
                  <a:pt x="244157" y="451675"/>
                </a:lnTo>
                <a:lnTo>
                  <a:pt x="285956" y="446674"/>
                </a:lnTo>
                <a:lnTo>
                  <a:pt x="320040" y="427736"/>
                </a:lnTo>
                <a:lnTo>
                  <a:pt x="320040" y="417576"/>
                </a:lnTo>
                <a:lnTo>
                  <a:pt x="285956" y="398637"/>
                </a:lnTo>
                <a:lnTo>
                  <a:pt x="244157" y="393636"/>
                </a:lnTo>
                <a:lnTo>
                  <a:pt x="224536" y="393192"/>
                </a:lnTo>
                <a:lnTo>
                  <a:pt x="368820" y="393192"/>
                </a:lnTo>
                <a:lnTo>
                  <a:pt x="369220" y="393700"/>
                </a:lnTo>
                <a:lnTo>
                  <a:pt x="373507" y="402336"/>
                </a:lnTo>
                <a:lnTo>
                  <a:pt x="376078" y="411988"/>
                </a:lnTo>
                <a:lnTo>
                  <a:pt x="376936" y="422656"/>
                </a:lnTo>
                <a:lnTo>
                  <a:pt x="376078" y="433324"/>
                </a:lnTo>
                <a:lnTo>
                  <a:pt x="373507" y="442976"/>
                </a:lnTo>
                <a:lnTo>
                  <a:pt x="369220" y="451612"/>
                </a:lnTo>
                <a:lnTo>
                  <a:pt x="368820" y="452120"/>
                </a:lnTo>
                <a:close/>
              </a:path>
              <a:path w="396875" h="495300">
                <a:moveTo>
                  <a:pt x="387265" y="258572"/>
                </a:moveTo>
                <a:lnTo>
                  <a:pt x="338328" y="258572"/>
                </a:lnTo>
                <a:lnTo>
                  <a:pt x="338328" y="136144"/>
                </a:lnTo>
                <a:lnTo>
                  <a:pt x="230632" y="136144"/>
                </a:lnTo>
                <a:lnTo>
                  <a:pt x="230632" y="89916"/>
                </a:lnTo>
                <a:lnTo>
                  <a:pt x="338328" y="89916"/>
                </a:lnTo>
                <a:lnTo>
                  <a:pt x="338328" y="0"/>
                </a:lnTo>
                <a:lnTo>
                  <a:pt x="394716" y="0"/>
                </a:lnTo>
                <a:lnTo>
                  <a:pt x="394716" y="251121"/>
                </a:lnTo>
                <a:lnTo>
                  <a:pt x="393700" y="253492"/>
                </a:lnTo>
                <a:lnTo>
                  <a:pt x="389636" y="257556"/>
                </a:lnTo>
                <a:lnTo>
                  <a:pt x="387265" y="258572"/>
                </a:lnTo>
                <a:close/>
              </a:path>
              <a:path w="396875" h="495300">
                <a:moveTo>
                  <a:pt x="82994" y="231917"/>
                </a:moveTo>
                <a:lnTo>
                  <a:pt x="30987" y="230632"/>
                </a:lnTo>
                <a:lnTo>
                  <a:pt x="0" y="207941"/>
                </a:lnTo>
                <a:lnTo>
                  <a:pt x="0" y="33866"/>
                </a:lnTo>
                <a:lnTo>
                  <a:pt x="2963" y="26585"/>
                </a:lnTo>
                <a:lnTo>
                  <a:pt x="14816" y="15070"/>
                </a:lnTo>
                <a:lnTo>
                  <a:pt x="22182" y="12192"/>
                </a:lnTo>
                <a:lnTo>
                  <a:pt x="273812" y="12192"/>
                </a:lnTo>
                <a:lnTo>
                  <a:pt x="273812" y="57403"/>
                </a:lnTo>
                <a:lnTo>
                  <a:pt x="57065" y="57403"/>
                </a:lnTo>
                <a:lnTo>
                  <a:pt x="55371" y="59097"/>
                </a:lnTo>
                <a:lnTo>
                  <a:pt x="55371" y="183726"/>
                </a:lnTo>
                <a:lnTo>
                  <a:pt x="57065" y="185419"/>
                </a:lnTo>
                <a:lnTo>
                  <a:pt x="298704" y="185419"/>
                </a:lnTo>
                <a:lnTo>
                  <a:pt x="298704" y="215392"/>
                </a:lnTo>
                <a:lnTo>
                  <a:pt x="257079" y="222154"/>
                </a:lnTo>
                <a:lnTo>
                  <a:pt x="208026" y="227203"/>
                </a:lnTo>
                <a:lnTo>
                  <a:pt x="155384" y="230520"/>
                </a:lnTo>
                <a:lnTo>
                  <a:pt x="101091" y="231902"/>
                </a:lnTo>
                <a:lnTo>
                  <a:pt x="82994" y="231917"/>
                </a:lnTo>
                <a:close/>
              </a:path>
              <a:path w="396875" h="495300">
                <a:moveTo>
                  <a:pt x="298704" y="185419"/>
                </a:moveTo>
                <a:lnTo>
                  <a:pt x="126492" y="185419"/>
                </a:lnTo>
                <a:lnTo>
                  <a:pt x="126492" y="57403"/>
                </a:lnTo>
                <a:lnTo>
                  <a:pt x="183049" y="57403"/>
                </a:lnTo>
                <a:lnTo>
                  <a:pt x="181356" y="59097"/>
                </a:lnTo>
                <a:lnTo>
                  <a:pt x="181477" y="182324"/>
                </a:lnTo>
                <a:lnTo>
                  <a:pt x="183049" y="183895"/>
                </a:lnTo>
                <a:lnTo>
                  <a:pt x="298704" y="183895"/>
                </a:lnTo>
                <a:lnTo>
                  <a:pt x="298704" y="185419"/>
                </a:lnTo>
                <a:close/>
              </a:path>
              <a:path w="396875" h="495300">
                <a:moveTo>
                  <a:pt x="298704" y="183895"/>
                </a:moveTo>
                <a:lnTo>
                  <a:pt x="186436" y="183895"/>
                </a:lnTo>
                <a:lnTo>
                  <a:pt x="196008" y="183721"/>
                </a:lnTo>
                <a:lnTo>
                  <a:pt x="206946" y="183197"/>
                </a:lnTo>
                <a:lnTo>
                  <a:pt x="247792" y="179498"/>
                </a:lnTo>
                <a:lnTo>
                  <a:pt x="298704" y="172212"/>
                </a:lnTo>
                <a:lnTo>
                  <a:pt x="298704" y="183895"/>
                </a:lnTo>
                <a:close/>
              </a:path>
              <a:path w="396875" h="495300">
                <a:moveTo>
                  <a:pt x="252984" y="291592"/>
                </a:moveTo>
                <a:lnTo>
                  <a:pt x="194056" y="291592"/>
                </a:lnTo>
                <a:lnTo>
                  <a:pt x="194056" y="245872"/>
                </a:lnTo>
                <a:lnTo>
                  <a:pt x="252984" y="245872"/>
                </a:lnTo>
                <a:lnTo>
                  <a:pt x="252984" y="291592"/>
                </a:lnTo>
                <a:close/>
              </a:path>
              <a:path w="396875" h="495300">
                <a:moveTo>
                  <a:pt x="396748" y="336804"/>
                </a:moveTo>
                <a:lnTo>
                  <a:pt x="50799" y="336804"/>
                </a:lnTo>
                <a:lnTo>
                  <a:pt x="50799" y="291592"/>
                </a:lnTo>
                <a:lnTo>
                  <a:pt x="396748" y="291592"/>
                </a:lnTo>
                <a:lnTo>
                  <a:pt x="396748" y="3368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651805" y="3392096"/>
            <a:ext cx="427990" cy="483870"/>
          </a:xfrm>
          <a:custGeom>
            <a:avLst/>
            <a:gdLst/>
            <a:ahLst/>
            <a:cxnLst/>
            <a:rect l="l" t="t" r="r" b="b"/>
            <a:pathLst>
              <a:path w="427990" h="483870">
                <a:moveTo>
                  <a:pt x="420285" y="483616"/>
                </a:moveTo>
                <a:lnTo>
                  <a:pt x="371348" y="483616"/>
                </a:lnTo>
                <a:lnTo>
                  <a:pt x="371348" y="0"/>
                </a:lnTo>
                <a:lnTo>
                  <a:pt x="427736" y="0"/>
                </a:lnTo>
                <a:lnTo>
                  <a:pt x="427736" y="476165"/>
                </a:lnTo>
                <a:lnTo>
                  <a:pt x="426720" y="478536"/>
                </a:lnTo>
                <a:lnTo>
                  <a:pt x="422656" y="482600"/>
                </a:lnTo>
                <a:lnTo>
                  <a:pt x="420285" y="483616"/>
                </a:lnTo>
                <a:close/>
              </a:path>
              <a:path w="427990" h="483870">
                <a:moveTo>
                  <a:pt x="326136" y="160528"/>
                </a:moveTo>
                <a:lnTo>
                  <a:pt x="268732" y="160528"/>
                </a:lnTo>
                <a:lnTo>
                  <a:pt x="268732" y="0"/>
                </a:lnTo>
                <a:lnTo>
                  <a:pt x="326136" y="0"/>
                </a:lnTo>
                <a:lnTo>
                  <a:pt x="326136" y="160528"/>
                </a:lnTo>
                <a:close/>
              </a:path>
              <a:path w="427990" h="483870">
                <a:moveTo>
                  <a:pt x="34035" y="408432"/>
                </a:moveTo>
                <a:lnTo>
                  <a:pt x="0" y="372872"/>
                </a:lnTo>
                <a:lnTo>
                  <a:pt x="18541" y="365521"/>
                </a:lnTo>
                <a:lnTo>
                  <a:pt x="36067" y="357695"/>
                </a:lnTo>
                <a:lnTo>
                  <a:pt x="82454" y="331327"/>
                </a:lnTo>
                <a:lnTo>
                  <a:pt x="118363" y="300228"/>
                </a:lnTo>
                <a:lnTo>
                  <a:pt x="143414" y="263699"/>
                </a:lnTo>
                <a:lnTo>
                  <a:pt x="157353" y="220916"/>
                </a:lnTo>
                <a:lnTo>
                  <a:pt x="160020" y="188467"/>
                </a:lnTo>
                <a:lnTo>
                  <a:pt x="160020" y="77385"/>
                </a:lnTo>
                <a:lnTo>
                  <a:pt x="158326" y="75691"/>
                </a:lnTo>
                <a:lnTo>
                  <a:pt x="13207" y="75691"/>
                </a:lnTo>
                <a:lnTo>
                  <a:pt x="13207" y="27432"/>
                </a:lnTo>
                <a:lnTo>
                  <a:pt x="194902" y="27432"/>
                </a:lnTo>
                <a:lnTo>
                  <a:pt x="202183" y="30310"/>
                </a:lnTo>
                <a:lnTo>
                  <a:pt x="214376" y="41825"/>
                </a:lnTo>
                <a:lnTo>
                  <a:pt x="217424" y="49106"/>
                </a:lnTo>
                <a:lnTo>
                  <a:pt x="217424" y="160528"/>
                </a:lnTo>
                <a:lnTo>
                  <a:pt x="326136" y="160528"/>
                </a:lnTo>
                <a:lnTo>
                  <a:pt x="326136" y="209296"/>
                </a:lnTo>
                <a:lnTo>
                  <a:pt x="216408" y="209296"/>
                </a:lnTo>
                <a:lnTo>
                  <a:pt x="214217" y="226314"/>
                </a:lnTo>
                <a:lnTo>
                  <a:pt x="199644" y="274320"/>
                </a:lnTo>
                <a:lnTo>
                  <a:pt x="173640" y="317182"/>
                </a:lnTo>
                <a:lnTo>
                  <a:pt x="136906" y="354203"/>
                </a:lnTo>
                <a:lnTo>
                  <a:pt x="89947" y="384905"/>
                </a:lnTo>
                <a:lnTo>
                  <a:pt x="53625" y="401415"/>
                </a:lnTo>
                <a:lnTo>
                  <a:pt x="34035" y="408432"/>
                </a:lnTo>
                <a:close/>
              </a:path>
              <a:path w="427990" h="483870">
                <a:moveTo>
                  <a:pt x="318685" y="471932"/>
                </a:moveTo>
                <a:lnTo>
                  <a:pt x="268732" y="471932"/>
                </a:lnTo>
                <a:lnTo>
                  <a:pt x="268732" y="209296"/>
                </a:lnTo>
                <a:lnTo>
                  <a:pt x="326136" y="209296"/>
                </a:lnTo>
                <a:lnTo>
                  <a:pt x="326136" y="464481"/>
                </a:lnTo>
                <a:lnTo>
                  <a:pt x="325120" y="466852"/>
                </a:lnTo>
                <a:lnTo>
                  <a:pt x="321056" y="470916"/>
                </a:lnTo>
                <a:lnTo>
                  <a:pt x="318685" y="4719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7169457" y="3403780"/>
            <a:ext cx="248920" cy="443230"/>
          </a:xfrm>
          <a:custGeom>
            <a:avLst/>
            <a:gdLst/>
            <a:ahLst/>
            <a:cxnLst/>
            <a:rect l="l" t="t" r="r" b="b"/>
            <a:pathLst>
              <a:path w="248920" h="443229">
                <a:moveTo>
                  <a:pt x="3556" y="69596"/>
                </a:moveTo>
                <a:lnTo>
                  <a:pt x="0" y="17780"/>
                </a:lnTo>
                <a:lnTo>
                  <a:pt x="46767" y="7445"/>
                </a:lnTo>
                <a:lnTo>
                  <a:pt x="86995" y="1206"/>
                </a:lnTo>
                <a:lnTo>
                  <a:pt x="113792" y="0"/>
                </a:lnTo>
                <a:lnTo>
                  <a:pt x="144621" y="1492"/>
                </a:lnTo>
                <a:lnTo>
                  <a:pt x="194659" y="13430"/>
                </a:lnTo>
                <a:lnTo>
                  <a:pt x="228981" y="37274"/>
                </a:lnTo>
                <a:lnTo>
                  <a:pt x="237927" y="50800"/>
                </a:lnTo>
                <a:lnTo>
                  <a:pt x="119380" y="50800"/>
                </a:lnTo>
                <a:lnTo>
                  <a:pt x="105013" y="51085"/>
                </a:lnTo>
                <a:lnTo>
                  <a:pt x="63246" y="55372"/>
                </a:lnTo>
                <a:lnTo>
                  <a:pt x="19478" y="65087"/>
                </a:lnTo>
                <a:lnTo>
                  <a:pt x="3556" y="69596"/>
                </a:lnTo>
                <a:close/>
              </a:path>
              <a:path w="248920" h="443229">
                <a:moveTo>
                  <a:pt x="134620" y="339344"/>
                </a:moveTo>
                <a:lnTo>
                  <a:pt x="80772" y="339344"/>
                </a:lnTo>
                <a:lnTo>
                  <a:pt x="80772" y="309372"/>
                </a:lnTo>
                <a:lnTo>
                  <a:pt x="88646" y="267335"/>
                </a:lnTo>
                <a:lnTo>
                  <a:pt x="111188" y="227980"/>
                </a:lnTo>
                <a:lnTo>
                  <a:pt x="141938" y="191833"/>
                </a:lnTo>
                <a:lnTo>
                  <a:pt x="151892" y="181864"/>
                </a:lnTo>
                <a:lnTo>
                  <a:pt x="160401" y="172815"/>
                </a:lnTo>
                <a:lnTo>
                  <a:pt x="186340" y="133445"/>
                </a:lnTo>
                <a:lnTo>
                  <a:pt x="191166" y="111855"/>
                </a:lnTo>
                <a:lnTo>
                  <a:pt x="191008" y="100584"/>
                </a:lnTo>
                <a:lnTo>
                  <a:pt x="169926" y="61722"/>
                </a:lnTo>
                <a:lnTo>
                  <a:pt x="119380" y="50800"/>
                </a:lnTo>
                <a:lnTo>
                  <a:pt x="237927" y="50800"/>
                </a:lnTo>
                <a:lnTo>
                  <a:pt x="239776" y="53594"/>
                </a:lnTo>
                <a:lnTo>
                  <a:pt x="246253" y="72834"/>
                </a:lnTo>
                <a:lnTo>
                  <a:pt x="248412" y="94996"/>
                </a:lnTo>
                <a:lnTo>
                  <a:pt x="247602" y="110664"/>
                </a:lnTo>
                <a:lnTo>
                  <a:pt x="235405" y="153765"/>
                </a:lnTo>
                <a:lnTo>
                  <a:pt x="207597" y="195246"/>
                </a:lnTo>
                <a:lnTo>
                  <a:pt x="187880" y="216789"/>
                </a:lnTo>
                <a:lnTo>
                  <a:pt x="181546" y="223520"/>
                </a:lnTo>
                <a:lnTo>
                  <a:pt x="155257" y="254222"/>
                </a:lnTo>
                <a:lnTo>
                  <a:pt x="136059" y="291253"/>
                </a:lnTo>
                <a:lnTo>
                  <a:pt x="134620" y="299550"/>
                </a:lnTo>
                <a:lnTo>
                  <a:pt x="134620" y="339344"/>
                </a:lnTo>
                <a:close/>
              </a:path>
              <a:path w="248920" h="443229">
                <a:moveTo>
                  <a:pt x="137668" y="442976"/>
                </a:moveTo>
                <a:lnTo>
                  <a:pt x="79756" y="442976"/>
                </a:lnTo>
                <a:lnTo>
                  <a:pt x="79756" y="386588"/>
                </a:lnTo>
                <a:lnTo>
                  <a:pt x="137668" y="386588"/>
                </a:lnTo>
                <a:lnTo>
                  <a:pt x="137668" y="4429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7509817" y="3404288"/>
            <a:ext cx="157480" cy="464184"/>
          </a:xfrm>
          <a:custGeom>
            <a:avLst/>
            <a:gdLst/>
            <a:ahLst/>
            <a:cxnLst/>
            <a:rect l="l" t="t" r="r" b="b"/>
            <a:pathLst>
              <a:path w="157479" h="464185">
                <a:moveTo>
                  <a:pt x="68071" y="463803"/>
                </a:moveTo>
                <a:lnTo>
                  <a:pt x="0" y="463803"/>
                </a:lnTo>
                <a:lnTo>
                  <a:pt x="8667" y="455723"/>
                </a:lnTo>
                <a:lnTo>
                  <a:pt x="17398" y="446722"/>
                </a:lnTo>
                <a:lnTo>
                  <a:pt x="43735" y="414226"/>
                </a:lnTo>
                <a:lnTo>
                  <a:pt x="67309" y="373887"/>
                </a:lnTo>
                <a:lnTo>
                  <a:pt x="86026" y="326120"/>
                </a:lnTo>
                <a:lnTo>
                  <a:pt x="97789" y="271462"/>
                </a:lnTo>
                <a:lnTo>
                  <a:pt x="100075" y="231647"/>
                </a:lnTo>
                <a:lnTo>
                  <a:pt x="99552" y="211867"/>
                </a:lnTo>
                <a:lnTo>
                  <a:pt x="91693" y="155955"/>
                </a:lnTo>
                <a:lnTo>
                  <a:pt x="75977" y="105902"/>
                </a:lnTo>
                <a:lnTo>
                  <a:pt x="54419" y="62674"/>
                </a:lnTo>
                <a:lnTo>
                  <a:pt x="28638" y="27146"/>
                </a:lnTo>
                <a:lnTo>
                  <a:pt x="1015" y="0"/>
                </a:lnTo>
                <a:lnTo>
                  <a:pt x="69595" y="0"/>
                </a:lnTo>
                <a:lnTo>
                  <a:pt x="104394" y="37591"/>
                </a:lnTo>
                <a:lnTo>
                  <a:pt x="125968" y="75739"/>
                </a:lnTo>
                <a:lnTo>
                  <a:pt x="142557" y="121411"/>
                </a:lnTo>
                <a:lnTo>
                  <a:pt x="153622" y="173878"/>
                </a:lnTo>
                <a:lnTo>
                  <a:pt x="157051" y="211851"/>
                </a:lnTo>
                <a:lnTo>
                  <a:pt x="157479" y="231647"/>
                </a:lnTo>
                <a:lnTo>
                  <a:pt x="156956" y="252158"/>
                </a:lnTo>
                <a:lnTo>
                  <a:pt x="152765" y="291274"/>
                </a:lnTo>
                <a:lnTo>
                  <a:pt x="139572" y="344868"/>
                </a:lnTo>
                <a:lnTo>
                  <a:pt x="121110" y="391286"/>
                </a:lnTo>
                <a:lnTo>
                  <a:pt x="99060" y="429005"/>
                </a:lnTo>
                <a:lnTo>
                  <a:pt x="75723" y="456866"/>
                </a:lnTo>
                <a:lnTo>
                  <a:pt x="68071" y="46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028700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2067" y="486427"/>
            <a:ext cx="9682286" cy="9513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6250" y="560610"/>
            <a:ext cx="9334487" cy="91657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5074" y="2418943"/>
            <a:ext cx="8534399" cy="6961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63325" y="684435"/>
            <a:ext cx="2212097" cy="7252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0026" y="898444"/>
            <a:ext cx="174214" cy="1742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60683" y="898444"/>
            <a:ext cx="174214" cy="1742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41341" y="898444"/>
            <a:ext cx="174214" cy="17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1975" y="1304692"/>
            <a:ext cx="9163052" cy="8358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89484" y="1496576"/>
            <a:ext cx="7135034" cy="4520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15916" y="834905"/>
            <a:ext cx="238125" cy="20320"/>
          </a:xfrm>
          <a:custGeom>
            <a:avLst/>
            <a:gdLst/>
            <a:ahLst/>
            <a:cxnLst/>
            <a:rect l="l" t="t" r="r" b="b"/>
            <a:pathLst>
              <a:path w="238125" h="20319">
                <a:moveTo>
                  <a:pt x="0" y="0"/>
                </a:moveTo>
                <a:lnTo>
                  <a:pt x="238124" y="0"/>
                </a:lnTo>
                <a:lnTo>
                  <a:pt x="23812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15916" y="85522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0" y="0"/>
                </a:moveTo>
                <a:lnTo>
                  <a:pt x="20180" y="0"/>
                </a:lnTo>
                <a:lnTo>
                  <a:pt x="20180" y="198119"/>
                </a:lnTo>
                <a:lnTo>
                  <a:pt x="0" y="19811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15916" y="1053345"/>
            <a:ext cx="238125" cy="19050"/>
          </a:xfrm>
          <a:custGeom>
            <a:avLst/>
            <a:gdLst/>
            <a:ahLst/>
            <a:cxnLst/>
            <a:rect l="l" t="t" r="r" b="b"/>
            <a:pathLst>
              <a:path w="238125" h="19050">
                <a:moveTo>
                  <a:pt x="0" y="0"/>
                </a:moveTo>
                <a:lnTo>
                  <a:pt x="238124" y="0"/>
                </a:lnTo>
                <a:lnTo>
                  <a:pt x="23812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033861" y="85508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20180" y="197764"/>
                </a:moveTo>
                <a:lnTo>
                  <a:pt x="0" y="197764"/>
                </a:lnTo>
                <a:lnTo>
                  <a:pt x="0" y="0"/>
                </a:lnTo>
                <a:lnTo>
                  <a:pt x="20180" y="0"/>
                </a:lnTo>
                <a:lnTo>
                  <a:pt x="20180" y="197764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409288" y="1052849"/>
            <a:ext cx="218440" cy="20320"/>
          </a:xfrm>
          <a:custGeom>
            <a:avLst/>
            <a:gdLst/>
            <a:ahLst/>
            <a:cxnLst/>
            <a:rect l="l" t="t" r="r" b="b"/>
            <a:pathLst>
              <a:path w="218440" h="20319">
                <a:moveTo>
                  <a:pt x="217944" y="20180"/>
                </a:moveTo>
                <a:lnTo>
                  <a:pt x="0" y="20180"/>
                </a:lnTo>
                <a:lnTo>
                  <a:pt x="0" y="0"/>
                </a:lnTo>
                <a:lnTo>
                  <a:pt x="217944" y="0"/>
                </a:lnTo>
                <a:lnTo>
                  <a:pt x="217944" y="2018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235292" y="837797"/>
            <a:ext cx="232590" cy="23259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3229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6301" y="286990"/>
                </a:moveTo>
                <a:lnTo>
                  <a:pt x="10195" y="286990"/>
                </a:lnTo>
                <a:lnTo>
                  <a:pt x="7214" y="285881"/>
                </a:lnTo>
                <a:lnTo>
                  <a:pt x="166" y="279107"/>
                </a:lnTo>
                <a:lnTo>
                  <a:pt x="11" y="271547"/>
                </a:lnTo>
                <a:lnTo>
                  <a:pt x="122471" y="144115"/>
                </a:lnTo>
                <a:lnTo>
                  <a:pt x="0" y="16683"/>
                </a:lnTo>
                <a:lnTo>
                  <a:pt x="155" y="9134"/>
                </a:lnTo>
                <a:lnTo>
                  <a:pt x="9647" y="0"/>
                </a:lnTo>
                <a:lnTo>
                  <a:pt x="17184" y="155"/>
                </a:lnTo>
                <a:lnTo>
                  <a:pt x="152021" y="140454"/>
                </a:lnTo>
                <a:lnTo>
                  <a:pt x="152021" y="147740"/>
                </a:lnTo>
                <a:lnTo>
                  <a:pt x="19414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01482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35719" y="286990"/>
                </a:moveTo>
                <a:lnTo>
                  <a:pt x="141825" y="286990"/>
                </a:lnTo>
                <a:lnTo>
                  <a:pt x="144806" y="285881"/>
                </a:lnTo>
                <a:lnTo>
                  <a:pt x="151854" y="279107"/>
                </a:lnTo>
                <a:lnTo>
                  <a:pt x="152009" y="271547"/>
                </a:lnTo>
                <a:lnTo>
                  <a:pt x="29550" y="144115"/>
                </a:lnTo>
                <a:lnTo>
                  <a:pt x="152021" y="16683"/>
                </a:lnTo>
                <a:lnTo>
                  <a:pt x="151866" y="9134"/>
                </a:lnTo>
                <a:lnTo>
                  <a:pt x="142374" y="0"/>
                </a:lnTo>
                <a:lnTo>
                  <a:pt x="134837" y="155"/>
                </a:lnTo>
                <a:lnTo>
                  <a:pt x="0" y="140454"/>
                </a:lnTo>
                <a:lnTo>
                  <a:pt x="0" y="147740"/>
                </a:lnTo>
                <a:lnTo>
                  <a:pt x="132607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26355" y="1565410"/>
            <a:ext cx="314960" cy="314960"/>
          </a:xfrm>
          <a:custGeom>
            <a:avLst/>
            <a:gdLst/>
            <a:ahLst/>
            <a:cxnLst/>
            <a:rect l="l" t="t" r="r" b="b"/>
            <a:pathLst>
              <a:path w="314960" h="314960">
                <a:moveTo>
                  <a:pt x="72486" y="288184"/>
                </a:moveTo>
                <a:lnTo>
                  <a:pt x="157182" y="288184"/>
                </a:lnTo>
                <a:lnTo>
                  <a:pt x="106246" y="277874"/>
                </a:lnTo>
                <a:lnTo>
                  <a:pt x="64604" y="249775"/>
                </a:lnTo>
                <a:lnTo>
                  <a:pt x="36502" y="208133"/>
                </a:lnTo>
                <a:lnTo>
                  <a:pt x="26193" y="157182"/>
                </a:lnTo>
                <a:lnTo>
                  <a:pt x="36502" y="106257"/>
                </a:lnTo>
                <a:lnTo>
                  <a:pt x="64604" y="64615"/>
                </a:lnTo>
                <a:lnTo>
                  <a:pt x="106246" y="36513"/>
                </a:lnTo>
                <a:lnTo>
                  <a:pt x="157186" y="26201"/>
                </a:lnTo>
                <a:lnTo>
                  <a:pt x="242130" y="26201"/>
                </a:lnTo>
                <a:lnTo>
                  <a:pt x="231889" y="18917"/>
                </a:lnTo>
                <a:lnTo>
                  <a:pt x="196107" y="4892"/>
                </a:lnTo>
                <a:lnTo>
                  <a:pt x="157183" y="0"/>
                </a:lnTo>
                <a:lnTo>
                  <a:pt x="107556" y="8027"/>
                </a:lnTo>
                <a:lnTo>
                  <a:pt x="72463" y="26201"/>
                </a:lnTo>
                <a:lnTo>
                  <a:pt x="157186" y="26201"/>
                </a:lnTo>
                <a:lnTo>
                  <a:pt x="72462" y="26202"/>
                </a:lnTo>
                <a:lnTo>
                  <a:pt x="64414" y="30370"/>
                </a:lnTo>
                <a:lnTo>
                  <a:pt x="30369" y="64416"/>
                </a:lnTo>
                <a:lnTo>
                  <a:pt x="8027" y="107556"/>
                </a:lnTo>
                <a:lnTo>
                  <a:pt x="0" y="157199"/>
                </a:lnTo>
                <a:lnTo>
                  <a:pt x="8023" y="206813"/>
                </a:lnTo>
                <a:lnTo>
                  <a:pt x="30364" y="249957"/>
                </a:lnTo>
                <a:lnTo>
                  <a:pt x="64411" y="284002"/>
                </a:lnTo>
                <a:lnTo>
                  <a:pt x="72486" y="288184"/>
                </a:lnTo>
                <a:close/>
              </a:path>
              <a:path w="314960" h="314960">
                <a:moveTo>
                  <a:pt x="209590" y="117891"/>
                </a:moveTo>
                <a:lnTo>
                  <a:pt x="314375" y="117891"/>
                </a:lnTo>
                <a:lnTo>
                  <a:pt x="314364" y="13095"/>
                </a:lnTo>
                <a:lnTo>
                  <a:pt x="288173" y="13095"/>
                </a:lnTo>
                <a:lnTo>
                  <a:pt x="288173" y="70435"/>
                </a:lnTo>
                <a:lnTo>
                  <a:pt x="254056" y="70438"/>
                </a:lnTo>
                <a:lnTo>
                  <a:pt x="270372" y="91692"/>
                </a:lnTo>
                <a:lnTo>
                  <a:pt x="209590" y="91692"/>
                </a:lnTo>
                <a:lnTo>
                  <a:pt x="209590" y="117891"/>
                </a:lnTo>
                <a:close/>
              </a:path>
              <a:path w="314960" h="314960">
                <a:moveTo>
                  <a:pt x="254056" y="70438"/>
                </a:moveTo>
                <a:lnTo>
                  <a:pt x="288173" y="70438"/>
                </a:lnTo>
                <a:lnTo>
                  <a:pt x="263065" y="41092"/>
                </a:lnTo>
                <a:lnTo>
                  <a:pt x="242131" y="26202"/>
                </a:lnTo>
                <a:lnTo>
                  <a:pt x="157193" y="26202"/>
                </a:lnTo>
                <a:lnTo>
                  <a:pt x="191493" y="30789"/>
                </a:lnTo>
                <a:lnTo>
                  <a:pt x="222746" y="43893"/>
                </a:lnTo>
                <a:lnTo>
                  <a:pt x="249515" y="64523"/>
                </a:lnTo>
                <a:lnTo>
                  <a:pt x="254056" y="70438"/>
                </a:lnTo>
                <a:close/>
              </a:path>
              <a:path w="314960" h="314960">
                <a:moveTo>
                  <a:pt x="157186" y="314367"/>
                </a:moveTo>
                <a:lnTo>
                  <a:pt x="201094" y="308146"/>
                </a:lnTo>
                <a:lnTo>
                  <a:pt x="240450" y="290559"/>
                </a:lnTo>
                <a:lnTo>
                  <a:pt x="273310" y="263220"/>
                </a:lnTo>
                <a:lnTo>
                  <a:pt x="297733" y="227745"/>
                </a:lnTo>
                <a:lnTo>
                  <a:pt x="311774" y="185748"/>
                </a:lnTo>
                <a:lnTo>
                  <a:pt x="313079" y="178634"/>
                </a:lnTo>
                <a:lnTo>
                  <a:pt x="308375" y="171816"/>
                </a:lnTo>
                <a:lnTo>
                  <a:pt x="293995" y="169215"/>
                </a:lnTo>
                <a:lnTo>
                  <a:pt x="287309" y="173931"/>
                </a:lnTo>
                <a:lnTo>
                  <a:pt x="286014" y="181026"/>
                </a:lnTo>
                <a:lnTo>
                  <a:pt x="269969" y="223969"/>
                </a:lnTo>
                <a:lnTo>
                  <a:pt x="241042" y="257893"/>
                </a:lnTo>
                <a:lnTo>
                  <a:pt x="202394" y="280173"/>
                </a:lnTo>
                <a:lnTo>
                  <a:pt x="157182" y="288184"/>
                </a:lnTo>
                <a:lnTo>
                  <a:pt x="72486" y="288184"/>
                </a:lnTo>
                <a:lnTo>
                  <a:pt x="107554" y="306341"/>
                </a:lnTo>
                <a:lnTo>
                  <a:pt x="157186" y="314367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922903" y="1591280"/>
            <a:ext cx="274320" cy="263525"/>
          </a:xfrm>
          <a:custGeom>
            <a:avLst/>
            <a:gdLst/>
            <a:ahLst/>
            <a:cxnLst/>
            <a:rect l="l" t="t" r="r" b="b"/>
            <a:pathLst>
              <a:path w="274320" h="263525">
                <a:moveTo>
                  <a:pt x="71829" y="262977"/>
                </a:moveTo>
                <a:lnTo>
                  <a:pt x="42377" y="237922"/>
                </a:lnTo>
                <a:lnTo>
                  <a:pt x="42302" y="236333"/>
                </a:lnTo>
                <a:lnTo>
                  <a:pt x="56658" y="168590"/>
                </a:lnTo>
                <a:lnTo>
                  <a:pt x="5049" y="122060"/>
                </a:lnTo>
                <a:lnTo>
                  <a:pt x="2340" y="117554"/>
                </a:lnTo>
                <a:lnTo>
                  <a:pt x="0" y="107905"/>
                </a:lnTo>
                <a:lnTo>
                  <a:pt x="192" y="103008"/>
                </a:lnTo>
                <a:lnTo>
                  <a:pt x="87391" y="73955"/>
                </a:lnTo>
                <a:lnTo>
                  <a:pt x="115676" y="10509"/>
                </a:lnTo>
                <a:lnTo>
                  <a:pt x="119114" y="6537"/>
                </a:lnTo>
                <a:lnTo>
                  <a:pt x="127605" y="1315"/>
                </a:lnTo>
                <a:lnTo>
                  <a:pt x="132306" y="0"/>
                </a:lnTo>
                <a:lnTo>
                  <a:pt x="141955" y="0"/>
                </a:lnTo>
                <a:lnTo>
                  <a:pt x="146670" y="1315"/>
                </a:lnTo>
                <a:lnTo>
                  <a:pt x="155121" y="6537"/>
                </a:lnTo>
                <a:lnTo>
                  <a:pt x="158572" y="10509"/>
                </a:lnTo>
                <a:lnTo>
                  <a:pt x="164490" y="23779"/>
                </a:lnTo>
                <a:lnTo>
                  <a:pt x="136278" y="23779"/>
                </a:lnTo>
                <a:lnTo>
                  <a:pt x="135640" y="24195"/>
                </a:lnTo>
                <a:lnTo>
                  <a:pt x="104607" y="93775"/>
                </a:lnTo>
                <a:lnTo>
                  <a:pt x="100921" y="96445"/>
                </a:lnTo>
                <a:lnTo>
                  <a:pt x="25156" y="104441"/>
                </a:lnTo>
                <a:lnTo>
                  <a:pt x="24570" y="104922"/>
                </a:lnTo>
                <a:lnTo>
                  <a:pt x="24023" y="106602"/>
                </a:lnTo>
                <a:lnTo>
                  <a:pt x="24218" y="107345"/>
                </a:lnTo>
                <a:lnTo>
                  <a:pt x="80806" y="158341"/>
                </a:lnTo>
                <a:lnTo>
                  <a:pt x="82208" y="162665"/>
                </a:lnTo>
                <a:lnTo>
                  <a:pt x="66404" y="237219"/>
                </a:lnTo>
                <a:lnTo>
                  <a:pt x="66690" y="237922"/>
                </a:lnTo>
                <a:lnTo>
                  <a:pt x="68117" y="238938"/>
                </a:lnTo>
                <a:lnTo>
                  <a:pt x="68873" y="238977"/>
                </a:lnTo>
                <a:lnTo>
                  <a:pt x="116538" y="238977"/>
                </a:lnTo>
                <a:lnTo>
                  <a:pt x="76960" y="261792"/>
                </a:lnTo>
                <a:lnTo>
                  <a:pt x="71829" y="262977"/>
                </a:lnTo>
                <a:close/>
              </a:path>
              <a:path w="274320" h="263525">
                <a:moveTo>
                  <a:pt x="231830" y="239211"/>
                </a:moveTo>
                <a:lnTo>
                  <a:pt x="205831" y="239211"/>
                </a:lnTo>
                <a:lnTo>
                  <a:pt x="207633" y="237909"/>
                </a:lnTo>
                <a:lnTo>
                  <a:pt x="207886" y="237206"/>
                </a:lnTo>
                <a:lnTo>
                  <a:pt x="192079" y="162665"/>
                </a:lnTo>
                <a:lnTo>
                  <a:pt x="193513" y="158328"/>
                </a:lnTo>
                <a:lnTo>
                  <a:pt x="250082" y="107332"/>
                </a:lnTo>
                <a:lnTo>
                  <a:pt x="250277" y="106602"/>
                </a:lnTo>
                <a:lnTo>
                  <a:pt x="249730" y="104922"/>
                </a:lnTo>
                <a:lnTo>
                  <a:pt x="249144" y="104441"/>
                </a:lnTo>
                <a:lnTo>
                  <a:pt x="173374" y="96445"/>
                </a:lnTo>
                <a:lnTo>
                  <a:pt x="169701" y="93775"/>
                </a:lnTo>
                <a:lnTo>
                  <a:pt x="138674" y="24195"/>
                </a:lnTo>
                <a:lnTo>
                  <a:pt x="138049" y="23779"/>
                </a:lnTo>
                <a:lnTo>
                  <a:pt x="164490" y="23779"/>
                </a:lnTo>
                <a:lnTo>
                  <a:pt x="186870" y="73968"/>
                </a:lnTo>
                <a:lnTo>
                  <a:pt x="255981" y="81273"/>
                </a:lnTo>
                <a:lnTo>
                  <a:pt x="260813" y="83331"/>
                </a:lnTo>
                <a:lnTo>
                  <a:pt x="268379" y="89751"/>
                </a:lnTo>
                <a:lnTo>
                  <a:pt x="271087" y="93827"/>
                </a:lnTo>
                <a:lnTo>
                  <a:pt x="274078" y="103008"/>
                </a:lnTo>
                <a:lnTo>
                  <a:pt x="274278" y="107905"/>
                </a:lnTo>
                <a:lnTo>
                  <a:pt x="273171" y="112593"/>
                </a:lnTo>
                <a:lnTo>
                  <a:pt x="271947" y="117606"/>
                </a:lnTo>
                <a:lnTo>
                  <a:pt x="269238" y="122112"/>
                </a:lnTo>
                <a:lnTo>
                  <a:pt x="217656" y="168616"/>
                </a:lnTo>
                <a:lnTo>
                  <a:pt x="232006" y="236333"/>
                </a:lnTo>
                <a:lnTo>
                  <a:pt x="231942" y="237922"/>
                </a:lnTo>
                <a:lnTo>
                  <a:pt x="231830" y="239211"/>
                </a:lnTo>
                <a:close/>
              </a:path>
              <a:path w="274320" h="263525">
                <a:moveTo>
                  <a:pt x="116538" y="238977"/>
                </a:moveTo>
                <a:lnTo>
                  <a:pt x="68873" y="238977"/>
                </a:lnTo>
                <a:lnTo>
                  <a:pt x="131212" y="203035"/>
                </a:lnTo>
                <a:lnTo>
                  <a:pt x="133035" y="202006"/>
                </a:lnTo>
                <a:lnTo>
                  <a:pt x="135080" y="201459"/>
                </a:lnTo>
                <a:lnTo>
                  <a:pt x="139234" y="201459"/>
                </a:lnTo>
                <a:lnTo>
                  <a:pt x="141278" y="202006"/>
                </a:lnTo>
                <a:lnTo>
                  <a:pt x="184796" y="227087"/>
                </a:lnTo>
                <a:lnTo>
                  <a:pt x="137163" y="227087"/>
                </a:lnTo>
                <a:lnTo>
                  <a:pt x="116538" y="238977"/>
                </a:lnTo>
                <a:close/>
              </a:path>
              <a:path w="274320" h="263525">
                <a:moveTo>
                  <a:pt x="206391" y="262652"/>
                </a:moveTo>
                <a:lnTo>
                  <a:pt x="201221" y="262652"/>
                </a:lnTo>
                <a:lnTo>
                  <a:pt x="196755" y="261441"/>
                </a:lnTo>
                <a:lnTo>
                  <a:pt x="137163" y="227087"/>
                </a:lnTo>
                <a:lnTo>
                  <a:pt x="184796" y="227087"/>
                </a:lnTo>
                <a:lnTo>
                  <a:pt x="205831" y="239211"/>
                </a:lnTo>
                <a:lnTo>
                  <a:pt x="231830" y="239211"/>
                </a:lnTo>
                <a:lnTo>
                  <a:pt x="207029" y="262626"/>
                </a:lnTo>
                <a:lnTo>
                  <a:pt x="206391" y="262652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29684" y="814138"/>
            <a:ext cx="379901" cy="37990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352241" y="2761312"/>
            <a:ext cx="1582514" cy="45499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78354" y="2888896"/>
            <a:ext cx="190500" cy="1905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620080" y="4388263"/>
            <a:ext cx="82294" cy="8229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822159" y="4324259"/>
            <a:ext cx="1361274" cy="20604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56974" y="4334622"/>
            <a:ext cx="178435" cy="192405"/>
          </a:xfrm>
          <a:custGeom>
            <a:avLst/>
            <a:gdLst/>
            <a:ahLst/>
            <a:cxnLst/>
            <a:rect l="l" t="t" r="r" b="b"/>
            <a:pathLst>
              <a:path w="178435" h="192404">
                <a:moveTo>
                  <a:pt x="9347" y="116634"/>
                </a:moveTo>
                <a:lnTo>
                  <a:pt x="7856" y="114738"/>
                </a:lnTo>
                <a:lnTo>
                  <a:pt x="6294" y="112901"/>
                </a:lnTo>
                <a:lnTo>
                  <a:pt x="3217" y="109556"/>
                </a:lnTo>
                <a:lnTo>
                  <a:pt x="1625" y="107762"/>
                </a:lnTo>
                <a:lnTo>
                  <a:pt x="0" y="105865"/>
                </a:lnTo>
                <a:lnTo>
                  <a:pt x="6222" y="104328"/>
                </a:lnTo>
                <a:lnTo>
                  <a:pt x="12496" y="102563"/>
                </a:lnTo>
                <a:lnTo>
                  <a:pt x="48360" y="86866"/>
                </a:lnTo>
                <a:lnTo>
                  <a:pt x="71728" y="57504"/>
                </a:lnTo>
                <a:lnTo>
                  <a:pt x="71728" y="20793"/>
                </a:lnTo>
                <a:lnTo>
                  <a:pt x="71051" y="20116"/>
                </a:lnTo>
                <a:lnTo>
                  <a:pt x="4063" y="20116"/>
                </a:lnTo>
                <a:lnTo>
                  <a:pt x="4063" y="6908"/>
                </a:lnTo>
                <a:lnTo>
                  <a:pt x="79382" y="6908"/>
                </a:lnTo>
                <a:lnTo>
                  <a:pt x="82396" y="8127"/>
                </a:lnTo>
                <a:lnTo>
                  <a:pt x="86866" y="13004"/>
                </a:lnTo>
                <a:lnTo>
                  <a:pt x="87984" y="15849"/>
                </a:lnTo>
                <a:lnTo>
                  <a:pt x="87984" y="49376"/>
                </a:lnTo>
                <a:lnTo>
                  <a:pt x="72515" y="86003"/>
                </a:lnTo>
                <a:lnTo>
                  <a:pt x="36880" y="108202"/>
                </a:lnTo>
                <a:lnTo>
                  <a:pt x="16173" y="114888"/>
                </a:lnTo>
                <a:lnTo>
                  <a:pt x="9347" y="116634"/>
                </a:lnTo>
                <a:close/>
              </a:path>
              <a:path w="178435" h="192404">
                <a:moveTo>
                  <a:pt x="142305" y="139393"/>
                </a:moveTo>
                <a:lnTo>
                  <a:pt x="129233" y="139393"/>
                </a:lnTo>
                <a:lnTo>
                  <a:pt x="129233" y="0"/>
                </a:lnTo>
                <a:lnTo>
                  <a:pt x="145285" y="0"/>
                </a:lnTo>
                <a:lnTo>
                  <a:pt x="145285" y="55066"/>
                </a:lnTo>
                <a:lnTo>
                  <a:pt x="178406" y="55066"/>
                </a:lnTo>
                <a:lnTo>
                  <a:pt x="178406" y="68477"/>
                </a:lnTo>
                <a:lnTo>
                  <a:pt x="145285" y="68477"/>
                </a:lnTo>
                <a:lnTo>
                  <a:pt x="145285" y="136412"/>
                </a:lnTo>
                <a:lnTo>
                  <a:pt x="144879" y="137361"/>
                </a:lnTo>
                <a:lnTo>
                  <a:pt x="143253" y="138986"/>
                </a:lnTo>
                <a:lnTo>
                  <a:pt x="142305" y="139393"/>
                </a:lnTo>
                <a:close/>
              </a:path>
              <a:path w="178435" h="192404">
                <a:moveTo>
                  <a:pt x="151923" y="192021"/>
                </a:moveTo>
                <a:lnTo>
                  <a:pt x="33256" y="192021"/>
                </a:lnTo>
                <a:lnTo>
                  <a:pt x="30310" y="190869"/>
                </a:lnTo>
                <a:lnTo>
                  <a:pt x="25568" y="186263"/>
                </a:lnTo>
                <a:lnTo>
                  <a:pt x="24383" y="183351"/>
                </a:lnTo>
                <a:lnTo>
                  <a:pt x="24383" y="127404"/>
                </a:lnTo>
                <a:lnTo>
                  <a:pt x="40436" y="127404"/>
                </a:lnTo>
                <a:lnTo>
                  <a:pt x="40436" y="177932"/>
                </a:lnTo>
                <a:lnTo>
                  <a:pt x="41113" y="178610"/>
                </a:lnTo>
                <a:lnTo>
                  <a:pt x="153210" y="178610"/>
                </a:lnTo>
                <a:lnTo>
                  <a:pt x="153210" y="190734"/>
                </a:lnTo>
                <a:lnTo>
                  <a:pt x="151923" y="1920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444931" y="4334216"/>
            <a:ext cx="168275" cy="193040"/>
          </a:xfrm>
          <a:custGeom>
            <a:avLst/>
            <a:gdLst/>
            <a:ahLst/>
            <a:cxnLst/>
            <a:rect l="l" t="t" r="r" b="b"/>
            <a:pathLst>
              <a:path w="168275" h="193039">
                <a:moveTo>
                  <a:pt x="157680" y="139393"/>
                </a:moveTo>
                <a:lnTo>
                  <a:pt x="145082" y="139393"/>
                </a:lnTo>
                <a:lnTo>
                  <a:pt x="145082" y="82294"/>
                </a:lnTo>
                <a:lnTo>
                  <a:pt x="110945" y="82294"/>
                </a:lnTo>
                <a:lnTo>
                  <a:pt x="110945" y="69493"/>
                </a:lnTo>
                <a:lnTo>
                  <a:pt x="145082" y="69493"/>
                </a:lnTo>
                <a:lnTo>
                  <a:pt x="145082" y="44703"/>
                </a:lnTo>
                <a:lnTo>
                  <a:pt x="110945" y="44703"/>
                </a:lnTo>
                <a:lnTo>
                  <a:pt x="110945" y="31698"/>
                </a:lnTo>
                <a:lnTo>
                  <a:pt x="145082" y="31698"/>
                </a:lnTo>
                <a:lnTo>
                  <a:pt x="145082" y="0"/>
                </a:lnTo>
                <a:lnTo>
                  <a:pt x="160931" y="0"/>
                </a:lnTo>
                <a:lnTo>
                  <a:pt x="160931" y="135329"/>
                </a:lnTo>
                <a:lnTo>
                  <a:pt x="160796" y="136819"/>
                </a:lnTo>
                <a:lnTo>
                  <a:pt x="160288" y="137869"/>
                </a:lnTo>
                <a:lnTo>
                  <a:pt x="158527" y="139088"/>
                </a:lnTo>
                <a:lnTo>
                  <a:pt x="157680" y="139393"/>
                </a:lnTo>
                <a:close/>
              </a:path>
              <a:path w="168275" h="193039">
                <a:moveTo>
                  <a:pt x="113790" y="20319"/>
                </a:moveTo>
                <a:lnTo>
                  <a:pt x="2031" y="20319"/>
                </a:lnTo>
                <a:lnTo>
                  <a:pt x="2031" y="7111"/>
                </a:lnTo>
                <a:lnTo>
                  <a:pt x="113790" y="7111"/>
                </a:lnTo>
                <a:lnTo>
                  <a:pt x="113790" y="20319"/>
                </a:lnTo>
                <a:close/>
              </a:path>
              <a:path w="168275" h="193039">
                <a:moveTo>
                  <a:pt x="38878" y="100582"/>
                </a:moveTo>
                <a:lnTo>
                  <a:pt x="23977" y="100582"/>
                </a:lnTo>
                <a:lnTo>
                  <a:pt x="23164" y="98144"/>
                </a:lnTo>
                <a:lnTo>
                  <a:pt x="22814" y="96044"/>
                </a:lnTo>
                <a:lnTo>
                  <a:pt x="22758" y="20319"/>
                </a:lnTo>
                <a:lnTo>
                  <a:pt x="38201" y="20319"/>
                </a:lnTo>
                <a:lnTo>
                  <a:pt x="38201" y="99905"/>
                </a:lnTo>
                <a:lnTo>
                  <a:pt x="38878" y="100582"/>
                </a:lnTo>
                <a:close/>
              </a:path>
              <a:path w="168275" h="193039">
                <a:moveTo>
                  <a:pt x="60755" y="113587"/>
                </a:moveTo>
                <a:lnTo>
                  <a:pt x="0" y="113587"/>
                </a:lnTo>
                <a:lnTo>
                  <a:pt x="0" y="100582"/>
                </a:lnTo>
                <a:lnTo>
                  <a:pt x="76943" y="100582"/>
                </a:lnTo>
                <a:lnTo>
                  <a:pt x="77621" y="99905"/>
                </a:lnTo>
                <a:lnTo>
                  <a:pt x="77621" y="20319"/>
                </a:lnTo>
                <a:lnTo>
                  <a:pt x="93064" y="20319"/>
                </a:lnTo>
                <a:lnTo>
                  <a:pt x="92987" y="96044"/>
                </a:lnTo>
                <a:lnTo>
                  <a:pt x="92827" y="97331"/>
                </a:lnTo>
                <a:lnTo>
                  <a:pt x="92761" y="97703"/>
                </a:lnTo>
                <a:lnTo>
                  <a:pt x="92251" y="99363"/>
                </a:lnTo>
                <a:lnTo>
                  <a:pt x="124966" y="99363"/>
                </a:lnTo>
                <a:lnTo>
                  <a:pt x="124966" y="108710"/>
                </a:lnTo>
                <a:lnTo>
                  <a:pt x="121985" y="109523"/>
                </a:lnTo>
                <a:lnTo>
                  <a:pt x="79585" y="113079"/>
                </a:lnTo>
                <a:lnTo>
                  <a:pt x="66309" y="113485"/>
                </a:lnTo>
                <a:lnTo>
                  <a:pt x="60755" y="113587"/>
                </a:lnTo>
                <a:close/>
              </a:path>
              <a:path w="168275" h="193039">
                <a:moveTo>
                  <a:pt x="124966" y="99363"/>
                </a:moveTo>
                <a:lnTo>
                  <a:pt x="92251" y="99363"/>
                </a:lnTo>
                <a:lnTo>
                  <a:pt x="103359" y="98652"/>
                </a:lnTo>
                <a:lnTo>
                  <a:pt x="106373" y="98381"/>
                </a:lnTo>
                <a:lnTo>
                  <a:pt x="124966" y="95502"/>
                </a:lnTo>
                <a:lnTo>
                  <a:pt x="124966" y="99363"/>
                </a:lnTo>
                <a:close/>
              </a:path>
              <a:path w="168275" h="193039">
                <a:moveTo>
                  <a:pt x="50189" y="192630"/>
                </a:moveTo>
                <a:lnTo>
                  <a:pt x="46667" y="192630"/>
                </a:lnTo>
                <a:lnTo>
                  <a:pt x="43721" y="191445"/>
                </a:lnTo>
                <a:lnTo>
                  <a:pt x="38979" y="186704"/>
                </a:lnTo>
                <a:lnTo>
                  <a:pt x="37794" y="183757"/>
                </a:lnTo>
                <a:lnTo>
                  <a:pt x="37794" y="132890"/>
                </a:lnTo>
                <a:lnTo>
                  <a:pt x="53847" y="132890"/>
                </a:lnTo>
                <a:lnTo>
                  <a:pt x="53847" y="178339"/>
                </a:lnTo>
                <a:lnTo>
                  <a:pt x="54524" y="179016"/>
                </a:lnTo>
                <a:lnTo>
                  <a:pt x="167840" y="179016"/>
                </a:lnTo>
                <a:lnTo>
                  <a:pt x="167840" y="191140"/>
                </a:lnTo>
                <a:lnTo>
                  <a:pt x="166553" y="192427"/>
                </a:lnTo>
                <a:lnTo>
                  <a:pt x="50189" y="1926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630653" y="4334012"/>
            <a:ext cx="184150" cy="193675"/>
          </a:xfrm>
          <a:custGeom>
            <a:avLst/>
            <a:gdLst/>
            <a:ahLst/>
            <a:cxnLst/>
            <a:rect l="l" t="t" r="r" b="b"/>
            <a:pathLst>
              <a:path w="184150" h="193675">
                <a:moveTo>
                  <a:pt x="64752" y="154835"/>
                </a:moveTo>
                <a:lnTo>
                  <a:pt x="49715" y="154835"/>
                </a:lnTo>
                <a:lnTo>
                  <a:pt x="42806" y="153549"/>
                </a:lnTo>
                <a:lnTo>
                  <a:pt x="7545" y="118599"/>
                </a:lnTo>
                <a:lnTo>
                  <a:pt x="6299" y="112232"/>
                </a:lnTo>
                <a:lnTo>
                  <a:pt x="6299" y="98821"/>
                </a:lnTo>
                <a:lnTo>
                  <a:pt x="30547" y="62686"/>
                </a:lnTo>
                <a:lnTo>
                  <a:pt x="49850" y="56082"/>
                </a:lnTo>
                <a:lnTo>
                  <a:pt x="64752" y="56082"/>
                </a:lnTo>
                <a:lnTo>
                  <a:pt x="71593" y="57403"/>
                </a:lnTo>
                <a:lnTo>
                  <a:pt x="84055" y="62686"/>
                </a:lnTo>
                <a:lnTo>
                  <a:pt x="89440" y="66276"/>
                </a:lnTo>
                <a:lnTo>
                  <a:pt x="93470" y="70306"/>
                </a:lnTo>
                <a:lnTo>
                  <a:pt x="52153" y="70306"/>
                </a:lnTo>
                <a:lnTo>
                  <a:pt x="47412" y="71254"/>
                </a:lnTo>
                <a:lnTo>
                  <a:pt x="22351" y="100650"/>
                </a:lnTo>
                <a:lnTo>
                  <a:pt x="22377" y="110403"/>
                </a:lnTo>
                <a:lnTo>
                  <a:pt x="47649" y="139697"/>
                </a:lnTo>
                <a:lnTo>
                  <a:pt x="52289" y="140612"/>
                </a:lnTo>
                <a:lnTo>
                  <a:pt x="93673" y="140612"/>
                </a:lnTo>
                <a:lnTo>
                  <a:pt x="89609" y="144676"/>
                </a:lnTo>
                <a:lnTo>
                  <a:pt x="84225" y="148232"/>
                </a:lnTo>
                <a:lnTo>
                  <a:pt x="71626" y="153515"/>
                </a:lnTo>
                <a:lnTo>
                  <a:pt x="64752" y="154835"/>
                </a:lnTo>
                <a:close/>
              </a:path>
              <a:path w="184150" h="193675">
                <a:moveTo>
                  <a:pt x="93673" y="140612"/>
                </a:moveTo>
                <a:lnTo>
                  <a:pt x="62313" y="140612"/>
                </a:lnTo>
                <a:lnTo>
                  <a:pt x="66987" y="139731"/>
                </a:lnTo>
                <a:lnTo>
                  <a:pt x="75656" y="136209"/>
                </a:lnTo>
                <a:lnTo>
                  <a:pt x="92454" y="110403"/>
                </a:lnTo>
                <a:lnTo>
                  <a:pt x="92454" y="100650"/>
                </a:lnTo>
                <a:lnTo>
                  <a:pt x="67393" y="71254"/>
                </a:lnTo>
                <a:lnTo>
                  <a:pt x="62584" y="70306"/>
                </a:lnTo>
                <a:lnTo>
                  <a:pt x="93470" y="70306"/>
                </a:lnTo>
                <a:lnTo>
                  <a:pt x="98516" y="75352"/>
                </a:lnTo>
                <a:lnTo>
                  <a:pt x="102038" y="80601"/>
                </a:lnTo>
                <a:lnTo>
                  <a:pt x="107050" y="92522"/>
                </a:lnTo>
                <a:lnTo>
                  <a:pt x="108303" y="98821"/>
                </a:lnTo>
                <a:lnTo>
                  <a:pt x="108303" y="112232"/>
                </a:lnTo>
                <a:lnTo>
                  <a:pt x="107036" y="118633"/>
                </a:lnTo>
                <a:lnTo>
                  <a:pt x="102038" y="130520"/>
                </a:lnTo>
                <a:lnTo>
                  <a:pt x="98550" y="135735"/>
                </a:lnTo>
                <a:lnTo>
                  <a:pt x="93673" y="140612"/>
                </a:lnTo>
                <a:close/>
              </a:path>
              <a:path w="184150" h="193675">
                <a:moveTo>
                  <a:pt x="65632" y="30276"/>
                </a:moveTo>
                <a:lnTo>
                  <a:pt x="49173" y="30276"/>
                </a:lnTo>
                <a:lnTo>
                  <a:pt x="49173" y="406"/>
                </a:lnTo>
                <a:lnTo>
                  <a:pt x="65632" y="406"/>
                </a:lnTo>
                <a:lnTo>
                  <a:pt x="65632" y="30276"/>
                </a:lnTo>
                <a:close/>
              </a:path>
              <a:path w="184150" h="193675">
                <a:moveTo>
                  <a:pt x="115415" y="43687"/>
                </a:moveTo>
                <a:lnTo>
                  <a:pt x="0" y="43687"/>
                </a:lnTo>
                <a:lnTo>
                  <a:pt x="0" y="30276"/>
                </a:lnTo>
                <a:lnTo>
                  <a:pt x="115415" y="30276"/>
                </a:lnTo>
                <a:lnTo>
                  <a:pt x="115415" y="43687"/>
                </a:lnTo>
                <a:close/>
              </a:path>
              <a:path w="184150" h="193675">
                <a:moveTo>
                  <a:pt x="150230" y="193443"/>
                </a:moveTo>
                <a:lnTo>
                  <a:pt x="137361" y="193443"/>
                </a:lnTo>
                <a:lnTo>
                  <a:pt x="137361" y="0"/>
                </a:lnTo>
                <a:lnTo>
                  <a:pt x="153210" y="0"/>
                </a:lnTo>
                <a:lnTo>
                  <a:pt x="153210" y="80262"/>
                </a:lnTo>
                <a:lnTo>
                  <a:pt x="183689" y="80262"/>
                </a:lnTo>
                <a:lnTo>
                  <a:pt x="183689" y="93876"/>
                </a:lnTo>
                <a:lnTo>
                  <a:pt x="153210" y="93876"/>
                </a:lnTo>
                <a:lnTo>
                  <a:pt x="153210" y="190463"/>
                </a:lnTo>
                <a:lnTo>
                  <a:pt x="152804" y="191411"/>
                </a:lnTo>
                <a:lnTo>
                  <a:pt x="151178" y="193036"/>
                </a:lnTo>
                <a:lnTo>
                  <a:pt x="150230" y="1934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826128" y="4334825"/>
            <a:ext cx="165735" cy="193040"/>
          </a:xfrm>
          <a:custGeom>
            <a:avLst/>
            <a:gdLst/>
            <a:ahLst/>
            <a:cxnLst/>
            <a:rect l="l" t="t" r="r" b="b"/>
            <a:pathLst>
              <a:path w="165735" h="193039">
                <a:moveTo>
                  <a:pt x="124559" y="66038"/>
                </a:moveTo>
                <a:lnTo>
                  <a:pt x="108507" y="66038"/>
                </a:lnTo>
                <a:lnTo>
                  <a:pt x="108507" y="0"/>
                </a:lnTo>
                <a:lnTo>
                  <a:pt x="124559" y="0"/>
                </a:lnTo>
                <a:lnTo>
                  <a:pt x="124559" y="66038"/>
                </a:lnTo>
                <a:close/>
              </a:path>
              <a:path w="165735" h="193039">
                <a:moveTo>
                  <a:pt x="9753" y="161947"/>
                </a:moveTo>
                <a:lnTo>
                  <a:pt x="0" y="151991"/>
                </a:lnTo>
                <a:lnTo>
                  <a:pt x="7257" y="149051"/>
                </a:lnTo>
                <a:lnTo>
                  <a:pt x="14198" y="145920"/>
                </a:lnTo>
                <a:lnTo>
                  <a:pt x="48259" y="122730"/>
                </a:lnTo>
                <a:lnTo>
                  <a:pt x="66546" y="83228"/>
                </a:lnTo>
                <a:lnTo>
                  <a:pt x="66810" y="66038"/>
                </a:lnTo>
                <a:lnTo>
                  <a:pt x="66648" y="26009"/>
                </a:lnTo>
                <a:lnTo>
                  <a:pt x="66648" y="24654"/>
                </a:lnTo>
                <a:lnTo>
                  <a:pt x="65971" y="23977"/>
                </a:lnTo>
                <a:lnTo>
                  <a:pt x="3251" y="23977"/>
                </a:lnTo>
                <a:lnTo>
                  <a:pt x="3251" y="10769"/>
                </a:lnTo>
                <a:lnTo>
                  <a:pt x="73692" y="10769"/>
                </a:lnTo>
                <a:lnTo>
                  <a:pt x="76605" y="11920"/>
                </a:lnTo>
                <a:lnTo>
                  <a:pt x="81481" y="16526"/>
                </a:lnTo>
                <a:lnTo>
                  <a:pt x="82701" y="19439"/>
                </a:lnTo>
                <a:lnTo>
                  <a:pt x="82701" y="66038"/>
                </a:lnTo>
                <a:lnTo>
                  <a:pt x="124559" y="66038"/>
                </a:lnTo>
                <a:lnTo>
                  <a:pt x="124559" y="79246"/>
                </a:lnTo>
                <a:lnTo>
                  <a:pt x="82497" y="79246"/>
                </a:lnTo>
                <a:lnTo>
                  <a:pt x="81647" y="87546"/>
                </a:lnTo>
                <a:lnTo>
                  <a:pt x="63225" y="127817"/>
                </a:lnTo>
                <a:lnTo>
                  <a:pt x="29279" y="153756"/>
                </a:lnTo>
                <a:lnTo>
                  <a:pt x="16325" y="159547"/>
                </a:lnTo>
                <a:lnTo>
                  <a:pt x="9753" y="161947"/>
                </a:lnTo>
                <a:close/>
              </a:path>
              <a:path w="165735" h="193039">
                <a:moveTo>
                  <a:pt x="121579" y="188160"/>
                </a:moveTo>
                <a:lnTo>
                  <a:pt x="108507" y="188160"/>
                </a:lnTo>
                <a:lnTo>
                  <a:pt x="108507" y="79246"/>
                </a:lnTo>
                <a:lnTo>
                  <a:pt x="124559" y="79246"/>
                </a:lnTo>
                <a:lnTo>
                  <a:pt x="124559" y="185315"/>
                </a:lnTo>
                <a:lnTo>
                  <a:pt x="124153" y="186297"/>
                </a:lnTo>
                <a:lnTo>
                  <a:pt x="122527" y="187787"/>
                </a:lnTo>
                <a:lnTo>
                  <a:pt x="121579" y="188160"/>
                </a:lnTo>
                <a:close/>
              </a:path>
              <a:path w="165735" h="193039">
                <a:moveTo>
                  <a:pt x="163844" y="192630"/>
                </a:moveTo>
                <a:lnTo>
                  <a:pt x="149552" y="192630"/>
                </a:lnTo>
                <a:lnTo>
                  <a:pt x="149552" y="0"/>
                </a:lnTo>
                <a:lnTo>
                  <a:pt x="165199" y="0"/>
                </a:lnTo>
                <a:lnTo>
                  <a:pt x="165199" y="191275"/>
                </a:lnTo>
                <a:lnTo>
                  <a:pt x="163844" y="1926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058348" y="4334622"/>
            <a:ext cx="168653" cy="19283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253824" y="4335435"/>
            <a:ext cx="370631" cy="19303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691383" y="4334622"/>
            <a:ext cx="176530" cy="194310"/>
          </a:xfrm>
          <a:custGeom>
            <a:avLst/>
            <a:gdLst/>
            <a:ahLst/>
            <a:cxnLst/>
            <a:rect l="l" t="t" r="r" b="b"/>
            <a:pathLst>
              <a:path w="176529" h="194310">
                <a:moveTo>
                  <a:pt x="142711" y="101395"/>
                </a:moveTo>
                <a:lnTo>
                  <a:pt x="129639" y="101395"/>
                </a:lnTo>
                <a:lnTo>
                  <a:pt x="129639" y="0"/>
                </a:lnTo>
                <a:lnTo>
                  <a:pt x="145692" y="0"/>
                </a:lnTo>
                <a:lnTo>
                  <a:pt x="145692" y="37591"/>
                </a:lnTo>
                <a:lnTo>
                  <a:pt x="176374" y="37591"/>
                </a:lnTo>
                <a:lnTo>
                  <a:pt x="176374" y="51205"/>
                </a:lnTo>
                <a:lnTo>
                  <a:pt x="145692" y="51205"/>
                </a:lnTo>
                <a:lnTo>
                  <a:pt x="145692" y="98414"/>
                </a:lnTo>
                <a:lnTo>
                  <a:pt x="145285" y="99363"/>
                </a:lnTo>
                <a:lnTo>
                  <a:pt x="143660" y="100988"/>
                </a:lnTo>
                <a:lnTo>
                  <a:pt x="142711" y="101395"/>
                </a:lnTo>
                <a:close/>
              </a:path>
              <a:path w="176529" h="194310">
                <a:moveTo>
                  <a:pt x="84258" y="96721"/>
                </a:moveTo>
                <a:lnTo>
                  <a:pt x="8872" y="96721"/>
                </a:lnTo>
                <a:lnTo>
                  <a:pt x="5926" y="95570"/>
                </a:lnTo>
                <a:lnTo>
                  <a:pt x="1185" y="90964"/>
                </a:lnTo>
                <a:lnTo>
                  <a:pt x="0" y="88051"/>
                </a:lnTo>
                <a:lnTo>
                  <a:pt x="0" y="3657"/>
                </a:lnTo>
                <a:lnTo>
                  <a:pt x="15646" y="3657"/>
                </a:lnTo>
                <a:lnTo>
                  <a:pt x="15646" y="35153"/>
                </a:lnTo>
                <a:lnTo>
                  <a:pt x="93267" y="35153"/>
                </a:lnTo>
                <a:lnTo>
                  <a:pt x="93267" y="47954"/>
                </a:lnTo>
                <a:lnTo>
                  <a:pt x="15646" y="47954"/>
                </a:lnTo>
                <a:lnTo>
                  <a:pt x="15646" y="83242"/>
                </a:lnTo>
                <a:lnTo>
                  <a:pt x="16323" y="83920"/>
                </a:lnTo>
                <a:lnTo>
                  <a:pt x="93267" y="83920"/>
                </a:lnTo>
                <a:lnTo>
                  <a:pt x="93267" y="88051"/>
                </a:lnTo>
                <a:lnTo>
                  <a:pt x="92048" y="90964"/>
                </a:lnTo>
                <a:lnTo>
                  <a:pt x="87171" y="95570"/>
                </a:lnTo>
                <a:lnTo>
                  <a:pt x="84258" y="96721"/>
                </a:lnTo>
                <a:close/>
              </a:path>
              <a:path w="176529" h="194310">
                <a:moveTo>
                  <a:pt x="93267" y="35153"/>
                </a:moveTo>
                <a:lnTo>
                  <a:pt x="77417" y="35153"/>
                </a:lnTo>
                <a:lnTo>
                  <a:pt x="77417" y="3657"/>
                </a:lnTo>
                <a:lnTo>
                  <a:pt x="93267" y="3657"/>
                </a:lnTo>
                <a:lnTo>
                  <a:pt x="93267" y="35153"/>
                </a:lnTo>
                <a:close/>
              </a:path>
              <a:path w="176529" h="194310">
                <a:moveTo>
                  <a:pt x="93267" y="83920"/>
                </a:moveTo>
                <a:lnTo>
                  <a:pt x="76740" y="83920"/>
                </a:lnTo>
                <a:lnTo>
                  <a:pt x="77417" y="83242"/>
                </a:lnTo>
                <a:lnTo>
                  <a:pt x="77417" y="47954"/>
                </a:lnTo>
                <a:lnTo>
                  <a:pt x="93267" y="47954"/>
                </a:lnTo>
                <a:lnTo>
                  <a:pt x="93267" y="83920"/>
                </a:lnTo>
                <a:close/>
              </a:path>
              <a:path w="176529" h="194310">
                <a:moveTo>
                  <a:pt x="147588" y="194052"/>
                </a:moveTo>
                <a:lnTo>
                  <a:pt x="34069" y="194052"/>
                </a:lnTo>
                <a:lnTo>
                  <a:pt x="31122" y="193003"/>
                </a:lnTo>
                <a:lnTo>
                  <a:pt x="26381" y="188803"/>
                </a:lnTo>
                <a:lnTo>
                  <a:pt x="25196" y="185789"/>
                </a:lnTo>
                <a:lnTo>
                  <a:pt x="25196" y="145692"/>
                </a:lnTo>
                <a:lnTo>
                  <a:pt x="129368" y="145692"/>
                </a:lnTo>
                <a:lnTo>
                  <a:pt x="130045" y="145014"/>
                </a:lnTo>
                <a:lnTo>
                  <a:pt x="130045" y="125372"/>
                </a:lnTo>
                <a:lnTo>
                  <a:pt x="25602" y="125372"/>
                </a:lnTo>
                <a:lnTo>
                  <a:pt x="25602" y="112367"/>
                </a:lnTo>
                <a:lnTo>
                  <a:pt x="146301" y="112367"/>
                </a:lnTo>
                <a:lnTo>
                  <a:pt x="146301" y="149891"/>
                </a:lnTo>
                <a:lnTo>
                  <a:pt x="145082" y="152837"/>
                </a:lnTo>
                <a:lnTo>
                  <a:pt x="140205" y="157037"/>
                </a:lnTo>
                <a:lnTo>
                  <a:pt x="137293" y="158087"/>
                </a:lnTo>
                <a:lnTo>
                  <a:pt x="41452" y="158087"/>
                </a:lnTo>
                <a:lnTo>
                  <a:pt x="41452" y="180167"/>
                </a:lnTo>
                <a:lnTo>
                  <a:pt x="42129" y="180845"/>
                </a:lnTo>
                <a:lnTo>
                  <a:pt x="150568" y="180845"/>
                </a:lnTo>
                <a:lnTo>
                  <a:pt x="150568" y="191072"/>
                </a:lnTo>
                <a:lnTo>
                  <a:pt x="150162" y="192021"/>
                </a:lnTo>
                <a:lnTo>
                  <a:pt x="148536" y="193646"/>
                </a:lnTo>
                <a:lnTo>
                  <a:pt x="147588" y="1940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875479" y="4336857"/>
            <a:ext cx="182245" cy="190500"/>
          </a:xfrm>
          <a:custGeom>
            <a:avLst/>
            <a:gdLst/>
            <a:ahLst/>
            <a:cxnLst/>
            <a:rect l="l" t="t" r="r" b="b"/>
            <a:pathLst>
              <a:path w="182245" h="190500">
                <a:moveTo>
                  <a:pt x="146979" y="190395"/>
                </a:moveTo>
                <a:lnTo>
                  <a:pt x="35423" y="190395"/>
                </a:lnTo>
                <a:lnTo>
                  <a:pt x="32511" y="189243"/>
                </a:lnTo>
                <a:lnTo>
                  <a:pt x="27634" y="184638"/>
                </a:lnTo>
                <a:lnTo>
                  <a:pt x="26415" y="181725"/>
                </a:lnTo>
                <a:lnTo>
                  <a:pt x="26415" y="109116"/>
                </a:lnTo>
                <a:lnTo>
                  <a:pt x="42671" y="109116"/>
                </a:lnTo>
                <a:lnTo>
                  <a:pt x="42671" y="132281"/>
                </a:lnTo>
                <a:lnTo>
                  <a:pt x="155851" y="132281"/>
                </a:lnTo>
                <a:lnTo>
                  <a:pt x="155851" y="145285"/>
                </a:lnTo>
                <a:lnTo>
                  <a:pt x="42671" y="145285"/>
                </a:lnTo>
                <a:lnTo>
                  <a:pt x="42671" y="176510"/>
                </a:lnTo>
                <a:lnTo>
                  <a:pt x="43348" y="177187"/>
                </a:lnTo>
                <a:lnTo>
                  <a:pt x="155851" y="177187"/>
                </a:lnTo>
                <a:lnTo>
                  <a:pt x="155851" y="181725"/>
                </a:lnTo>
                <a:lnTo>
                  <a:pt x="154666" y="184638"/>
                </a:lnTo>
                <a:lnTo>
                  <a:pt x="149925" y="189243"/>
                </a:lnTo>
                <a:lnTo>
                  <a:pt x="146979" y="190395"/>
                </a:lnTo>
                <a:close/>
              </a:path>
              <a:path w="182245" h="190500">
                <a:moveTo>
                  <a:pt x="155851" y="132281"/>
                </a:moveTo>
                <a:lnTo>
                  <a:pt x="140002" y="132281"/>
                </a:lnTo>
                <a:lnTo>
                  <a:pt x="140002" y="109116"/>
                </a:lnTo>
                <a:lnTo>
                  <a:pt x="155851" y="109116"/>
                </a:lnTo>
                <a:lnTo>
                  <a:pt x="155851" y="132281"/>
                </a:lnTo>
                <a:close/>
              </a:path>
              <a:path w="182245" h="190500">
                <a:moveTo>
                  <a:pt x="155851" y="177187"/>
                </a:moveTo>
                <a:lnTo>
                  <a:pt x="139325" y="177187"/>
                </a:lnTo>
                <a:lnTo>
                  <a:pt x="140002" y="176510"/>
                </a:lnTo>
                <a:lnTo>
                  <a:pt x="140002" y="145285"/>
                </a:lnTo>
                <a:lnTo>
                  <a:pt x="155851" y="145285"/>
                </a:lnTo>
                <a:lnTo>
                  <a:pt x="155851" y="177187"/>
                </a:lnTo>
                <a:close/>
              </a:path>
              <a:path w="182245" h="190500">
                <a:moveTo>
                  <a:pt x="147724" y="76198"/>
                </a:moveTo>
                <a:lnTo>
                  <a:pt x="132077" y="76198"/>
                </a:lnTo>
                <a:lnTo>
                  <a:pt x="133205" y="73218"/>
                </a:lnTo>
                <a:lnTo>
                  <a:pt x="134277" y="69865"/>
                </a:lnTo>
                <a:lnTo>
                  <a:pt x="140409" y="35559"/>
                </a:lnTo>
                <a:lnTo>
                  <a:pt x="140409" y="13885"/>
                </a:lnTo>
                <a:lnTo>
                  <a:pt x="139731" y="13207"/>
                </a:lnTo>
                <a:lnTo>
                  <a:pt x="24383" y="13207"/>
                </a:lnTo>
                <a:lnTo>
                  <a:pt x="24383" y="0"/>
                </a:lnTo>
                <a:lnTo>
                  <a:pt x="147385" y="0"/>
                </a:lnTo>
                <a:lnTo>
                  <a:pt x="150331" y="1151"/>
                </a:lnTo>
                <a:lnTo>
                  <a:pt x="155073" y="5757"/>
                </a:lnTo>
                <a:lnTo>
                  <a:pt x="156258" y="8669"/>
                </a:lnTo>
                <a:lnTo>
                  <a:pt x="156196" y="35559"/>
                </a:lnTo>
                <a:lnTo>
                  <a:pt x="149017" y="73354"/>
                </a:lnTo>
                <a:lnTo>
                  <a:pt x="147724" y="76198"/>
                </a:lnTo>
                <a:close/>
              </a:path>
              <a:path w="182245" h="190500">
                <a:moveTo>
                  <a:pt x="178677" y="89609"/>
                </a:moveTo>
                <a:lnTo>
                  <a:pt x="0" y="89609"/>
                </a:lnTo>
                <a:lnTo>
                  <a:pt x="0" y="76198"/>
                </a:lnTo>
                <a:lnTo>
                  <a:pt x="181657" y="76198"/>
                </a:lnTo>
                <a:lnTo>
                  <a:pt x="181657" y="86629"/>
                </a:lnTo>
                <a:lnTo>
                  <a:pt x="181251" y="87577"/>
                </a:lnTo>
                <a:lnTo>
                  <a:pt x="179625" y="89203"/>
                </a:lnTo>
                <a:lnTo>
                  <a:pt x="178677" y="896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062826" y="4334012"/>
            <a:ext cx="184150" cy="193675"/>
          </a:xfrm>
          <a:custGeom>
            <a:avLst/>
            <a:gdLst/>
            <a:ahLst/>
            <a:cxnLst/>
            <a:rect l="l" t="t" r="r" b="b"/>
            <a:pathLst>
              <a:path w="184150" h="193675">
                <a:moveTo>
                  <a:pt x="64752" y="154835"/>
                </a:moveTo>
                <a:lnTo>
                  <a:pt x="49715" y="154835"/>
                </a:lnTo>
                <a:lnTo>
                  <a:pt x="42806" y="153549"/>
                </a:lnTo>
                <a:lnTo>
                  <a:pt x="7545" y="118599"/>
                </a:lnTo>
                <a:lnTo>
                  <a:pt x="6299" y="112232"/>
                </a:lnTo>
                <a:lnTo>
                  <a:pt x="6299" y="98821"/>
                </a:lnTo>
                <a:lnTo>
                  <a:pt x="30547" y="62686"/>
                </a:lnTo>
                <a:lnTo>
                  <a:pt x="49850" y="56082"/>
                </a:lnTo>
                <a:lnTo>
                  <a:pt x="64752" y="56082"/>
                </a:lnTo>
                <a:lnTo>
                  <a:pt x="71593" y="57403"/>
                </a:lnTo>
                <a:lnTo>
                  <a:pt x="84055" y="62686"/>
                </a:lnTo>
                <a:lnTo>
                  <a:pt x="89440" y="66276"/>
                </a:lnTo>
                <a:lnTo>
                  <a:pt x="93470" y="70306"/>
                </a:lnTo>
                <a:lnTo>
                  <a:pt x="52153" y="70306"/>
                </a:lnTo>
                <a:lnTo>
                  <a:pt x="47412" y="71254"/>
                </a:lnTo>
                <a:lnTo>
                  <a:pt x="22351" y="100650"/>
                </a:lnTo>
                <a:lnTo>
                  <a:pt x="22377" y="110403"/>
                </a:lnTo>
                <a:lnTo>
                  <a:pt x="47649" y="139697"/>
                </a:lnTo>
                <a:lnTo>
                  <a:pt x="52289" y="140612"/>
                </a:lnTo>
                <a:lnTo>
                  <a:pt x="93673" y="140612"/>
                </a:lnTo>
                <a:lnTo>
                  <a:pt x="89609" y="144676"/>
                </a:lnTo>
                <a:lnTo>
                  <a:pt x="84225" y="148232"/>
                </a:lnTo>
                <a:lnTo>
                  <a:pt x="71626" y="153515"/>
                </a:lnTo>
                <a:lnTo>
                  <a:pt x="64752" y="154835"/>
                </a:lnTo>
                <a:close/>
              </a:path>
              <a:path w="184150" h="193675">
                <a:moveTo>
                  <a:pt x="93673" y="140612"/>
                </a:moveTo>
                <a:lnTo>
                  <a:pt x="62313" y="140612"/>
                </a:lnTo>
                <a:lnTo>
                  <a:pt x="66987" y="139731"/>
                </a:lnTo>
                <a:lnTo>
                  <a:pt x="75656" y="136209"/>
                </a:lnTo>
                <a:lnTo>
                  <a:pt x="92454" y="110403"/>
                </a:lnTo>
                <a:lnTo>
                  <a:pt x="92454" y="100650"/>
                </a:lnTo>
                <a:lnTo>
                  <a:pt x="67393" y="71254"/>
                </a:lnTo>
                <a:lnTo>
                  <a:pt x="62584" y="70306"/>
                </a:lnTo>
                <a:lnTo>
                  <a:pt x="93470" y="70306"/>
                </a:lnTo>
                <a:lnTo>
                  <a:pt x="98516" y="75352"/>
                </a:lnTo>
                <a:lnTo>
                  <a:pt x="102038" y="80601"/>
                </a:lnTo>
                <a:lnTo>
                  <a:pt x="107050" y="92522"/>
                </a:lnTo>
                <a:lnTo>
                  <a:pt x="108303" y="98821"/>
                </a:lnTo>
                <a:lnTo>
                  <a:pt x="108303" y="112232"/>
                </a:lnTo>
                <a:lnTo>
                  <a:pt x="107036" y="118633"/>
                </a:lnTo>
                <a:lnTo>
                  <a:pt x="102038" y="130520"/>
                </a:lnTo>
                <a:lnTo>
                  <a:pt x="98550" y="135735"/>
                </a:lnTo>
                <a:lnTo>
                  <a:pt x="93673" y="140612"/>
                </a:lnTo>
                <a:close/>
              </a:path>
              <a:path w="184150" h="193675">
                <a:moveTo>
                  <a:pt x="65632" y="30276"/>
                </a:moveTo>
                <a:lnTo>
                  <a:pt x="49173" y="30276"/>
                </a:lnTo>
                <a:lnTo>
                  <a:pt x="49173" y="406"/>
                </a:lnTo>
                <a:lnTo>
                  <a:pt x="65632" y="406"/>
                </a:lnTo>
                <a:lnTo>
                  <a:pt x="65632" y="30276"/>
                </a:lnTo>
                <a:close/>
              </a:path>
              <a:path w="184150" h="193675">
                <a:moveTo>
                  <a:pt x="115415" y="43687"/>
                </a:moveTo>
                <a:lnTo>
                  <a:pt x="0" y="43687"/>
                </a:lnTo>
                <a:lnTo>
                  <a:pt x="0" y="30276"/>
                </a:lnTo>
                <a:lnTo>
                  <a:pt x="115415" y="30276"/>
                </a:lnTo>
                <a:lnTo>
                  <a:pt x="115415" y="43687"/>
                </a:lnTo>
                <a:close/>
              </a:path>
              <a:path w="184150" h="193675">
                <a:moveTo>
                  <a:pt x="150230" y="193443"/>
                </a:moveTo>
                <a:lnTo>
                  <a:pt x="137361" y="193443"/>
                </a:lnTo>
                <a:lnTo>
                  <a:pt x="137361" y="0"/>
                </a:lnTo>
                <a:lnTo>
                  <a:pt x="153210" y="0"/>
                </a:lnTo>
                <a:lnTo>
                  <a:pt x="153210" y="80262"/>
                </a:lnTo>
                <a:lnTo>
                  <a:pt x="183689" y="80262"/>
                </a:lnTo>
                <a:lnTo>
                  <a:pt x="183689" y="93876"/>
                </a:lnTo>
                <a:lnTo>
                  <a:pt x="153210" y="93876"/>
                </a:lnTo>
                <a:lnTo>
                  <a:pt x="153210" y="190463"/>
                </a:lnTo>
                <a:lnTo>
                  <a:pt x="152804" y="191411"/>
                </a:lnTo>
                <a:lnTo>
                  <a:pt x="151178" y="193036"/>
                </a:lnTo>
                <a:lnTo>
                  <a:pt x="150230" y="1934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253425" y="4344375"/>
            <a:ext cx="182245" cy="157480"/>
          </a:xfrm>
          <a:custGeom>
            <a:avLst/>
            <a:gdLst/>
            <a:ahLst/>
            <a:cxnLst/>
            <a:rect l="l" t="t" r="r" b="b"/>
            <a:pathLst>
              <a:path w="182245" h="157479">
                <a:moveTo>
                  <a:pt x="142440" y="117041"/>
                </a:moveTo>
                <a:lnTo>
                  <a:pt x="126185" y="117041"/>
                </a:lnTo>
                <a:lnTo>
                  <a:pt x="128081" y="113383"/>
                </a:lnTo>
                <a:lnTo>
                  <a:pt x="129944" y="108913"/>
                </a:lnTo>
                <a:lnTo>
                  <a:pt x="141357" y="62381"/>
                </a:lnTo>
                <a:lnTo>
                  <a:pt x="141831" y="56691"/>
                </a:lnTo>
                <a:lnTo>
                  <a:pt x="141831" y="14088"/>
                </a:lnTo>
                <a:lnTo>
                  <a:pt x="141154" y="13410"/>
                </a:lnTo>
                <a:lnTo>
                  <a:pt x="23774" y="13410"/>
                </a:lnTo>
                <a:lnTo>
                  <a:pt x="23774" y="0"/>
                </a:lnTo>
                <a:lnTo>
                  <a:pt x="149281" y="0"/>
                </a:lnTo>
                <a:lnTo>
                  <a:pt x="152194" y="1151"/>
                </a:lnTo>
                <a:lnTo>
                  <a:pt x="157071" y="5757"/>
                </a:lnTo>
                <a:lnTo>
                  <a:pt x="158290" y="8669"/>
                </a:lnTo>
                <a:lnTo>
                  <a:pt x="158248" y="56691"/>
                </a:lnTo>
                <a:lnTo>
                  <a:pt x="150636" y="97737"/>
                </a:lnTo>
                <a:lnTo>
                  <a:pt x="144743" y="112977"/>
                </a:lnTo>
                <a:lnTo>
                  <a:pt x="142440" y="117041"/>
                </a:lnTo>
                <a:close/>
              </a:path>
              <a:path w="182245" h="157479">
                <a:moveTo>
                  <a:pt x="83107" y="143863"/>
                </a:moveTo>
                <a:lnTo>
                  <a:pt x="67054" y="143863"/>
                </a:lnTo>
                <a:lnTo>
                  <a:pt x="67054" y="60349"/>
                </a:lnTo>
                <a:lnTo>
                  <a:pt x="83107" y="60349"/>
                </a:lnTo>
                <a:lnTo>
                  <a:pt x="83107" y="143863"/>
                </a:lnTo>
                <a:close/>
              </a:path>
              <a:path w="182245" h="157479">
                <a:moveTo>
                  <a:pt x="180845" y="157071"/>
                </a:moveTo>
                <a:lnTo>
                  <a:pt x="0" y="157071"/>
                </a:lnTo>
                <a:lnTo>
                  <a:pt x="0" y="143863"/>
                </a:lnTo>
                <a:lnTo>
                  <a:pt x="182064" y="143863"/>
                </a:lnTo>
                <a:lnTo>
                  <a:pt x="182064" y="155648"/>
                </a:lnTo>
                <a:lnTo>
                  <a:pt x="180845" y="1570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491944" y="4334216"/>
            <a:ext cx="173733" cy="19364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685184" y="4334419"/>
            <a:ext cx="173733" cy="19303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931848" y="4329339"/>
            <a:ext cx="1176179" cy="19933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173126" y="4337670"/>
            <a:ext cx="181861" cy="18998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424018" y="4334216"/>
            <a:ext cx="363519" cy="19364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989109" y="4334012"/>
            <a:ext cx="173530" cy="19344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811312" y="4334216"/>
            <a:ext cx="144066" cy="19324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182958" y="4488036"/>
            <a:ext cx="20955" cy="20955"/>
          </a:xfrm>
          <a:custGeom>
            <a:avLst/>
            <a:gdLst/>
            <a:ahLst/>
            <a:cxnLst/>
            <a:rect l="l" t="t" r="r" b="b"/>
            <a:pathLst>
              <a:path w="20954" h="20954">
                <a:moveTo>
                  <a:pt x="20522" y="20929"/>
                </a:moveTo>
                <a:lnTo>
                  <a:pt x="0" y="20929"/>
                </a:lnTo>
                <a:lnTo>
                  <a:pt x="0" y="0"/>
                </a:lnTo>
                <a:lnTo>
                  <a:pt x="20522" y="0"/>
                </a:lnTo>
                <a:lnTo>
                  <a:pt x="20522" y="209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757128" y="3350214"/>
            <a:ext cx="377190" cy="421640"/>
          </a:xfrm>
          <a:custGeom>
            <a:avLst/>
            <a:gdLst/>
            <a:ahLst/>
            <a:cxnLst/>
            <a:rect l="l" t="t" r="r" b="b"/>
            <a:pathLst>
              <a:path w="377189" h="421639">
                <a:moveTo>
                  <a:pt x="369646" y="248526"/>
                </a:moveTo>
                <a:lnTo>
                  <a:pt x="0" y="248526"/>
                </a:lnTo>
                <a:lnTo>
                  <a:pt x="0" y="208292"/>
                </a:lnTo>
                <a:lnTo>
                  <a:pt x="377190" y="208292"/>
                </a:lnTo>
                <a:lnTo>
                  <a:pt x="377190" y="240144"/>
                </a:lnTo>
                <a:lnTo>
                  <a:pt x="376910" y="244055"/>
                </a:lnTo>
                <a:lnTo>
                  <a:pt x="375653" y="246430"/>
                </a:lnTo>
                <a:lnTo>
                  <a:pt x="371182" y="248107"/>
                </a:lnTo>
                <a:lnTo>
                  <a:pt x="369646" y="248526"/>
                </a:lnTo>
                <a:close/>
              </a:path>
              <a:path w="377189" h="421639">
                <a:moveTo>
                  <a:pt x="208711" y="291693"/>
                </a:moveTo>
                <a:lnTo>
                  <a:pt x="161772" y="291693"/>
                </a:lnTo>
                <a:lnTo>
                  <a:pt x="161772" y="248526"/>
                </a:lnTo>
                <a:lnTo>
                  <a:pt x="208711" y="248526"/>
                </a:lnTo>
                <a:lnTo>
                  <a:pt x="208711" y="291693"/>
                </a:lnTo>
                <a:close/>
              </a:path>
              <a:path w="377189" h="421639">
                <a:moveTo>
                  <a:pt x="319913" y="421195"/>
                </a:moveTo>
                <a:lnTo>
                  <a:pt x="278282" y="421195"/>
                </a:lnTo>
                <a:lnTo>
                  <a:pt x="278282" y="332486"/>
                </a:lnTo>
                <a:lnTo>
                  <a:pt x="276885" y="331089"/>
                </a:lnTo>
                <a:lnTo>
                  <a:pt x="50711" y="331089"/>
                </a:lnTo>
                <a:lnTo>
                  <a:pt x="50711" y="291693"/>
                </a:lnTo>
                <a:lnTo>
                  <a:pt x="307479" y="291693"/>
                </a:lnTo>
                <a:lnTo>
                  <a:pt x="313486" y="294068"/>
                </a:lnTo>
                <a:lnTo>
                  <a:pt x="323545" y="303568"/>
                </a:lnTo>
                <a:lnTo>
                  <a:pt x="326059" y="309575"/>
                </a:lnTo>
                <a:lnTo>
                  <a:pt x="326059" y="415048"/>
                </a:lnTo>
                <a:lnTo>
                  <a:pt x="325221" y="417004"/>
                </a:lnTo>
                <a:lnTo>
                  <a:pt x="321868" y="420357"/>
                </a:lnTo>
                <a:lnTo>
                  <a:pt x="319913" y="421195"/>
                </a:lnTo>
                <a:close/>
              </a:path>
              <a:path w="377189" h="421639">
                <a:moveTo>
                  <a:pt x="214160" y="41071"/>
                </a:moveTo>
                <a:lnTo>
                  <a:pt x="165963" y="41071"/>
                </a:lnTo>
                <a:lnTo>
                  <a:pt x="165963" y="0"/>
                </a:lnTo>
                <a:lnTo>
                  <a:pt x="214160" y="0"/>
                </a:lnTo>
                <a:lnTo>
                  <a:pt x="214160" y="41071"/>
                </a:lnTo>
                <a:close/>
              </a:path>
              <a:path w="377189" h="421639">
                <a:moveTo>
                  <a:pt x="327317" y="78790"/>
                </a:moveTo>
                <a:lnTo>
                  <a:pt x="54063" y="78790"/>
                </a:lnTo>
                <a:lnTo>
                  <a:pt x="54063" y="41071"/>
                </a:lnTo>
                <a:lnTo>
                  <a:pt x="327317" y="41071"/>
                </a:lnTo>
                <a:lnTo>
                  <a:pt x="327317" y="78790"/>
                </a:lnTo>
                <a:close/>
              </a:path>
              <a:path w="377189" h="421639">
                <a:moveTo>
                  <a:pt x="55740" y="189014"/>
                </a:moveTo>
                <a:lnTo>
                  <a:pt x="29756" y="155486"/>
                </a:lnTo>
                <a:lnTo>
                  <a:pt x="37797" y="153246"/>
                </a:lnTo>
                <a:lnTo>
                  <a:pt x="46415" y="150718"/>
                </a:lnTo>
                <a:lnTo>
                  <a:pt x="85234" y="137674"/>
                </a:lnTo>
                <a:lnTo>
                  <a:pt x="122639" y="119600"/>
                </a:lnTo>
                <a:lnTo>
                  <a:pt x="156167" y="89294"/>
                </a:lnTo>
                <a:lnTo>
                  <a:pt x="160445" y="79908"/>
                </a:lnTo>
                <a:lnTo>
                  <a:pt x="160655" y="79349"/>
                </a:lnTo>
                <a:lnTo>
                  <a:pt x="160934" y="78790"/>
                </a:lnTo>
                <a:lnTo>
                  <a:pt x="219189" y="78790"/>
                </a:lnTo>
                <a:lnTo>
                  <a:pt x="220446" y="81305"/>
                </a:lnTo>
                <a:lnTo>
                  <a:pt x="224676" y="87539"/>
                </a:lnTo>
                <a:lnTo>
                  <a:pt x="256208" y="115252"/>
                </a:lnTo>
                <a:lnTo>
                  <a:pt x="190690" y="115252"/>
                </a:lnTo>
                <a:lnTo>
                  <a:pt x="154831" y="145519"/>
                </a:lnTo>
                <a:lnTo>
                  <a:pt x="118683" y="165295"/>
                </a:lnTo>
                <a:lnTo>
                  <a:pt x="81004" y="180684"/>
                </a:lnTo>
                <a:lnTo>
                  <a:pt x="63716" y="186551"/>
                </a:lnTo>
                <a:lnTo>
                  <a:pt x="55740" y="189014"/>
                </a:lnTo>
                <a:close/>
              </a:path>
              <a:path w="377189" h="421639">
                <a:moveTo>
                  <a:pt x="323545" y="189433"/>
                </a:moveTo>
                <a:lnTo>
                  <a:pt x="282892" y="174083"/>
                </a:lnTo>
                <a:lnTo>
                  <a:pt x="246430" y="156533"/>
                </a:lnTo>
                <a:lnTo>
                  <a:pt x="202189" y="126319"/>
                </a:lnTo>
                <a:lnTo>
                  <a:pt x="190690" y="115252"/>
                </a:lnTo>
                <a:lnTo>
                  <a:pt x="256208" y="115252"/>
                </a:lnTo>
                <a:lnTo>
                  <a:pt x="258584" y="116876"/>
                </a:lnTo>
                <a:lnTo>
                  <a:pt x="267071" y="122154"/>
                </a:lnTo>
                <a:lnTo>
                  <a:pt x="303912" y="140555"/>
                </a:lnTo>
                <a:lnTo>
                  <a:pt x="340990" y="153613"/>
                </a:lnTo>
                <a:lnTo>
                  <a:pt x="349529" y="155905"/>
                </a:lnTo>
                <a:lnTo>
                  <a:pt x="323545" y="1894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130965" y="3372007"/>
            <a:ext cx="393700" cy="399415"/>
          </a:xfrm>
          <a:custGeom>
            <a:avLst/>
            <a:gdLst/>
            <a:ahLst/>
            <a:cxnLst/>
            <a:rect l="l" t="t" r="r" b="b"/>
            <a:pathLst>
              <a:path w="393700" h="399414">
                <a:moveTo>
                  <a:pt x="31851" y="241401"/>
                </a:moveTo>
                <a:lnTo>
                  <a:pt x="0" y="211226"/>
                </a:lnTo>
                <a:lnTo>
                  <a:pt x="9626" y="206419"/>
                </a:lnTo>
                <a:lnTo>
                  <a:pt x="19315" y="201168"/>
                </a:lnTo>
                <a:lnTo>
                  <a:pt x="56316" y="176703"/>
                </a:lnTo>
                <a:lnTo>
                  <a:pt x="85391" y="147470"/>
                </a:lnTo>
                <a:lnTo>
                  <a:pt x="104617" y="105731"/>
                </a:lnTo>
                <a:lnTo>
                  <a:pt x="105194" y="5448"/>
                </a:lnTo>
                <a:lnTo>
                  <a:pt x="153390" y="5448"/>
                </a:lnTo>
                <a:lnTo>
                  <a:pt x="153390" y="97231"/>
                </a:lnTo>
                <a:lnTo>
                  <a:pt x="153901" y="105848"/>
                </a:lnTo>
                <a:lnTo>
                  <a:pt x="171254" y="143698"/>
                </a:lnTo>
                <a:lnTo>
                  <a:pt x="189153" y="161353"/>
                </a:lnTo>
                <a:lnTo>
                  <a:pt x="130340" y="161353"/>
                </a:lnTo>
                <a:lnTo>
                  <a:pt x="102242" y="192157"/>
                </a:lnTo>
                <a:lnTo>
                  <a:pt x="63493" y="222908"/>
                </a:lnTo>
                <a:lnTo>
                  <a:pt x="48248" y="232377"/>
                </a:lnTo>
                <a:lnTo>
                  <a:pt x="31851" y="241401"/>
                </a:lnTo>
                <a:close/>
              </a:path>
              <a:path w="393700" h="399414">
                <a:moveTo>
                  <a:pt x="229666" y="232181"/>
                </a:moveTo>
                <a:lnTo>
                  <a:pt x="189118" y="210440"/>
                </a:lnTo>
                <a:lnTo>
                  <a:pt x="156023" y="186355"/>
                </a:lnTo>
                <a:lnTo>
                  <a:pt x="130340" y="161353"/>
                </a:lnTo>
                <a:lnTo>
                  <a:pt x="189153" y="161353"/>
                </a:lnTo>
                <a:lnTo>
                  <a:pt x="191384" y="163252"/>
                </a:lnTo>
                <a:lnTo>
                  <a:pt x="199334" y="169368"/>
                </a:lnTo>
                <a:lnTo>
                  <a:pt x="236110" y="192157"/>
                </a:lnTo>
                <a:lnTo>
                  <a:pt x="256489" y="202844"/>
                </a:lnTo>
                <a:lnTo>
                  <a:pt x="229666" y="232181"/>
                </a:lnTo>
                <a:close/>
              </a:path>
              <a:path w="393700" h="399414">
                <a:moveTo>
                  <a:pt x="328295" y="289179"/>
                </a:moveTo>
                <a:lnTo>
                  <a:pt x="286664" y="289179"/>
                </a:lnTo>
                <a:lnTo>
                  <a:pt x="286664" y="0"/>
                </a:lnTo>
                <a:lnTo>
                  <a:pt x="334441" y="0"/>
                </a:lnTo>
                <a:lnTo>
                  <a:pt x="334441" y="109385"/>
                </a:lnTo>
                <a:lnTo>
                  <a:pt x="393534" y="109385"/>
                </a:lnTo>
                <a:lnTo>
                  <a:pt x="393534" y="149618"/>
                </a:lnTo>
                <a:lnTo>
                  <a:pt x="334441" y="149618"/>
                </a:lnTo>
                <a:lnTo>
                  <a:pt x="334441" y="283032"/>
                </a:lnTo>
                <a:lnTo>
                  <a:pt x="333603" y="284988"/>
                </a:lnTo>
                <a:lnTo>
                  <a:pt x="330250" y="288340"/>
                </a:lnTo>
                <a:lnTo>
                  <a:pt x="328295" y="289179"/>
                </a:lnTo>
                <a:close/>
              </a:path>
              <a:path w="393700" h="399414">
                <a:moveTo>
                  <a:pt x="337096" y="398983"/>
                </a:moveTo>
                <a:lnTo>
                  <a:pt x="96393" y="398983"/>
                </a:lnTo>
                <a:lnTo>
                  <a:pt x="90455" y="396538"/>
                </a:lnTo>
                <a:lnTo>
                  <a:pt x="80117" y="386759"/>
                </a:lnTo>
                <a:lnTo>
                  <a:pt x="77533" y="380682"/>
                </a:lnTo>
                <a:lnTo>
                  <a:pt x="77533" y="267385"/>
                </a:lnTo>
                <a:lnTo>
                  <a:pt x="125730" y="267385"/>
                </a:lnTo>
                <a:lnTo>
                  <a:pt x="125730" y="356374"/>
                </a:lnTo>
                <a:lnTo>
                  <a:pt x="126149" y="357422"/>
                </a:lnTo>
                <a:lnTo>
                  <a:pt x="127825" y="358819"/>
                </a:lnTo>
                <a:lnTo>
                  <a:pt x="128663" y="359168"/>
                </a:lnTo>
                <a:lnTo>
                  <a:pt x="343242" y="359168"/>
                </a:lnTo>
                <a:lnTo>
                  <a:pt x="343242" y="392836"/>
                </a:lnTo>
                <a:lnTo>
                  <a:pt x="342404" y="394792"/>
                </a:lnTo>
                <a:lnTo>
                  <a:pt x="339051" y="398145"/>
                </a:lnTo>
                <a:lnTo>
                  <a:pt x="337096" y="398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558447" y="3371588"/>
            <a:ext cx="319405" cy="399415"/>
          </a:xfrm>
          <a:custGeom>
            <a:avLst/>
            <a:gdLst/>
            <a:ahLst/>
            <a:cxnLst/>
            <a:rect l="l" t="t" r="r" b="b"/>
            <a:pathLst>
              <a:path w="319405" h="399414">
                <a:moveTo>
                  <a:pt x="109385" y="314744"/>
                </a:moveTo>
                <a:lnTo>
                  <a:pt x="70723" y="307789"/>
                </a:lnTo>
                <a:lnTo>
                  <a:pt x="33135" y="278884"/>
                </a:lnTo>
                <a:lnTo>
                  <a:pt x="9875" y="233451"/>
                </a:lnTo>
                <a:lnTo>
                  <a:pt x="1571" y="191633"/>
                </a:lnTo>
                <a:lnTo>
                  <a:pt x="0" y="161772"/>
                </a:lnTo>
                <a:lnTo>
                  <a:pt x="392" y="148544"/>
                </a:lnTo>
                <a:lnTo>
                  <a:pt x="6286" y="108546"/>
                </a:lnTo>
                <a:lnTo>
                  <a:pt x="19606" y="71142"/>
                </a:lnTo>
                <a:lnTo>
                  <a:pt x="49820" y="31838"/>
                </a:lnTo>
                <a:lnTo>
                  <a:pt x="95436" y="11747"/>
                </a:lnTo>
                <a:lnTo>
                  <a:pt x="109385" y="10896"/>
                </a:lnTo>
                <a:lnTo>
                  <a:pt x="123516" y="11747"/>
                </a:lnTo>
                <a:lnTo>
                  <a:pt x="159467" y="24517"/>
                </a:lnTo>
                <a:lnTo>
                  <a:pt x="188563" y="52806"/>
                </a:lnTo>
                <a:lnTo>
                  <a:pt x="109385" y="52806"/>
                </a:lnTo>
                <a:lnTo>
                  <a:pt x="101500" y="53487"/>
                </a:lnTo>
                <a:lnTo>
                  <a:pt x="70670" y="75961"/>
                </a:lnTo>
                <a:lnTo>
                  <a:pt x="53474" y="116876"/>
                </a:lnTo>
                <a:lnTo>
                  <a:pt x="48196" y="161353"/>
                </a:lnTo>
                <a:lnTo>
                  <a:pt x="48419" y="172512"/>
                </a:lnTo>
                <a:lnTo>
                  <a:pt x="53788" y="213858"/>
                </a:lnTo>
                <a:lnTo>
                  <a:pt x="71404" y="253241"/>
                </a:lnTo>
                <a:lnTo>
                  <a:pt x="109385" y="272834"/>
                </a:lnTo>
                <a:lnTo>
                  <a:pt x="190361" y="272834"/>
                </a:lnTo>
                <a:lnTo>
                  <a:pt x="186041" y="278884"/>
                </a:lnTo>
                <a:lnTo>
                  <a:pt x="148164" y="307789"/>
                </a:lnTo>
                <a:lnTo>
                  <a:pt x="123333" y="313971"/>
                </a:lnTo>
                <a:lnTo>
                  <a:pt x="109385" y="314744"/>
                </a:lnTo>
                <a:close/>
              </a:path>
              <a:path w="319405" h="399414">
                <a:moveTo>
                  <a:pt x="190361" y="272834"/>
                </a:moveTo>
                <a:lnTo>
                  <a:pt x="109385" y="272834"/>
                </a:lnTo>
                <a:lnTo>
                  <a:pt x="116902" y="272270"/>
                </a:lnTo>
                <a:lnTo>
                  <a:pt x="123948" y="270581"/>
                </a:lnTo>
                <a:lnTo>
                  <a:pt x="155905" y="239515"/>
                </a:lnTo>
                <a:lnTo>
                  <a:pt x="168871" y="193886"/>
                </a:lnTo>
                <a:lnTo>
                  <a:pt x="170992" y="161353"/>
                </a:lnTo>
                <a:lnTo>
                  <a:pt x="170783" y="153023"/>
                </a:lnTo>
                <a:lnTo>
                  <a:pt x="163239" y="107918"/>
                </a:lnTo>
                <a:lnTo>
                  <a:pt x="143070" y="69492"/>
                </a:lnTo>
                <a:lnTo>
                  <a:pt x="109385" y="52806"/>
                </a:lnTo>
                <a:lnTo>
                  <a:pt x="188563" y="52806"/>
                </a:lnTo>
                <a:lnTo>
                  <a:pt x="209327" y="95450"/>
                </a:lnTo>
                <a:lnTo>
                  <a:pt x="217631" y="135421"/>
                </a:lnTo>
                <a:lnTo>
                  <a:pt x="219189" y="161772"/>
                </a:lnTo>
                <a:lnTo>
                  <a:pt x="218796" y="176886"/>
                </a:lnTo>
                <a:lnTo>
                  <a:pt x="212902" y="220027"/>
                </a:lnTo>
                <a:lnTo>
                  <a:pt x="199465" y="257864"/>
                </a:lnTo>
                <a:lnTo>
                  <a:pt x="193205" y="268852"/>
                </a:lnTo>
                <a:lnTo>
                  <a:pt x="190361" y="272834"/>
                </a:lnTo>
                <a:close/>
              </a:path>
              <a:path w="319405" h="399414">
                <a:moveTo>
                  <a:pt x="312788" y="399402"/>
                </a:moveTo>
                <a:lnTo>
                  <a:pt x="271157" y="399402"/>
                </a:lnTo>
                <a:lnTo>
                  <a:pt x="271157" y="0"/>
                </a:lnTo>
                <a:lnTo>
                  <a:pt x="318935" y="0"/>
                </a:lnTo>
                <a:lnTo>
                  <a:pt x="318935" y="393255"/>
                </a:lnTo>
                <a:lnTo>
                  <a:pt x="318096" y="395211"/>
                </a:lnTo>
                <a:lnTo>
                  <a:pt x="314744" y="398564"/>
                </a:lnTo>
                <a:lnTo>
                  <a:pt x="312788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926417" y="3371169"/>
            <a:ext cx="377825" cy="401320"/>
          </a:xfrm>
          <a:custGeom>
            <a:avLst/>
            <a:gdLst/>
            <a:ahLst/>
            <a:cxnLst/>
            <a:rect l="l" t="t" r="r" b="b"/>
            <a:pathLst>
              <a:path w="377825" h="401320">
                <a:moveTo>
                  <a:pt x="188595" y="163868"/>
                </a:moveTo>
                <a:lnTo>
                  <a:pt x="148007" y="161157"/>
                </a:lnTo>
                <a:lnTo>
                  <a:pt x="100426" y="148872"/>
                </a:lnTo>
                <a:lnTo>
                  <a:pt x="65529" y="125978"/>
                </a:lnTo>
                <a:lnTo>
                  <a:pt x="47777" y="82143"/>
                </a:lnTo>
                <a:lnTo>
                  <a:pt x="48497" y="71823"/>
                </a:lnTo>
                <a:lnTo>
                  <a:pt x="72818" y="31118"/>
                </a:lnTo>
                <a:lnTo>
                  <a:pt x="111271" y="10948"/>
                </a:lnTo>
                <a:lnTo>
                  <a:pt x="161196" y="1204"/>
                </a:lnTo>
                <a:lnTo>
                  <a:pt x="188595" y="0"/>
                </a:lnTo>
                <a:lnTo>
                  <a:pt x="202464" y="301"/>
                </a:lnTo>
                <a:lnTo>
                  <a:pt x="242030" y="4819"/>
                </a:lnTo>
                <a:lnTo>
                  <a:pt x="286873" y="19697"/>
                </a:lnTo>
                <a:lnTo>
                  <a:pt x="311485" y="37719"/>
                </a:lnTo>
                <a:lnTo>
                  <a:pt x="189014" y="37719"/>
                </a:lnTo>
                <a:lnTo>
                  <a:pt x="179518" y="37889"/>
                </a:lnTo>
                <a:lnTo>
                  <a:pt x="136888" y="43848"/>
                </a:lnTo>
                <a:lnTo>
                  <a:pt x="98418" y="68033"/>
                </a:lnTo>
                <a:lnTo>
                  <a:pt x="95973" y="74599"/>
                </a:lnTo>
                <a:lnTo>
                  <a:pt x="95973" y="89687"/>
                </a:lnTo>
                <a:lnTo>
                  <a:pt x="129776" y="117806"/>
                </a:lnTo>
                <a:lnTo>
                  <a:pt x="170311" y="125468"/>
                </a:lnTo>
                <a:lnTo>
                  <a:pt x="179518" y="125978"/>
                </a:lnTo>
                <a:lnTo>
                  <a:pt x="189014" y="126149"/>
                </a:lnTo>
                <a:lnTo>
                  <a:pt x="311485" y="126149"/>
                </a:lnTo>
                <a:lnTo>
                  <a:pt x="304371" y="132749"/>
                </a:lnTo>
                <a:lnTo>
                  <a:pt x="265918" y="152919"/>
                </a:lnTo>
                <a:lnTo>
                  <a:pt x="215993" y="162663"/>
                </a:lnTo>
                <a:lnTo>
                  <a:pt x="202464" y="163566"/>
                </a:lnTo>
                <a:lnTo>
                  <a:pt x="188595" y="163868"/>
                </a:lnTo>
                <a:close/>
              </a:path>
              <a:path w="377825" h="401320">
                <a:moveTo>
                  <a:pt x="311485" y="126149"/>
                </a:moveTo>
                <a:lnTo>
                  <a:pt x="189014" y="126149"/>
                </a:lnTo>
                <a:lnTo>
                  <a:pt x="198312" y="125978"/>
                </a:lnTo>
                <a:lnTo>
                  <a:pt x="207349" y="125468"/>
                </a:lnTo>
                <a:lnTo>
                  <a:pt x="247426" y="117806"/>
                </a:lnTo>
                <a:lnTo>
                  <a:pt x="281216" y="89687"/>
                </a:lnTo>
                <a:lnTo>
                  <a:pt x="281216" y="74599"/>
                </a:lnTo>
                <a:lnTo>
                  <a:pt x="247426" y="46061"/>
                </a:lnTo>
                <a:lnTo>
                  <a:pt x="207349" y="38400"/>
                </a:lnTo>
                <a:lnTo>
                  <a:pt x="189014" y="37719"/>
                </a:lnTo>
                <a:lnTo>
                  <a:pt x="311485" y="37719"/>
                </a:lnTo>
                <a:lnTo>
                  <a:pt x="328692" y="71823"/>
                </a:lnTo>
                <a:lnTo>
                  <a:pt x="329412" y="82143"/>
                </a:lnTo>
                <a:lnTo>
                  <a:pt x="328692" y="92280"/>
                </a:lnTo>
                <a:lnTo>
                  <a:pt x="326531" y="101736"/>
                </a:lnTo>
                <a:lnTo>
                  <a:pt x="322929" y="110511"/>
                </a:lnTo>
                <a:lnTo>
                  <a:pt x="317887" y="118605"/>
                </a:lnTo>
                <a:lnTo>
                  <a:pt x="311627" y="126018"/>
                </a:lnTo>
                <a:lnTo>
                  <a:pt x="311485" y="126149"/>
                </a:lnTo>
                <a:close/>
              </a:path>
              <a:path w="377825" h="401320">
                <a:moveTo>
                  <a:pt x="371462" y="227152"/>
                </a:moveTo>
                <a:lnTo>
                  <a:pt x="0" y="227152"/>
                </a:lnTo>
                <a:lnTo>
                  <a:pt x="0" y="187756"/>
                </a:lnTo>
                <a:lnTo>
                  <a:pt x="377609" y="187756"/>
                </a:lnTo>
                <a:lnTo>
                  <a:pt x="377609" y="221005"/>
                </a:lnTo>
                <a:lnTo>
                  <a:pt x="376770" y="222961"/>
                </a:lnTo>
                <a:lnTo>
                  <a:pt x="373418" y="226314"/>
                </a:lnTo>
                <a:lnTo>
                  <a:pt x="371462" y="227152"/>
                </a:lnTo>
                <a:close/>
              </a:path>
              <a:path w="377825" h="401320">
                <a:moveTo>
                  <a:pt x="307479" y="401078"/>
                </a:moveTo>
                <a:lnTo>
                  <a:pt x="71945" y="401078"/>
                </a:lnTo>
                <a:lnTo>
                  <a:pt x="65868" y="398703"/>
                </a:lnTo>
                <a:lnTo>
                  <a:pt x="56089" y="389204"/>
                </a:lnTo>
                <a:lnTo>
                  <a:pt x="53758" y="383476"/>
                </a:lnTo>
                <a:lnTo>
                  <a:pt x="53644" y="257746"/>
                </a:lnTo>
                <a:lnTo>
                  <a:pt x="326059" y="257746"/>
                </a:lnTo>
                <a:lnTo>
                  <a:pt x="326059" y="296722"/>
                </a:lnTo>
                <a:lnTo>
                  <a:pt x="99745" y="296722"/>
                </a:lnTo>
                <a:lnTo>
                  <a:pt x="99745" y="360705"/>
                </a:lnTo>
                <a:lnTo>
                  <a:pt x="101142" y="362102"/>
                </a:lnTo>
                <a:lnTo>
                  <a:pt x="326059" y="362102"/>
                </a:lnTo>
                <a:lnTo>
                  <a:pt x="326059" y="383476"/>
                </a:lnTo>
                <a:lnTo>
                  <a:pt x="323545" y="389553"/>
                </a:lnTo>
                <a:lnTo>
                  <a:pt x="313486" y="398773"/>
                </a:lnTo>
                <a:lnTo>
                  <a:pt x="307479" y="401078"/>
                </a:lnTo>
                <a:close/>
              </a:path>
              <a:path w="377825" h="401320">
                <a:moveTo>
                  <a:pt x="326059" y="362102"/>
                </a:moveTo>
                <a:lnTo>
                  <a:pt x="278142" y="362102"/>
                </a:lnTo>
                <a:lnTo>
                  <a:pt x="279539" y="360705"/>
                </a:lnTo>
                <a:lnTo>
                  <a:pt x="279539" y="296722"/>
                </a:lnTo>
                <a:lnTo>
                  <a:pt x="326059" y="296722"/>
                </a:lnTo>
                <a:lnTo>
                  <a:pt x="326059" y="3621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337135" y="3687170"/>
            <a:ext cx="46990" cy="106045"/>
          </a:xfrm>
          <a:custGeom>
            <a:avLst/>
            <a:gdLst/>
            <a:ahLst/>
            <a:cxnLst/>
            <a:rect l="l" t="t" r="r" b="b"/>
            <a:pathLst>
              <a:path w="46989" h="106045">
                <a:moveTo>
                  <a:pt x="15506" y="105613"/>
                </a:moveTo>
                <a:lnTo>
                  <a:pt x="1816" y="105613"/>
                </a:lnTo>
                <a:lnTo>
                  <a:pt x="0" y="103797"/>
                </a:lnTo>
                <a:lnTo>
                  <a:pt x="0" y="0"/>
                </a:lnTo>
                <a:lnTo>
                  <a:pt x="46939" y="0"/>
                </a:lnTo>
                <a:lnTo>
                  <a:pt x="46939" y="49453"/>
                </a:lnTo>
                <a:lnTo>
                  <a:pt x="46450" y="51968"/>
                </a:lnTo>
                <a:lnTo>
                  <a:pt x="44494" y="56997"/>
                </a:lnTo>
                <a:lnTo>
                  <a:pt x="42329" y="61188"/>
                </a:lnTo>
                <a:lnTo>
                  <a:pt x="19697" y="101981"/>
                </a:lnTo>
                <a:lnTo>
                  <a:pt x="16833" y="105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527693" y="3371588"/>
            <a:ext cx="334010" cy="399415"/>
          </a:xfrm>
          <a:custGeom>
            <a:avLst/>
            <a:gdLst/>
            <a:ahLst/>
            <a:cxnLst/>
            <a:rect l="l" t="t" r="r" b="b"/>
            <a:pathLst>
              <a:path w="334010" h="399414">
                <a:moveTo>
                  <a:pt x="245173" y="59512"/>
                </a:moveTo>
                <a:lnTo>
                  <a:pt x="4610" y="59512"/>
                </a:lnTo>
                <a:lnTo>
                  <a:pt x="4610" y="20535"/>
                </a:lnTo>
                <a:lnTo>
                  <a:pt x="245173" y="20535"/>
                </a:lnTo>
                <a:lnTo>
                  <a:pt x="245173" y="59512"/>
                </a:lnTo>
                <a:close/>
              </a:path>
              <a:path w="334010" h="399414">
                <a:moveTo>
                  <a:pt x="89827" y="261518"/>
                </a:moveTo>
                <a:lnTo>
                  <a:pt x="44843" y="261518"/>
                </a:lnTo>
                <a:lnTo>
                  <a:pt x="42887" y="256768"/>
                </a:lnTo>
                <a:lnTo>
                  <a:pt x="41968" y="251512"/>
                </a:lnTo>
                <a:lnTo>
                  <a:pt x="41910" y="59512"/>
                </a:lnTo>
                <a:lnTo>
                  <a:pt x="88430" y="59512"/>
                </a:lnTo>
                <a:lnTo>
                  <a:pt x="88430" y="260121"/>
                </a:lnTo>
                <a:lnTo>
                  <a:pt x="89827" y="261518"/>
                </a:lnTo>
                <a:close/>
              </a:path>
              <a:path w="334010" h="399414">
                <a:moveTo>
                  <a:pt x="120281" y="300075"/>
                </a:moveTo>
                <a:lnTo>
                  <a:pt x="0" y="300075"/>
                </a:lnTo>
                <a:lnTo>
                  <a:pt x="0" y="261518"/>
                </a:lnTo>
                <a:lnTo>
                  <a:pt x="159537" y="261518"/>
                </a:lnTo>
                <a:lnTo>
                  <a:pt x="160934" y="260121"/>
                </a:lnTo>
                <a:lnTo>
                  <a:pt x="160934" y="59512"/>
                </a:lnTo>
                <a:lnTo>
                  <a:pt x="207873" y="59512"/>
                </a:lnTo>
                <a:lnTo>
                  <a:pt x="207834" y="249901"/>
                </a:lnTo>
                <a:lnTo>
                  <a:pt x="207175" y="254254"/>
                </a:lnTo>
                <a:lnTo>
                  <a:pt x="205778" y="258165"/>
                </a:lnTo>
                <a:lnTo>
                  <a:pt x="257746" y="258165"/>
                </a:lnTo>
                <a:lnTo>
                  <a:pt x="257746" y="288340"/>
                </a:lnTo>
                <a:lnTo>
                  <a:pt x="251119" y="290135"/>
                </a:lnTo>
                <a:lnTo>
                  <a:pt x="208816" y="296460"/>
                </a:lnTo>
                <a:lnTo>
                  <a:pt x="170783" y="299027"/>
                </a:lnTo>
                <a:lnTo>
                  <a:pt x="134950" y="299970"/>
                </a:lnTo>
                <a:lnTo>
                  <a:pt x="120281" y="300075"/>
                </a:lnTo>
                <a:close/>
              </a:path>
              <a:path w="334010" h="399414">
                <a:moveTo>
                  <a:pt x="257746" y="258165"/>
                </a:moveTo>
                <a:lnTo>
                  <a:pt x="205778" y="258165"/>
                </a:lnTo>
                <a:lnTo>
                  <a:pt x="212483" y="257288"/>
                </a:lnTo>
                <a:lnTo>
                  <a:pt x="219189" y="256332"/>
                </a:lnTo>
                <a:lnTo>
                  <a:pt x="257746" y="248107"/>
                </a:lnTo>
                <a:lnTo>
                  <a:pt x="257746" y="258165"/>
                </a:lnTo>
                <a:close/>
              </a:path>
              <a:path w="334010" h="399414">
                <a:moveTo>
                  <a:pt x="327456" y="399402"/>
                </a:moveTo>
                <a:lnTo>
                  <a:pt x="285407" y="399402"/>
                </a:lnTo>
                <a:lnTo>
                  <a:pt x="285407" y="0"/>
                </a:lnTo>
                <a:lnTo>
                  <a:pt x="333603" y="0"/>
                </a:lnTo>
                <a:lnTo>
                  <a:pt x="333603" y="393255"/>
                </a:lnTo>
                <a:lnTo>
                  <a:pt x="332765" y="395211"/>
                </a:lnTo>
                <a:lnTo>
                  <a:pt x="329412" y="398564"/>
                </a:lnTo>
                <a:lnTo>
                  <a:pt x="327456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912846" y="3371588"/>
            <a:ext cx="365125" cy="399415"/>
          </a:xfrm>
          <a:custGeom>
            <a:avLst/>
            <a:gdLst/>
            <a:ahLst/>
            <a:cxnLst/>
            <a:rect l="l" t="t" r="r" b="b"/>
            <a:pathLst>
              <a:path w="365125" h="399414">
                <a:moveTo>
                  <a:pt x="106032" y="325221"/>
                </a:moveTo>
                <a:lnTo>
                  <a:pt x="67684" y="317468"/>
                </a:lnTo>
                <a:lnTo>
                  <a:pt x="31773" y="289270"/>
                </a:lnTo>
                <a:lnTo>
                  <a:pt x="14904" y="254721"/>
                </a:lnTo>
                <a:lnTo>
                  <a:pt x="10896" y="223799"/>
                </a:lnTo>
                <a:lnTo>
                  <a:pt x="11328" y="212915"/>
                </a:lnTo>
                <a:lnTo>
                  <a:pt x="21622" y="173926"/>
                </a:lnTo>
                <a:lnTo>
                  <a:pt x="51130" y="138564"/>
                </a:lnTo>
                <a:lnTo>
                  <a:pt x="95764" y="122429"/>
                </a:lnTo>
                <a:lnTo>
                  <a:pt x="106032" y="121958"/>
                </a:lnTo>
                <a:lnTo>
                  <a:pt x="116666" y="122429"/>
                </a:lnTo>
                <a:lnTo>
                  <a:pt x="153914" y="133653"/>
                </a:lnTo>
                <a:lnTo>
                  <a:pt x="183625" y="160934"/>
                </a:lnTo>
                <a:lnTo>
                  <a:pt x="97929" y="160934"/>
                </a:lnTo>
                <a:lnTo>
                  <a:pt x="90735" y="162750"/>
                </a:lnTo>
                <a:lnTo>
                  <a:pt x="61328" y="193205"/>
                </a:lnTo>
                <a:lnTo>
                  <a:pt x="55740" y="215976"/>
                </a:lnTo>
                <a:lnTo>
                  <a:pt x="55740" y="232740"/>
                </a:lnTo>
                <a:lnTo>
                  <a:pt x="74460" y="273881"/>
                </a:lnTo>
                <a:lnTo>
                  <a:pt x="98767" y="285826"/>
                </a:lnTo>
                <a:lnTo>
                  <a:pt x="182970" y="285826"/>
                </a:lnTo>
                <a:lnTo>
                  <a:pt x="181116" y="288563"/>
                </a:lnTo>
                <a:lnTo>
                  <a:pt x="145008" y="317258"/>
                </a:lnTo>
                <a:lnTo>
                  <a:pt x="116483" y="324723"/>
                </a:lnTo>
                <a:lnTo>
                  <a:pt x="106032" y="325221"/>
                </a:lnTo>
                <a:close/>
              </a:path>
              <a:path w="365125" h="399414">
                <a:moveTo>
                  <a:pt x="182970" y="285826"/>
                </a:moveTo>
                <a:lnTo>
                  <a:pt x="113576" y="285826"/>
                </a:lnTo>
                <a:lnTo>
                  <a:pt x="120421" y="284289"/>
                </a:lnTo>
                <a:lnTo>
                  <a:pt x="132715" y="278142"/>
                </a:lnTo>
                <a:lnTo>
                  <a:pt x="155136" y="241052"/>
                </a:lnTo>
                <a:lnTo>
                  <a:pt x="156324" y="232740"/>
                </a:lnTo>
                <a:lnTo>
                  <a:pt x="156324" y="215976"/>
                </a:lnTo>
                <a:lnTo>
                  <a:pt x="139141" y="174764"/>
                </a:lnTo>
                <a:lnTo>
                  <a:pt x="114134" y="160934"/>
                </a:lnTo>
                <a:lnTo>
                  <a:pt x="183625" y="160934"/>
                </a:lnTo>
                <a:lnTo>
                  <a:pt x="199910" y="202477"/>
                </a:lnTo>
                <a:lnTo>
                  <a:pt x="201587" y="223799"/>
                </a:lnTo>
                <a:lnTo>
                  <a:pt x="201219" y="232740"/>
                </a:lnTo>
                <a:lnTo>
                  <a:pt x="190860" y="272532"/>
                </a:lnTo>
                <a:lnTo>
                  <a:pt x="186342" y="280849"/>
                </a:lnTo>
                <a:lnTo>
                  <a:pt x="182970" y="285826"/>
                </a:lnTo>
                <a:close/>
              </a:path>
              <a:path w="365125" h="399414">
                <a:moveTo>
                  <a:pt x="129082" y="60350"/>
                </a:moveTo>
                <a:lnTo>
                  <a:pt x="80886" y="60350"/>
                </a:lnTo>
                <a:lnTo>
                  <a:pt x="80886" y="3771"/>
                </a:lnTo>
                <a:lnTo>
                  <a:pt x="129082" y="3771"/>
                </a:lnTo>
                <a:lnTo>
                  <a:pt x="129082" y="60350"/>
                </a:lnTo>
                <a:close/>
              </a:path>
              <a:path w="365125" h="399414">
                <a:moveTo>
                  <a:pt x="209550" y="99326"/>
                </a:moveTo>
                <a:lnTo>
                  <a:pt x="0" y="99326"/>
                </a:lnTo>
                <a:lnTo>
                  <a:pt x="0" y="60350"/>
                </a:lnTo>
                <a:lnTo>
                  <a:pt x="209550" y="60350"/>
                </a:lnTo>
                <a:lnTo>
                  <a:pt x="209550" y="99326"/>
                </a:lnTo>
                <a:close/>
              </a:path>
              <a:path w="365125" h="399414">
                <a:moveTo>
                  <a:pt x="267385" y="389763"/>
                </a:moveTo>
                <a:lnTo>
                  <a:pt x="228409" y="389763"/>
                </a:lnTo>
                <a:lnTo>
                  <a:pt x="228409" y="0"/>
                </a:lnTo>
                <a:lnTo>
                  <a:pt x="274929" y="0"/>
                </a:lnTo>
                <a:lnTo>
                  <a:pt x="274929" y="156743"/>
                </a:lnTo>
                <a:lnTo>
                  <a:pt x="365036" y="156743"/>
                </a:lnTo>
                <a:lnTo>
                  <a:pt x="365036" y="199072"/>
                </a:lnTo>
                <a:lnTo>
                  <a:pt x="274929" y="199072"/>
                </a:lnTo>
                <a:lnTo>
                  <a:pt x="274929" y="381381"/>
                </a:lnTo>
                <a:lnTo>
                  <a:pt x="274650" y="385292"/>
                </a:lnTo>
                <a:lnTo>
                  <a:pt x="273392" y="387667"/>
                </a:lnTo>
                <a:lnTo>
                  <a:pt x="268922" y="389343"/>
                </a:lnTo>
                <a:lnTo>
                  <a:pt x="267385" y="389763"/>
                </a:lnTo>
                <a:close/>
              </a:path>
              <a:path w="365125" h="399414">
                <a:moveTo>
                  <a:pt x="365036" y="156743"/>
                </a:moveTo>
                <a:lnTo>
                  <a:pt x="318096" y="156743"/>
                </a:lnTo>
                <a:lnTo>
                  <a:pt x="318096" y="0"/>
                </a:lnTo>
                <a:lnTo>
                  <a:pt x="365036" y="0"/>
                </a:lnTo>
                <a:lnTo>
                  <a:pt x="365036" y="156743"/>
                </a:lnTo>
                <a:close/>
              </a:path>
              <a:path w="365125" h="399414">
                <a:moveTo>
                  <a:pt x="357212" y="399402"/>
                </a:moveTo>
                <a:lnTo>
                  <a:pt x="318096" y="399402"/>
                </a:lnTo>
                <a:lnTo>
                  <a:pt x="318096" y="199072"/>
                </a:lnTo>
                <a:lnTo>
                  <a:pt x="365036" y="199072"/>
                </a:lnTo>
                <a:lnTo>
                  <a:pt x="365036" y="391020"/>
                </a:lnTo>
                <a:lnTo>
                  <a:pt x="364756" y="394931"/>
                </a:lnTo>
                <a:lnTo>
                  <a:pt x="363429" y="397306"/>
                </a:lnTo>
                <a:lnTo>
                  <a:pt x="358679" y="398983"/>
                </a:lnTo>
                <a:lnTo>
                  <a:pt x="357212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417430" y="3350214"/>
            <a:ext cx="377190" cy="421640"/>
          </a:xfrm>
          <a:custGeom>
            <a:avLst/>
            <a:gdLst/>
            <a:ahLst/>
            <a:cxnLst/>
            <a:rect l="l" t="t" r="r" b="b"/>
            <a:pathLst>
              <a:path w="377189" h="421639">
                <a:moveTo>
                  <a:pt x="369646" y="248526"/>
                </a:moveTo>
                <a:lnTo>
                  <a:pt x="0" y="248526"/>
                </a:lnTo>
                <a:lnTo>
                  <a:pt x="0" y="208292"/>
                </a:lnTo>
                <a:lnTo>
                  <a:pt x="377190" y="208292"/>
                </a:lnTo>
                <a:lnTo>
                  <a:pt x="377190" y="240144"/>
                </a:lnTo>
                <a:lnTo>
                  <a:pt x="376910" y="244055"/>
                </a:lnTo>
                <a:lnTo>
                  <a:pt x="375653" y="246430"/>
                </a:lnTo>
                <a:lnTo>
                  <a:pt x="371182" y="248107"/>
                </a:lnTo>
                <a:lnTo>
                  <a:pt x="369646" y="248526"/>
                </a:lnTo>
                <a:close/>
              </a:path>
              <a:path w="377189" h="421639">
                <a:moveTo>
                  <a:pt x="208711" y="291693"/>
                </a:moveTo>
                <a:lnTo>
                  <a:pt x="161772" y="291693"/>
                </a:lnTo>
                <a:lnTo>
                  <a:pt x="161772" y="248526"/>
                </a:lnTo>
                <a:lnTo>
                  <a:pt x="208711" y="248526"/>
                </a:lnTo>
                <a:lnTo>
                  <a:pt x="208711" y="291693"/>
                </a:lnTo>
                <a:close/>
              </a:path>
              <a:path w="377189" h="421639">
                <a:moveTo>
                  <a:pt x="319913" y="421195"/>
                </a:moveTo>
                <a:lnTo>
                  <a:pt x="278282" y="421195"/>
                </a:lnTo>
                <a:lnTo>
                  <a:pt x="278282" y="332486"/>
                </a:lnTo>
                <a:lnTo>
                  <a:pt x="276885" y="331089"/>
                </a:lnTo>
                <a:lnTo>
                  <a:pt x="50711" y="331089"/>
                </a:lnTo>
                <a:lnTo>
                  <a:pt x="50711" y="291693"/>
                </a:lnTo>
                <a:lnTo>
                  <a:pt x="307479" y="291693"/>
                </a:lnTo>
                <a:lnTo>
                  <a:pt x="313486" y="294068"/>
                </a:lnTo>
                <a:lnTo>
                  <a:pt x="323545" y="303568"/>
                </a:lnTo>
                <a:lnTo>
                  <a:pt x="326059" y="309575"/>
                </a:lnTo>
                <a:lnTo>
                  <a:pt x="326059" y="415048"/>
                </a:lnTo>
                <a:lnTo>
                  <a:pt x="325221" y="417004"/>
                </a:lnTo>
                <a:lnTo>
                  <a:pt x="321868" y="420357"/>
                </a:lnTo>
                <a:lnTo>
                  <a:pt x="319913" y="421195"/>
                </a:lnTo>
                <a:close/>
              </a:path>
              <a:path w="377189" h="421639">
                <a:moveTo>
                  <a:pt x="214160" y="41071"/>
                </a:moveTo>
                <a:lnTo>
                  <a:pt x="165963" y="41071"/>
                </a:lnTo>
                <a:lnTo>
                  <a:pt x="165963" y="0"/>
                </a:lnTo>
                <a:lnTo>
                  <a:pt x="214160" y="0"/>
                </a:lnTo>
                <a:lnTo>
                  <a:pt x="214160" y="41071"/>
                </a:lnTo>
                <a:close/>
              </a:path>
              <a:path w="377189" h="421639">
                <a:moveTo>
                  <a:pt x="327317" y="78790"/>
                </a:moveTo>
                <a:lnTo>
                  <a:pt x="54063" y="78790"/>
                </a:lnTo>
                <a:lnTo>
                  <a:pt x="54063" y="41071"/>
                </a:lnTo>
                <a:lnTo>
                  <a:pt x="327317" y="41071"/>
                </a:lnTo>
                <a:lnTo>
                  <a:pt x="327317" y="78790"/>
                </a:lnTo>
                <a:close/>
              </a:path>
              <a:path w="377189" h="421639">
                <a:moveTo>
                  <a:pt x="55740" y="189014"/>
                </a:moveTo>
                <a:lnTo>
                  <a:pt x="29756" y="155486"/>
                </a:lnTo>
                <a:lnTo>
                  <a:pt x="37797" y="153246"/>
                </a:lnTo>
                <a:lnTo>
                  <a:pt x="46415" y="150718"/>
                </a:lnTo>
                <a:lnTo>
                  <a:pt x="85234" y="137674"/>
                </a:lnTo>
                <a:lnTo>
                  <a:pt x="122639" y="119600"/>
                </a:lnTo>
                <a:lnTo>
                  <a:pt x="156167" y="89294"/>
                </a:lnTo>
                <a:lnTo>
                  <a:pt x="160445" y="79908"/>
                </a:lnTo>
                <a:lnTo>
                  <a:pt x="160655" y="79349"/>
                </a:lnTo>
                <a:lnTo>
                  <a:pt x="160934" y="78790"/>
                </a:lnTo>
                <a:lnTo>
                  <a:pt x="219189" y="78790"/>
                </a:lnTo>
                <a:lnTo>
                  <a:pt x="220446" y="81305"/>
                </a:lnTo>
                <a:lnTo>
                  <a:pt x="224676" y="87539"/>
                </a:lnTo>
                <a:lnTo>
                  <a:pt x="256208" y="115252"/>
                </a:lnTo>
                <a:lnTo>
                  <a:pt x="190690" y="115252"/>
                </a:lnTo>
                <a:lnTo>
                  <a:pt x="154831" y="145519"/>
                </a:lnTo>
                <a:lnTo>
                  <a:pt x="118683" y="165295"/>
                </a:lnTo>
                <a:lnTo>
                  <a:pt x="81004" y="180684"/>
                </a:lnTo>
                <a:lnTo>
                  <a:pt x="63716" y="186551"/>
                </a:lnTo>
                <a:lnTo>
                  <a:pt x="55740" y="189014"/>
                </a:lnTo>
                <a:close/>
              </a:path>
              <a:path w="377189" h="421639">
                <a:moveTo>
                  <a:pt x="323545" y="189433"/>
                </a:moveTo>
                <a:lnTo>
                  <a:pt x="282892" y="174083"/>
                </a:lnTo>
                <a:lnTo>
                  <a:pt x="246430" y="156533"/>
                </a:lnTo>
                <a:lnTo>
                  <a:pt x="202189" y="126319"/>
                </a:lnTo>
                <a:lnTo>
                  <a:pt x="190690" y="115252"/>
                </a:lnTo>
                <a:lnTo>
                  <a:pt x="256208" y="115252"/>
                </a:lnTo>
                <a:lnTo>
                  <a:pt x="258584" y="116876"/>
                </a:lnTo>
                <a:lnTo>
                  <a:pt x="267071" y="122154"/>
                </a:lnTo>
                <a:lnTo>
                  <a:pt x="303912" y="140555"/>
                </a:lnTo>
                <a:lnTo>
                  <a:pt x="340990" y="153613"/>
                </a:lnTo>
                <a:lnTo>
                  <a:pt x="349529" y="155905"/>
                </a:lnTo>
                <a:lnTo>
                  <a:pt x="323545" y="1894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791268" y="3372007"/>
            <a:ext cx="393700" cy="399415"/>
          </a:xfrm>
          <a:custGeom>
            <a:avLst/>
            <a:gdLst/>
            <a:ahLst/>
            <a:cxnLst/>
            <a:rect l="l" t="t" r="r" b="b"/>
            <a:pathLst>
              <a:path w="393700" h="399414">
                <a:moveTo>
                  <a:pt x="31851" y="241401"/>
                </a:moveTo>
                <a:lnTo>
                  <a:pt x="0" y="211226"/>
                </a:lnTo>
                <a:lnTo>
                  <a:pt x="9626" y="206419"/>
                </a:lnTo>
                <a:lnTo>
                  <a:pt x="19315" y="201168"/>
                </a:lnTo>
                <a:lnTo>
                  <a:pt x="56316" y="176703"/>
                </a:lnTo>
                <a:lnTo>
                  <a:pt x="85391" y="147470"/>
                </a:lnTo>
                <a:lnTo>
                  <a:pt x="104617" y="105731"/>
                </a:lnTo>
                <a:lnTo>
                  <a:pt x="105194" y="5448"/>
                </a:lnTo>
                <a:lnTo>
                  <a:pt x="153390" y="5448"/>
                </a:lnTo>
                <a:lnTo>
                  <a:pt x="153390" y="97231"/>
                </a:lnTo>
                <a:lnTo>
                  <a:pt x="153901" y="105848"/>
                </a:lnTo>
                <a:lnTo>
                  <a:pt x="171254" y="143698"/>
                </a:lnTo>
                <a:lnTo>
                  <a:pt x="189153" y="161353"/>
                </a:lnTo>
                <a:lnTo>
                  <a:pt x="130340" y="161353"/>
                </a:lnTo>
                <a:lnTo>
                  <a:pt x="102242" y="192157"/>
                </a:lnTo>
                <a:lnTo>
                  <a:pt x="63493" y="222908"/>
                </a:lnTo>
                <a:lnTo>
                  <a:pt x="48248" y="232377"/>
                </a:lnTo>
                <a:lnTo>
                  <a:pt x="31851" y="241401"/>
                </a:lnTo>
                <a:close/>
              </a:path>
              <a:path w="393700" h="399414">
                <a:moveTo>
                  <a:pt x="229666" y="232181"/>
                </a:moveTo>
                <a:lnTo>
                  <a:pt x="189118" y="210440"/>
                </a:lnTo>
                <a:lnTo>
                  <a:pt x="156023" y="186355"/>
                </a:lnTo>
                <a:lnTo>
                  <a:pt x="130340" y="161353"/>
                </a:lnTo>
                <a:lnTo>
                  <a:pt x="189153" y="161353"/>
                </a:lnTo>
                <a:lnTo>
                  <a:pt x="191384" y="163252"/>
                </a:lnTo>
                <a:lnTo>
                  <a:pt x="199334" y="169368"/>
                </a:lnTo>
                <a:lnTo>
                  <a:pt x="236110" y="192157"/>
                </a:lnTo>
                <a:lnTo>
                  <a:pt x="256489" y="202844"/>
                </a:lnTo>
                <a:lnTo>
                  <a:pt x="229666" y="232181"/>
                </a:lnTo>
                <a:close/>
              </a:path>
              <a:path w="393700" h="399414">
                <a:moveTo>
                  <a:pt x="328295" y="289179"/>
                </a:moveTo>
                <a:lnTo>
                  <a:pt x="286664" y="289179"/>
                </a:lnTo>
                <a:lnTo>
                  <a:pt x="286664" y="0"/>
                </a:lnTo>
                <a:lnTo>
                  <a:pt x="334441" y="0"/>
                </a:lnTo>
                <a:lnTo>
                  <a:pt x="334441" y="109385"/>
                </a:lnTo>
                <a:lnTo>
                  <a:pt x="393534" y="109385"/>
                </a:lnTo>
                <a:lnTo>
                  <a:pt x="393534" y="149618"/>
                </a:lnTo>
                <a:lnTo>
                  <a:pt x="334441" y="149618"/>
                </a:lnTo>
                <a:lnTo>
                  <a:pt x="334441" y="283032"/>
                </a:lnTo>
                <a:lnTo>
                  <a:pt x="333603" y="284988"/>
                </a:lnTo>
                <a:lnTo>
                  <a:pt x="330250" y="288340"/>
                </a:lnTo>
                <a:lnTo>
                  <a:pt x="328295" y="289179"/>
                </a:lnTo>
                <a:close/>
              </a:path>
              <a:path w="393700" h="399414">
                <a:moveTo>
                  <a:pt x="337096" y="398983"/>
                </a:moveTo>
                <a:lnTo>
                  <a:pt x="96393" y="398983"/>
                </a:lnTo>
                <a:lnTo>
                  <a:pt x="90455" y="396538"/>
                </a:lnTo>
                <a:lnTo>
                  <a:pt x="80117" y="386759"/>
                </a:lnTo>
                <a:lnTo>
                  <a:pt x="77533" y="380682"/>
                </a:lnTo>
                <a:lnTo>
                  <a:pt x="77533" y="267385"/>
                </a:lnTo>
                <a:lnTo>
                  <a:pt x="125730" y="267385"/>
                </a:lnTo>
                <a:lnTo>
                  <a:pt x="125730" y="356374"/>
                </a:lnTo>
                <a:lnTo>
                  <a:pt x="126149" y="357422"/>
                </a:lnTo>
                <a:lnTo>
                  <a:pt x="127825" y="358819"/>
                </a:lnTo>
                <a:lnTo>
                  <a:pt x="128663" y="359168"/>
                </a:lnTo>
                <a:lnTo>
                  <a:pt x="343242" y="359168"/>
                </a:lnTo>
                <a:lnTo>
                  <a:pt x="343242" y="392836"/>
                </a:lnTo>
                <a:lnTo>
                  <a:pt x="342404" y="394792"/>
                </a:lnTo>
                <a:lnTo>
                  <a:pt x="339051" y="398145"/>
                </a:lnTo>
                <a:lnTo>
                  <a:pt x="337096" y="398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196956" y="3367816"/>
            <a:ext cx="377825" cy="412115"/>
          </a:xfrm>
          <a:custGeom>
            <a:avLst/>
            <a:gdLst/>
            <a:ahLst/>
            <a:cxnLst/>
            <a:rect l="l" t="t" r="r" b="b"/>
            <a:pathLst>
              <a:path w="377825" h="412114">
                <a:moveTo>
                  <a:pt x="190271" y="411556"/>
                </a:moveTo>
                <a:lnTo>
                  <a:pt x="147483" y="408845"/>
                </a:lnTo>
                <a:lnTo>
                  <a:pt x="99667" y="396560"/>
                </a:lnTo>
                <a:lnTo>
                  <a:pt x="66519" y="373941"/>
                </a:lnTo>
                <a:lnTo>
                  <a:pt x="50292" y="331089"/>
                </a:lnTo>
                <a:lnTo>
                  <a:pt x="50907" y="321148"/>
                </a:lnTo>
                <a:lnTo>
                  <a:pt x="72085" y="281163"/>
                </a:lnTo>
                <a:lnTo>
                  <a:pt x="108337" y="260313"/>
                </a:lnTo>
                <a:lnTo>
                  <a:pt x="145519" y="251473"/>
                </a:lnTo>
                <a:lnTo>
                  <a:pt x="190271" y="248526"/>
                </a:lnTo>
                <a:lnTo>
                  <a:pt x="204874" y="248866"/>
                </a:lnTo>
                <a:lnTo>
                  <a:pt x="245383" y="253974"/>
                </a:lnTo>
                <a:lnTo>
                  <a:pt x="288969" y="269900"/>
                </a:lnTo>
                <a:lnTo>
                  <a:pt x="311846" y="288340"/>
                </a:lnTo>
                <a:lnTo>
                  <a:pt x="190690" y="288340"/>
                </a:lnTo>
                <a:lnTo>
                  <a:pt x="168085" y="289087"/>
                </a:lnTo>
                <a:lnTo>
                  <a:pt x="120700" y="300285"/>
                </a:lnTo>
                <a:lnTo>
                  <a:pt x="99326" y="331089"/>
                </a:lnTo>
                <a:lnTo>
                  <a:pt x="100701" y="339523"/>
                </a:lnTo>
                <a:lnTo>
                  <a:pt x="133889" y="365559"/>
                </a:lnTo>
                <a:lnTo>
                  <a:pt x="190271" y="372160"/>
                </a:lnTo>
                <a:lnTo>
                  <a:pt x="312524" y="372160"/>
                </a:lnTo>
                <a:lnTo>
                  <a:pt x="306833" y="378185"/>
                </a:lnTo>
                <a:lnTo>
                  <a:pt x="271681" y="399035"/>
                </a:lnTo>
                <a:lnTo>
                  <a:pt x="220865" y="410141"/>
                </a:lnTo>
                <a:lnTo>
                  <a:pt x="205987" y="411202"/>
                </a:lnTo>
                <a:lnTo>
                  <a:pt x="190271" y="411556"/>
                </a:lnTo>
                <a:close/>
              </a:path>
              <a:path w="377825" h="412114">
                <a:moveTo>
                  <a:pt x="312524" y="372160"/>
                </a:moveTo>
                <a:lnTo>
                  <a:pt x="190271" y="372160"/>
                </a:lnTo>
                <a:lnTo>
                  <a:pt x="211435" y="371427"/>
                </a:lnTo>
                <a:lnTo>
                  <a:pt x="229666" y="369227"/>
                </a:lnTo>
                <a:lnTo>
                  <a:pt x="266861" y="354191"/>
                </a:lnTo>
                <a:lnTo>
                  <a:pt x="279120" y="331089"/>
                </a:lnTo>
                <a:lnTo>
                  <a:pt x="277706" y="322091"/>
                </a:lnTo>
                <a:lnTo>
                  <a:pt x="243890" y="295059"/>
                </a:lnTo>
                <a:lnTo>
                  <a:pt x="190690" y="288340"/>
                </a:lnTo>
                <a:lnTo>
                  <a:pt x="311846" y="288340"/>
                </a:lnTo>
                <a:lnTo>
                  <a:pt x="327736" y="331089"/>
                </a:lnTo>
                <a:lnTo>
                  <a:pt x="327146" y="340086"/>
                </a:lnTo>
                <a:lnTo>
                  <a:pt x="325378" y="348638"/>
                </a:lnTo>
                <a:lnTo>
                  <a:pt x="322431" y="356745"/>
                </a:lnTo>
                <a:lnTo>
                  <a:pt x="318306" y="364407"/>
                </a:lnTo>
                <a:lnTo>
                  <a:pt x="313080" y="371571"/>
                </a:lnTo>
                <a:lnTo>
                  <a:pt x="312524" y="372160"/>
                </a:lnTo>
                <a:close/>
              </a:path>
              <a:path w="377825" h="412114">
                <a:moveTo>
                  <a:pt x="331508" y="146265"/>
                </a:moveTo>
                <a:lnTo>
                  <a:pt x="72364" y="146265"/>
                </a:lnTo>
                <a:lnTo>
                  <a:pt x="66497" y="144030"/>
                </a:lnTo>
                <a:lnTo>
                  <a:pt x="55880" y="135089"/>
                </a:lnTo>
                <a:lnTo>
                  <a:pt x="53225" y="128943"/>
                </a:lnTo>
                <a:lnTo>
                  <a:pt x="53225" y="0"/>
                </a:lnTo>
                <a:lnTo>
                  <a:pt x="101003" y="0"/>
                </a:lnTo>
                <a:lnTo>
                  <a:pt x="101003" y="105892"/>
                </a:lnTo>
                <a:lnTo>
                  <a:pt x="102400" y="107289"/>
                </a:lnTo>
                <a:lnTo>
                  <a:pt x="331508" y="107289"/>
                </a:lnTo>
                <a:lnTo>
                  <a:pt x="331508" y="146265"/>
                </a:lnTo>
                <a:close/>
              </a:path>
              <a:path w="377825" h="412114">
                <a:moveTo>
                  <a:pt x="215836" y="188175"/>
                </a:moveTo>
                <a:lnTo>
                  <a:pt x="168059" y="188175"/>
                </a:lnTo>
                <a:lnTo>
                  <a:pt x="168059" y="146265"/>
                </a:lnTo>
                <a:lnTo>
                  <a:pt x="215836" y="146265"/>
                </a:lnTo>
                <a:lnTo>
                  <a:pt x="215836" y="188175"/>
                </a:lnTo>
                <a:close/>
              </a:path>
              <a:path w="377825" h="412114">
                <a:moveTo>
                  <a:pt x="371462" y="227571"/>
                </a:moveTo>
                <a:lnTo>
                  <a:pt x="0" y="227571"/>
                </a:lnTo>
                <a:lnTo>
                  <a:pt x="0" y="188175"/>
                </a:lnTo>
                <a:lnTo>
                  <a:pt x="377609" y="188175"/>
                </a:lnTo>
                <a:lnTo>
                  <a:pt x="377609" y="221424"/>
                </a:lnTo>
                <a:lnTo>
                  <a:pt x="376770" y="223380"/>
                </a:lnTo>
                <a:lnTo>
                  <a:pt x="373418" y="226733"/>
                </a:lnTo>
                <a:lnTo>
                  <a:pt x="371462" y="2275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591748" y="3372007"/>
            <a:ext cx="371475" cy="399415"/>
          </a:xfrm>
          <a:custGeom>
            <a:avLst/>
            <a:gdLst/>
            <a:ahLst/>
            <a:cxnLst/>
            <a:rect l="l" t="t" r="r" b="b"/>
            <a:pathLst>
              <a:path w="371475" h="399414">
                <a:moveTo>
                  <a:pt x="309854" y="398983"/>
                </a:moveTo>
                <a:lnTo>
                  <a:pt x="268643" y="398983"/>
                </a:lnTo>
                <a:lnTo>
                  <a:pt x="268643" y="0"/>
                </a:lnTo>
                <a:lnTo>
                  <a:pt x="316001" y="0"/>
                </a:lnTo>
                <a:lnTo>
                  <a:pt x="316001" y="140398"/>
                </a:lnTo>
                <a:lnTo>
                  <a:pt x="371322" y="140398"/>
                </a:lnTo>
                <a:lnTo>
                  <a:pt x="371322" y="180213"/>
                </a:lnTo>
                <a:lnTo>
                  <a:pt x="316001" y="180213"/>
                </a:lnTo>
                <a:lnTo>
                  <a:pt x="316001" y="392836"/>
                </a:lnTo>
                <a:lnTo>
                  <a:pt x="315163" y="394792"/>
                </a:lnTo>
                <a:lnTo>
                  <a:pt x="311810" y="398145"/>
                </a:lnTo>
                <a:lnTo>
                  <a:pt x="309854" y="398983"/>
                </a:lnTo>
                <a:close/>
              </a:path>
              <a:path w="371475" h="399414">
                <a:moveTo>
                  <a:pt x="24726" y="337794"/>
                </a:moveTo>
                <a:lnTo>
                  <a:pt x="0" y="303847"/>
                </a:lnTo>
                <a:lnTo>
                  <a:pt x="11996" y="300782"/>
                </a:lnTo>
                <a:lnTo>
                  <a:pt x="24517" y="297037"/>
                </a:lnTo>
                <a:lnTo>
                  <a:pt x="64724" y="281726"/>
                </a:lnTo>
                <a:lnTo>
                  <a:pt x="102679" y="260470"/>
                </a:lnTo>
                <a:lnTo>
                  <a:pt x="134033" y="233085"/>
                </a:lnTo>
                <a:lnTo>
                  <a:pt x="154438" y="199282"/>
                </a:lnTo>
                <a:lnTo>
                  <a:pt x="158838" y="64541"/>
                </a:lnTo>
                <a:lnTo>
                  <a:pt x="158838" y="61747"/>
                </a:lnTo>
                <a:lnTo>
                  <a:pt x="157302" y="60350"/>
                </a:lnTo>
                <a:lnTo>
                  <a:pt x="10477" y="60350"/>
                </a:lnTo>
                <a:lnTo>
                  <a:pt x="10477" y="20116"/>
                </a:lnTo>
                <a:lnTo>
                  <a:pt x="189572" y="20116"/>
                </a:lnTo>
                <a:lnTo>
                  <a:pt x="195510" y="22701"/>
                </a:lnTo>
                <a:lnTo>
                  <a:pt x="204730" y="33039"/>
                </a:lnTo>
                <a:lnTo>
                  <a:pt x="207035" y="38976"/>
                </a:lnTo>
                <a:lnTo>
                  <a:pt x="207035" y="166382"/>
                </a:lnTo>
                <a:lnTo>
                  <a:pt x="197605" y="217499"/>
                </a:lnTo>
                <a:lnTo>
                  <a:pt x="171097" y="259213"/>
                </a:lnTo>
                <a:lnTo>
                  <a:pt x="133535" y="292374"/>
                </a:lnTo>
                <a:lnTo>
                  <a:pt x="88430" y="317049"/>
                </a:lnTo>
                <a:lnTo>
                  <a:pt x="40495" y="333826"/>
                </a:lnTo>
                <a:lnTo>
                  <a:pt x="24726" y="337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976482" y="3372426"/>
            <a:ext cx="377825" cy="401955"/>
          </a:xfrm>
          <a:custGeom>
            <a:avLst/>
            <a:gdLst/>
            <a:ahLst/>
            <a:cxnLst/>
            <a:rect l="l" t="t" r="r" b="b"/>
            <a:pathLst>
              <a:path w="377825" h="401954">
                <a:moveTo>
                  <a:pt x="371462" y="219189"/>
                </a:moveTo>
                <a:lnTo>
                  <a:pt x="0" y="219189"/>
                </a:lnTo>
                <a:lnTo>
                  <a:pt x="0" y="180632"/>
                </a:lnTo>
                <a:lnTo>
                  <a:pt x="377609" y="180632"/>
                </a:lnTo>
                <a:lnTo>
                  <a:pt x="377609" y="213042"/>
                </a:lnTo>
                <a:lnTo>
                  <a:pt x="376770" y="214998"/>
                </a:lnTo>
                <a:lnTo>
                  <a:pt x="373418" y="218351"/>
                </a:lnTo>
                <a:lnTo>
                  <a:pt x="371462" y="219189"/>
                </a:lnTo>
                <a:close/>
              </a:path>
              <a:path w="377825" h="401954">
                <a:moveTo>
                  <a:pt x="328155" y="158000"/>
                </a:moveTo>
                <a:lnTo>
                  <a:pt x="73621" y="158000"/>
                </a:lnTo>
                <a:lnTo>
                  <a:pt x="67544" y="155555"/>
                </a:lnTo>
                <a:lnTo>
                  <a:pt x="57765" y="145776"/>
                </a:lnTo>
                <a:lnTo>
                  <a:pt x="55321" y="139839"/>
                </a:lnTo>
                <a:lnTo>
                  <a:pt x="55321" y="61188"/>
                </a:lnTo>
                <a:lnTo>
                  <a:pt x="273113" y="61188"/>
                </a:lnTo>
                <a:lnTo>
                  <a:pt x="274510" y="59791"/>
                </a:lnTo>
                <a:lnTo>
                  <a:pt x="274510" y="36880"/>
                </a:lnTo>
                <a:lnTo>
                  <a:pt x="55740" y="36880"/>
                </a:lnTo>
                <a:lnTo>
                  <a:pt x="55740" y="0"/>
                </a:lnTo>
                <a:lnTo>
                  <a:pt x="323126" y="0"/>
                </a:lnTo>
                <a:lnTo>
                  <a:pt x="323126" y="79489"/>
                </a:lnTo>
                <a:lnTo>
                  <a:pt x="320681" y="85636"/>
                </a:lnTo>
                <a:lnTo>
                  <a:pt x="310902" y="94576"/>
                </a:lnTo>
                <a:lnTo>
                  <a:pt x="304825" y="96812"/>
                </a:lnTo>
                <a:lnTo>
                  <a:pt x="104355" y="96812"/>
                </a:lnTo>
                <a:lnTo>
                  <a:pt x="104355" y="118465"/>
                </a:lnTo>
                <a:lnTo>
                  <a:pt x="105752" y="119862"/>
                </a:lnTo>
                <a:lnTo>
                  <a:pt x="328155" y="119862"/>
                </a:lnTo>
                <a:lnTo>
                  <a:pt x="328155" y="158000"/>
                </a:lnTo>
                <a:close/>
              </a:path>
              <a:path w="377825" h="401954">
                <a:moveTo>
                  <a:pt x="327037" y="401916"/>
                </a:moveTo>
                <a:lnTo>
                  <a:pt x="80467" y="401916"/>
                </a:lnTo>
                <a:lnTo>
                  <a:pt x="69282" y="400345"/>
                </a:lnTo>
                <a:lnTo>
                  <a:pt x="61293" y="395630"/>
                </a:lnTo>
                <a:lnTo>
                  <a:pt x="56499" y="387772"/>
                </a:lnTo>
                <a:lnTo>
                  <a:pt x="54902" y="376770"/>
                </a:lnTo>
                <a:lnTo>
                  <a:pt x="54902" y="303847"/>
                </a:lnTo>
                <a:lnTo>
                  <a:pt x="275628" y="303847"/>
                </a:lnTo>
                <a:lnTo>
                  <a:pt x="277025" y="302450"/>
                </a:lnTo>
                <a:lnTo>
                  <a:pt x="277025" y="280797"/>
                </a:lnTo>
                <a:lnTo>
                  <a:pt x="54902" y="280797"/>
                </a:lnTo>
                <a:lnTo>
                  <a:pt x="54902" y="243078"/>
                </a:lnTo>
                <a:lnTo>
                  <a:pt x="324802" y="243078"/>
                </a:lnTo>
                <a:lnTo>
                  <a:pt x="324802" y="322986"/>
                </a:lnTo>
                <a:lnTo>
                  <a:pt x="322357" y="329133"/>
                </a:lnTo>
                <a:lnTo>
                  <a:pt x="312578" y="338074"/>
                </a:lnTo>
                <a:lnTo>
                  <a:pt x="306501" y="340309"/>
                </a:lnTo>
                <a:lnTo>
                  <a:pt x="101841" y="340309"/>
                </a:lnTo>
                <a:lnTo>
                  <a:pt x="101841" y="362800"/>
                </a:lnTo>
                <a:lnTo>
                  <a:pt x="103238" y="364197"/>
                </a:lnTo>
                <a:lnTo>
                  <a:pt x="333184" y="364197"/>
                </a:lnTo>
                <a:lnTo>
                  <a:pt x="333184" y="395770"/>
                </a:lnTo>
                <a:lnTo>
                  <a:pt x="332346" y="397725"/>
                </a:lnTo>
                <a:lnTo>
                  <a:pt x="328993" y="401078"/>
                </a:lnTo>
                <a:lnTo>
                  <a:pt x="327037" y="4019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475253" y="3372007"/>
            <a:ext cx="345440" cy="407670"/>
          </a:xfrm>
          <a:custGeom>
            <a:avLst/>
            <a:gdLst/>
            <a:ahLst/>
            <a:cxnLst/>
            <a:rect l="l" t="t" r="r" b="b"/>
            <a:pathLst>
              <a:path w="345440" h="407670">
                <a:moveTo>
                  <a:pt x="337654" y="232181"/>
                </a:moveTo>
                <a:lnTo>
                  <a:pt x="297980" y="232181"/>
                </a:lnTo>
                <a:lnTo>
                  <a:pt x="297980" y="124472"/>
                </a:lnTo>
                <a:lnTo>
                  <a:pt x="210807" y="124472"/>
                </a:lnTo>
                <a:lnTo>
                  <a:pt x="210807" y="84239"/>
                </a:lnTo>
                <a:lnTo>
                  <a:pt x="297980" y="84239"/>
                </a:lnTo>
                <a:lnTo>
                  <a:pt x="297980" y="0"/>
                </a:lnTo>
                <a:lnTo>
                  <a:pt x="344919" y="0"/>
                </a:lnTo>
                <a:lnTo>
                  <a:pt x="344870" y="224428"/>
                </a:lnTo>
                <a:lnTo>
                  <a:pt x="344639" y="227431"/>
                </a:lnTo>
                <a:lnTo>
                  <a:pt x="343452" y="229736"/>
                </a:lnTo>
                <a:lnTo>
                  <a:pt x="339261" y="231692"/>
                </a:lnTo>
                <a:lnTo>
                  <a:pt x="337654" y="232181"/>
                </a:lnTo>
                <a:close/>
              </a:path>
              <a:path w="345440" h="407670">
                <a:moveTo>
                  <a:pt x="233019" y="50711"/>
                </a:moveTo>
                <a:lnTo>
                  <a:pt x="26403" y="50711"/>
                </a:lnTo>
                <a:lnTo>
                  <a:pt x="26403" y="12153"/>
                </a:lnTo>
                <a:lnTo>
                  <a:pt x="233019" y="12153"/>
                </a:lnTo>
                <a:lnTo>
                  <a:pt x="233019" y="50711"/>
                </a:lnTo>
                <a:close/>
              </a:path>
              <a:path w="345440" h="407670">
                <a:moveTo>
                  <a:pt x="29756" y="227152"/>
                </a:moveTo>
                <a:lnTo>
                  <a:pt x="0" y="196557"/>
                </a:lnTo>
                <a:lnTo>
                  <a:pt x="11093" y="191554"/>
                </a:lnTo>
                <a:lnTo>
                  <a:pt x="21740" y="186185"/>
                </a:lnTo>
                <a:lnTo>
                  <a:pt x="59512" y="161405"/>
                </a:lnTo>
                <a:lnTo>
                  <a:pt x="87277" y="133535"/>
                </a:lnTo>
                <a:lnTo>
                  <a:pt x="103871" y="97493"/>
                </a:lnTo>
                <a:lnTo>
                  <a:pt x="104355" y="90525"/>
                </a:lnTo>
                <a:lnTo>
                  <a:pt x="104355" y="50711"/>
                </a:lnTo>
                <a:lnTo>
                  <a:pt x="153390" y="50711"/>
                </a:lnTo>
                <a:lnTo>
                  <a:pt x="153390" y="90525"/>
                </a:lnTo>
                <a:lnTo>
                  <a:pt x="154019" y="98593"/>
                </a:lnTo>
                <a:lnTo>
                  <a:pt x="174712" y="135578"/>
                </a:lnTo>
                <a:lnTo>
                  <a:pt x="191075" y="150456"/>
                </a:lnTo>
                <a:lnTo>
                  <a:pt x="129921" y="150456"/>
                </a:lnTo>
                <a:lnTo>
                  <a:pt x="103097" y="178588"/>
                </a:lnTo>
                <a:lnTo>
                  <a:pt x="70304" y="204835"/>
                </a:lnTo>
                <a:lnTo>
                  <a:pt x="36304" y="224428"/>
                </a:lnTo>
                <a:lnTo>
                  <a:pt x="29756" y="227152"/>
                </a:lnTo>
                <a:close/>
              </a:path>
              <a:path w="345440" h="407670">
                <a:moveTo>
                  <a:pt x="222542" y="217093"/>
                </a:moveTo>
                <a:lnTo>
                  <a:pt x="184561" y="197029"/>
                </a:lnTo>
                <a:lnTo>
                  <a:pt x="148780" y="170154"/>
                </a:lnTo>
                <a:lnTo>
                  <a:pt x="129921" y="150456"/>
                </a:lnTo>
                <a:lnTo>
                  <a:pt x="191075" y="150456"/>
                </a:lnTo>
                <a:lnTo>
                  <a:pt x="195968" y="154268"/>
                </a:lnTo>
                <a:lnTo>
                  <a:pt x="203839" y="159834"/>
                </a:lnTo>
                <a:lnTo>
                  <a:pt x="244806" y="182321"/>
                </a:lnTo>
                <a:lnTo>
                  <a:pt x="252298" y="185661"/>
                </a:lnTo>
                <a:lnTo>
                  <a:pt x="222542" y="217093"/>
                </a:lnTo>
                <a:close/>
              </a:path>
              <a:path w="345440" h="407670">
                <a:moveTo>
                  <a:pt x="210388" y="407365"/>
                </a:moveTo>
                <a:lnTo>
                  <a:pt x="164077" y="404012"/>
                </a:lnTo>
                <a:lnTo>
                  <a:pt x="120281" y="391648"/>
                </a:lnTo>
                <a:lnTo>
                  <a:pt x="87801" y="366083"/>
                </a:lnTo>
                <a:lnTo>
                  <a:pt x="75018" y="323126"/>
                </a:lnTo>
                <a:lnTo>
                  <a:pt x="75899" y="310526"/>
                </a:lnTo>
                <a:lnTo>
                  <a:pt x="96484" y="272336"/>
                </a:lnTo>
                <a:lnTo>
                  <a:pt x="134098" y="249835"/>
                </a:lnTo>
                <a:lnTo>
                  <a:pt x="179387" y="239633"/>
                </a:lnTo>
                <a:lnTo>
                  <a:pt x="210388" y="237629"/>
                </a:lnTo>
                <a:lnTo>
                  <a:pt x="221599" y="237839"/>
                </a:lnTo>
                <a:lnTo>
                  <a:pt x="268171" y="243038"/>
                </a:lnTo>
                <a:lnTo>
                  <a:pt x="309492" y="258938"/>
                </a:lnTo>
                <a:lnTo>
                  <a:pt x="329668" y="276606"/>
                </a:lnTo>
                <a:lnTo>
                  <a:pt x="210807" y="276606"/>
                </a:lnTo>
                <a:lnTo>
                  <a:pt x="202844" y="276736"/>
                </a:lnTo>
                <a:lnTo>
                  <a:pt x="163815" y="281635"/>
                </a:lnTo>
                <a:lnTo>
                  <a:pt x="124193" y="306362"/>
                </a:lnTo>
                <a:lnTo>
                  <a:pt x="121539" y="313905"/>
                </a:lnTo>
                <a:lnTo>
                  <a:pt x="121539" y="332346"/>
                </a:lnTo>
                <a:lnTo>
                  <a:pt x="150247" y="359587"/>
                </a:lnTo>
                <a:lnTo>
                  <a:pt x="194881" y="367917"/>
                </a:lnTo>
                <a:lnTo>
                  <a:pt x="210807" y="368388"/>
                </a:lnTo>
                <a:lnTo>
                  <a:pt x="330544" y="368388"/>
                </a:lnTo>
                <a:lnTo>
                  <a:pt x="325732" y="373902"/>
                </a:lnTo>
                <a:lnTo>
                  <a:pt x="289964" y="396088"/>
                </a:lnTo>
                <a:lnTo>
                  <a:pt x="244649" y="405597"/>
                </a:lnTo>
                <a:lnTo>
                  <a:pt x="221599" y="407168"/>
                </a:lnTo>
                <a:lnTo>
                  <a:pt x="210388" y="407365"/>
                </a:lnTo>
                <a:close/>
              </a:path>
              <a:path w="345440" h="407670">
                <a:moveTo>
                  <a:pt x="330544" y="368388"/>
                </a:moveTo>
                <a:lnTo>
                  <a:pt x="210807" y="368388"/>
                </a:lnTo>
                <a:lnTo>
                  <a:pt x="218573" y="368271"/>
                </a:lnTo>
                <a:lnTo>
                  <a:pt x="226366" y="367917"/>
                </a:lnTo>
                <a:lnTo>
                  <a:pt x="270529" y="359587"/>
                </a:lnTo>
                <a:lnTo>
                  <a:pt x="299237" y="332346"/>
                </a:lnTo>
                <a:lnTo>
                  <a:pt x="299237" y="313905"/>
                </a:lnTo>
                <a:lnTo>
                  <a:pt x="270529" y="286245"/>
                </a:lnTo>
                <a:lnTo>
                  <a:pt x="226366" y="277129"/>
                </a:lnTo>
                <a:lnTo>
                  <a:pt x="210807" y="276606"/>
                </a:lnTo>
                <a:lnTo>
                  <a:pt x="329668" y="276606"/>
                </a:lnTo>
                <a:lnTo>
                  <a:pt x="345338" y="323126"/>
                </a:lnTo>
                <a:lnTo>
                  <a:pt x="344539" y="335712"/>
                </a:lnTo>
                <a:lnTo>
                  <a:pt x="342142" y="347067"/>
                </a:lnTo>
                <a:lnTo>
                  <a:pt x="338148" y="357191"/>
                </a:lnTo>
                <a:lnTo>
                  <a:pt x="332555" y="366083"/>
                </a:lnTo>
                <a:lnTo>
                  <a:pt x="330544" y="368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869626" y="3377455"/>
            <a:ext cx="377190" cy="393700"/>
          </a:xfrm>
          <a:custGeom>
            <a:avLst/>
            <a:gdLst/>
            <a:ahLst/>
            <a:cxnLst/>
            <a:rect l="l" t="t" r="r" b="b"/>
            <a:pathLst>
              <a:path w="377190" h="393700">
                <a:moveTo>
                  <a:pt x="371043" y="270319"/>
                </a:moveTo>
                <a:lnTo>
                  <a:pt x="0" y="270319"/>
                </a:lnTo>
                <a:lnTo>
                  <a:pt x="0" y="230505"/>
                </a:lnTo>
                <a:lnTo>
                  <a:pt x="377190" y="230505"/>
                </a:lnTo>
                <a:lnTo>
                  <a:pt x="377190" y="264172"/>
                </a:lnTo>
                <a:lnTo>
                  <a:pt x="376351" y="266128"/>
                </a:lnTo>
                <a:lnTo>
                  <a:pt x="372999" y="269481"/>
                </a:lnTo>
                <a:lnTo>
                  <a:pt x="371043" y="270319"/>
                </a:lnTo>
                <a:close/>
              </a:path>
              <a:path w="377190" h="393700">
                <a:moveTo>
                  <a:pt x="206756" y="393534"/>
                </a:moveTo>
                <a:lnTo>
                  <a:pt x="165125" y="393534"/>
                </a:lnTo>
                <a:lnTo>
                  <a:pt x="165125" y="270319"/>
                </a:lnTo>
                <a:lnTo>
                  <a:pt x="212902" y="270319"/>
                </a:lnTo>
                <a:lnTo>
                  <a:pt x="212902" y="387388"/>
                </a:lnTo>
                <a:lnTo>
                  <a:pt x="212064" y="389343"/>
                </a:lnTo>
                <a:lnTo>
                  <a:pt x="208711" y="392696"/>
                </a:lnTo>
                <a:lnTo>
                  <a:pt x="206756" y="393534"/>
                </a:lnTo>
                <a:close/>
              </a:path>
              <a:path w="377190" h="393700">
                <a:moveTo>
                  <a:pt x="309994" y="186080"/>
                </a:moveTo>
                <a:lnTo>
                  <a:pt x="67056" y="186080"/>
                </a:lnTo>
                <a:lnTo>
                  <a:pt x="60909" y="183635"/>
                </a:lnTo>
                <a:lnTo>
                  <a:pt x="51409" y="173856"/>
                </a:lnTo>
                <a:lnTo>
                  <a:pt x="49146" y="168198"/>
                </a:lnTo>
                <a:lnTo>
                  <a:pt x="49034" y="0"/>
                </a:lnTo>
                <a:lnTo>
                  <a:pt x="95973" y="0"/>
                </a:lnTo>
                <a:lnTo>
                  <a:pt x="95973" y="51549"/>
                </a:lnTo>
                <a:lnTo>
                  <a:pt x="328574" y="51549"/>
                </a:lnTo>
                <a:lnTo>
                  <a:pt x="328574" y="91782"/>
                </a:lnTo>
                <a:lnTo>
                  <a:pt x="95973" y="91782"/>
                </a:lnTo>
                <a:lnTo>
                  <a:pt x="95973" y="145707"/>
                </a:lnTo>
                <a:lnTo>
                  <a:pt x="97370" y="147104"/>
                </a:lnTo>
                <a:lnTo>
                  <a:pt x="328574" y="147104"/>
                </a:lnTo>
                <a:lnTo>
                  <a:pt x="328574" y="168198"/>
                </a:lnTo>
                <a:lnTo>
                  <a:pt x="326059" y="174205"/>
                </a:lnTo>
                <a:lnTo>
                  <a:pt x="316001" y="183705"/>
                </a:lnTo>
                <a:lnTo>
                  <a:pt x="309994" y="186080"/>
                </a:lnTo>
                <a:close/>
              </a:path>
              <a:path w="377190" h="393700">
                <a:moveTo>
                  <a:pt x="328574" y="51549"/>
                </a:moveTo>
                <a:lnTo>
                  <a:pt x="281216" y="51549"/>
                </a:lnTo>
                <a:lnTo>
                  <a:pt x="281216" y="0"/>
                </a:lnTo>
                <a:lnTo>
                  <a:pt x="328574" y="0"/>
                </a:lnTo>
                <a:lnTo>
                  <a:pt x="328574" y="51549"/>
                </a:lnTo>
                <a:close/>
              </a:path>
              <a:path w="377190" h="393700">
                <a:moveTo>
                  <a:pt x="328574" y="147104"/>
                </a:moveTo>
                <a:lnTo>
                  <a:pt x="279819" y="147104"/>
                </a:lnTo>
                <a:lnTo>
                  <a:pt x="281216" y="145707"/>
                </a:lnTo>
                <a:lnTo>
                  <a:pt x="281216" y="91782"/>
                </a:lnTo>
                <a:lnTo>
                  <a:pt x="328574" y="91782"/>
                </a:lnTo>
                <a:lnTo>
                  <a:pt x="328574" y="1471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252684" y="3372007"/>
            <a:ext cx="387985" cy="399415"/>
          </a:xfrm>
          <a:custGeom>
            <a:avLst/>
            <a:gdLst/>
            <a:ahLst/>
            <a:cxnLst/>
            <a:rect l="l" t="t" r="r" b="b"/>
            <a:pathLst>
              <a:path w="387984" h="399414">
                <a:moveTo>
                  <a:pt x="113995" y="324383"/>
                </a:moveTo>
                <a:lnTo>
                  <a:pt x="0" y="324383"/>
                </a:lnTo>
                <a:lnTo>
                  <a:pt x="0" y="284149"/>
                </a:lnTo>
                <a:lnTo>
                  <a:pt x="101841" y="284149"/>
                </a:lnTo>
                <a:lnTo>
                  <a:pt x="101841" y="214160"/>
                </a:lnTo>
                <a:lnTo>
                  <a:pt x="64331" y="202634"/>
                </a:lnTo>
                <a:lnTo>
                  <a:pt x="28407" y="173978"/>
                </a:lnTo>
                <a:lnTo>
                  <a:pt x="8958" y="132068"/>
                </a:lnTo>
                <a:lnTo>
                  <a:pt x="7124" y="112318"/>
                </a:lnTo>
                <a:lnTo>
                  <a:pt x="7700" y="101042"/>
                </a:lnTo>
                <a:lnTo>
                  <a:pt x="21361" y="61005"/>
                </a:lnTo>
                <a:lnTo>
                  <a:pt x="49466" y="31078"/>
                </a:lnTo>
                <a:lnTo>
                  <a:pt x="88587" y="13044"/>
                </a:lnTo>
                <a:lnTo>
                  <a:pt x="122377" y="8801"/>
                </a:lnTo>
                <a:lnTo>
                  <a:pt x="133941" y="9246"/>
                </a:lnTo>
                <a:lnTo>
                  <a:pt x="176637" y="19881"/>
                </a:lnTo>
                <a:lnTo>
                  <a:pt x="210191" y="43534"/>
                </a:lnTo>
                <a:lnTo>
                  <a:pt x="214095" y="48196"/>
                </a:lnTo>
                <a:lnTo>
                  <a:pt x="122377" y="48196"/>
                </a:lnTo>
                <a:lnTo>
                  <a:pt x="115370" y="48510"/>
                </a:lnTo>
                <a:lnTo>
                  <a:pt x="78987" y="62891"/>
                </a:lnTo>
                <a:lnTo>
                  <a:pt x="55880" y="95065"/>
                </a:lnTo>
                <a:lnTo>
                  <a:pt x="54063" y="103238"/>
                </a:lnTo>
                <a:lnTo>
                  <a:pt x="54085" y="112318"/>
                </a:lnTo>
                <a:lnTo>
                  <a:pt x="68033" y="151295"/>
                </a:lnTo>
                <a:lnTo>
                  <a:pt x="102063" y="173193"/>
                </a:lnTo>
                <a:lnTo>
                  <a:pt x="122377" y="176022"/>
                </a:lnTo>
                <a:lnTo>
                  <a:pt x="214199" y="176022"/>
                </a:lnTo>
                <a:lnTo>
                  <a:pt x="211226" y="179584"/>
                </a:lnTo>
                <a:lnTo>
                  <a:pt x="175419" y="204953"/>
                </a:lnTo>
                <a:lnTo>
                  <a:pt x="148780" y="213321"/>
                </a:lnTo>
                <a:lnTo>
                  <a:pt x="148780" y="283730"/>
                </a:lnTo>
                <a:lnTo>
                  <a:pt x="269062" y="283730"/>
                </a:lnTo>
                <a:lnTo>
                  <a:pt x="269062" y="308317"/>
                </a:lnTo>
                <a:lnTo>
                  <a:pt x="216124" y="320598"/>
                </a:lnTo>
                <a:lnTo>
                  <a:pt x="177567" y="323086"/>
                </a:lnTo>
                <a:lnTo>
                  <a:pt x="135866" y="324239"/>
                </a:lnTo>
                <a:lnTo>
                  <a:pt x="113995" y="324383"/>
                </a:lnTo>
                <a:close/>
              </a:path>
              <a:path w="387984" h="399414">
                <a:moveTo>
                  <a:pt x="214199" y="176022"/>
                </a:moveTo>
                <a:lnTo>
                  <a:pt x="122377" y="176022"/>
                </a:lnTo>
                <a:lnTo>
                  <a:pt x="129283" y="175707"/>
                </a:lnTo>
                <a:lnTo>
                  <a:pt x="135788" y="174817"/>
                </a:lnTo>
                <a:lnTo>
                  <a:pt x="175882" y="152412"/>
                </a:lnTo>
                <a:lnTo>
                  <a:pt x="189433" y="111899"/>
                </a:lnTo>
                <a:lnTo>
                  <a:pt x="189105" y="105115"/>
                </a:lnTo>
                <a:lnTo>
                  <a:pt x="163588" y="60629"/>
                </a:lnTo>
                <a:lnTo>
                  <a:pt x="122377" y="48196"/>
                </a:lnTo>
                <a:lnTo>
                  <a:pt x="214095" y="48196"/>
                </a:lnTo>
                <a:lnTo>
                  <a:pt x="234119" y="89582"/>
                </a:lnTo>
                <a:lnTo>
                  <a:pt x="236372" y="112318"/>
                </a:lnTo>
                <a:lnTo>
                  <a:pt x="235949" y="122390"/>
                </a:lnTo>
                <a:lnTo>
                  <a:pt x="221703" y="165754"/>
                </a:lnTo>
                <a:lnTo>
                  <a:pt x="216779" y="172931"/>
                </a:lnTo>
                <a:lnTo>
                  <a:pt x="214199" y="176022"/>
                </a:lnTo>
                <a:close/>
              </a:path>
              <a:path w="387984" h="399414">
                <a:moveTo>
                  <a:pt x="269062" y="283730"/>
                </a:moveTo>
                <a:lnTo>
                  <a:pt x="148780" y="283730"/>
                </a:lnTo>
                <a:lnTo>
                  <a:pt x="155826" y="283494"/>
                </a:lnTo>
                <a:lnTo>
                  <a:pt x="178536" y="282473"/>
                </a:lnTo>
                <a:lnTo>
                  <a:pt x="218298" y="279395"/>
                </a:lnTo>
                <a:lnTo>
                  <a:pt x="262618" y="272991"/>
                </a:lnTo>
                <a:lnTo>
                  <a:pt x="269062" y="271576"/>
                </a:lnTo>
                <a:lnTo>
                  <a:pt x="269062" y="283730"/>
                </a:lnTo>
                <a:close/>
              </a:path>
              <a:path w="387984" h="399414">
                <a:moveTo>
                  <a:pt x="327875" y="398983"/>
                </a:moveTo>
                <a:lnTo>
                  <a:pt x="285407" y="398983"/>
                </a:lnTo>
                <a:lnTo>
                  <a:pt x="285407" y="0"/>
                </a:lnTo>
                <a:lnTo>
                  <a:pt x="334022" y="0"/>
                </a:lnTo>
                <a:lnTo>
                  <a:pt x="334022" y="149199"/>
                </a:lnTo>
                <a:lnTo>
                  <a:pt x="387667" y="149199"/>
                </a:lnTo>
                <a:lnTo>
                  <a:pt x="387667" y="189014"/>
                </a:lnTo>
                <a:lnTo>
                  <a:pt x="334022" y="189014"/>
                </a:lnTo>
                <a:lnTo>
                  <a:pt x="334022" y="392836"/>
                </a:lnTo>
                <a:lnTo>
                  <a:pt x="333184" y="394792"/>
                </a:lnTo>
                <a:lnTo>
                  <a:pt x="329831" y="398145"/>
                </a:lnTo>
                <a:lnTo>
                  <a:pt x="327875" y="398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776564" y="3372007"/>
            <a:ext cx="346710" cy="400685"/>
          </a:xfrm>
          <a:custGeom>
            <a:avLst/>
            <a:gdLst/>
            <a:ahLst/>
            <a:cxnLst/>
            <a:rect l="l" t="t" r="r" b="b"/>
            <a:pathLst>
              <a:path w="346709" h="400685">
                <a:moveTo>
                  <a:pt x="109804" y="213741"/>
                </a:moveTo>
                <a:lnTo>
                  <a:pt x="68941" y="207454"/>
                </a:lnTo>
                <a:lnTo>
                  <a:pt x="33737" y="188595"/>
                </a:lnTo>
                <a:lnTo>
                  <a:pt x="9220" y="156743"/>
                </a:lnTo>
                <a:lnTo>
                  <a:pt x="0" y="111480"/>
                </a:lnTo>
                <a:lnTo>
                  <a:pt x="563" y="99300"/>
                </a:lnTo>
                <a:lnTo>
                  <a:pt x="13895" y="58438"/>
                </a:lnTo>
                <a:lnTo>
                  <a:pt x="40953" y="30162"/>
                </a:lnTo>
                <a:lnTo>
                  <a:pt x="78175" y="14733"/>
                </a:lnTo>
                <a:lnTo>
                  <a:pt x="109804" y="11315"/>
                </a:lnTo>
                <a:lnTo>
                  <a:pt x="120543" y="11695"/>
                </a:lnTo>
                <a:lnTo>
                  <a:pt x="160241" y="20837"/>
                </a:lnTo>
                <a:lnTo>
                  <a:pt x="197605" y="49820"/>
                </a:lnTo>
                <a:lnTo>
                  <a:pt x="199292" y="52387"/>
                </a:lnTo>
                <a:lnTo>
                  <a:pt x="101701" y="52387"/>
                </a:lnTo>
                <a:lnTo>
                  <a:pt x="93948" y="53854"/>
                </a:lnTo>
                <a:lnTo>
                  <a:pt x="61467" y="74110"/>
                </a:lnTo>
                <a:lnTo>
                  <a:pt x="49034" y="102819"/>
                </a:lnTo>
                <a:lnTo>
                  <a:pt x="49034" y="111480"/>
                </a:lnTo>
                <a:lnTo>
                  <a:pt x="63284" y="152901"/>
                </a:lnTo>
                <a:lnTo>
                  <a:pt x="102819" y="172250"/>
                </a:lnTo>
                <a:lnTo>
                  <a:pt x="198441" y="172250"/>
                </a:lnTo>
                <a:lnTo>
                  <a:pt x="198339" y="172407"/>
                </a:lnTo>
                <a:lnTo>
                  <a:pt x="169002" y="198391"/>
                </a:lnTo>
                <a:lnTo>
                  <a:pt x="130706" y="212012"/>
                </a:lnTo>
                <a:lnTo>
                  <a:pt x="120373" y="213308"/>
                </a:lnTo>
                <a:lnTo>
                  <a:pt x="109804" y="213741"/>
                </a:lnTo>
                <a:close/>
              </a:path>
              <a:path w="346709" h="400685">
                <a:moveTo>
                  <a:pt x="198441" y="172250"/>
                </a:moveTo>
                <a:lnTo>
                  <a:pt x="118186" y="172250"/>
                </a:lnTo>
                <a:lnTo>
                  <a:pt x="125939" y="170853"/>
                </a:lnTo>
                <a:lnTo>
                  <a:pt x="140188" y="165265"/>
                </a:lnTo>
                <a:lnTo>
                  <a:pt x="165885" y="131204"/>
                </a:lnTo>
                <a:lnTo>
                  <a:pt x="168478" y="111480"/>
                </a:lnTo>
                <a:lnTo>
                  <a:pt x="168176" y="104565"/>
                </a:lnTo>
                <a:lnTo>
                  <a:pt x="145218" y="62865"/>
                </a:lnTo>
                <a:lnTo>
                  <a:pt x="117348" y="52387"/>
                </a:lnTo>
                <a:lnTo>
                  <a:pt x="199292" y="52387"/>
                </a:lnTo>
                <a:lnTo>
                  <a:pt x="214212" y="87591"/>
                </a:lnTo>
                <a:lnTo>
                  <a:pt x="216674" y="111480"/>
                </a:lnTo>
                <a:lnTo>
                  <a:pt x="216321" y="123307"/>
                </a:lnTo>
                <a:lnTo>
                  <a:pt x="214841" y="134478"/>
                </a:lnTo>
                <a:lnTo>
                  <a:pt x="212234" y="144995"/>
                </a:lnTo>
                <a:lnTo>
                  <a:pt x="208502" y="154857"/>
                </a:lnTo>
                <a:lnTo>
                  <a:pt x="203813" y="164012"/>
                </a:lnTo>
                <a:lnTo>
                  <a:pt x="198441" y="172250"/>
                </a:lnTo>
                <a:close/>
              </a:path>
              <a:path w="346709" h="400685">
                <a:moveTo>
                  <a:pt x="313626" y="262775"/>
                </a:moveTo>
                <a:lnTo>
                  <a:pt x="272834" y="262775"/>
                </a:lnTo>
                <a:lnTo>
                  <a:pt x="272834" y="0"/>
                </a:lnTo>
                <a:lnTo>
                  <a:pt x="319773" y="0"/>
                </a:lnTo>
                <a:lnTo>
                  <a:pt x="319773" y="256628"/>
                </a:lnTo>
                <a:lnTo>
                  <a:pt x="318935" y="258584"/>
                </a:lnTo>
                <a:lnTo>
                  <a:pt x="315582" y="261937"/>
                </a:lnTo>
                <a:lnTo>
                  <a:pt x="313626" y="262775"/>
                </a:lnTo>
                <a:close/>
              </a:path>
              <a:path w="346709" h="400685">
                <a:moveTo>
                  <a:pt x="51130" y="400659"/>
                </a:moveTo>
                <a:lnTo>
                  <a:pt x="25146" y="366293"/>
                </a:lnTo>
                <a:lnTo>
                  <a:pt x="38832" y="363569"/>
                </a:lnTo>
                <a:lnTo>
                  <a:pt x="52230" y="360426"/>
                </a:lnTo>
                <a:lnTo>
                  <a:pt x="90473" y="348494"/>
                </a:lnTo>
                <a:lnTo>
                  <a:pt x="132252" y="327028"/>
                </a:lnTo>
                <a:lnTo>
                  <a:pt x="159061" y="299591"/>
                </a:lnTo>
                <a:lnTo>
                  <a:pt x="165544" y="275348"/>
                </a:lnTo>
                <a:lnTo>
                  <a:pt x="165544" y="244335"/>
                </a:lnTo>
                <a:lnTo>
                  <a:pt x="213321" y="244335"/>
                </a:lnTo>
                <a:lnTo>
                  <a:pt x="213321" y="277025"/>
                </a:lnTo>
                <a:lnTo>
                  <a:pt x="214094" y="285433"/>
                </a:lnTo>
                <a:lnTo>
                  <a:pt x="239777" y="321973"/>
                </a:lnTo>
                <a:lnTo>
                  <a:pt x="251382" y="330250"/>
                </a:lnTo>
                <a:lnTo>
                  <a:pt x="189014" y="330250"/>
                </a:lnTo>
                <a:lnTo>
                  <a:pt x="154281" y="360897"/>
                </a:lnTo>
                <a:lnTo>
                  <a:pt x="117911" y="379756"/>
                </a:lnTo>
                <a:lnTo>
                  <a:pt x="78830" y="393587"/>
                </a:lnTo>
                <a:lnTo>
                  <a:pt x="60075" y="398616"/>
                </a:lnTo>
                <a:lnTo>
                  <a:pt x="51130" y="400659"/>
                </a:lnTo>
                <a:close/>
              </a:path>
              <a:path w="346709" h="400685">
                <a:moveTo>
                  <a:pt x="322287" y="400240"/>
                </a:moveTo>
                <a:lnTo>
                  <a:pt x="284568" y="389343"/>
                </a:lnTo>
                <a:lnTo>
                  <a:pt x="246640" y="373627"/>
                </a:lnTo>
                <a:lnTo>
                  <a:pt x="213112" y="353720"/>
                </a:lnTo>
                <a:lnTo>
                  <a:pt x="189014" y="330250"/>
                </a:lnTo>
                <a:lnTo>
                  <a:pt x="251382" y="330250"/>
                </a:lnTo>
                <a:lnTo>
                  <a:pt x="257327" y="334022"/>
                </a:lnTo>
                <a:lnTo>
                  <a:pt x="267241" y="339497"/>
                </a:lnTo>
                <a:lnTo>
                  <a:pt x="312059" y="357701"/>
                </a:lnTo>
                <a:lnTo>
                  <a:pt x="346595" y="367131"/>
                </a:lnTo>
                <a:lnTo>
                  <a:pt x="322287" y="400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161718" y="3371588"/>
            <a:ext cx="361950" cy="399415"/>
          </a:xfrm>
          <a:custGeom>
            <a:avLst/>
            <a:gdLst/>
            <a:ahLst/>
            <a:cxnLst/>
            <a:rect l="l" t="t" r="r" b="b"/>
            <a:pathLst>
              <a:path w="361950" h="399414">
                <a:moveTo>
                  <a:pt x="49414" y="301568"/>
                </a:moveTo>
                <a:lnTo>
                  <a:pt x="25565" y="301332"/>
                </a:lnTo>
                <a:lnTo>
                  <a:pt x="18859" y="301332"/>
                </a:lnTo>
                <a:lnTo>
                  <a:pt x="12922" y="298958"/>
                </a:lnTo>
                <a:lnTo>
                  <a:pt x="2584" y="289458"/>
                </a:lnTo>
                <a:lnTo>
                  <a:pt x="0" y="283451"/>
                </a:lnTo>
                <a:lnTo>
                  <a:pt x="0" y="38417"/>
                </a:lnTo>
                <a:lnTo>
                  <a:pt x="2444" y="32410"/>
                </a:lnTo>
                <a:lnTo>
                  <a:pt x="12223" y="22910"/>
                </a:lnTo>
                <a:lnTo>
                  <a:pt x="18300" y="20535"/>
                </a:lnTo>
                <a:lnTo>
                  <a:pt x="192786" y="20535"/>
                </a:lnTo>
                <a:lnTo>
                  <a:pt x="192786" y="59931"/>
                </a:lnTo>
                <a:lnTo>
                  <a:pt x="48336" y="59931"/>
                </a:lnTo>
                <a:lnTo>
                  <a:pt x="46939" y="61328"/>
                </a:lnTo>
                <a:lnTo>
                  <a:pt x="46939" y="261378"/>
                </a:lnTo>
                <a:lnTo>
                  <a:pt x="48336" y="262775"/>
                </a:lnTo>
                <a:lnTo>
                  <a:pt x="51130" y="262775"/>
                </a:lnTo>
                <a:lnTo>
                  <a:pt x="71076" y="262998"/>
                </a:lnTo>
                <a:lnTo>
                  <a:pt x="234696" y="262998"/>
                </a:lnTo>
                <a:lnTo>
                  <a:pt x="234696" y="292950"/>
                </a:lnTo>
                <a:lnTo>
                  <a:pt x="179322" y="297246"/>
                </a:lnTo>
                <a:lnTo>
                  <a:pt x="125520" y="300075"/>
                </a:lnTo>
                <a:lnTo>
                  <a:pt x="74023" y="301437"/>
                </a:lnTo>
                <a:lnTo>
                  <a:pt x="49414" y="301568"/>
                </a:lnTo>
                <a:close/>
              </a:path>
              <a:path w="361950" h="399414">
                <a:moveTo>
                  <a:pt x="234696" y="262998"/>
                </a:moveTo>
                <a:lnTo>
                  <a:pt x="71076" y="262998"/>
                </a:lnTo>
                <a:lnTo>
                  <a:pt x="91940" y="262828"/>
                </a:lnTo>
                <a:lnTo>
                  <a:pt x="113720" y="262264"/>
                </a:lnTo>
                <a:lnTo>
                  <a:pt x="159925" y="259933"/>
                </a:lnTo>
                <a:lnTo>
                  <a:pt x="209065" y="255847"/>
                </a:lnTo>
                <a:lnTo>
                  <a:pt x="234696" y="253136"/>
                </a:lnTo>
                <a:lnTo>
                  <a:pt x="234696" y="262998"/>
                </a:lnTo>
                <a:close/>
              </a:path>
              <a:path w="361950" h="399414">
                <a:moveTo>
                  <a:pt x="295186" y="399402"/>
                </a:moveTo>
                <a:lnTo>
                  <a:pt x="253974" y="399402"/>
                </a:lnTo>
                <a:lnTo>
                  <a:pt x="253974" y="0"/>
                </a:lnTo>
                <a:lnTo>
                  <a:pt x="301332" y="0"/>
                </a:lnTo>
                <a:lnTo>
                  <a:pt x="301332" y="131597"/>
                </a:lnTo>
                <a:lnTo>
                  <a:pt x="361683" y="131597"/>
                </a:lnTo>
                <a:lnTo>
                  <a:pt x="361683" y="171411"/>
                </a:lnTo>
                <a:lnTo>
                  <a:pt x="301332" y="171411"/>
                </a:lnTo>
                <a:lnTo>
                  <a:pt x="301332" y="393255"/>
                </a:lnTo>
                <a:lnTo>
                  <a:pt x="300494" y="395211"/>
                </a:lnTo>
                <a:lnTo>
                  <a:pt x="297141" y="398564"/>
                </a:lnTo>
                <a:lnTo>
                  <a:pt x="295186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407470" y="5005839"/>
            <a:ext cx="7489607" cy="421290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27624" y="3353920"/>
            <a:ext cx="377190" cy="421640"/>
          </a:xfrm>
          <a:custGeom>
            <a:avLst/>
            <a:gdLst/>
            <a:ahLst/>
            <a:cxnLst/>
            <a:rect l="l" t="t" r="r" b="b"/>
            <a:pathLst>
              <a:path w="377189" h="421639">
                <a:moveTo>
                  <a:pt x="369646" y="248526"/>
                </a:moveTo>
                <a:lnTo>
                  <a:pt x="0" y="248526"/>
                </a:lnTo>
                <a:lnTo>
                  <a:pt x="0" y="208292"/>
                </a:lnTo>
                <a:lnTo>
                  <a:pt x="377190" y="208292"/>
                </a:lnTo>
                <a:lnTo>
                  <a:pt x="377190" y="240144"/>
                </a:lnTo>
                <a:lnTo>
                  <a:pt x="376910" y="244055"/>
                </a:lnTo>
                <a:lnTo>
                  <a:pt x="375653" y="246430"/>
                </a:lnTo>
                <a:lnTo>
                  <a:pt x="371182" y="248107"/>
                </a:lnTo>
                <a:lnTo>
                  <a:pt x="369646" y="248526"/>
                </a:lnTo>
                <a:close/>
              </a:path>
              <a:path w="377189" h="421639">
                <a:moveTo>
                  <a:pt x="208711" y="291693"/>
                </a:moveTo>
                <a:lnTo>
                  <a:pt x="161772" y="291693"/>
                </a:lnTo>
                <a:lnTo>
                  <a:pt x="161772" y="248526"/>
                </a:lnTo>
                <a:lnTo>
                  <a:pt x="208711" y="248526"/>
                </a:lnTo>
                <a:lnTo>
                  <a:pt x="208711" y="291693"/>
                </a:lnTo>
                <a:close/>
              </a:path>
              <a:path w="377189" h="421639">
                <a:moveTo>
                  <a:pt x="319913" y="421195"/>
                </a:moveTo>
                <a:lnTo>
                  <a:pt x="278282" y="421195"/>
                </a:lnTo>
                <a:lnTo>
                  <a:pt x="278282" y="332486"/>
                </a:lnTo>
                <a:lnTo>
                  <a:pt x="276885" y="331089"/>
                </a:lnTo>
                <a:lnTo>
                  <a:pt x="50711" y="331089"/>
                </a:lnTo>
                <a:lnTo>
                  <a:pt x="50711" y="291693"/>
                </a:lnTo>
                <a:lnTo>
                  <a:pt x="307479" y="291693"/>
                </a:lnTo>
                <a:lnTo>
                  <a:pt x="313486" y="294068"/>
                </a:lnTo>
                <a:lnTo>
                  <a:pt x="323545" y="303568"/>
                </a:lnTo>
                <a:lnTo>
                  <a:pt x="326059" y="309575"/>
                </a:lnTo>
                <a:lnTo>
                  <a:pt x="326059" y="415048"/>
                </a:lnTo>
                <a:lnTo>
                  <a:pt x="325221" y="417004"/>
                </a:lnTo>
                <a:lnTo>
                  <a:pt x="321868" y="420357"/>
                </a:lnTo>
                <a:lnTo>
                  <a:pt x="319913" y="421195"/>
                </a:lnTo>
                <a:close/>
              </a:path>
              <a:path w="377189" h="421639">
                <a:moveTo>
                  <a:pt x="214160" y="41071"/>
                </a:moveTo>
                <a:lnTo>
                  <a:pt x="165963" y="41071"/>
                </a:lnTo>
                <a:lnTo>
                  <a:pt x="165963" y="0"/>
                </a:lnTo>
                <a:lnTo>
                  <a:pt x="214160" y="0"/>
                </a:lnTo>
                <a:lnTo>
                  <a:pt x="214160" y="41071"/>
                </a:lnTo>
                <a:close/>
              </a:path>
              <a:path w="377189" h="421639">
                <a:moveTo>
                  <a:pt x="327317" y="78790"/>
                </a:moveTo>
                <a:lnTo>
                  <a:pt x="54063" y="78790"/>
                </a:lnTo>
                <a:lnTo>
                  <a:pt x="54063" y="41071"/>
                </a:lnTo>
                <a:lnTo>
                  <a:pt x="327317" y="41071"/>
                </a:lnTo>
                <a:lnTo>
                  <a:pt x="327317" y="78790"/>
                </a:lnTo>
                <a:close/>
              </a:path>
              <a:path w="377189" h="421639">
                <a:moveTo>
                  <a:pt x="55740" y="189014"/>
                </a:moveTo>
                <a:lnTo>
                  <a:pt x="29756" y="155486"/>
                </a:lnTo>
                <a:lnTo>
                  <a:pt x="37797" y="153246"/>
                </a:lnTo>
                <a:lnTo>
                  <a:pt x="46415" y="150718"/>
                </a:lnTo>
                <a:lnTo>
                  <a:pt x="85234" y="137674"/>
                </a:lnTo>
                <a:lnTo>
                  <a:pt x="122639" y="119600"/>
                </a:lnTo>
                <a:lnTo>
                  <a:pt x="156167" y="89294"/>
                </a:lnTo>
                <a:lnTo>
                  <a:pt x="160445" y="79908"/>
                </a:lnTo>
                <a:lnTo>
                  <a:pt x="160655" y="79349"/>
                </a:lnTo>
                <a:lnTo>
                  <a:pt x="160934" y="78790"/>
                </a:lnTo>
                <a:lnTo>
                  <a:pt x="219189" y="78790"/>
                </a:lnTo>
                <a:lnTo>
                  <a:pt x="220446" y="81305"/>
                </a:lnTo>
                <a:lnTo>
                  <a:pt x="224676" y="87539"/>
                </a:lnTo>
                <a:lnTo>
                  <a:pt x="256208" y="115252"/>
                </a:lnTo>
                <a:lnTo>
                  <a:pt x="190690" y="115252"/>
                </a:lnTo>
                <a:lnTo>
                  <a:pt x="154831" y="145519"/>
                </a:lnTo>
                <a:lnTo>
                  <a:pt x="118683" y="165295"/>
                </a:lnTo>
                <a:lnTo>
                  <a:pt x="81004" y="180684"/>
                </a:lnTo>
                <a:lnTo>
                  <a:pt x="63716" y="186551"/>
                </a:lnTo>
                <a:lnTo>
                  <a:pt x="55740" y="189014"/>
                </a:lnTo>
                <a:close/>
              </a:path>
              <a:path w="377189" h="421639">
                <a:moveTo>
                  <a:pt x="323545" y="189433"/>
                </a:moveTo>
                <a:lnTo>
                  <a:pt x="282892" y="174083"/>
                </a:lnTo>
                <a:lnTo>
                  <a:pt x="246430" y="156533"/>
                </a:lnTo>
                <a:lnTo>
                  <a:pt x="202189" y="126319"/>
                </a:lnTo>
                <a:lnTo>
                  <a:pt x="190690" y="115252"/>
                </a:lnTo>
                <a:lnTo>
                  <a:pt x="256208" y="115252"/>
                </a:lnTo>
                <a:lnTo>
                  <a:pt x="258584" y="116876"/>
                </a:lnTo>
                <a:lnTo>
                  <a:pt x="267071" y="122154"/>
                </a:lnTo>
                <a:lnTo>
                  <a:pt x="303912" y="140555"/>
                </a:lnTo>
                <a:lnTo>
                  <a:pt x="340990" y="153613"/>
                </a:lnTo>
                <a:lnTo>
                  <a:pt x="349529" y="155905"/>
                </a:lnTo>
                <a:lnTo>
                  <a:pt x="323545" y="1894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01462" y="3375713"/>
            <a:ext cx="393700" cy="399415"/>
          </a:xfrm>
          <a:custGeom>
            <a:avLst/>
            <a:gdLst/>
            <a:ahLst/>
            <a:cxnLst/>
            <a:rect l="l" t="t" r="r" b="b"/>
            <a:pathLst>
              <a:path w="393700" h="399414">
                <a:moveTo>
                  <a:pt x="31851" y="241401"/>
                </a:moveTo>
                <a:lnTo>
                  <a:pt x="0" y="211226"/>
                </a:lnTo>
                <a:lnTo>
                  <a:pt x="9626" y="206419"/>
                </a:lnTo>
                <a:lnTo>
                  <a:pt x="19315" y="201168"/>
                </a:lnTo>
                <a:lnTo>
                  <a:pt x="56316" y="176703"/>
                </a:lnTo>
                <a:lnTo>
                  <a:pt x="85391" y="147470"/>
                </a:lnTo>
                <a:lnTo>
                  <a:pt x="104617" y="105731"/>
                </a:lnTo>
                <a:lnTo>
                  <a:pt x="105194" y="5448"/>
                </a:lnTo>
                <a:lnTo>
                  <a:pt x="153390" y="5448"/>
                </a:lnTo>
                <a:lnTo>
                  <a:pt x="153390" y="97231"/>
                </a:lnTo>
                <a:lnTo>
                  <a:pt x="153901" y="105848"/>
                </a:lnTo>
                <a:lnTo>
                  <a:pt x="171254" y="143698"/>
                </a:lnTo>
                <a:lnTo>
                  <a:pt x="189153" y="161353"/>
                </a:lnTo>
                <a:lnTo>
                  <a:pt x="130340" y="161353"/>
                </a:lnTo>
                <a:lnTo>
                  <a:pt x="102242" y="192157"/>
                </a:lnTo>
                <a:lnTo>
                  <a:pt x="63493" y="222908"/>
                </a:lnTo>
                <a:lnTo>
                  <a:pt x="48248" y="232377"/>
                </a:lnTo>
                <a:lnTo>
                  <a:pt x="31851" y="241401"/>
                </a:lnTo>
                <a:close/>
              </a:path>
              <a:path w="393700" h="399414">
                <a:moveTo>
                  <a:pt x="229666" y="232181"/>
                </a:moveTo>
                <a:lnTo>
                  <a:pt x="189118" y="210440"/>
                </a:lnTo>
                <a:lnTo>
                  <a:pt x="156023" y="186355"/>
                </a:lnTo>
                <a:lnTo>
                  <a:pt x="130340" y="161353"/>
                </a:lnTo>
                <a:lnTo>
                  <a:pt x="189153" y="161353"/>
                </a:lnTo>
                <a:lnTo>
                  <a:pt x="191384" y="163252"/>
                </a:lnTo>
                <a:lnTo>
                  <a:pt x="199334" y="169368"/>
                </a:lnTo>
                <a:lnTo>
                  <a:pt x="236110" y="192157"/>
                </a:lnTo>
                <a:lnTo>
                  <a:pt x="256489" y="202844"/>
                </a:lnTo>
                <a:lnTo>
                  <a:pt x="229666" y="232181"/>
                </a:lnTo>
                <a:close/>
              </a:path>
              <a:path w="393700" h="399414">
                <a:moveTo>
                  <a:pt x="328295" y="289179"/>
                </a:moveTo>
                <a:lnTo>
                  <a:pt x="286664" y="289179"/>
                </a:lnTo>
                <a:lnTo>
                  <a:pt x="286664" y="0"/>
                </a:lnTo>
                <a:lnTo>
                  <a:pt x="334441" y="0"/>
                </a:lnTo>
                <a:lnTo>
                  <a:pt x="334441" y="109385"/>
                </a:lnTo>
                <a:lnTo>
                  <a:pt x="393534" y="109385"/>
                </a:lnTo>
                <a:lnTo>
                  <a:pt x="393534" y="149618"/>
                </a:lnTo>
                <a:lnTo>
                  <a:pt x="334441" y="149618"/>
                </a:lnTo>
                <a:lnTo>
                  <a:pt x="334441" y="283032"/>
                </a:lnTo>
                <a:lnTo>
                  <a:pt x="333603" y="284988"/>
                </a:lnTo>
                <a:lnTo>
                  <a:pt x="330250" y="288340"/>
                </a:lnTo>
                <a:lnTo>
                  <a:pt x="328295" y="289179"/>
                </a:lnTo>
                <a:close/>
              </a:path>
              <a:path w="393700" h="399414">
                <a:moveTo>
                  <a:pt x="337096" y="398983"/>
                </a:moveTo>
                <a:lnTo>
                  <a:pt x="96393" y="398983"/>
                </a:lnTo>
                <a:lnTo>
                  <a:pt x="90455" y="396538"/>
                </a:lnTo>
                <a:lnTo>
                  <a:pt x="80117" y="386759"/>
                </a:lnTo>
                <a:lnTo>
                  <a:pt x="77533" y="380682"/>
                </a:lnTo>
                <a:lnTo>
                  <a:pt x="77533" y="267385"/>
                </a:lnTo>
                <a:lnTo>
                  <a:pt x="125730" y="267385"/>
                </a:lnTo>
                <a:lnTo>
                  <a:pt x="125730" y="356374"/>
                </a:lnTo>
                <a:lnTo>
                  <a:pt x="126149" y="357422"/>
                </a:lnTo>
                <a:lnTo>
                  <a:pt x="127825" y="358819"/>
                </a:lnTo>
                <a:lnTo>
                  <a:pt x="128663" y="359168"/>
                </a:lnTo>
                <a:lnTo>
                  <a:pt x="343242" y="359168"/>
                </a:lnTo>
                <a:lnTo>
                  <a:pt x="343242" y="392836"/>
                </a:lnTo>
                <a:lnTo>
                  <a:pt x="342404" y="394792"/>
                </a:lnTo>
                <a:lnTo>
                  <a:pt x="339051" y="398145"/>
                </a:lnTo>
                <a:lnTo>
                  <a:pt x="337096" y="398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28944" y="3375294"/>
            <a:ext cx="319405" cy="399415"/>
          </a:xfrm>
          <a:custGeom>
            <a:avLst/>
            <a:gdLst/>
            <a:ahLst/>
            <a:cxnLst/>
            <a:rect l="l" t="t" r="r" b="b"/>
            <a:pathLst>
              <a:path w="319404" h="399414">
                <a:moveTo>
                  <a:pt x="109385" y="314744"/>
                </a:moveTo>
                <a:lnTo>
                  <a:pt x="70723" y="307789"/>
                </a:lnTo>
                <a:lnTo>
                  <a:pt x="33135" y="278884"/>
                </a:lnTo>
                <a:lnTo>
                  <a:pt x="9875" y="233451"/>
                </a:lnTo>
                <a:lnTo>
                  <a:pt x="1571" y="191633"/>
                </a:lnTo>
                <a:lnTo>
                  <a:pt x="0" y="161772"/>
                </a:lnTo>
                <a:lnTo>
                  <a:pt x="392" y="148544"/>
                </a:lnTo>
                <a:lnTo>
                  <a:pt x="6286" y="108546"/>
                </a:lnTo>
                <a:lnTo>
                  <a:pt x="19606" y="71142"/>
                </a:lnTo>
                <a:lnTo>
                  <a:pt x="49820" y="31838"/>
                </a:lnTo>
                <a:lnTo>
                  <a:pt x="95436" y="11747"/>
                </a:lnTo>
                <a:lnTo>
                  <a:pt x="109385" y="10896"/>
                </a:lnTo>
                <a:lnTo>
                  <a:pt x="123516" y="11747"/>
                </a:lnTo>
                <a:lnTo>
                  <a:pt x="159467" y="24517"/>
                </a:lnTo>
                <a:lnTo>
                  <a:pt x="188563" y="52806"/>
                </a:lnTo>
                <a:lnTo>
                  <a:pt x="109385" y="52806"/>
                </a:lnTo>
                <a:lnTo>
                  <a:pt x="101500" y="53487"/>
                </a:lnTo>
                <a:lnTo>
                  <a:pt x="70670" y="75961"/>
                </a:lnTo>
                <a:lnTo>
                  <a:pt x="53474" y="116876"/>
                </a:lnTo>
                <a:lnTo>
                  <a:pt x="48196" y="161353"/>
                </a:lnTo>
                <a:lnTo>
                  <a:pt x="48419" y="172512"/>
                </a:lnTo>
                <a:lnTo>
                  <a:pt x="53788" y="213858"/>
                </a:lnTo>
                <a:lnTo>
                  <a:pt x="71404" y="253241"/>
                </a:lnTo>
                <a:lnTo>
                  <a:pt x="109385" y="272834"/>
                </a:lnTo>
                <a:lnTo>
                  <a:pt x="190361" y="272834"/>
                </a:lnTo>
                <a:lnTo>
                  <a:pt x="186041" y="278884"/>
                </a:lnTo>
                <a:lnTo>
                  <a:pt x="148164" y="307789"/>
                </a:lnTo>
                <a:lnTo>
                  <a:pt x="123333" y="313971"/>
                </a:lnTo>
                <a:lnTo>
                  <a:pt x="109385" y="314744"/>
                </a:lnTo>
                <a:close/>
              </a:path>
              <a:path w="319404" h="399414">
                <a:moveTo>
                  <a:pt x="190361" y="272834"/>
                </a:moveTo>
                <a:lnTo>
                  <a:pt x="109385" y="272834"/>
                </a:lnTo>
                <a:lnTo>
                  <a:pt x="116902" y="272270"/>
                </a:lnTo>
                <a:lnTo>
                  <a:pt x="123948" y="270581"/>
                </a:lnTo>
                <a:lnTo>
                  <a:pt x="155905" y="239515"/>
                </a:lnTo>
                <a:lnTo>
                  <a:pt x="168871" y="193886"/>
                </a:lnTo>
                <a:lnTo>
                  <a:pt x="170992" y="161353"/>
                </a:lnTo>
                <a:lnTo>
                  <a:pt x="170783" y="153023"/>
                </a:lnTo>
                <a:lnTo>
                  <a:pt x="163239" y="107918"/>
                </a:lnTo>
                <a:lnTo>
                  <a:pt x="143070" y="69492"/>
                </a:lnTo>
                <a:lnTo>
                  <a:pt x="109385" y="52806"/>
                </a:lnTo>
                <a:lnTo>
                  <a:pt x="188563" y="52806"/>
                </a:lnTo>
                <a:lnTo>
                  <a:pt x="209327" y="95450"/>
                </a:lnTo>
                <a:lnTo>
                  <a:pt x="217631" y="135421"/>
                </a:lnTo>
                <a:lnTo>
                  <a:pt x="219189" y="161772"/>
                </a:lnTo>
                <a:lnTo>
                  <a:pt x="218796" y="176886"/>
                </a:lnTo>
                <a:lnTo>
                  <a:pt x="212902" y="220027"/>
                </a:lnTo>
                <a:lnTo>
                  <a:pt x="199465" y="257864"/>
                </a:lnTo>
                <a:lnTo>
                  <a:pt x="193205" y="268852"/>
                </a:lnTo>
                <a:lnTo>
                  <a:pt x="190361" y="272834"/>
                </a:lnTo>
                <a:close/>
              </a:path>
              <a:path w="319404" h="399414">
                <a:moveTo>
                  <a:pt x="312788" y="399402"/>
                </a:moveTo>
                <a:lnTo>
                  <a:pt x="271157" y="399402"/>
                </a:lnTo>
                <a:lnTo>
                  <a:pt x="271157" y="0"/>
                </a:lnTo>
                <a:lnTo>
                  <a:pt x="318935" y="0"/>
                </a:lnTo>
                <a:lnTo>
                  <a:pt x="318935" y="393255"/>
                </a:lnTo>
                <a:lnTo>
                  <a:pt x="318096" y="395211"/>
                </a:lnTo>
                <a:lnTo>
                  <a:pt x="314744" y="398564"/>
                </a:lnTo>
                <a:lnTo>
                  <a:pt x="312788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96913" y="3374875"/>
            <a:ext cx="377825" cy="401320"/>
          </a:xfrm>
          <a:custGeom>
            <a:avLst/>
            <a:gdLst/>
            <a:ahLst/>
            <a:cxnLst/>
            <a:rect l="l" t="t" r="r" b="b"/>
            <a:pathLst>
              <a:path w="377825" h="401320">
                <a:moveTo>
                  <a:pt x="188595" y="163868"/>
                </a:moveTo>
                <a:lnTo>
                  <a:pt x="174725" y="163566"/>
                </a:lnTo>
                <a:lnTo>
                  <a:pt x="161196" y="162663"/>
                </a:lnTo>
                <a:lnTo>
                  <a:pt x="122848" y="156311"/>
                </a:lnTo>
                <a:lnTo>
                  <a:pt x="81069" y="138800"/>
                </a:lnTo>
                <a:lnTo>
                  <a:pt x="54260" y="110511"/>
                </a:lnTo>
                <a:lnTo>
                  <a:pt x="47777" y="82143"/>
                </a:lnTo>
                <a:lnTo>
                  <a:pt x="48497" y="71823"/>
                </a:lnTo>
                <a:lnTo>
                  <a:pt x="72818" y="31118"/>
                </a:lnTo>
                <a:lnTo>
                  <a:pt x="111271" y="10948"/>
                </a:lnTo>
                <a:lnTo>
                  <a:pt x="161196" y="1204"/>
                </a:lnTo>
                <a:lnTo>
                  <a:pt x="188595" y="0"/>
                </a:lnTo>
                <a:lnTo>
                  <a:pt x="202464" y="301"/>
                </a:lnTo>
                <a:lnTo>
                  <a:pt x="242030" y="4819"/>
                </a:lnTo>
                <a:lnTo>
                  <a:pt x="286873" y="19697"/>
                </a:lnTo>
                <a:lnTo>
                  <a:pt x="311485" y="37719"/>
                </a:lnTo>
                <a:lnTo>
                  <a:pt x="189014" y="37719"/>
                </a:lnTo>
                <a:lnTo>
                  <a:pt x="179518" y="37889"/>
                </a:lnTo>
                <a:lnTo>
                  <a:pt x="136888" y="43848"/>
                </a:lnTo>
                <a:lnTo>
                  <a:pt x="98418" y="68033"/>
                </a:lnTo>
                <a:lnTo>
                  <a:pt x="95973" y="74599"/>
                </a:lnTo>
                <a:lnTo>
                  <a:pt x="95973" y="89687"/>
                </a:lnTo>
                <a:lnTo>
                  <a:pt x="129776" y="117806"/>
                </a:lnTo>
                <a:lnTo>
                  <a:pt x="170311" y="125468"/>
                </a:lnTo>
                <a:lnTo>
                  <a:pt x="179518" y="125978"/>
                </a:lnTo>
                <a:lnTo>
                  <a:pt x="189014" y="126149"/>
                </a:lnTo>
                <a:lnTo>
                  <a:pt x="311485" y="126149"/>
                </a:lnTo>
                <a:lnTo>
                  <a:pt x="304371" y="132749"/>
                </a:lnTo>
                <a:lnTo>
                  <a:pt x="265918" y="152919"/>
                </a:lnTo>
                <a:lnTo>
                  <a:pt x="215993" y="162663"/>
                </a:lnTo>
                <a:lnTo>
                  <a:pt x="202464" y="163566"/>
                </a:lnTo>
                <a:lnTo>
                  <a:pt x="188595" y="163868"/>
                </a:lnTo>
                <a:close/>
              </a:path>
              <a:path w="377825" h="401320">
                <a:moveTo>
                  <a:pt x="311485" y="126149"/>
                </a:moveTo>
                <a:lnTo>
                  <a:pt x="189014" y="126149"/>
                </a:lnTo>
                <a:lnTo>
                  <a:pt x="198312" y="125978"/>
                </a:lnTo>
                <a:lnTo>
                  <a:pt x="207349" y="125468"/>
                </a:lnTo>
                <a:lnTo>
                  <a:pt x="247426" y="117806"/>
                </a:lnTo>
                <a:lnTo>
                  <a:pt x="281216" y="89687"/>
                </a:lnTo>
                <a:lnTo>
                  <a:pt x="281216" y="74599"/>
                </a:lnTo>
                <a:lnTo>
                  <a:pt x="247426" y="46061"/>
                </a:lnTo>
                <a:lnTo>
                  <a:pt x="207349" y="38400"/>
                </a:lnTo>
                <a:lnTo>
                  <a:pt x="189014" y="37719"/>
                </a:lnTo>
                <a:lnTo>
                  <a:pt x="311485" y="37719"/>
                </a:lnTo>
                <a:lnTo>
                  <a:pt x="328692" y="71823"/>
                </a:lnTo>
                <a:lnTo>
                  <a:pt x="329412" y="82143"/>
                </a:lnTo>
                <a:lnTo>
                  <a:pt x="328692" y="92280"/>
                </a:lnTo>
                <a:lnTo>
                  <a:pt x="326531" y="101736"/>
                </a:lnTo>
                <a:lnTo>
                  <a:pt x="322929" y="110511"/>
                </a:lnTo>
                <a:lnTo>
                  <a:pt x="317887" y="118605"/>
                </a:lnTo>
                <a:lnTo>
                  <a:pt x="311627" y="126018"/>
                </a:lnTo>
                <a:lnTo>
                  <a:pt x="311485" y="126149"/>
                </a:lnTo>
                <a:close/>
              </a:path>
              <a:path w="377825" h="401320">
                <a:moveTo>
                  <a:pt x="371462" y="227152"/>
                </a:moveTo>
                <a:lnTo>
                  <a:pt x="0" y="227152"/>
                </a:lnTo>
                <a:lnTo>
                  <a:pt x="0" y="187756"/>
                </a:lnTo>
                <a:lnTo>
                  <a:pt x="377609" y="187756"/>
                </a:lnTo>
                <a:lnTo>
                  <a:pt x="377609" y="221005"/>
                </a:lnTo>
                <a:lnTo>
                  <a:pt x="376770" y="222961"/>
                </a:lnTo>
                <a:lnTo>
                  <a:pt x="373418" y="226314"/>
                </a:lnTo>
                <a:lnTo>
                  <a:pt x="371462" y="227152"/>
                </a:lnTo>
                <a:close/>
              </a:path>
              <a:path w="377825" h="401320">
                <a:moveTo>
                  <a:pt x="307479" y="401078"/>
                </a:moveTo>
                <a:lnTo>
                  <a:pt x="71945" y="401078"/>
                </a:lnTo>
                <a:lnTo>
                  <a:pt x="65868" y="398703"/>
                </a:lnTo>
                <a:lnTo>
                  <a:pt x="56089" y="389204"/>
                </a:lnTo>
                <a:lnTo>
                  <a:pt x="53758" y="383476"/>
                </a:lnTo>
                <a:lnTo>
                  <a:pt x="53644" y="257746"/>
                </a:lnTo>
                <a:lnTo>
                  <a:pt x="326059" y="257746"/>
                </a:lnTo>
                <a:lnTo>
                  <a:pt x="326059" y="296722"/>
                </a:lnTo>
                <a:lnTo>
                  <a:pt x="99745" y="296722"/>
                </a:lnTo>
                <a:lnTo>
                  <a:pt x="99745" y="360705"/>
                </a:lnTo>
                <a:lnTo>
                  <a:pt x="101142" y="362102"/>
                </a:lnTo>
                <a:lnTo>
                  <a:pt x="326059" y="362102"/>
                </a:lnTo>
                <a:lnTo>
                  <a:pt x="326059" y="383476"/>
                </a:lnTo>
                <a:lnTo>
                  <a:pt x="323545" y="389553"/>
                </a:lnTo>
                <a:lnTo>
                  <a:pt x="313486" y="398773"/>
                </a:lnTo>
                <a:lnTo>
                  <a:pt x="307479" y="401078"/>
                </a:lnTo>
                <a:close/>
              </a:path>
              <a:path w="377825" h="401320">
                <a:moveTo>
                  <a:pt x="326059" y="362102"/>
                </a:moveTo>
                <a:lnTo>
                  <a:pt x="278142" y="362102"/>
                </a:lnTo>
                <a:lnTo>
                  <a:pt x="279539" y="360705"/>
                </a:lnTo>
                <a:lnTo>
                  <a:pt x="279539" y="296722"/>
                </a:lnTo>
                <a:lnTo>
                  <a:pt x="326059" y="296722"/>
                </a:lnTo>
                <a:lnTo>
                  <a:pt x="326059" y="3621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08470" y="3375294"/>
            <a:ext cx="319405" cy="399415"/>
          </a:xfrm>
          <a:custGeom>
            <a:avLst/>
            <a:gdLst/>
            <a:ahLst/>
            <a:cxnLst/>
            <a:rect l="l" t="t" r="r" b="b"/>
            <a:pathLst>
              <a:path w="319404" h="399414">
                <a:moveTo>
                  <a:pt x="109385" y="314744"/>
                </a:moveTo>
                <a:lnTo>
                  <a:pt x="70723" y="307789"/>
                </a:lnTo>
                <a:lnTo>
                  <a:pt x="33135" y="278884"/>
                </a:lnTo>
                <a:lnTo>
                  <a:pt x="9875" y="233451"/>
                </a:lnTo>
                <a:lnTo>
                  <a:pt x="1571" y="191633"/>
                </a:lnTo>
                <a:lnTo>
                  <a:pt x="0" y="161772"/>
                </a:lnTo>
                <a:lnTo>
                  <a:pt x="392" y="148544"/>
                </a:lnTo>
                <a:lnTo>
                  <a:pt x="6286" y="108546"/>
                </a:lnTo>
                <a:lnTo>
                  <a:pt x="19606" y="71142"/>
                </a:lnTo>
                <a:lnTo>
                  <a:pt x="49820" y="31838"/>
                </a:lnTo>
                <a:lnTo>
                  <a:pt x="95436" y="11747"/>
                </a:lnTo>
                <a:lnTo>
                  <a:pt x="109385" y="10896"/>
                </a:lnTo>
                <a:lnTo>
                  <a:pt x="123516" y="11747"/>
                </a:lnTo>
                <a:lnTo>
                  <a:pt x="159467" y="24517"/>
                </a:lnTo>
                <a:lnTo>
                  <a:pt x="188563" y="52806"/>
                </a:lnTo>
                <a:lnTo>
                  <a:pt x="109385" y="52806"/>
                </a:lnTo>
                <a:lnTo>
                  <a:pt x="101500" y="53487"/>
                </a:lnTo>
                <a:lnTo>
                  <a:pt x="70670" y="75961"/>
                </a:lnTo>
                <a:lnTo>
                  <a:pt x="53474" y="116876"/>
                </a:lnTo>
                <a:lnTo>
                  <a:pt x="48196" y="161353"/>
                </a:lnTo>
                <a:lnTo>
                  <a:pt x="48419" y="172512"/>
                </a:lnTo>
                <a:lnTo>
                  <a:pt x="53788" y="213858"/>
                </a:lnTo>
                <a:lnTo>
                  <a:pt x="71404" y="253241"/>
                </a:lnTo>
                <a:lnTo>
                  <a:pt x="109385" y="272834"/>
                </a:lnTo>
                <a:lnTo>
                  <a:pt x="190361" y="272834"/>
                </a:lnTo>
                <a:lnTo>
                  <a:pt x="186041" y="278884"/>
                </a:lnTo>
                <a:lnTo>
                  <a:pt x="148164" y="307789"/>
                </a:lnTo>
                <a:lnTo>
                  <a:pt x="123333" y="313971"/>
                </a:lnTo>
                <a:lnTo>
                  <a:pt x="109385" y="314744"/>
                </a:lnTo>
                <a:close/>
              </a:path>
              <a:path w="319404" h="399414">
                <a:moveTo>
                  <a:pt x="190361" y="272834"/>
                </a:moveTo>
                <a:lnTo>
                  <a:pt x="109385" y="272834"/>
                </a:lnTo>
                <a:lnTo>
                  <a:pt x="116902" y="272270"/>
                </a:lnTo>
                <a:lnTo>
                  <a:pt x="123948" y="270581"/>
                </a:lnTo>
                <a:lnTo>
                  <a:pt x="155905" y="239515"/>
                </a:lnTo>
                <a:lnTo>
                  <a:pt x="168871" y="193886"/>
                </a:lnTo>
                <a:lnTo>
                  <a:pt x="170992" y="161353"/>
                </a:lnTo>
                <a:lnTo>
                  <a:pt x="170783" y="153023"/>
                </a:lnTo>
                <a:lnTo>
                  <a:pt x="163239" y="107918"/>
                </a:lnTo>
                <a:lnTo>
                  <a:pt x="143070" y="69492"/>
                </a:lnTo>
                <a:lnTo>
                  <a:pt x="109385" y="52806"/>
                </a:lnTo>
                <a:lnTo>
                  <a:pt x="188563" y="52806"/>
                </a:lnTo>
                <a:lnTo>
                  <a:pt x="209327" y="95450"/>
                </a:lnTo>
                <a:lnTo>
                  <a:pt x="217631" y="135421"/>
                </a:lnTo>
                <a:lnTo>
                  <a:pt x="219189" y="161772"/>
                </a:lnTo>
                <a:lnTo>
                  <a:pt x="218796" y="176886"/>
                </a:lnTo>
                <a:lnTo>
                  <a:pt x="212902" y="220027"/>
                </a:lnTo>
                <a:lnTo>
                  <a:pt x="199465" y="257864"/>
                </a:lnTo>
                <a:lnTo>
                  <a:pt x="193205" y="268852"/>
                </a:lnTo>
                <a:lnTo>
                  <a:pt x="190361" y="272834"/>
                </a:lnTo>
                <a:close/>
              </a:path>
              <a:path w="319404" h="399414">
                <a:moveTo>
                  <a:pt x="312788" y="399402"/>
                </a:moveTo>
                <a:lnTo>
                  <a:pt x="271157" y="399402"/>
                </a:lnTo>
                <a:lnTo>
                  <a:pt x="271157" y="0"/>
                </a:lnTo>
                <a:lnTo>
                  <a:pt x="318935" y="0"/>
                </a:lnTo>
                <a:lnTo>
                  <a:pt x="318935" y="393255"/>
                </a:lnTo>
                <a:lnTo>
                  <a:pt x="318096" y="395211"/>
                </a:lnTo>
                <a:lnTo>
                  <a:pt x="314744" y="398564"/>
                </a:lnTo>
                <a:lnTo>
                  <a:pt x="312788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89432" y="3375294"/>
            <a:ext cx="363855" cy="399415"/>
          </a:xfrm>
          <a:custGeom>
            <a:avLst/>
            <a:gdLst/>
            <a:ahLst/>
            <a:cxnLst/>
            <a:rect l="l" t="t" r="r" b="b"/>
            <a:pathLst>
              <a:path w="363854" h="399414">
                <a:moveTo>
                  <a:pt x="300634" y="293789"/>
                </a:moveTo>
                <a:lnTo>
                  <a:pt x="259422" y="293789"/>
                </a:lnTo>
                <a:lnTo>
                  <a:pt x="259422" y="0"/>
                </a:lnTo>
                <a:lnTo>
                  <a:pt x="306781" y="0"/>
                </a:lnTo>
                <a:lnTo>
                  <a:pt x="306781" y="109804"/>
                </a:lnTo>
                <a:lnTo>
                  <a:pt x="363778" y="109804"/>
                </a:lnTo>
                <a:lnTo>
                  <a:pt x="363778" y="149618"/>
                </a:lnTo>
                <a:lnTo>
                  <a:pt x="306781" y="149618"/>
                </a:lnTo>
                <a:lnTo>
                  <a:pt x="306781" y="287642"/>
                </a:lnTo>
                <a:lnTo>
                  <a:pt x="305943" y="289598"/>
                </a:lnTo>
                <a:lnTo>
                  <a:pt x="302590" y="292950"/>
                </a:lnTo>
                <a:lnTo>
                  <a:pt x="300634" y="293789"/>
                </a:lnTo>
                <a:close/>
              </a:path>
              <a:path w="363854" h="399414">
                <a:moveTo>
                  <a:pt x="25565" y="237629"/>
                </a:moveTo>
                <a:lnTo>
                  <a:pt x="18021" y="237629"/>
                </a:lnTo>
                <a:lnTo>
                  <a:pt x="11874" y="235184"/>
                </a:lnTo>
                <a:lnTo>
                  <a:pt x="2374" y="225405"/>
                </a:lnTo>
                <a:lnTo>
                  <a:pt x="0" y="219468"/>
                </a:lnTo>
                <a:lnTo>
                  <a:pt x="0" y="103517"/>
                </a:lnTo>
                <a:lnTo>
                  <a:pt x="138163" y="103517"/>
                </a:lnTo>
                <a:lnTo>
                  <a:pt x="139560" y="101980"/>
                </a:lnTo>
                <a:lnTo>
                  <a:pt x="139560" y="49453"/>
                </a:lnTo>
                <a:lnTo>
                  <a:pt x="0" y="49453"/>
                </a:lnTo>
                <a:lnTo>
                  <a:pt x="0" y="12153"/>
                </a:lnTo>
                <a:lnTo>
                  <a:pt x="186499" y="12153"/>
                </a:lnTo>
                <a:lnTo>
                  <a:pt x="186499" y="122935"/>
                </a:lnTo>
                <a:lnTo>
                  <a:pt x="184054" y="128943"/>
                </a:lnTo>
                <a:lnTo>
                  <a:pt x="174275" y="138442"/>
                </a:lnTo>
                <a:lnTo>
                  <a:pt x="168198" y="140817"/>
                </a:lnTo>
                <a:lnTo>
                  <a:pt x="46520" y="140817"/>
                </a:lnTo>
                <a:lnTo>
                  <a:pt x="46520" y="197256"/>
                </a:lnTo>
                <a:lnTo>
                  <a:pt x="47917" y="198653"/>
                </a:lnTo>
                <a:lnTo>
                  <a:pt x="230924" y="198653"/>
                </a:lnTo>
                <a:lnTo>
                  <a:pt x="230924" y="225056"/>
                </a:lnTo>
                <a:lnTo>
                  <a:pt x="189223" y="229876"/>
                </a:lnTo>
                <a:lnTo>
                  <a:pt x="137883" y="233857"/>
                </a:lnTo>
                <a:lnTo>
                  <a:pt x="96078" y="236018"/>
                </a:lnTo>
                <a:lnTo>
                  <a:pt x="39290" y="237564"/>
                </a:lnTo>
                <a:lnTo>
                  <a:pt x="25565" y="237629"/>
                </a:lnTo>
                <a:close/>
              </a:path>
              <a:path w="363854" h="399414">
                <a:moveTo>
                  <a:pt x="230924" y="198653"/>
                </a:moveTo>
                <a:lnTo>
                  <a:pt x="47917" y="198653"/>
                </a:lnTo>
                <a:lnTo>
                  <a:pt x="72556" y="198496"/>
                </a:lnTo>
                <a:lnTo>
                  <a:pt x="95345" y="198024"/>
                </a:lnTo>
                <a:lnTo>
                  <a:pt x="141865" y="195929"/>
                </a:lnTo>
                <a:lnTo>
                  <a:pt x="187756" y="192157"/>
                </a:lnTo>
                <a:lnTo>
                  <a:pt x="230924" y="186499"/>
                </a:lnTo>
                <a:lnTo>
                  <a:pt x="230924" y="198653"/>
                </a:lnTo>
                <a:close/>
              </a:path>
              <a:path w="363854" h="399414">
                <a:moveTo>
                  <a:pt x="310692" y="399402"/>
                </a:moveTo>
                <a:lnTo>
                  <a:pt x="68732" y="399402"/>
                </a:lnTo>
                <a:lnTo>
                  <a:pt x="62795" y="396957"/>
                </a:lnTo>
                <a:lnTo>
                  <a:pt x="52457" y="387178"/>
                </a:lnTo>
                <a:lnTo>
                  <a:pt x="49872" y="381101"/>
                </a:lnTo>
                <a:lnTo>
                  <a:pt x="49872" y="271576"/>
                </a:lnTo>
                <a:lnTo>
                  <a:pt x="97231" y="271576"/>
                </a:lnTo>
                <a:lnTo>
                  <a:pt x="97231" y="356374"/>
                </a:lnTo>
                <a:lnTo>
                  <a:pt x="97650" y="357422"/>
                </a:lnTo>
                <a:lnTo>
                  <a:pt x="99326" y="358819"/>
                </a:lnTo>
                <a:lnTo>
                  <a:pt x="100164" y="359168"/>
                </a:lnTo>
                <a:lnTo>
                  <a:pt x="316839" y="359168"/>
                </a:lnTo>
                <a:lnTo>
                  <a:pt x="316839" y="393255"/>
                </a:lnTo>
                <a:lnTo>
                  <a:pt x="316001" y="395211"/>
                </a:lnTo>
                <a:lnTo>
                  <a:pt x="312648" y="398564"/>
                </a:lnTo>
                <a:lnTo>
                  <a:pt x="310692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08532" y="3385352"/>
            <a:ext cx="205104" cy="365760"/>
          </a:xfrm>
          <a:custGeom>
            <a:avLst/>
            <a:gdLst/>
            <a:ahLst/>
            <a:cxnLst/>
            <a:rect l="l" t="t" r="r" b="b"/>
            <a:pathLst>
              <a:path w="205104" h="365760">
                <a:moveTo>
                  <a:pt x="2933" y="57416"/>
                </a:moveTo>
                <a:lnTo>
                  <a:pt x="0" y="14668"/>
                </a:lnTo>
                <a:lnTo>
                  <a:pt x="38583" y="6142"/>
                </a:lnTo>
                <a:lnTo>
                  <a:pt x="82798" y="248"/>
                </a:lnTo>
                <a:lnTo>
                  <a:pt x="93878" y="0"/>
                </a:lnTo>
                <a:lnTo>
                  <a:pt x="119312" y="1231"/>
                </a:lnTo>
                <a:lnTo>
                  <a:pt x="160593" y="11079"/>
                </a:lnTo>
                <a:lnTo>
                  <a:pt x="196290" y="41910"/>
                </a:lnTo>
                <a:lnTo>
                  <a:pt x="98488" y="41910"/>
                </a:lnTo>
                <a:lnTo>
                  <a:pt x="86635" y="42145"/>
                </a:lnTo>
                <a:lnTo>
                  <a:pt x="40691" y="47829"/>
                </a:lnTo>
                <a:lnTo>
                  <a:pt x="16069" y="53697"/>
                </a:lnTo>
                <a:lnTo>
                  <a:pt x="2933" y="57416"/>
                </a:lnTo>
                <a:close/>
              </a:path>
              <a:path w="205104" h="365760">
                <a:moveTo>
                  <a:pt x="111061" y="279958"/>
                </a:moveTo>
                <a:lnTo>
                  <a:pt x="66636" y="279958"/>
                </a:lnTo>
                <a:lnTo>
                  <a:pt x="66703" y="247129"/>
                </a:lnTo>
                <a:lnTo>
                  <a:pt x="79000" y="208083"/>
                </a:lnTo>
                <a:lnTo>
                  <a:pt x="102954" y="173769"/>
                </a:lnTo>
                <a:lnTo>
                  <a:pt x="125310" y="150037"/>
                </a:lnTo>
                <a:lnTo>
                  <a:pt x="132330" y="142572"/>
                </a:lnTo>
                <a:lnTo>
                  <a:pt x="153731" y="110092"/>
                </a:lnTo>
                <a:lnTo>
                  <a:pt x="157712" y="92280"/>
                </a:lnTo>
                <a:lnTo>
                  <a:pt x="157581" y="82981"/>
                </a:lnTo>
                <a:lnTo>
                  <a:pt x="131846" y="46978"/>
                </a:lnTo>
                <a:lnTo>
                  <a:pt x="98488" y="41910"/>
                </a:lnTo>
                <a:lnTo>
                  <a:pt x="196290" y="41910"/>
                </a:lnTo>
                <a:lnTo>
                  <a:pt x="197815" y="44215"/>
                </a:lnTo>
                <a:lnTo>
                  <a:pt x="203158" y="60088"/>
                </a:lnTo>
                <a:lnTo>
                  <a:pt x="204939" y="78371"/>
                </a:lnTo>
                <a:lnTo>
                  <a:pt x="204271" y="91298"/>
                </a:lnTo>
                <a:lnTo>
                  <a:pt x="188136" y="137923"/>
                </a:lnTo>
                <a:lnTo>
                  <a:pt x="160515" y="173088"/>
                </a:lnTo>
                <a:lnTo>
                  <a:pt x="155001" y="178850"/>
                </a:lnTo>
                <a:lnTo>
                  <a:pt x="149775" y="184404"/>
                </a:lnTo>
                <a:lnTo>
                  <a:pt x="120351" y="221005"/>
                </a:lnTo>
                <a:lnTo>
                  <a:pt x="111061" y="247129"/>
                </a:lnTo>
                <a:lnTo>
                  <a:pt x="111061" y="279958"/>
                </a:lnTo>
                <a:close/>
              </a:path>
              <a:path w="205104" h="365760">
                <a:moveTo>
                  <a:pt x="113576" y="365455"/>
                </a:moveTo>
                <a:lnTo>
                  <a:pt x="65798" y="365455"/>
                </a:lnTo>
                <a:lnTo>
                  <a:pt x="65798" y="318935"/>
                </a:lnTo>
                <a:lnTo>
                  <a:pt x="113576" y="318935"/>
                </a:lnTo>
                <a:lnTo>
                  <a:pt x="113576" y="3654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98063" y="4579337"/>
            <a:ext cx="3011805" cy="552450"/>
          </a:xfrm>
          <a:custGeom>
            <a:avLst/>
            <a:gdLst/>
            <a:ahLst/>
            <a:cxnLst/>
            <a:rect l="l" t="t" r="r" b="b"/>
            <a:pathLst>
              <a:path w="3011804" h="552450">
                <a:moveTo>
                  <a:pt x="3011304" y="552264"/>
                </a:moveTo>
                <a:lnTo>
                  <a:pt x="0" y="552264"/>
                </a:lnTo>
                <a:lnTo>
                  <a:pt x="0" y="0"/>
                </a:lnTo>
                <a:lnTo>
                  <a:pt x="3011304" y="0"/>
                </a:lnTo>
                <a:lnTo>
                  <a:pt x="3011304" y="552264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09368" y="4579337"/>
            <a:ext cx="2971800" cy="552450"/>
          </a:xfrm>
          <a:custGeom>
            <a:avLst/>
            <a:gdLst/>
            <a:ahLst/>
            <a:cxnLst/>
            <a:rect l="l" t="t" r="r" b="b"/>
            <a:pathLst>
              <a:path w="2971800" h="552450">
                <a:moveTo>
                  <a:pt x="2971316" y="552264"/>
                </a:moveTo>
                <a:lnTo>
                  <a:pt x="0" y="552264"/>
                </a:lnTo>
                <a:lnTo>
                  <a:pt x="0" y="0"/>
                </a:lnTo>
                <a:lnTo>
                  <a:pt x="2971316" y="0"/>
                </a:lnTo>
                <a:lnTo>
                  <a:pt x="2971316" y="552264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06315" y="5131601"/>
            <a:ext cx="1492250" cy="3696970"/>
          </a:xfrm>
          <a:custGeom>
            <a:avLst/>
            <a:gdLst/>
            <a:ahLst/>
            <a:cxnLst/>
            <a:rect l="l" t="t" r="r" b="b"/>
            <a:pathLst>
              <a:path w="1492250" h="3696970">
                <a:moveTo>
                  <a:pt x="1491747" y="3696605"/>
                </a:moveTo>
                <a:lnTo>
                  <a:pt x="0" y="3696605"/>
                </a:lnTo>
                <a:lnTo>
                  <a:pt x="0" y="0"/>
                </a:lnTo>
                <a:lnTo>
                  <a:pt x="1491747" y="0"/>
                </a:lnTo>
                <a:lnTo>
                  <a:pt x="1491747" y="36966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98063" y="5131601"/>
            <a:ext cx="3011805" cy="3696970"/>
          </a:xfrm>
          <a:custGeom>
            <a:avLst/>
            <a:gdLst/>
            <a:ahLst/>
            <a:cxnLst/>
            <a:rect l="l" t="t" r="r" b="b"/>
            <a:pathLst>
              <a:path w="3011804" h="3696970">
                <a:moveTo>
                  <a:pt x="3011304" y="3696605"/>
                </a:moveTo>
                <a:lnTo>
                  <a:pt x="0" y="3696605"/>
                </a:lnTo>
                <a:lnTo>
                  <a:pt x="0" y="0"/>
                </a:lnTo>
                <a:lnTo>
                  <a:pt x="3011304" y="0"/>
                </a:lnTo>
                <a:lnTo>
                  <a:pt x="3011304" y="36966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09368" y="5131601"/>
            <a:ext cx="2971800" cy="3696970"/>
          </a:xfrm>
          <a:custGeom>
            <a:avLst/>
            <a:gdLst/>
            <a:ahLst/>
            <a:cxnLst/>
            <a:rect l="l" t="t" r="r" b="b"/>
            <a:pathLst>
              <a:path w="2971800" h="3696970">
                <a:moveTo>
                  <a:pt x="2971316" y="3696605"/>
                </a:moveTo>
                <a:lnTo>
                  <a:pt x="0" y="3696605"/>
                </a:lnTo>
                <a:lnTo>
                  <a:pt x="0" y="0"/>
                </a:lnTo>
                <a:lnTo>
                  <a:pt x="2971316" y="0"/>
                </a:lnTo>
                <a:lnTo>
                  <a:pt x="2971316" y="36966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16356" y="4730084"/>
            <a:ext cx="164646" cy="2045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525885" y="4732565"/>
            <a:ext cx="184268" cy="2029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807492" y="4722866"/>
            <a:ext cx="184268" cy="2151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020855" y="4730084"/>
            <a:ext cx="199605" cy="20546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240533" y="4731437"/>
            <a:ext cx="184268" cy="2090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462693" y="4730084"/>
            <a:ext cx="193064" cy="2045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678086" y="4730084"/>
            <a:ext cx="170284" cy="2045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401552" y="4574574"/>
          <a:ext cx="7489190" cy="42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1615"/>
                <a:gridCol w="3011170"/>
                <a:gridCol w="2971165"/>
              </a:tblGrid>
              <a:tr h="5522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739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7393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739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7393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739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4889419" y="4730084"/>
            <a:ext cx="172314" cy="20456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120149" y="4731737"/>
            <a:ext cx="24765" cy="49530"/>
          </a:xfrm>
          <a:custGeom>
            <a:avLst/>
            <a:gdLst/>
            <a:ahLst/>
            <a:cxnLst/>
            <a:rect l="l" t="t" r="r" b="b"/>
            <a:pathLst>
              <a:path w="24764" h="49529">
                <a:moveTo>
                  <a:pt x="0" y="0"/>
                </a:moveTo>
                <a:lnTo>
                  <a:pt x="24358" y="0"/>
                </a:lnTo>
                <a:lnTo>
                  <a:pt x="24358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120149" y="4781267"/>
            <a:ext cx="158750" cy="21590"/>
          </a:xfrm>
          <a:custGeom>
            <a:avLst/>
            <a:gdLst/>
            <a:ahLst/>
            <a:cxnLst/>
            <a:rect l="l" t="t" r="r" b="b"/>
            <a:pathLst>
              <a:path w="158750" h="21589">
                <a:moveTo>
                  <a:pt x="0" y="0"/>
                </a:moveTo>
                <a:lnTo>
                  <a:pt x="158556" y="0"/>
                </a:lnTo>
                <a:lnTo>
                  <a:pt x="158556" y="21590"/>
                </a:lnTo>
                <a:lnTo>
                  <a:pt x="0" y="2159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106616" y="4829999"/>
            <a:ext cx="184785" cy="21590"/>
          </a:xfrm>
          <a:custGeom>
            <a:avLst/>
            <a:gdLst/>
            <a:ahLst/>
            <a:cxnLst/>
            <a:rect l="l" t="t" r="r" b="b"/>
            <a:pathLst>
              <a:path w="184785" h="21589">
                <a:moveTo>
                  <a:pt x="184268" y="21200"/>
                </a:moveTo>
                <a:lnTo>
                  <a:pt x="0" y="21200"/>
                </a:lnTo>
                <a:lnTo>
                  <a:pt x="0" y="0"/>
                </a:lnTo>
                <a:lnTo>
                  <a:pt x="184268" y="0"/>
                </a:lnTo>
                <a:lnTo>
                  <a:pt x="184268" y="2120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120149" y="4870167"/>
            <a:ext cx="24765" cy="44450"/>
          </a:xfrm>
          <a:custGeom>
            <a:avLst/>
            <a:gdLst/>
            <a:ahLst/>
            <a:cxnLst/>
            <a:rect l="l" t="t" r="r" b="b"/>
            <a:pathLst>
              <a:path w="24764" h="44450">
                <a:moveTo>
                  <a:pt x="0" y="0"/>
                </a:moveTo>
                <a:lnTo>
                  <a:pt x="24358" y="0"/>
                </a:lnTo>
                <a:lnTo>
                  <a:pt x="24358" y="44450"/>
                </a:lnTo>
                <a:lnTo>
                  <a:pt x="0" y="4445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120149" y="4914617"/>
            <a:ext cx="161290" cy="20320"/>
          </a:xfrm>
          <a:custGeom>
            <a:avLst/>
            <a:gdLst/>
            <a:ahLst/>
            <a:cxnLst/>
            <a:rect l="l" t="t" r="r" b="b"/>
            <a:pathLst>
              <a:path w="161289" h="20320">
                <a:moveTo>
                  <a:pt x="0" y="0"/>
                </a:moveTo>
                <a:lnTo>
                  <a:pt x="161037" y="0"/>
                </a:lnTo>
                <a:lnTo>
                  <a:pt x="161037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327874" y="4891121"/>
            <a:ext cx="28575" cy="30480"/>
          </a:xfrm>
          <a:custGeom>
            <a:avLst/>
            <a:gdLst/>
            <a:ahLst/>
            <a:cxnLst/>
            <a:rect l="l" t="t" r="r" b="b"/>
            <a:pathLst>
              <a:path w="28575" h="30479">
                <a:moveTo>
                  <a:pt x="27967" y="29997"/>
                </a:moveTo>
                <a:lnTo>
                  <a:pt x="0" y="29997"/>
                </a:lnTo>
                <a:lnTo>
                  <a:pt x="0" y="0"/>
                </a:lnTo>
                <a:lnTo>
                  <a:pt x="27967" y="0"/>
                </a:lnTo>
                <a:lnTo>
                  <a:pt x="27967" y="2999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397341" y="4891121"/>
            <a:ext cx="28575" cy="30480"/>
          </a:xfrm>
          <a:custGeom>
            <a:avLst/>
            <a:gdLst/>
            <a:ahLst/>
            <a:cxnLst/>
            <a:rect l="l" t="t" r="r" b="b"/>
            <a:pathLst>
              <a:path w="28575" h="30479">
                <a:moveTo>
                  <a:pt x="27967" y="29997"/>
                </a:moveTo>
                <a:lnTo>
                  <a:pt x="0" y="29997"/>
                </a:lnTo>
                <a:lnTo>
                  <a:pt x="0" y="0"/>
                </a:lnTo>
                <a:lnTo>
                  <a:pt x="27967" y="0"/>
                </a:lnTo>
                <a:lnTo>
                  <a:pt x="27967" y="2999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466808" y="4891121"/>
            <a:ext cx="28575" cy="30480"/>
          </a:xfrm>
          <a:custGeom>
            <a:avLst/>
            <a:gdLst/>
            <a:ahLst/>
            <a:cxnLst/>
            <a:rect l="l" t="t" r="r" b="b"/>
            <a:pathLst>
              <a:path w="28575" h="30479">
                <a:moveTo>
                  <a:pt x="27967" y="29997"/>
                </a:moveTo>
                <a:lnTo>
                  <a:pt x="0" y="29997"/>
                </a:lnTo>
                <a:lnTo>
                  <a:pt x="0" y="0"/>
                </a:lnTo>
                <a:lnTo>
                  <a:pt x="27967" y="0"/>
                </a:lnTo>
                <a:lnTo>
                  <a:pt x="27967" y="2999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870142" y="4722866"/>
            <a:ext cx="184268" cy="2151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083505" y="4730084"/>
            <a:ext cx="199605" cy="20546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309048" y="4730084"/>
            <a:ext cx="165773" cy="20456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519705" y="4729858"/>
            <a:ext cx="184268" cy="20682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736226" y="4729858"/>
            <a:ext cx="184268" cy="20569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736101" y="5386104"/>
            <a:ext cx="156831" cy="19409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940719" y="5387367"/>
            <a:ext cx="154305" cy="19409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01338" y="5387367"/>
            <a:ext cx="358923" cy="19535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983196" y="5387367"/>
            <a:ext cx="160831" cy="19093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185288" y="5387367"/>
            <a:ext cx="161252" cy="19409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449485" y="5387367"/>
            <a:ext cx="366711" cy="19535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942401" y="5387367"/>
            <a:ext cx="187145" cy="19093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149123" y="5387367"/>
            <a:ext cx="161041" cy="19177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384265" y="5436587"/>
            <a:ext cx="21590" cy="43180"/>
          </a:xfrm>
          <a:custGeom>
            <a:avLst/>
            <a:gdLst/>
            <a:ahLst/>
            <a:cxnLst/>
            <a:rect l="l" t="t" r="r" b="b"/>
            <a:pathLst>
              <a:path w="21590" h="43179">
                <a:moveTo>
                  <a:pt x="0" y="0"/>
                </a:moveTo>
                <a:lnTo>
                  <a:pt x="21472" y="0"/>
                </a:lnTo>
                <a:lnTo>
                  <a:pt x="21472" y="43180"/>
                </a:lnTo>
                <a:lnTo>
                  <a:pt x="0" y="431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343847" y="5479767"/>
            <a:ext cx="102870" cy="19050"/>
          </a:xfrm>
          <a:custGeom>
            <a:avLst/>
            <a:gdLst/>
            <a:ahLst/>
            <a:cxnLst/>
            <a:rect l="l" t="t" r="r" b="b"/>
            <a:pathLst>
              <a:path w="102870" h="19050">
                <a:moveTo>
                  <a:pt x="0" y="0"/>
                </a:moveTo>
                <a:lnTo>
                  <a:pt x="102308" y="0"/>
                </a:lnTo>
                <a:lnTo>
                  <a:pt x="102308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384265" y="5498817"/>
            <a:ext cx="21590" cy="43180"/>
          </a:xfrm>
          <a:custGeom>
            <a:avLst/>
            <a:gdLst/>
            <a:ahLst/>
            <a:cxnLst/>
            <a:rect l="l" t="t" r="r" b="b"/>
            <a:pathLst>
              <a:path w="21590" h="43179">
                <a:moveTo>
                  <a:pt x="0" y="0"/>
                </a:moveTo>
                <a:lnTo>
                  <a:pt x="21472" y="0"/>
                </a:lnTo>
                <a:lnTo>
                  <a:pt x="21472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471628" y="5387157"/>
            <a:ext cx="171988" cy="1930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673088" y="5387367"/>
            <a:ext cx="165672" cy="19535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733691" y="6122112"/>
            <a:ext cx="183178" cy="19891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939111" y="6126309"/>
            <a:ext cx="159677" cy="19241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194772" y="6122112"/>
            <a:ext cx="375588" cy="20017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087283" y="6128827"/>
            <a:ext cx="168910" cy="1922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286828" y="6127567"/>
            <a:ext cx="160726" cy="19220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554030" y="6127567"/>
            <a:ext cx="158208" cy="19031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240533" y="6138059"/>
            <a:ext cx="106172" cy="16995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378179" y="6127567"/>
            <a:ext cx="158208" cy="19031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738517" y="6866889"/>
            <a:ext cx="157999" cy="19031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946454" y="6870417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946454" y="6890736"/>
            <a:ext cx="23495" cy="64769"/>
          </a:xfrm>
          <a:custGeom>
            <a:avLst/>
            <a:gdLst/>
            <a:ahLst/>
            <a:cxnLst/>
            <a:rect l="l" t="t" r="r" b="b"/>
            <a:pathLst>
              <a:path w="23494" h="64770">
                <a:moveTo>
                  <a:pt x="0" y="0"/>
                </a:moveTo>
                <a:lnTo>
                  <a:pt x="22871" y="0"/>
                </a:lnTo>
                <a:lnTo>
                  <a:pt x="22871" y="64769"/>
                </a:lnTo>
                <a:lnTo>
                  <a:pt x="0" y="6476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946454" y="6955507"/>
            <a:ext cx="151130" cy="19050"/>
          </a:xfrm>
          <a:custGeom>
            <a:avLst/>
            <a:gdLst/>
            <a:ahLst/>
            <a:cxnLst/>
            <a:rect l="l" t="t" r="r" b="b"/>
            <a:pathLst>
              <a:path w="151130" h="19050">
                <a:moveTo>
                  <a:pt x="0" y="0"/>
                </a:moveTo>
                <a:lnTo>
                  <a:pt x="150655" y="0"/>
                </a:lnTo>
                <a:lnTo>
                  <a:pt x="15065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010242" y="6974557"/>
            <a:ext cx="22860" cy="54610"/>
          </a:xfrm>
          <a:custGeom>
            <a:avLst/>
            <a:gdLst/>
            <a:ahLst/>
            <a:cxnLst/>
            <a:rect l="l" t="t" r="r" b="b"/>
            <a:pathLst>
              <a:path w="22860" h="54609">
                <a:moveTo>
                  <a:pt x="0" y="0"/>
                </a:moveTo>
                <a:lnTo>
                  <a:pt x="22661" y="0"/>
                </a:lnTo>
                <a:lnTo>
                  <a:pt x="22661" y="54610"/>
                </a:lnTo>
                <a:lnTo>
                  <a:pt x="0" y="546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936593" y="7029167"/>
            <a:ext cx="168910" cy="19050"/>
          </a:xfrm>
          <a:custGeom>
            <a:avLst/>
            <a:gdLst/>
            <a:ahLst/>
            <a:cxnLst/>
            <a:rect l="l" t="t" r="r" b="b"/>
            <a:pathLst>
              <a:path w="168910" h="19050">
                <a:moveTo>
                  <a:pt x="0" y="0"/>
                </a:moveTo>
                <a:lnTo>
                  <a:pt x="168910" y="0"/>
                </a:lnTo>
                <a:lnTo>
                  <a:pt x="16891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201277" y="6866889"/>
            <a:ext cx="360481" cy="19345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971524" y="6866889"/>
            <a:ext cx="154222" cy="19031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167502" y="6860594"/>
            <a:ext cx="471269" cy="20583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672973" y="6866889"/>
            <a:ext cx="160517" cy="191151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212995" y="6866889"/>
            <a:ext cx="157999" cy="19031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420932" y="6870417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420932" y="6890736"/>
            <a:ext cx="23495" cy="64769"/>
          </a:xfrm>
          <a:custGeom>
            <a:avLst/>
            <a:gdLst/>
            <a:ahLst/>
            <a:cxnLst/>
            <a:rect l="l" t="t" r="r" b="b"/>
            <a:pathLst>
              <a:path w="23495" h="64770">
                <a:moveTo>
                  <a:pt x="0" y="0"/>
                </a:moveTo>
                <a:lnTo>
                  <a:pt x="22871" y="0"/>
                </a:lnTo>
                <a:lnTo>
                  <a:pt x="22871" y="64769"/>
                </a:lnTo>
                <a:lnTo>
                  <a:pt x="0" y="6476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420932" y="6955507"/>
            <a:ext cx="151130" cy="19050"/>
          </a:xfrm>
          <a:custGeom>
            <a:avLst/>
            <a:gdLst/>
            <a:ahLst/>
            <a:cxnLst/>
            <a:rect l="l" t="t" r="r" b="b"/>
            <a:pathLst>
              <a:path w="151129" h="19050">
                <a:moveTo>
                  <a:pt x="0" y="0"/>
                </a:moveTo>
                <a:lnTo>
                  <a:pt x="150655" y="0"/>
                </a:lnTo>
                <a:lnTo>
                  <a:pt x="15065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484719" y="6974557"/>
            <a:ext cx="22860" cy="54610"/>
          </a:xfrm>
          <a:custGeom>
            <a:avLst/>
            <a:gdLst/>
            <a:ahLst/>
            <a:cxnLst/>
            <a:rect l="l" t="t" r="r" b="b"/>
            <a:pathLst>
              <a:path w="22859" h="54609">
                <a:moveTo>
                  <a:pt x="0" y="0"/>
                </a:moveTo>
                <a:lnTo>
                  <a:pt x="22661" y="0"/>
                </a:lnTo>
                <a:lnTo>
                  <a:pt x="22661" y="54610"/>
                </a:lnTo>
                <a:lnTo>
                  <a:pt x="0" y="546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411070" y="7029167"/>
            <a:ext cx="168910" cy="19050"/>
          </a:xfrm>
          <a:custGeom>
            <a:avLst/>
            <a:gdLst/>
            <a:ahLst/>
            <a:cxnLst/>
            <a:rect l="l" t="t" r="r" b="b"/>
            <a:pathLst>
              <a:path w="168909" h="19050">
                <a:moveTo>
                  <a:pt x="0" y="0"/>
                </a:moveTo>
                <a:lnTo>
                  <a:pt x="168910" y="0"/>
                </a:lnTo>
                <a:lnTo>
                  <a:pt x="16891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671768" y="6880107"/>
            <a:ext cx="121489" cy="16450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818437" y="6880107"/>
            <a:ext cx="236264" cy="16450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081349" y="6870246"/>
            <a:ext cx="168910" cy="17856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292644" y="6870417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418959" y="6890736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5" h="30479">
                <a:moveTo>
                  <a:pt x="0" y="0"/>
                </a:moveTo>
                <a:lnTo>
                  <a:pt x="22871" y="0"/>
                </a:lnTo>
                <a:lnTo>
                  <a:pt x="22871" y="30479"/>
                </a:lnTo>
                <a:lnTo>
                  <a:pt x="0" y="304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292644" y="6921217"/>
            <a:ext cx="149225" cy="19050"/>
          </a:xfrm>
          <a:custGeom>
            <a:avLst/>
            <a:gdLst/>
            <a:ahLst/>
            <a:cxnLst/>
            <a:rect l="l" t="t" r="r" b="b"/>
            <a:pathLst>
              <a:path w="149225" h="19050">
                <a:moveTo>
                  <a:pt x="0" y="0"/>
                </a:moveTo>
                <a:lnTo>
                  <a:pt x="149186" y="0"/>
                </a:lnTo>
                <a:lnTo>
                  <a:pt x="149186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292644" y="6940267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0" y="0"/>
                </a:moveTo>
                <a:lnTo>
                  <a:pt x="22871" y="0"/>
                </a:lnTo>
                <a:lnTo>
                  <a:pt x="22871" y="31749"/>
                </a:lnTo>
                <a:lnTo>
                  <a:pt x="0" y="317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292644" y="6972017"/>
            <a:ext cx="151765" cy="19050"/>
          </a:xfrm>
          <a:custGeom>
            <a:avLst/>
            <a:gdLst/>
            <a:ahLst/>
            <a:cxnLst/>
            <a:rect l="l" t="t" r="r" b="b"/>
            <a:pathLst>
              <a:path w="151765" h="19050">
                <a:moveTo>
                  <a:pt x="0" y="0"/>
                </a:moveTo>
                <a:lnTo>
                  <a:pt x="151494" y="0"/>
                </a:lnTo>
                <a:lnTo>
                  <a:pt x="15149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356431" y="6991067"/>
            <a:ext cx="22860" cy="38100"/>
          </a:xfrm>
          <a:custGeom>
            <a:avLst/>
            <a:gdLst/>
            <a:ahLst/>
            <a:cxnLst/>
            <a:rect l="l" t="t" r="r" b="b"/>
            <a:pathLst>
              <a:path w="22859" h="38100">
                <a:moveTo>
                  <a:pt x="0" y="0"/>
                </a:moveTo>
                <a:lnTo>
                  <a:pt x="22661" y="0"/>
                </a:lnTo>
                <a:lnTo>
                  <a:pt x="22661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282782" y="7029167"/>
            <a:ext cx="168910" cy="19050"/>
          </a:xfrm>
          <a:custGeom>
            <a:avLst/>
            <a:gdLst/>
            <a:ahLst/>
            <a:cxnLst/>
            <a:rect l="l" t="t" r="r" b="b"/>
            <a:pathLst>
              <a:path w="168909" h="19050">
                <a:moveTo>
                  <a:pt x="0" y="0"/>
                </a:moveTo>
                <a:lnTo>
                  <a:pt x="168910" y="0"/>
                </a:lnTo>
                <a:lnTo>
                  <a:pt x="16891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7484845" y="6866889"/>
            <a:ext cx="160517" cy="19220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7751236" y="6866889"/>
            <a:ext cx="153173" cy="190312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7949941" y="6869147"/>
            <a:ext cx="22860" cy="35560"/>
          </a:xfrm>
          <a:custGeom>
            <a:avLst/>
            <a:gdLst/>
            <a:ahLst/>
            <a:cxnLst/>
            <a:rect l="l" t="t" r="r" b="b"/>
            <a:pathLst>
              <a:path w="22859" h="35559">
                <a:moveTo>
                  <a:pt x="0" y="0"/>
                </a:moveTo>
                <a:lnTo>
                  <a:pt x="22451" y="0"/>
                </a:lnTo>
                <a:lnTo>
                  <a:pt x="22451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7949941" y="6904707"/>
            <a:ext cx="93345" cy="20320"/>
          </a:xfrm>
          <a:custGeom>
            <a:avLst/>
            <a:gdLst/>
            <a:ahLst/>
            <a:cxnLst/>
            <a:rect l="l" t="t" r="r" b="b"/>
            <a:pathLst>
              <a:path w="93345" h="20320">
                <a:moveTo>
                  <a:pt x="0" y="0"/>
                </a:moveTo>
                <a:lnTo>
                  <a:pt x="92953" y="0"/>
                </a:lnTo>
                <a:lnTo>
                  <a:pt x="92953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7949941" y="6925026"/>
            <a:ext cx="22860" cy="33020"/>
          </a:xfrm>
          <a:custGeom>
            <a:avLst/>
            <a:gdLst/>
            <a:ahLst/>
            <a:cxnLst/>
            <a:rect l="l" t="t" r="r" b="b"/>
            <a:pathLst>
              <a:path w="22859" h="33020">
                <a:moveTo>
                  <a:pt x="0" y="0"/>
                </a:moveTo>
                <a:lnTo>
                  <a:pt x="22451" y="0"/>
                </a:lnTo>
                <a:lnTo>
                  <a:pt x="22451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7949941" y="6958047"/>
            <a:ext cx="93345" cy="19050"/>
          </a:xfrm>
          <a:custGeom>
            <a:avLst/>
            <a:gdLst/>
            <a:ahLst/>
            <a:cxnLst/>
            <a:rect l="l" t="t" r="r" b="b"/>
            <a:pathLst>
              <a:path w="93345" h="19050">
                <a:moveTo>
                  <a:pt x="0" y="0"/>
                </a:moveTo>
                <a:lnTo>
                  <a:pt x="92953" y="0"/>
                </a:lnTo>
                <a:lnTo>
                  <a:pt x="92953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8020863" y="6869196"/>
            <a:ext cx="22225" cy="36195"/>
          </a:xfrm>
          <a:custGeom>
            <a:avLst/>
            <a:gdLst/>
            <a:ahLst/>
            <a:cxnLst/>
            <a:rect l="l" t="t" r="r" b="b"/>
            <a:pathLst>
              <a:path w="22225" h="36195">
                <a:moveTo>
                  <a:pt x="22031" y="35880"/>
                </a:moveTo>
                <a:lnTo>
                  <a:pt x="0" y="35880"/>
                </a:lnTo>
                <a:lnTo>
                  <a:pt x="0" y="0"/>
                </a:lnTo>
                <a:lnTo>
                  <a:pt x="22031" y="0"/>
                </a:lnTo>
                <a:lnTo>
                  <a:pt x="22031" y="3588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8020863" y="6924591"/>
            <a:ext cx="22225" cy="33655"/>
          </a:xfrm>
          <a:custGeom>
            <a:avLst/>
            <a:gdLst/>
            <a:ahLst/>
            <a:cxnLst/>
            <a:rect l="l" t="t" r="r" b="b"/>
            <a:pathLst>
              <a:path w="22225" h="33654">
                <a:moveTo>
                  <a:pt x="22031" y="33152"/>
                </a:moveTo>
                <a:lnTo>
                  <a:pt x="0" y="33152"/>
                </a:lnTo>
                <a:lnTo>
                  <a:pt x="0" y="0"/>
                </a:lnTo>
                <a:lnTo>
                  <a:pt x="22031" y="0"/>
                </a:lnTo>
                <a:lnTo>
                  <a:pt x="22031" y="3315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8078354" y="6866607"/>
            <a:ext cx="23495" cy="52069"/>
          </a:xfrm>
          <a:custGeom>
            <a:avLst/>
            <a:gdLst/>
            <a:ahLst/>
            <a:cxnLst/>
            <a:rect l="l" t="t" r="r" b="b"/>
            <a:pathLst>
              <a:path w="23495" h="52070">
                <a:moveTo>
                  <a:pt x="0" y="0"/>
                </a:moveTo>
                <a:lnTo>
                  <a:pt x="22871" y="0"/>
                </a:lnTo>
                <a:lnTo>
                  <a:pt x="22871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8078354" y="6918676"/>
            <a:ext cx="50800" cy="20320"/>
          </a:xfrm>
          <a:custGeom>
            <a:avLst/>
            <a:gdLst/>
            <a:ahLst/>
            <a:cxnLst/>
            <a:rect l="l" t="t" r="r" b="b"/>
            <a:pathLst>
              <a:path w="50800" h="20320">
                <a:moveTo>
                  <a:pt x="0" y="0"/>
                </a:moveTo>
                <a:lnTo>
                  <a:pt x="50568" y="0"/>
                </a:lnTo>
                <a:lnTo>
                  <a:pt x="50568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8078354" y="6938997"/>
            <a:ext cx="23495" cy="60960"/>
          </a:xfrm>
          <a:custGeom>
            <a:avLst/>
            <a:gdLst/>
            <a:ahLst/>
            <a:cxnLst/>
            <a:rect l="l" t="t" r="r" b="b"/>
            <a:pathLst>
              <a:path w="23495" h="60959">
                <a:moveTo>
                  <a:pt x="0" y="0"/>
                </a:moveTo>
                <a:lnTo>
                  <a:pt x="22871" y="0"/>
                </a:lnTo>
                <a:lnTo>
                  <a:pt x="22871" y="60959"/>
                </a:lnTo>
                <a:lnTo>
                  <a:pt x="0" y="6095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7960852" y="6996147"/>
            <a:ext cx="22860" cy="41910"/>
          </a:xfrm>
          <a:custGeom>
            <a:avLst/>
            <a:gdLst/>
            <a:ahLst/>
            <a:cxnLst/>
            <a:rect l="l" t="t" r="r" b="b"/>
            <a:pathLst>
              <a:path w="22859" h="41909">
                <a:moveTo>
                  <a:pt x="0" y="0"/>
                </a:moveTo>
                <a:lnTo>
                  <a:pt x="22661" y="0"/>
                </a:lnTo>
                <a:lnTo>
                  <a:pt x="22661" y="41909"/>
                </a:lnTo>
                <a:lnTo>
                  <a:pt x="0" y="4190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7960852" y="7038057"/>
            <a:ext cx="144145" cy="20320"/>
          </a:xfrm>
          <a:custGeom>
            <a:avLst/>
            <a:gdLst/>
            <a:ahLst/>
            <a:cxnLst/>
            <a:rect l="l" t="t" r="r" b="b"/>
            <a:pathLst>
              <a:path w="144145" h="20320">
                <a:moveTo>
                  <a:pt x="0" y="0"/>
                </a:moveTo>
                <a:lnTo>
                  <a:pt x="143940" y="0"/>
                </a:lnTo>
                <a:lnTo>
                  <a:pt x="143940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8214984" y="6870417"/>
            <a:ext cx="72390" cy="19050"/>
          </a:xfrm>
          <a:custGeom>
            <a:avLst/>
            <a:gdLst/>
            <a:ahLst/>
            <a:cxnLst/>
            <a:rect l="l" t="t" r="r" b="b"/>
            <a:pathLst>
              <a:path w="72390" h="19050">
                <a:moveTo>
                  <a:pt x="0" y="0"/>
                </a:moveTo>
                <a:lnTo>
                  <a:pt x="72180" y="0"/>
                </a:lnTo>
                <a:lnTo>
                  <a:pt x="72180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8214984" y="6889467"/>
            <a:ext cx="22225" cy="135890"/>
          </a:xfrm>
          <a:custGeom>
            <a:avLst/>
            <a:gdLst/>
            <a:ahLst/>
            <a:cxnLst/>
            <a:rect l="l" t="t" r="r" b="b"/>
            <a:pathLst>
              <a:path w="22225" h="135890">
                <a:moveTo>
                  <a:pt x="0" y="0"/>
                </a:moveTo>
                <a:lnTo>
                  <a:pt x="22031" y="0"/>
                </a:lnTo>
                <a:lnTo>
                  <a:pt x="22031" y="135889"/>
                </a:lnTo>
                <a:lnTo>
                  <a:pt x="0" y="1358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8214984" y="7025357"/>
            <a:ext cx="72390" cy="19050"/>
          </a:xfrm>
          <a:custGeom>
            <a:avLst/>
            <a:gdLst/>
            <a:ahLst/>
            <a:cxnLst/>
            <a:rect l="l" t="t" r="r" b="b"/>
            <a:pathLst>
              <a:path w="72390" h="19050">
                <a:moveTo>
                  <a:pt x="0" y="0"/>
                </a:moveTo>
                <a:lnTo>
                  <a:pt x="72180" y="0"/>
                </a:lnTo>
                <a:lnTo>
                  <a:pt x="7218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8265133" y="6889760"/>
            <a:ext cx="22225" cy="135890"/>
          </a:xfrm>
          <a:custGeom>
            <a:avLst/>
            <a:gdLst/>
            <a:ahLst/>
            <a:cxnLst/>
            <a:rect l="l" t="t" r="r" b="b"/>
            <a:pathLst>
              <a:path w="22225" h="135890">
                <a:moveTo>
                  <a:pt x="22031" y="135337"/>
                </a:moveTo>
                <a:lnTo>
                  <a:pt x="0" y="135337"/>
                </a:lnTo>
                <a:lnTo>
                  <a:pt x="0" y="0"/>
                </a:lnTo>
                <a:lnTo>
                  <a:pt x="22031" y="0"/>
                </a:lnTo>
                <a:lnTo>
                  <a:pt x="22031" y="135337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8305629" y="6942807"/>
            <a:ext cx="66040" cy="20320"/>
          </a:xfrm>
          <a:custGeom>
            <a:avLst/>
            <a:gdLst/>
            <a:ahLst/>
            <a:cxnLst/>
            <a:rect l="l" t="t" r="r" b="b"/>
            <a:pathLst>
              <a:path w="66040" h="20320">
                <a:moveTo>
                  <a:pt x="0" y="0"/>
                </a:moveTo>
                <a:lnTo>
                  <a:pt x="65465" y="0"/>
                </a:lnTo>
                <a:lnTo>
                  <a:pt x="65465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8305629" y="6867876"/>
            <a:ext cx="22225" cy="186690"/>
          </a:xfrm>
          <a:custGeom>
            <a:avLst/>
            <a:gdLst/>
            <a:ahLst/>
            <a:cxnLst/>
            <a:rect l="l" t="t" r="r" b="b"/>
            <a:pathLst>
              <a:path w="22225" h="186690">
                <a:moveTo>
                  <a:pt x="0" y="0"/>
                </a:moveTo>
                <a:lnTo>
                  <a:pt x="21821" y="0"/>
                </a:lnTo>
                <a:lnTo>
                  <a:pt x="21821" y="186690"/>
                </a:lnTo>
                <a:lnTo>
                  <a:pt x="0" y="18669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8348853" y="6866889"/>
            <a:ext cx="22860" cy="190500"/>
          </a:xfrm>
          <a:custGeom>
            <a:avLst/>
            <a:gdLst/>
            <a:ahLst/>
            <a:cxnLst/>
            <a:rect l="l" t="t" r="r" b="b"/>
            <a:pathLst>
              <a:path w="22859" h="190500">
                <a:moveTo>
                  <a:pt x="0" y="0"/>
                </a:moveTo>
                <a:lnTo>
                  <a:pt x="22241" y="0"/>
                </a:lnTo>
                <a:lnTo>
                  <a:pt x="22241" y="190312"/>
                </a:lnTo>
                <a:lnTo>
                  <a:pt x="0" y="190312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8412850" y="6861433"/>
            <a:ext cx="161566" cy="20017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1965079" y="7607646"/>
            <a:ext cx="171988" cy="194092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2173697" y="7605331"/>
            <a:ext cx="153673" cy="19093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3881238" y="7598594"/>
            <a:ext cx="374500" cy="200828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291315" y="7605331"/>
            <a:ext cx="158936" cy="190934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553908" y="7604067"/>
            <a:ext cx="163357" cy="194934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752210" y="7605120"/>
            <a:ext cx="171988" cy="193039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6742361" y="7599857"/>
            <a:ext cx="183777" cy="198302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6948452" y="7604067"/>
            <a:ext cx="161252" cy="196618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7207177" y="7605331"/>
            <a:ext cx="160831" cy="190934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7412846" y="7605331"/>
            <a:ext cx="157673" cy="192829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7679570" y="7605331"/>
            <a:ext cx="153673" cy="19093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7887767" y="7607017"/>
            <a:ext cx="147320" cy="19050"/>
          </a:xfrm>
          <a:custGeom>
            <a:avLst/>
            <a:gdLst/>
            <a:ahLst/>
            <a:cxnLst/>
            <a:rect l="l" t="t" r="r" b="b"/>
            <a:pathLst>
              <a:path w="147320" h="19050">
                <a:moveTo>
                  <a:pt x="0" y="0"/>
                </a:moveTo>
                <a:lnTo>
                  <a:pt x="146937" y="0"/>
                </a:lnTo>
                <a:lnTo>
                  <a:pt x="146937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8011759" y="7626067"/>
            <a:ext cx="23495" cy="15240"/>
          </a:xfrm>
          <a:custGeom>
            <a:avLst/>
            <a:gdLst/>
            <a:ahLst/>
            <a:cxnLst/>
            <a:rect l="l" t="t" r="r" b="b"/>
            <a:pathLst>
              <a:path w="23495" h="15240">
                <a:moveTo>
                  <a:pt x="0" y="0"/>
                </a:moveTo>
                <a:lnTo>
                  <a:pt x="22945" y="0"/>
                </a:lnTo>
                <a:lnTo>
                  <a:pt x="22945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7887767" y="7641307"/>
            <a:ext cx="147320" cy="19050"/>
          </a:xfrm>
          <a:custGeom>
            <a:avLst/>
            <a:gdLst/>
            <a:ahLst/>
            <a:cxnLst/>
            <a:rect l="l" t="t" r="r" b="b"/>
            <a:pathLst>
              <a:path w="147320" h="19050">
                <a:moveTo>
                  <a:pt x="0" y="0"/>
                </a:moveTo>
                <a:lnTo>
                  <a:pt x="146937" y="0"/>
                </a:lnTo>
                <a:lnTo>
                  <a:pt x="14693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7887767" y="7660357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40">
                <a:moveTo>
                  <a:pt x="0" y="0"/>
                </a:moveTo>
                <a:lnTo>
                  <a:pt x="22735" y="0"/>
                </a:lnTo>
                <a:lnTo>
                  <a:pt x="2273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7887767" y="7675597"/>
            <a:ext cx="148590" cy="17780"/>
          </a:xfrm>
          <a:custGeom>
            <a:avLst/>
            <a:gdLst/>
            <a:ahLst/>
            <a:cxnLst/>
            <a:rect l="l" t="t" r="r" b="b"/>
            <a:pathLst>
              <a:path w="148590" h="17779">
                <a:moveTo>
                  <a:pt x="0" y="0"/>
                </a:moveTo>
                <a:lnTo>
                  <a:pt x="147989" y="0"/>
                </a:lnTo>
                <a:lnTo>
                  <a:pt x="147989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7949447" y="7693956"/>
            <a:ext cx="22860" cy="17145"/>
          </a:xfrm>
          <a:custGeom>
            <a:avLst/>
            <a:gdLst/>
            <a:ahLst/>
            <a:cxnLst/>
            <a:rect l="l" t="t" r="r" b="b"/>
            <a:pathLst>
              <a:path w="22859" h="17145">
                <a:moveTo>
                  <a:pt x="22735" y="17051"/>
                </a:moveTo>
                <a:lnTo>
                  <a:pt x="0" y="17051"/>
                </a:lnTo>
                <a:lnTo>
                  <a:pt x="0" y="0"/>
                </a:lnTo>
                <a:lnTo>
                  <a:pt x="22735" y="0"/>
                </a:lnTo>
                <a:lnTo>
                  <a:pt x="22735" y="1705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7875136" y="7711007"/>
            <a:ext cx="172085" cy="19685"/>
          </a:xfrm>
          <a:custGeom>
            <a:avLst/>
            <a:gdLst/>
            <a:ahLst/>
            <a:cxnLst/>
            <a:rect l="l" t="t" r="r" b="b"/>
            <a:pathLst>
              <a:path w="172084" h="19684">
                <a:moveTo>
                  <a:pt x="171988" y="19156"/>
                </a:moveTo>
                <a:lnTo>
                  <a:pt x="0" y="19156"/>
                </a:lnTo>
                <a:lnTo>
                  <a:pt x="0" y="0"/>
                </a:lnTo>
                <a:lnTo>
                  <a:pt x="171988" y="0"/>
                </a:lnTo>
                <a:lnTo>
                  <a:pt x="171988" y="1915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7886504" y="7745447"/>
            <a:ext cx="148590" cy="19050"/>
          </a:xfrm>
          <a:custGeom>
            <a:avLst/>
            <a:gdLst/>
            <a:ahLst/>
            <a:cxnLst/>
            <a:rect l="l" t="t" r="r" b="b"/>
            <a:pathLst>
              <a:path w="148590" h="19050">
                <a:moveTo>
                  <a:pt x="0" y="0"/>
                </a:moveTo>
                <a:lnTo>
                  <a:pt x="148200" y="0"/>
                </a:lnTo>
                <a:lnTo>
                  <a:pt x="148200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8011759" y="7764497"/>
            <a:ext cx="23495" cy="35560"/>
          </a:xfrm>
          <a:custGeom>
            <a:avLst/>
            <a:gdLst/>
            <a:ahLst/>
            <a:cxnLst/>
            <a:rect l="l" t="t" r="r" b="b"/>
            <a:pathLst>
              <a:path w="23495" h="35559">
                <a:moveTo>
                  <a:pt x="0" y="0"/>
                </a:moveTo>
                <a:lnTo>
                  <a:pt x="22945" y="0"/>
                </a:lnTo>
                <a:lnTo>
                  <a:pt x="22945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1734320" y="8340075"/>
            <a:ext cx="182338" cy="200174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1936593" y="8347839"/>
            <a:ext cx="168910" cy="191151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2197920" y="8340075"/>
            <a:ext cx="182338" cy="19765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2405438" y="8345530"/>
            <a:ext cx="153173" cy="190312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3652934" y="8346789"/>
            <a:ext cx="171428" cy="194508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3859613" y="8345530"/>
            <a:ext cx="179611" cy="190312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4061046" y="8345530"/>
            <a:ext cx="179611" cy="190312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4320687" y="8345530"/>
            <a:ext cx="157159" cy="193459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4522120" y="8345530"/>
            <a:ext cx="157159" cy="192200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4785274" y="8345530"/>
            <a:ext cx="360481" cy="193459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6783177" y="8345530"/>
            <a:ext cx="151914" cy="190312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6978105" y="8347839"/>
            <a:ext cx="168910" cy="179611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7189401" y="8348697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7189401" y="8369017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0" y="0"/>
                </a:moveTo>
                <a:lnTo>
                  <a:pt x="22871" y="0"/>
                </a:lnTo>
                <a:lnTo>
                  <a:pt x="22871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7189401" y="8400767"/>
            <a:ext cx="147320" cy="19050"/>
          </a:xfrm>
          <a:custGeom>
            <a:avLst/>
            <a:gdLst/>
            <a:ahLst/>
            <a:cxnLst/>
            <a:rect l="l" t="t" r="r" b="b"/>
            <a:pathLst>
              <a:path w="147320" h="19050">
                <a:moveTo>
                  <a:pt x="0" y="0"/>
                </a:moveTo>
                <a:lnTo>
                  <a:pt x="147088" y="0"/>
                </a:lnTo>
                <a:lnTo>
                  <a:pt x="14708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7189401" y="8419817"/>
            <a:ext cx="23495" cy="33020"/>
          </a:xfrm>
          <a:custGeom>
            <a:avLst/>
            <a:gdLst/>
            <a:ahLst/>
            <a:cxnLst/>
            <a:rect l="l" t="t" r="r" b="b"/>
            <a:pathLst>
              <a:path w="23495" h="33020">
                <a:moveTo>
                  <a:pt x="0" y="0"/>
                </a:moveTo>
                <a:lnTo>
                  <a:pt x="22871" y="0"/>
                </a:lnTo>
                <a:lnTo>
                  <a:pt x="22871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7189401" y="8452836"/>
            <a:ext cx="151765" cy="19050"/>
          </a:xfrm>
          <a:custGeom>
            <a:avLst/>
            <a:gdLst/>
            <a:ahLst/>
            <a:cxnLst/>
            <a:rect l="l" t="t" r="r" b="b"/>
            <a:pathLst>
              <a:path w="151765" h="19050">
                <a:moveTo>
                  <a:pt x="0" y="0"/>
                </a:moveTo>
                <a:lnTo>
                  <a:pt x="151494" y="0"/>
                </a:lnTo>
                <a:lnTo>
                  <a:pt x="15149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7179539" y="8507726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09" h="20320">
                <a:moveTo>
                  <a:pt x="168910" y="19723"/>
                </a:moveTo>
                <a:lnTo>
                  <a:pt x="0" y="19723"/>
                </a:lnTo>
                <a:lnTo>
                  <a:pt x="0" y="0"/>
                </a:lnTo>
                <a:lnTo>
                  <a:pt x="168910" y="0"/>
                </a:lnTo>
                <a:lnTo>
                  <a:pt x="168910" y="1972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7390834" y="8348697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7517149" y="8369017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5" h="30479">
                <a:moveTo>
                  <a:pt x="0" y="0"/>
                </a:moveTo>
                <a:lnTo>
                  <a:pt x="22871" y="0"/>
                </a:lnTo>
                <a:lnTo>
                  <a:pt x="22871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7390834" y="8399497"/>
            <a:ext cx="149225" cy="19050"/>
          </a:xfrm>
          <a:custGeom>
            <a:avLst/>
            <a:gdLst/>
            <a:ahLst/>
            <a:cxnLst/>
            <a:rect l="l" t="t" r="r" b="b"/>
            <a:pathLst>
              <a:path w="149225" h="19050">
                <a:moveTo>
                  <a:pt x="0" y="0"/>
                </a:moveTo>
                <a:lnTo>
                  <a:pt x="149186" y="0"/>
                </a:lnTo>
                <a:lnTo>
                  <a:pt x="14918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7390834" y="8418547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0" y="0"/>
                </a:moveTo>
                <a:lnTo>
                  <a:pt x="22871" y="0"/>
                </a:lnTo>
                <a:lnTo>
                  <a:pt x="22871" y="31749"/>
                </a:lnTo>
                <a:lnTo>
                  <a:pt x="0" y="317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7390834" y="8450297"/>
            <a:ext cx="151765" cy="19050"/>
          </a:xfrm>
          <a:custGeom>
            <a:avLst/>
            <a:gdLst/>
            <a:ahLst/>
            <a:cxnLst/>
            <a:rect l="l" t="t" r="r" b="b"/>
            <a:pathLst>
              <a:path w="151765" h="19050">
                <a:moveTo>
                  <a:pt x="0" y="0"/>
                </a:moveTo>
                <a:lnTo>
                  <a:pt x="151494" y="0"/>
                </a:lnTo>
                <a:lnTo>
                  <a:pt x="15149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7454621" y="8469347"/>
            <a:ext cx="22860" cy="38100"/>
          </a:xfrm>
          <a:custGeom>
            <a:avLst/>
            <a:gdLst/>
            <a:ahLst/>
            <a:cxnLst/>
            <a:rect l="l" t="t" r="r" b="b"/>
            <a:pathLst>
              <a:path w="22859" h="38100">
                <a:moveTo>
                  <a:pt x="0" y="0"/>
                </a:moveTo>
                <a:lnTo>
                  <a:pt x="22661" y="0"/>
                </a:lnTo>
                <a:lnTo>
                  <a:pt x="22661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7380971" y="8507447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09" h="20320">
                <a:moveTo>
                  <a:pt x="0" y="0"/>
                </a:moveTo>
                <a:lnTo>
                  <a:pt x="168910" y="0"/>
                </a:lnTo>
                <a:lnTo>
                  <a:pt x="168910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7646210" y="8345530"/>
            <a:ext cx="157999" cy="19031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7842397" y="8345530"/>
            <a:ext cx="160307" cy="190312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27624" y="3353920"/>
            <a:ext cx="377190" cy="421640"/>
          </a:xfrm>
          <a:custGeom>
            <a:avLst/>
            <a:gdLst/>
            <a:ahLst/>
            <a:cxnLst/>
            <a:rect l="l" t="t" r="r" b="b"/>
            <a:pathLst>
              <a:path w="377189" h="421639">
                <a:moveTo>
                  <a:pt x="369646" y="248526"/>
                </a:moveTo>
                <a:lnTo>
                  <a:pt x="0" y="248526"/>
                </a:lnTo>
                <a:lnTo>
                  <a:pt x="0" y="208292"/>
                </a:lnTo>
                <a:lnTo>
                  <a:pt x="377190" y="208292"/>
                </a:lnTo>
                <a:lnTo>
                  <a:pt x="377190" y="240144"/>
                </a:lnTo>
                <a:lnTo>
                  <a:pt x="376910" y="244055"/>
                </a:lnTo>
                <a:lnTo>
                  <a:pt x="375653" y="246430"/>
                </a:lnTo>
                <a:lnTo>
                  <a:pt x="371182" y="248107"/>
                </a:lnTo>
                <a:lnTo>
                  <a:pt x="369646" y="248526"/>
                </a:lnTo>
                <a:close/>
              </a:path>
              <a:path w="377189" h="421639">
                <a:moveTo>
                  <a:pt x="208711" y="291693"/>
                </a:moveTo>
                <a:lnTo>
                  <a:pt x="161772" y="291693"/>
                </a:lnTo>
                <a:lnTo>
                  <a:pt x="161772" y="248526"/>
                </a:lnTo>
                <a:lnTo>
                  <a:pt x="208711" y="248526"/>
                </a:lnTo>
                <a:lnTo>
                  <a:pt x="208711" y="291693"/>
                </a:lnTo>
                <a:close/>
              </a:path>
              <a:path w="377189" h="421639">
                <a:moveTo>
                  <a:pt x="319913" y="421195"/>
                </a:moveTo>
                <a:lnTo>
                  <a:pt x="278282" y="421195"/>
                </a:lnTo>
                <a:lnTo>
                  <a:pt x="278282" y="332486"/>
                </a:lnTo>
                <a:lnTo>
                  <a:pt x="276885" y="331089"/>
                </a:lnTo>
                <a:lnTo>
                  <a:pt x="50711" y="331089"/>
                </a:lnTo>
                <a:lnTo>
                  <a:pt x="50711" y="291693"/>
                </a:lnTo>
                <a:lnTo>
                  <a:pt x="307479" y="291693"/>
                </a:lnTo>
                <a:lnTo>
                  <a:pt x="313486" y="294068"/>
                </a:lnTo>
                <a:lnTo>
                  <a:pt x="323545" y="303568"/>
                </a:lnTo>
                <a:lnTo>
                  <a:pt x="326059" y="309575"/>
                </a:lnTo>
                <a:lnTo>
                  <a:pt x="326059" y="415048"/>
                </a:lnTo>
                <a:lnTo>
                  <a:pt x="325221" y="417004"/>
                </a:lnTo>
                <a:lnTo>
                  <a:pt x="321868" y="420357"/>
                </a:lnTo>
                <a:lnTo>
                  <a:pt x="319913" y="421195"/>
                </a:lnTo>
                <a:close/>
              </a:path>
              <a:path w="377189" h="421639">
                <a:moveTo>
                  <a:pt x="214160" y="41071"/>
                </a:moveTo>
                <a:lnTo>
                  <a:pt x="165963" y="41071"/>
                </a:lnTo>
                <a:lnTo>
                  <a:pt x="165963" y="0"/>
                </a:lnTo>
                <a:lnTo>
                  <a:pt x="214160" y="0"/>
                </a:lnTo>
                <a:lnTo>
                  <a:pt x="214160" y="41071"/>
                </a:lnTo>
                <a:close/>
              </a:path>
              <a:path w="377189" h="421639">
                <a:moveTo>
                  <a:pt x="327317" y="78790"/>
                </a:moveTo>
                <a:lnTo>
                  <a:pt x="54063" y="78790"/>
                </a:lnTo>
                <a:lnTo>
                  <a:pt x="54063" y="41071"/>
                </a:lnTo>
                <a:lnTo>
                  <a:pt x="327317" y="41071"/>
                </a:lnTo>
                <a:lnTo>
                  <a:pt x="327317" y="78790"/>
                </a:lnTo>
                <a:close/>
              </a:path>
              <a:path w="377189" h="421639">
                <a:moveTo>
                  <a:pt x="55740" y="189014"/>
                </a:moveTo>
                <a:lnTo>
                  <a:pt x="29756" y="155486"/>
                </a:lnTo>
                <a:lnTo>
                  <a:pt x="37797" y="153246"/>
                </a:lnTo>
                <a:lnTo>
                  <a:pt x="46415" y="150718"/>
                </a:lnTo>
                <a:lnTo>
                  <a:pt x="85234" y="137674"/>
                </a:lnTo>
                <a:lnTo>
                  <a:pt x="122639" y="119600"/>
                </a:lnTo>
                <a:lnTo>
                  <a:pt x="156167" y="89294"/>
                </a:lnTo>
                <a:lnTo>
                  <a:pt x="160445" y="79908"/>
                </a:lnTo>
                <a:lnTo>
                  <a:pt x="160655" y="79349"/>
                </a:lnTo>
                <a:lnTo>
                  <a:pt x="160934" y="78790"/>
                </a:lnTo>
                <a:lnTo>
                  <a:pt x="219189" y="78790"/>
                </a:lnTo>
                <a:lnTo>
                  <a:pt x="220446" y="81305"/>
                </a:lnTo>
                <a:lnTo>
                  <a:pt x="224676" y="87539"/>
                </a:lnTo>
                <a:lnTo>
                  <a:pt x="256208" y="115252"/>
                </a:lnTo>
                <a:lnTo>
                  <a:pt x="190690" y="115252"/>
                </a:lnTo>
                <a:lnTo>
                  <a:pt x="154831" y="145519"/>
                </a:lnTo>
                <a:lnTo>
                  <a:pt x="118683" y="165295"/>
                </a:lnTo>
                <a:lnTo>
                  <a:pt x="81004" y="180684"/>
                </a:lnTo>
                <a:lnTo>
                  <a:pt x="63716" y="186551"/>
                </a:lnTo>
                <a:lnTo>
                  <a:pt x="55740" y="189014"/>
                </a:lnTo>
                <a:close/>
              </a:path>
              <a:path w="377189" h="421639">
                <a:moveTo>
                  <a:pt x="323545" y="189433"/>
                </a:moveTo>
                <a:lnTo>
                  <a:pt x="282892" y="174083"/>
                </a:lnTo>
                <a:lnTo>
                  <a:pt x="246430" y="156533"/>
                </a:lnTo>
                <a:lnTo>
                  <a:pt x="202189" y="126319"/>
                </a:lnTo>
                <a:lnTo>
                  <a:pt x="190690" y="115252"/>
                </a:lnTo>
                <a:lnTo>
                  <a:pt x="256208" y="115252"/>
                </a:lnTo>
                <a:lnTo>
                  <a:pt x="258584" y="116876"/>
                </a:lnTo>
                <a:lnTo>
                  <a:pt x="267071" y="122154"/>
                </a:lnTo>
                <a:lnTo>
                  <a:pt x="303912" y="140555"/>
                </a:lnTo>
                <a:lnTo>
                  <a:pt x="340990" y="153613"/>
                </a:lnTo>
                <a:lnTo>
                  <a:pt x="349529" y="155905"/>
                </a:lnTo>
                <a:lnTo>
                  <a:pt x="323545" y="1894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01462" y="3375713"/>
            <a:ext cx="393700" cy="399415"/>
          </a:xfrm>
          <a:custGeom>
            <a:avLst/>
            <a:gdLst/>
            <a:ahLst/>
            <a:cxnLst/>
            <a:rect l="l" t="t" r="r" b="b"/>
            <a:pathLst>
              <a:path w="393700" h="399414">
                <a:moveTo>
                  <a:pt x="31851" y="241401"/>
                </a:moveTo>
                <a:lnTo>
                  <a:pt x="0" y="211226"/>
                </a:lnTo>
                <a:lnTo>
                  <a:pt x="9626" y="206419"/>
                </a:lnTo>
                <a:lnTo>
                  <a:pt x="19315" y="201168"/>
                </a:lnTo>
                <a:lnTo>
                  <a:pt x="56316" y="176703"/>
                </a:lnTo>
                <a:lnTo>
                  <a:pt x="85391" y="147470"/>
                </a:lnTo>
                <a:lnTo>
                  <a:pt x="104617" y="105731"/>
                </a:lnTo>
                <a:lnTo>
                  <a:pt x="105194" y="5448"/>
                </a:lnTo>
                <a:lnTo>
                  <a:pt x="153390" y="5448"/>
                </a:lnTo>
                <a:lnTo>
                  <a:pt x="153390" y="97231"/>
                </a:lnTo>
                <a:lnTo>
                  <a:pt x="153901" y="105848"/>
                </a:lnTo>
                <a:lnTo>
                  <a:pt x="171254" y="143698"/>
                </a:lnTo>
                <a:lnTo>
                  <a:pt x="189153" y="161353"/>
                </a:lnTo>
                <a:lnTo>
                  <a:pt x="130340" y="161353"/>
                </a:lnTo>
                <a:lnTo>
                  <a:pt x="102242" y="192157"/>
                </a:lnTo>
                <a:lnTo>
                  <a:pt x="63493" y="222908"/>
                </a:lnTo>
                <a:lnTo>
                  <a:pt x="48248" y="232377"/>
                </a:lnTo>
                <a:lnTo>
                  <a:pt x="31851" y="241401"/>
                </a:lnTo>
                <a:close/>
              </a:path>
              <a:path w="393700" h="399414">
                <a:moveTo>
                  <a:pt x="229666" y="232181"/>
                </a:moveTo>
                <a:lnTo>
                  <a:pt x="189118" y="210440"/>
                </a:lnTo>
                <a:lnTo>
                  <a:pt x="156023" y="186355"/>
                </a:lnTo>
                <a:lnTo>
                  <a:pt x="130340" y="161353"/>
                </a:lnTo>
                <a:lnTo>
                  <a:pt x="189153" y="161353"/>
                </a:lnTo>
                <a:lnTo>
                  <a:pt x="191384" y="163252"/>
                </a:lnTo>
                <a:lnTo>
                  <a:pt x="199334" y="169368"/>
                </a:lnTo>
                <a:lnTo>
                  <a:pt x="236110" y="192157"/>
                </a:lnTo>
                <a:lnTo>
                  <a:pt x="256489" y="202844"/>
                </a:lnTo>
                <a:lnTo>
                  <a:pt x="229666" y="232181"/>
                </a:lnTo>
                <a:close/>
              </a:path>
              <a:path w="393700" h="399414">
                <a:moveTo>
                  <a:pt x="328295" y="289179"/>
                </a:moveTo>
                <a:lnTo>
                  <a:pt x="286664" y="289179"/>
                </a:lnTo>
                <a:lnTo>
                  <a:pt x="286664" y="0"/>
                </a:lnTo>
                <a:lnTo>
                  <a:pt x="334441" y="0"/>
                </a:lnTo>
                <a:lnTo>
                  <a:pt x="334441" y="109385"/>
                </a:lnTo>
                <a:lnTo>
                  <a:pt x="393534" y="109385"/>
                </a:lnTo>
                <a:lnTo>
                  <a:pt x="393534" y="149618"/>
                </a:lnTo>
                <a:lnTo>
                  <a:pt x="334441" y="149618"/>
                </a:lnTo>
                <a:lnTo>
                  <a:pt x="334441" y="283032"/>
                </a:lnTo>
                <a:lnTo>
                  <a:pt x="333603" y="284988"/>
                </a:lnTo>
                <a:lnTo>
                  <a:pt x="330250" y="288340"/>
                </a:lnTo>
                <a:lnTo>
                  <a:pt x="328295" y="289179"/>
                </a:lnTo>
                <a:close/>
              </a:path>
              <a:path w="393700" h="399414">
                <a:moveTo>
                  <a:pt x="337096" y="398983"/>
                </a:moveTo>
                <a:lnTo>
                  <a:pt x="96393" y="398983"/>
                </a:lnTo>
                <a:lnTo>
                  <a:pt x="90455" y="396538"/>
                </a:lnTo>
                <a:lnTo>
                  <a:pt x="80117" y="386759"/>
                </a:lnTo>
                <a:lnTo>
                  <a:pt x="77533" y="380682"/>
                </a:lnTo>
                <a:lnTo>
                  <a:pt x="77533" y="267385"/>
                </a:lnTo>
                <a:lnTo>
                  <a:pt x="125730" y="267385"/>
                </a:lnTo>
                <a:lnTo>
                  <a:pt x="125730" y="356374"/>
                </a:lnTo>
                <a:lnTo>
                  <a:pt x="126149" y="357422"/>
                </a:lnTo>
                <a:lnTo>
                  <a:pt x="127825" y="358819"/>
                </a:lnTo>
                <a:lnTo>
                  <a:pt x="128663" y="359168"/>
                </a:lnTo>
                <a:lnTo>
                  <a:pt x="343242" y="359168"/>
                </a:lnTo>
                <a:lnTo>
                  <a:pt x="343242" y="392836"/>
                </a:lnTo>
                <a:lnTo>
                  <a:pt x="342404" y="394792"/>
                </a:lnTo>
                <a:lnTo>
                  <a:pt x="339051" y="398145"/>
                </a:lnTo>
                <a:lnTo>
                  <a:pt x="337096" y="398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28944" y="3375294"/>
            <a:ext cx="319405" cy="399415"/>
          </a:xfrm>
          <a:custGeom>
            <a:avLst/>
            <a:gdLst/>
            <a:ahLst/>
            <a:cxnLst/>
            <a:rect l="l" t="t" r="r" b="b"/>
            <a:pathLst>
              <a:path w="319404" h="399414">
                <a:moveTo>
                  <a:pt x="109385" y="314744"/>
                </a:moveTo>
                <a:lnTo>
                  <a:pt x="70723" y="307789"/>
                </a:lnTo>
                <a:lnTo>
                  <a:pt x="33135" y="278884"/>
                </a:lnTo>
                <a:lnTo>
                  <a:pt x="9875" y="233451"/>
                </a:lnTo>
                <a:lnTo>
                  <a:pt x="1571" y="191633"/>
                </a:lnTo>
                <a:lnTo>
                  <a:pt x="0" y="161772"/>
                </a:lnTo>
                <a:lnTo>
                  <a:pt x="392" y="148544"/>
                </a:lnTo>
                <a:lnTo>
                  <a:pt x="6286" y="108546"/>
                </a:lnTo>
                <a:lnTo>
                  <a:pt x="19606" y="71142"/>
                </a:lnTo>
                <a:lnTo>
                  <a:pt x="49820" y="31838"/>
                </a:lnTo>
                <a:lnTo>
                  <a:pt x="95436" y="11747"/>
                </a:lnTo>
                <a:lnTo>
                  <a:pt x="109385" y="10896"/>
                </a:lnTo>
                <a:lnTo>
                  <a:pt x="123516" y="11747"/>
                </a:lnTo>
                <a:lnTo>
                  <a:pt x="159467" y="24517"/>
                </a:lnTo>
                <a:lnTo>
                  <a:pt x="188563" y="52806"/>
                </a:lnTo>
                <a:lnTo>
                  <a:pt x="109385" y="52806"/>
                </a:lnTo>
                <a:lnTo>
                  <a:pt x="101500" y="53487"/>
                </a:lnTo>
                <a:lnTo>
                  <a:pt x="70670" y="75961"/>
                </a:lnTo>
                <a:lnTo>
                  <a:pt x="53474" y="116876"/>
                </a:lnTo>
                <a:lnTo>
                  <a:pt x="48196" y="161353"/>
                </a:lnTo>
                <a:lnTo>
                  <a:pt x="48419" y="172512"/>
                </a:lnTo>
                <a:lnTo>
                  <a:pt x="53788" y="213858"/>
                </a:lnTo>
                <a:lnTo>
                  <a:pt x="71404" y="253241"/>
                </a:lnTo>
                <a:lnTo>
                  <a:pt x="109385" y="272834"/>
                </a:lnTo>
                <a:lnTo>
                  <a:pt x="190361" y="272834"/>
                </a:lnTo>
                <a:lnTo>
                  <a:pt x="186041" y="278884"/>
                </a:lnTo>
                <a:lnTo>
                  <a:pt x="148164" y="307789"/>
                </a:lnTo>
                <a:lnTo>
                  <a:pt x="123333" y="313971"/>
                </a:lnTo>
                <a:lnTo>
                  <a:pt x="109385" y="314744"/>
                </a:lnTo>
                <a:close/>
              </a:path>
              <a:path w="319404" h="399414">
                <a:moveTo>
                  <a:pt x="190361" y="272834"/>
                </a:moveTo>
                <a:lnTo>
                  <a:pt x="109385" y="272834"/>
                </a:lnTo>
                <a:lnTo>
                  <a:pt x="116902" y="272270"/>
                </a:lnTo>
                <a:lnTo>
                  <a:pt x="123948" y="270581"/>
                </a:lnTo>
                <a:lnTo>
                  <a:pt x="155905" y="239515"/>
                </a:lnTo>
                <a:lnTo>
                  <a:pt x="168871" y="193886"/>
                </a:lnTo>
                <a:lnTo>
                  <a:pt x="170992" y="161353"/>
                </a:lnTo>
                <a:lnTo>
                  <a:pt x="170783" y="153023"/>
                </a:lnTo>
                <a:lnTo>
                  <a:pt x="163239" y="107918"/>
                </a:lnTo>
                <a:lnTo>
                  <a:pt x="143070" y="69492"/>
                </a:lnTo>
                <a:lnTo>
                  <a:pt x="109385" y="52806"/>
                </a:lnTo>
                <a:lnTo>
                  <a:pt x="188563" y="52806"/>
                </a:lnTo>
                <a:lnTo>
                  <a:pt x="209327" y="95450"/>
                </a:lnTo>
                <a:lnTo>
                  <a:pt x="217631" y="135421"/>
                </a:lnTo>
                <a:lnTo>
                  <a:pt x="219189" y="161772"/>
                </a:lnTo>
                <a:lnTo>
                  <a:pt x="218796" y="176886"/>
                </a:lnTo>
                <a:lnTo>
                  <a:pt x="212902" y="220027"/>
                </a:lnTo>
                <a:lnTo>
                  <a:pt x="199465" y="257864"/>
                </a:lnTo>
                <a:lnTo>
                  <a:pt x="193205" y="268852"/>
                </a:lnTo>
                <a:lnTo>
                  <a:pt x="190361" y="272834"/>
                </a:lnTo>
                <a:close/>
              </a:path>
              <a:path w="319404" h="399414">
                <a:moveTo>
                  <a:pt x="312788" y="399402"/>
                </a:moveTo>
                <a:lnTo>
                  <a:pt x="271157" y="399402"/>
                </a:lnTo>
                <a:lnTo>
                  <a:pt x="271157" y="0"/>
                </a:lnTo>
                <a:lnTo>
                  <a:pt x="318935" y="0"/>
                </a:lnTo>
                <a:lnTo>
                  <a:pt x="318935" y="393255"/>
                </a:lnTo>
                <a:lnTo>
                  <a:pt x="318096" y="395211"/>
                </a:lnTo>
                <a:lnTo>
                  <a:pt x="314744" y="398564"/>
                </a:lnTo>
                <a:lnTo>
                  <a:pt x="312788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96913" y="3374875"/>
            <a:ext cx="377825" cy="401320"/>
          </a:xfrm>
          <a:custGeom>
            <a:avLst/>
            <a:gdLst/>
            <a:ahLst/>
            <a:cxnLst/>
            <a:rect l="l" t="t" r="r" b="b"/>
            <a:pathLst>
              <a:path w="377825" h="401320">
                <a:moveTo>
                  <a:pt x="188595" y="163868"/>
                </a:moveTo>
                <a:lnTo>
                  <a:pt x="174725" y="163566"/>
                </a:lnTo>
                <a:lnTo>
                  <a:pt x="161196" y="162663"/>
                </a:lnTo>
                <a:lnTo>
                  <a:pt x="122848" y="156311"/>
                </a:lnTo>
                <a:lnTo>
                  <a:pt x="81069" y="138800"/>
                </a:lnTo>
                <a:lnTo>
                  <a:pt x="54260" y="110511"/>
                </a:lnTo>
                <a:lnTo>
                  <a:pt x="47777" y="82143"/>
                </a:lnTo>
                <a:lnTo>
                  <a:pt x="48497" y="71823"/>
                </a:lnTo>
                <a:lnTo>
                  <a:pt x="72818" y="31118"/>
                </a:lnTo>
                <a:lnTo>
                  <a:pt x="111271" y="10948"/>
                </a:lnTo>
                <a:lnTo>
                  <a:pt x="161196" y="1204"/>
                </a:lnTo>
                <a:lnTo>
                  <a:pt x="188595" y="0"/>
                </a:lnTo>
                <a:lnTo>
                  <a:pt x="202464" y="301"/>
                </a:lnTo>
                <a:lnTo>
                  <a:pt x="242030" y="4819"/>
                </a:lnTo>
                <a:lnTo>
                  <a:pt x="286873" y="19697"/>
                </a:lnTo>
                <a:lnTo>
                  <a:pt x="311485" y="37719"/>
                </a:lnTo>
                <a:lnTo>
                  <a:pt x="189014" y="37719"/>
                </a:lnTo>
                <a:lnTo>
                  <a:pt x="179518" y="37889"/>
                </a:lnTo>
                <a:lnTo>
                  <a:pt x="136888" y="43848"/>
                </a:lnTo>
                <a:lnTo>
                  <a:pt x="98418" y="68033"/>
                </a:lnTo>
                <a:lnTo>
                  <a:pt x="95973" y="74599"/>
                </a:lnTo>
                <a:lnTo>
                  <a:pt x="95973" y="89687"/>
                </a:lnTo>
                <a:lnTo>
                  <a:pt x="129776" y="117806"/>
                </a:lnTo>
                <a:lnTo>
                  <a:pt x="170311" y="125468"/>
                </a:lnTo>
                <a:lnTo>
                  <a:pt x="179518" y="125978"/>
                </a:lnTo>
                <a:lnTo>
                  <a:pt x="189014" y="126149"/>
                </a:lnTo>
                <a:lnTo>
                  <a:pt x="311485" y="126149"/>
                </a:lnTo>
                <a:lnTo>
                  <a:pt x="304371" y="132749"/>
                </a:lnTo>
                <a:lnTo>
                  <a:pt x="265918" y="152919"/>
                </a:lnTo>
                <a:lnTo>
                  <a:pt x="215993" y="162663"/>
                </a:lnTo>
                <a:lnTo>
                  <a:pt x="202464" y="163566"/>
                </a:lnTo>
                <a:lnTo>
                  <a:pt x="188595" y="163868"/>
                </a:lnTo>
                <a:close/>
              </a:path>
              <a:path w="377825" h="401320">
                <a:moveTo>
                  <a:pt x="311485" y="126149"/>
                </a:moveTo>
                <a:lnTo>
                  <a:pt x="189014" y="126149"/>
                </a:lnTo>
                <a:lnTo>
                  <a:pt x="198312" y="125978"/>
                </a:lnTo>
                <a:lnTo>
                  <a:pt x="207349" y="125468"/>
                </a:lnTo>
                <a:lnTo>
                  <a:pt x="247426" y="117806"/>
                </a:lnTo>
                <a:lnTo>
                  <a:pt x="281216" y="89687"/>
                </a:lnTo>
                <a:lnTo>
                  <a:pt x="281216" y="74599"/>
                </a:lnTo>
                <a:lnTo>
                  <a:pt x="247426" y="46061"/>
                </a:lnTo>
                <a:lnTo>
                  <a:pt x="207349" y="38400"/>
                </a:lnTo>
                <a:lnTo>
                  <a:pt x="189014" y="37719"/>
                </a:lnTo>
                <a:lnTo>
                  <a:pt x="311485" y="37719"/>
                </a:lnTo>
                <a:lnTo>
                  <a:pt x="328692" y="71823"/>
                </a:lnTo>
                <a:lnTo>
                  <a:pt x="329412" y="82143"/>
                </a:lnTo>
                <a:lnTo>
                  <a:pt x="328692" y="92280"/>
                </a:lnTo>
                <a:lnTo>
                  <a:pt x="326531" y="101736"/>
                </a:lnTo>
                <a:lnTo>
                  <a:pt x="322929" y="110511"/>
                </a:lnTo>
                <a:lnTo>
                  <a:pt x="317887" y="118605"/>
                </a:lnTo>
                <a:lnTo>
                  <a:pt x="311627" y="126018"/>
                </a:lnTo>
                <a:lnTo>
                  <a:pt x="311485" y="126149"/>
                </a:lnTo>
                <a:close/>
              </a:path>
              <a:path w="377825" h="401320">
                <a:moveTo>
                  <a:pt x="371462" y="227152"/>
                </a:moveTo>
                <a:lnTo>
                  <a:pt x="0" y="227152"/>
                </a:lnTo>
                <a:lnTo>
                  <a:pt x="0" y="187756"/>
                </a:lnTo>
                <a:lnTo>
                  <a:pt x="377609" y="187756"/>
                </a:lnTo>
                <a:lnTo>
                  <a:pt x="377609" y="221005"/>
                </a:lnTo>
                <a:lnTo>
                  <a:pt x="376770" y="222961"/>
                </a:lnTo>
                <a:lnTo>
                  <a:pt x="373418" y="226314"/>
                </a:lnTo>
                <a:lnTo>
                  <a:pt x="371462" y="227152"/>
                </a:lnTo>
                <a:close/>
              </a:path>
              <a:path w="377825" h="401320">
                <a:moveTo>
                  <a:pt x="307479" y="401078"/>
                </a:moveTo>
                <a:lnTo>
                  <a:pt x="71945" y="401078"/>
                </a:lnTo>
                <a:lnTo>
                  <a:pt x="65868" y="398703"/>
                </a:lnTo>
                <a:lnTo>
                  <a:pt x="56089" y="389204"/>
                </a:lnTo>
                <a:lnTo>
                  <a:pt x="53758" y="383476"/>
                </a:lnTo>
                <a:lnTo>
                  <a:pt x="53644" y="257746"/>
                </a:lnTo>
                <a:lnTo>
                  <a:pt x="326059" y="257746"/>
                </a:lnTo>
                <a:lnTo>
                  <a:pt x="326059" y="296722"/>
                </a:lnTo>
                <a:lnTo>
                  <a:pt x="99745" y="296722"/>
                </a:lnTo>
                <a:lnTo>
                  <a:pt x="99745" y="360705"/>
                </a:lnTo>
                <a:lnTo>
                  <a:pt x="101142" y="362102"/>
                </a:lnTo>
                <a:lnTo>
                  <a:pt x="326059" y="362102"/>
                </a:lnTo>
                <a:lnTo>
                  <a:pt x="326059" y="383476"/>
                </a:lnTo>
                <a:lnTo>
                  <a:pt x="323545" y="389553"/>
                </a:lnTo>
                <a:lnTo>
                  <a:pt x="313486" y="398773"/>
                </a:lnTo>
                <a:lnTo>
                  <a:pt x="307479" y="401078"/>
                </a:lnTo>
                <a:close/>
              </a:path>
              <a:path w="377825" h="401320">
                <a:moveTo>
                  <a:pt x="326059" y="362102"/>
                </a:moveTo>
                <a:lnTo>
                  <a:pt x="278142" y="362102"/>
                </a:lnTo>
                <a:lnTo>
                  <a:pt x="279539" y="360705"/>
                </a:lnTo>
                <a:lnTo>
                  <a:pt x="279539" y="296722"/>
                </a:lnTo>
                <a:lnTo>
                  <a:pt x="326059" y="296722"/>
                </a:lnTo>
                <a:lnTo>
                  <a:pt x="326059" y="3621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08470" y="3375294"/>
            <a:ext cx="319405" cy="399415"/>
          </a:xfrm>
          <a:custGeom>
            <a:avLst/>
            <a:gdLst/>
            <a:ahLst/>
            <a:cxnLst/>
            <a:rect l="l" t="t" r="r" b="b"/>
            <a:pathLst>
              <a:path w="319404" h="399414">
                <a:moveTo>
                  <a:pt x="109385" y="314744"/>
                </a:moveTo>
                <a:lnTo>
                  <a:pt x="70723" y="307789"/>
                </a:lnTo>
                <a:lnTo>
                  <a:pt x="33135" y="278884"/>
                </a:lnTo>
                <a:lnTo>
                  <a:pt x="9875" y="233451"/>
                </a:lnTo>
                <a:lnTo>
                  <a:pt x="1571" y="191633"/>
                </a:lnTo>
                <a:lnTo>
                  <a:pt x="0" y="161772"/>
                </a:lnTo>
                <a:lnTo>
                  <a:pt x="392" y="148544"/>
                </a:lnTo>
                <a:lnTo>
                  <a:pt x="6286" y="108546"/>
                </a:lnTo>
                <a:lnTo>
                  <a:pt x="19606" y="71142"/>
                </a:lnTo>
                <a:lnTo>
                  <a:pt x="49820" y="31838"/>
                </a:lnTo>
                <a:lnTo>
                  <a:pt x="95436" y="11747"/>
                </a:lnTo>
                <a:lnTo>
                  <a:pt x="109385" y="10896"/>
                </a:lnTo>
                <a:lnTo>
                  <a:pt x="123516" y="11747"/>
                </a:lnTo>
                <a:lnTo>
                  <a:pt x="159467" y="24517"/>
                </a:lnTo>
                <a:lnTo>
                  <a:pt x="188563" y="52806"/>
                </a:lnTo>
                <a:lnTo>
                  <a:pt x="109385" y="52806"/>
                </a:lnTo>
                <a:lnTo>
                  <a:pt x="101500" y="53487"/>
                </a:lnTo>
                <a:lnTo>
                  <a:pt x="70670" y="75961"/>
                </a:lnTo>
                <a:lnTo>
                  <a:pt x="53474" y="116876"/>
                </a:lnTo>
                <a:lnTo>
                  <a:pt x="48196" y="161353"/>
                </a:lnTo>
                <a:lnTo>
                  <a:pt x="48419" y="172512"/>
                </a:lnTo>
                <a:lnTo>
                  <a:pt x="53788" y="213858"/>
                </a:lnTo>
                <a:lnTo>
                  <a:pt x="71404" y="253241"/>
                </a:lnTo>
                <a:lnTo>
                  <a:pt x="109385" y="272834"/>
                </a:lnTo>
                <a:lnTo>
                  <a:pt x="190361" y="272834"/>
                </a:lnTo>
                <a:lnTo>
                  <a:pt x="186041" y="278884"/>
                </a:lnTo>
                <a:lnTo>
                  <a:pt x="148164" y="307789"/>
                </a:lnTo>
                <a:lnTo>
                  <a:pt x="123333" y="313971"/>
                </a:lnTo>
                <a:lnTo>
                  <a:pt x="109385" y="314744"/>
                </a:lnTo>
                <a:close/>
              </a:path>
              <a:path w="319404" h="399414">
                <a:moveTo>
                  <a:pt x="190361" y="272834"/>
                </a:moveTo>
                <a:lnTo>
                  <a:pt x="109385" y="272834"/>
                </a:lnTo>
                <a:lnTo>
                  <a:pt x="116902" y="272270"/>
                </a:lnTo>
                <a:lnTo>
                  <a:pt x="123948" y="270581"/>
                </a:lnTo>
                <a:lnTo>
                  <a:pt x="155905" y="239515"/>
                </a:lnTo>
                <a:lnTo>
                  <a:pt x="168871" y="193886"/>
                </a:lnTo>
                <a:lnTo>
                  <a:pt x="170992" y="161353"/>
                </a:lnTo>
                <a:lnTo>
                  <a:pt x="170783" y="153023"/>
                </a:lnTo>
                <a:lnTo>
                  <a:pt x="163239" y="107918"/>
                </a:lnTo>
                <a:lnTo>
                  <a:pt x="143070" y="69492"/>
                </a:lnTo>
                <a:lnTo>
                  <a:pt x="109385" y="52806"/>
                </a:lnTo>
                <a:lnTo>
                  <a:pt x="188563" y="52806"/>
                </a:lnTo>
                <a:lnTo>
                  <a:pt x="209327" y="95450"/>
                </a:lnTo>
                <a:lnTo>
                  <a:pt x="217631" y="135421"/>
                </a:lnTo>
                <a:lnTo>
                  <a:pt x="219189" y="161772"/>
                </a:lnTo>
                <a:lnTo>
                  <a:pt x="218796" y="176886"/>
                </a:lnTo>
                <a:lnTo>
                  <a:pt x="212902" y="220027"/>
                </a:lnTo>
                <a:lnTo>
                  <a:pt x="199465" y="257864"/>
                </a:lnTo>
                <a:lnTo>
                  <a:pt x="193205" y="268852"/>
                </a:lnTo>
                <a:lnTo>
                  <a:pt x="190361" y="272834"/>
                </a:lnTo>
                <a:close/>
              </a:path>
              <a:path w="319404" h="399414">
                <a:moveTo>
                  <a:pt x="312788" y="399402"/>
                </a:moveTo>
                <a:lnTo>
                  <a:pt x="271157" y="399402"/>
                </a:lnTo>
                <a:lnTo>
                  <a:pt x="271157" y="0"/>
                </a:lnTo>
                <a:lnTo>
                  <a:pt x="318935" y="0"/>
                </a:lnTo>
                <a:lnTo>
                  <a:pt x="318935" y="393255"/>
                </a:lnTo>
                <a:lnTo>
                  <a:pt x="318096" y="395211"/>
                </a:lnTo>
                <a:lnTo>
                  <a:pt x="314744" y="398564"/>
                </a:lnTo>
                <a:lnTo>
                  <a:pt x="312788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89432" y="3375294"/>
            <a:ext cx="363855" cy="399415"/>
          </a:xfrm>
          <a:custGeom>
            <a:avLst/>
            <a:gdLst/>
            <a:ahLst/>
            <a:cxnLst/>
            <a:rect l="l" t="t" r="r" b="b"/>
            <a:pathLst>
              <a:path w="363854" h="399414">
                <a:moveTo>
                  <a:pt x="300634" y="293789"/>
                </a:moveTo>
                <a:lnTo>
                  <a:pt x="259422" y="293789"/>
                </a:lnTo>
                <a:lnTo>
                  <a:pt x="259422" y="0"/>
                </a:lnTo>
                <a:lnTo>
                  <a:pt x="306781" y="0"/>
                </a:lnTo>
                <a:lnTo>
                  <a:pt x="306781" y="109804"/>
                </a:lnTo>
                <a:lnTo>
                  <a:pt x="363778" y="109804"/>
                </a:lnTo>
                <a:lnTo>
                  <a:pt x="363778" y="149618"/>
                </a:lnTo>
                <a:lnTo>
                  <a:pt x="306781" y="149618"/>
                </a:lnTo>
                <a:lnTo>
                  <a:pt x="306781" y="287642"/>
                </a:lnTo>
                <a:lnTo>
                  <a:pt x="305943" y="289598"/>
                </a:lnTo>
                <a:lnTo>
                  <a:pt x="302590" y="292950"/>
                </a:lnTo>
                <a:lnTo>
                  <a:pt x="300634" y="293789"/>
                </a:lnTo>
                <a:close/>
              </a:path>
              <a:path w="363854" h="399414">
                <a:moveTo>
                  <a:pt x="25565" y="237629"/>
                </a:moveTo>
                <a:lnTo>
                  <a:pt x="18021" y="237629"/>
                </a:lnTo>
                <a:lnTo>
                  <a:pt x="11874" y="235184"/>
                </a:lnTo>
                <a:lnTo>
                  <a:pt x="2374" y="225405"/>
                </a:lnTo>
                <a:lnTo>
                  <a:pt x="0" y="219468"/>
                </a:lnTo>
                <a:lnTo>
                  <a:pt x="0" y="103517"/>
                </a:lnTo>
                <a:lnTo>
                  <a:pt x="138163" y="103517"/>
                </a:lnTo>
                <a:lnTo>
                  <a:pt x="139560" y="101980"/>
                </a:lnTo>
                <a:lnTo>
                  <a:pt x="139560" y="49453"/>
                </a:lnTo>
                <a:lnTo>
                  <a:pt x="0" y="49453"/>
                </a:lnTo>
                <a:lnTo>
                  <a:pt x="0" y="12153"/>
                </a:lnTo>
                <a:lnTo>
                  <a:pt x="186499" y="12153"/>
                </a:lnTo>
                <a:lnTo>
                  <a:pt x="186499" y="122935"/>
                </a:lnTo>
                <a:lnTo>
                  <a:pt x="184054" y="128943"/>
                </a:lnTo>
                <a:lnTo>
                  <a:pt x="174275" y="138442"/>
                </a:lnTo>
                <a:lnTo>
                  <a:pt x="168198" y="140817"/>
                </a:lnTo>
                <a:lnTo>
                  <a:pt x="46520" y="140817"/>
                </a:lnTo>
                <a:lnTo>
                  <a:pt x="46520" y="197256"/>
                </a:lnTo>
                <a:lnTo>
                  <a:pt x="47917" y="198653"/>
                </a:lnTo>
                <a:lnTo>
                  <a:pt x="230924" y="198653"/>
                </a:lnTo>
                <a:lnTo>
                  <a:pt x="230924" y="225056"/>
                </a:lnTo>
                <a:lnTo>
                  <a:pt x="189223" y="229876"/>
                </a:lnTo>
                <a:lnTo>
                  <a:pt x="137883" y="233857"/>
                </a:lnTo>
                <a:lnTo>
                  <a:pt x="96078" y="236018"/>
                </a:lnTo>
                <a:lnTo>
                  <a:pt x="39290" y="237564"/>
                </a:lnTo>
                <a:lnTo>
                  <a:pt x="25565" y="237629"/>
                </a:lnTo>
                <a:close/>
              </a:path>
              <a:path w="363854" h="399414">
                <a:moveTo>
                  <a:pt x="230924" y="198653"/>
                </a:moveTo>
                <a:lnTo>
                  <a:pt x="47917" y="198653"/>
                </a:lnTo>
                <a:lnTo>
                  <a:pt x="72556" y="198496"/>
                </a:lnTo>
                <a:lnTo>
                  <a:pt x="95345" y="198024"/>
                </a:lnTo>
                <a:lnTo>
                  <a:pt x="141865" y="195929"/>
                </a:lnTo>
                <a:lnTo>
                  <a:pt x="187756" y="192157"/>
                </a:lnTo>
                <a:lnTo>
                  <a:pt x="230924" y="186499"/>
                </a:lnTo>
                <a:lnTo>
                  <a:pt x="230924" y="198653"/>
                </a:lnTo>
                <a:close/>
              </a:path>
              <a:path w="363854" h="399414">
                <a:moveTo>
                  <a:pt x="310692" y="399402"/>
                </a:moveTo>
                <a:lnTo>
                  <a:pt x="68732" y="399402"/>
                </a:lnTo>
                <a:lnTo>
                  <a:pt x="62795" y="396957"/>
                </a:lnTo>
                <a:lnTo>
                  <a:pt x="52457" y="387178"/>
                </a:lnTo>
                <a:lnTo>
                  <a:pt x="49872" y="381101"/>
                </a:lnTo>
                <a:lnTo>
                  <a:pt x="49872" y="271576"/>
                </a:lnTo>
                <a:lnTo>
                  <a:pt x="97231" y="271576"/>
                </a:lnTo>
                <a:lnTo>
                  <a:pt x="97231" y="356374"/>
                </a:lnTo>
                <a:lnTo>
                  <a:pt x="97650" y="357422"/>
                </a:lnTo>
                <a:lnTo>
                  <a:pt x="99326" y="358819"/>
                </a:lnTo>
                <a:lnTo>
                  <a:pt x="100164" y="359168"/>
                </a:lnTo>
                <a:lnTo>
                  <a:pt x="316839" y="359168"/>
                </a:lnTo>
                <a:lnTo>
                  <a:pt x="316839" y="393255"/>
                </a:lnTo>
                <a:lnTo>
                  <a:pt x="316001" y="395211"/>
                </a:lnTo>
                <a:lnTo>
                  <a:pt x="312648" y="398564"/>
                </a:lnTo>
                <a:lnTo>
                  <a:pt x="310692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208532" y="3385352"/>
            <a:ext cx="205104" cy="365760"/>
          </a:xfrm>
          <a:custGeom>
            <a:avLst/>
            <a:gdLst/>
            <a:ahLst/>
            <a:cxnLst/>
            <a:rect l="l" t="t" r="r" b="b"/>
            <a:pathLst>
              <a:path w="205104" h="365760">
                <a:moveTo>
                  <a:pt x="2933" y="57416"/>
                </a:moveTo>
                <a:lnTo>
                  <a:pt x="0" y="14668"/>
                </a:lnTo>
                <a:lnTo>
                  <a:pt x="38583" y="6142"/>
                </a:lnTo>
                <a:lnTo>
                  <a:pt x="82798" y="248"/>
                </a:lnTo>
                <a:lnTo>
                  <a:pt x="93878" y="0"/>
                </a:lnTo>
                <a:lnTo>
                  <a:pt x="119312" y="1231"/>
                </a:lnTo>
                <a:lnTo>
                  <a:pt x="160593" y="11079"/>
                </a:lnTo>
                <a:lnTo>
                  <a:pt x="196290" y="41910"/>
                </a:lnTo>
                <a:lnTo>
                  <a:pt x="98488" y="41910"/>
                </a:lnTo>
                <a:lnTo>
                  <a:pt x="86635" y="42145"/>
                </a:lnTo>
                <a:lnTo>
                  <a:pt x="40691" y="47829"/>
                </a:lnTo>
                <a:lnTo>
                  <a:pt x="16069" y="53697"/>
                </a:lnTo>
                <a:lnTo>
                  <a:pt x="2933" y="57416"/>
                </a:lnTo>
                <a:close/>
              </a:path>
              <a:path w="205104" h="365760">
                <a:moveTo>
                  <a:pt x="111061" y="279958"/>
                </a:moveTo>
                <a:lnTo>
                  <a:pt x="66636" y="279958"/>
                </a:lnTo>
                <a:lnTo>
                  <a:pt x="66703" y="247129"/>
                </a:lnTo>
                <a:lnTo>
                  <a:pt x="79000" y="208083"/>
                </a:lnTo>
                <a:lnTo>
                  <a:pt x="102954" y="173769"/>
                </a:lnTo>
                <a:lnTo>
                  <a:pt x="125310" y="150037"/>
                </a:lnTo>
                <a:lnTo>
                  <a:pt x="132330" y="142572"/>
                </a:lnTo>
                <a:lnTo>
                  <a:pt x="153731" y="110092"/>
                </a:lnTo>
                <a:lnTo>
                  <a:pt x="157712" y="92280"/>
                </a:lnTo>
                <a:lnTo>
                  <a:pt x="157581" y="82981"/>
                </a:lnTo>
                <a:lnTo>
                  <a:pt x="131846" y="46978"/>
                </a:lnTo>
                <a:lnTo>
                  <a:pt x="98488" y="41910"/>
                </a:lnTo>
                <a:lnTo>
                  <a:pt x="196290" y="41910"/>
                </a:lnTo>
                <a:lnTo>
                  <a:pt x="197815" y="44215"/>
                </a:lnTo>
                <a:lnTo>
                  <a:pt x="203158" y="60088"/>
                </a:lnTo>
                <a:lnTo>
                  <a:pt x="204939" y="78371"/>
                </a:lnTo>
                <a:lnTo>
                  <a:pt x="204271" y="91298"/>
                </a:lnTo>
                <a:lnTo>
                  <a:pt x="188136" y="137923"/>
                </a:lnTo>
                <a:lnTo>
                  <a:pt x="160515" y="173088"/>
                </a:lnTo>
                <a:lnTo>
                  <a:pt x="155001" y="178850"/>
                </a:lnTo>
                <a:lnTo>
                  <a:pt x="149775" y="184404"/>
                </a:lnTo>
                <a:lnTo>
                  <a:pt x="120351" y="221005"/>
                </a:lnTo>
                <a:lnTo>
                  <a:pt x="111061" y="247129"/>
                </a:lnTo>
                <a:lnTo>
                  <a:pt x="111061" y="279958"/>
                </a:lnTo>
                <a:close/>
              </a:path>
              <a:path w="205104" h="365760">
                <a:moveTo>
                  <a:pt x="113576" y="365455"/>
                </a:moveTo>
                <a:lnTo>
                  <a:pt x="65798" y="365455"/>
                </a:lnTo>
                <a:lnTo>
                  <a:pt x="65798" y="318935"/>
                </a:lnTo>
                <a:lnTo>
                  <a:pt x="113576" y="318935"/>
                </a:lnTo>
                <a:lnTo>
                  <a:pt x="113576" y="3654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64142" y="4088629"/>
            <a:ext cx="1492250" cy="552450"/>
          </a:xfrm>
          <a:custGeom>
            <a:avLst/>
            <a:gdLst/>
            <a:ahLst/>
            <a:cxnLst/>
            <a:rect l="l" t="t" r="r" b="b"/>
            <a:pathLst>
              <a:path w="1492250" h="552450">
                <a:moveTo>
                  <a:pt x="1491747" y="552264"/>
                </a:moveTo>
                <a:lnTo>
                  <a:pt x="0" y="552264"/>
                </a:lnTo>
                <a:lnTo>
                  <a:pt x="0" y="0"/>
                </a:lnTo>
                <a:lnTo>
                  <a:pt x="1491747" y="0"/>
                </a:lnTo>
                <a:lnTo>
                  <a:pt x="1491747" y="552264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55889" y="4088629"/>
            <a:ext cx="3011805" cy="552450"/>
          </a:xfrm>
          <a:custGeom>
            <a:avLst/>
            <a:gdLst/>
            <a:ahLst/>
            <a:cxnLst/>
            <a:rect l="l" t="t" r="r" b="b"/>
            <a:pathLst>
              <a:path w="3011804" h="552450">
                <a:moveTo>
                  <a:pt x="3011304" y="552264"/>
                </a:moveTo>
                <a:lnTo>
                  <a:pt x="0" y="552264"/>
                </a:lnTo>
                <a:lnTo>
                  <a:pt x="0" y="0"/>
                </a:lnTo>
                <a:lnTo>
                  <a:pt x="3011304" y="0"/>
                </a:lnTo>
                <a:lnTo>
                  <a:pt x="3011304" y="552264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67194" y="4088629"/>
            <a:ext cx="2971800" cy="552450"/>
          </a:xfrm>
          <a:custGeom>
            <a:avLst/>
            <a:gdLst/>
            <a:ahLst/>
            <a:cxnLst/>
            <a:rect l="l" t="t" r="r" b="b"/>
            <a:pathLst>
              <a:path w="2971800" h="552450">
                <a:moveTo>
                  <a:pt x="2971316" y="552264"/>
                </a:moveTo>
                <a:lnTo>
                  <a:pt x="0" y="552264"/>
                </a:lnTo>
                <a:lnTo>
                  <a:pt x="0" y="0"/>
                </a:lnTo>
                <a:lnTo>
                  <a:pt x="2971316" y="0"/>
                </a:lnTo>
                <a:lnTo>
                  <a:pt x="2971316" y="552264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64142" y="4640893"/>
            <a:ext cx="1492250" cy="4495165"/>
          </a:xfrm>
          <a:custGeom>
            <a:avLst/>
            <a:gdLst/>
            <a:ahLst/>
            <a:cxnLst/>
            <a:rect l="l" t="t" r="r" b="b"/>
            <a:pathLst>
              <a:path w="1492250" h="4495165">
                <a:moveTo>
                  <a:pt x="1491747" y="4494653"/>
                </a:moveTo>
                <a:lnTo>
                  <a:pt x="0" y="4494653"/>
                </a:lnTo>
                <a:lnTo>
                  <a:pt x="0" y="0"/>
                </a:lnTo>
                <a:lnTo>
                  <a:pt x="1491747" y="0"/>
                </a:lnTo>
                <a:lnTo>
                  <a:pt x="1491747" y="44946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55889" y="4640893"/>
            <a:ext cx="3011805" cy="4495165"/>
          </a:xfrm>
          <a:custGeom>
            <a:avLst/>
            <a:gdLst/>
            <a:ahLst/>
            <a:cxnLst/>
            <a:rect l="l" t="t" r="r" b="b"/>
            <a:pathLst>
              <a:path w="3011804" h="4495165">
                <a:moveTo>
                  <a:pt x="3011304" y="4494653"/>
                </a:moveTo>
                <a:lnTo>
                  <a:pt x="0" y="4494653"/>
                </a:lnTo>
                <a:lnTo>
                  <a:pt x="0" y="0"/>
                </a:lnTo>
                <a:lnTo>
                  <a:pt x="3011304" y="0"/>
                </a:lnTo>
                <a:lnTo>
                  <a:pt x="3011304" y="44946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967194" y="4640893"/>
            <a:ext cx="2971800" cy="4495165"/>
          </a:xfrm>
          <a:custGeom>
            <a:avLst/>
            <a:gdLst/>
            <a:ahLst/>
            <a:cxnLst/>
            <a:rect l="l" t="t" r="r" b="b"/>
            <a:pathLst>
              <a:path w="2971800" h="4495165">
                <a:moveTo>
                  <a:pt x="2971316" y="4494653"/>
                </a:moveTo>
                <a:lnTo>
                  <a:pt x="0" y="4494653"/>
                </a:lnTo>
                <a:lnTo>
                  <a:pt x="0" y="0"/>
                </a:lnTo>
                <a:lnTo>
                  <a:pt x="2971316" y="0"/>
                </a:lnTo>
                <a:lnTo>
                  <a:pt x="2971316" y="44946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483360" y="4239376"/>
            <a:ext cx="193064" cy="2045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261201" y="4240729"/>
            <a:ext cx="184268" cy="2090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143539" y="4239376"/>
            <a:ext cx="172314" cy="2045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62090" y="4241856"/>
            <a:ext cx="181561" cy="19306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582896" y="4239376"/>
            <a:ext cx="169382" cy="2065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684282" y="4926127"/>
            <a:ext cx="163146" cy="1953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81531" y="4926127"/>
            <a:ext cx="365238" cy="19535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290556" y="4916023"/>
            <a:ext cx="52705" cy="213995"/>
          </a:xfrm>
          <a:custGeom>
            <a:avLst/>
            <a:gdLst/>
            <a:ahLst/>
            <a:cxnLst/>
            <a:rect l="l" t="t" r="r" b="b"/>
            <a:pathLst>
              <a:path w="52705" h="213995">
                <a:moveTo>
                  <a:pt x="52206" y="213669"/>
                </a:moveTo>
                <a:lnTo>
                  <a:pt x="29218" y="209600"/>
                </a:lnTo>
                <a:lnTo>
                  <a:pt x="12920" y="193907"/>
                </a:lnTo>
                <a:lnTo>
                  <a:pt x="3213" y="161360"/>
                </a:lnTo>
                <a:lnTo>
                  <a:pt x="0" y="106729"/>
                </a:lnTo>
                <a:lnTo>
                  <a:pt x="3213" y="52220"/>
                </a:lnTo>
                <a:lnTo>
                  <a:pt x="12920" y="19735"/>
                </a:lnTo>
                <a:lnTo>
                  <a:pt x="29218" y="4065"/>
                </a:lnTo>
                <a:lnTo>
                  <a:pt x="52206" y="0"/>
                </a:lnTo>
                <a:lnTo>
                  <a:pt x="52206" y="20209"/>
                </a:lnTo>
                <a:lnTo>
                  <a:pt x="39319" y="23100"/>
                </a:lnTo>
                <a:lnTo>
                  <a:pt x="30261" y="35129"/>
                </a:lnTo>
                <a:lnTo>
                  <a:pt x="24912" y="61328"/>
                </a:lnTo>
                <a:lnTo>
                  <a:pt x="23156" y="106729"/>
                </a:lnTo>
                <a:lnTo>
                  <a:pt x="24912" y="152219"/>
                </a:lnTo>
                <a:lnTo>
                  <a:pt x="30261" y="178408"/>
                </a:lnTo>
                <a:lnTo>
                  <a:pt x="39319" y="190388"/>
                </a:lnTo>
                <a:lnTo>
                  <a:pt x="52206" y="193250"/>
                </a:lnTo>
                <a:lnTo>
                  <a:pt x="52206" y="213669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74340" y="4939389"/>
            <a:ext cx="62865" cy="165100"/>
          </a:xfrm>
          <a:custGeom>
            <a:avLst/>
            <a:gdLst/>
            <a:ahLst/>
            <a:cxnLst/>
            <a:rect l="l" t="t" r="r" b="b"/>
            <a:pathLst>
              <a:path w="62864" h="165100">
                <a:moveTo>
                  <a:pt x="62522" y="165041"/>
                </a:moveTo>
                <a:lnTo>
                  <a:pt x="38734" y="165041"/>
                </a:lnTo>
                <a:lnTo>
                  <a:pt x="38734" y="25050"/>
                </a:lnTo>
                <a:lnTo>
                  <a:pt x="0" y="42312"/>
                </a:lnTo>
                <a:lnTo>
                  <a:pt x="0" y="19156"/>
                </a:lnTo>
                <a:lnTo>
                  <a:pt x="42312" y="0"/>
                </a:lnTo>
                <a:lnTo>
                  <a:pt x="62522" y="0"/>
                </a:lnTo>
                <a:lnTo>
                  <a:pt x="62522" y="16504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493700" y="4920654"/>
            <a:ext cx="158305" cy="19640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83161" y="4916023"/>
            <a:ext cx="52705" cy="213995"/>
          </a:xfrm>
          <a:custGeom>
            <a:avLst/>
            <a:gdLst/>
            <a:ahLst/>
            <a:cxnLst/>
            <a:rect l="l" t="t" r="r" b="b"/>
            <a:pathLst>
              <a:path w="52705" h="213995">
                <a:moveTo>
                  <a:pt x="0" y="213669"/>
                </a:moveTo>
                <a:lnTo>
                  <a:pt x="0" y="193250"/>
                </a:lnTo>
                <a:lnTo>
                  <a:pt x="13008" y="190388"/>
                </a:lnTo>
                <a:lnTo>
                  <a:pt x="22130" y="178408"/>
                </a:lnTo>
                <a:lnTo>
                  <a:pt x="27501" y="152219"/>
                </a:lnTo>
                <a:lnTo>
                  <a:pt x="29261" y="106729"/>
                </a:lnTo>
                <a:lnTo>
                  <a:pt x="27501" y="61328"/>
                </a:lnTo>
                <a:lnTo>
                  <a:pt x="22130" y="35129"/>
                </a:lnTo>
                <a:lnTo>
                  <a:pt x="13008" y="23100"/>
                </a:lnTo>
                <a:lnTo>
                  <a:pt x="0" y="20209"/>
                </a:lnTo>
                <a:lnTo>
                  <a:pt x="0" y="0"/>
                </a:lnTo>
                <a:lnTo>
                  <a:pt x="23143" y="4065"/>
                </a:lnTo>
                <a:lnTo>
                  <a:pt x="39576" y="19735"/>
                </a:lnTo>
                <a:lnTo>
                  <a:pt x="49378" y="52220"/>
                </a:lnTo>
                <a:lnTo>
                  <a:pt x="52628" y="106729"/>
                </a:lnTo>
                <a:lnTo>
                  <a:pt x="49378" y="161360"/>
                </a:lnTo>
                <a:lnTo>
                  <a:pt x="39576" y="193907"/>
                </a:lnTo>
                <a:lnTo>
                  <a:pt x="23143" y="209600"/>
                </a:lnTo>
                <a:lnTo>
                  <a:pt x="0" y="213669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78377" y="4694921"/>
            <a:ext cx="171988" cy="19514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980890" y="4693658"/>
            <a:ext cx="182934" cy="19535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246561" y="4693658"/>
            <a:ext cx="162094" cy="19535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456863" y="4696959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0" y="0"/>
                </a:moveTo>
                <a:lnTo>
                  <a:pt x="22945" y="0"/>
                </a:lnTo>
                <a:lnTo>
                  <a:pt x="2294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456863" y="4735059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60" h="20320">
                <a:moveTo>
                  <a:pt x="0" y="0"/>
                </a:moveTo>
                <a:lnTo>
                  <a:pt x="149674" y="0"/>
                </a:lnTo>
                <a:lnTo>
                  <a:pt x="14967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456863" y="4755379"/>
            <a:ext cx="23495" cy="36830"/>
          </a:xfrm>
          <a:custGeom>
            <a:avLst/>
            <a:gdLst/>
            <a:ahLst/>
            <a:cxnLst/>
            <a:rect l="l" t="t" r="r" b="b"/>
            <a:pathLst>
              <a:path w="23495" h="36829">
                <a:moveTo>
                  <a:pt x="0" y="0"/>
                </a:moveTo>
                <a:lnTo>
                  <a:pt x="22945" y="0"/>
                </a:lnTo>
                <a:lnTo>
                  <a:pt x="22945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456863" y="4792209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60" h="20320">
                <a:moveTo>
                  <a:pt x="0" y="0"/>
                </a:moveTo>
                <a:lnTo>
                  <a:pt x="149674" y="0"/>
                </a:lnTo>
                <a:lnTo>
                  <a:pt x="14967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583591" y="4697026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22945" y="37892"/>
                </a:moveTo>
                <a:lnTo>
                  <a:pt x="0" y="37892"/>
                </a:lnTo>
                <a:lnTo>
                  <a:pt x="0" y="0"/>
                </a:lnTo>
                <a:lnTo>
                  <a:pt x="22945" y="0"/>
                </a:lnTo>
                <a:lnTo>
                  <a:pt x="22945" y="3789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583591" y="4754917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22945" y="37681"/>
                </a:moveTo>
                <a:lnTo>
                  <a:pt x="0" y="37681"/>
                </a:lnTo>
                <a:lnTo>
                  <a:pt x="0" y="0"/>
                </a:lnTo>
                <a:lnTo>
                  <a:pt x="22945" y="0"/>
                </a:lnTo>
                <a:lnTo>
                  <a:pt x="22945" y="3768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520858" y="4812597"/>
            <a:ext cx="22860" cy="43815"/>
          </a:xfrm>
          <a:custGeom>
            <a:avLst/>
            <a:gdLst/>
            <a:ahLst/>
            <a:cxnLst/>
            <a:rect l="l" t="t" r="r" b="b"/>
            <a:pathLst>
              <a:path w="22860" h="43814">
                <a:moveTo>
                  <a:pt x="22735" y="43786"/>
                </a:moveTo>
                <a:lnTo>
                  <a:pt x="0" y="43786"/>
                </a:lnTo>
                <a:lnTo>
                  <a:pt x="0" y="0"/>
                </a:lnTo>
                <a:lnTo>
                  <a:pt x="22735" y="0"/>
                </a:lnTo>
                <a:lnTo>
                  <a:pt x="22735" y="4378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446969" y="4856384"/>
            <a:ext cx="169545" cy="20320"/>
          </a:xfrm>
          <a:custGeom>
            <a:avLst/>
            <a:gdLst/>
            <a:ahLst/>
            <a:cxnLst/>
            <a:rect l="l" t="t" r="r" b="b"/>
            <a:pathLst>
              <a:path w="169545" h="20320">
                <a:moveTo>
                  <a:pt x="169462" y="19788"/>
                </a:moveTo>
                <a:lnTo>
                  <a:pt x="0" y="19788"/>
                </a:lnTo>
                <a:lnTo>
                  <a:pt x="0" y="0"/>
                </a:lnTo>
                <a:lnTo>
                  <a:pt x="169462" y="0"/>
                </a:lnTo>
                <a:lnTo>
                  <a:pt x="169462" y="1978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708851" y="4695973"/>
            <a:ext cx="171988" cy="19409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923573" y="4695688"/>
            <a:ext cx="147320" cy="19050"/>
          </a:xfrm>
          <a:custGeom>
            <a:avLst/>
            <a:gdLst/>
            <a:ahLst/>
            <a:cxnLst/>
            <a:rect l="l" t="t" r="r" b="b"/>
            <a:pathLst>
              <a:path w="147320" h="19050">
                <a:moveTo>
                  <a:pt x="0" y="0"/>
                </a:moveTo>
                <a:lnTo>
                  <a:pt x="146937" y="0"/>
                </a:lnTo>
                <a:lnTo>
                  <a:pt x="146937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047565" y="4714738"/>
            <a:ext cx="23495" cy="15240"/>
          </a:xfrm>
          <a:custGeom>
            <a:avLst/>
            <a:gdLst/>
            <a:ahLst/>
            <a:cxnLst/>
            <a:rect l="l" t="t" r="r" b="b"/>
            <a:pathLst>
              <a:path w="23495" h="15239">
                <a:moveTo>
                  <a:pt x="0" y="0"/>
                </a:moveTo>
                <a:lnTo>
                  <a:pt x="22945" y="0"/>
                </a:lnTo>
                <a:lnTo>
                  <a:pt x="22945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923573" y="4729979"/>
            <a:ext cx="147320" cy="17780"/>
          </a:xfrm>
          <a:custGeom>
            <a:avLst/>
            <a:gdLst/>
            <a:ahLst/>
            <a:cxnLst/>
            <a:rect l="l" t="t" r="r" b="b"/>
            <a:pathLst>
              <a:path w="147320" h="17779">
                <a:moveTo>
                  <a:pt x="0" y="0"/>
                </a:moveTo>
                <a:lnTo>
                  <a:pt x="146937" y="0"/>
                </a:lnTo>
                <a:lnTo>
                  <a:pt x="146937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923573" y="4747759"/>
            <a:ext cx="22860" cy="16510"/>
          </a:xfrm>
          <a:custGeom>
            <a:avLst/>
            <a:gdLst/>
            <a:ahLst/>
            <a:cxnLst/>
            <a:rect l="l" t="t" r="r" b="b"/>
            <a:pathLst>
              <a:path w="22860" h="16510">
                <a:moveTo>
                  <a:pt x="0" y="0"/>
                </a:moveTo>
                <a:lnTo>
                  <a:pt x="22735" y="0"/>
                </a:lnTo>
                <a:lnTo>
                  <a:pt x="22735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923573" y="4764269"/>
            <a:ext cx="148590" cy="17780"/>
          </a:xfrm>
          <a:custGeom>
            <a:avLst/>
            <a:gdLst/>
            <a:ahLst/>
            <a:cxnLst/>
            <a:rect l="l" t="t" r="r" b="b"/>
            <a:pathLst>
              <a:path w="148589" h="17779">
                <a:moveTo>
                  <a:pt x="0" y="0"/>
                </a:moveTo>
                <a:lnTo>
                  <a:pt x="147989" y="0"/>
                </a:lnTo>
                <a:lnTo>
                  <a:pt x="147989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985253" y="4782283"/>
            <a:ext cx="22860" cy="17145"/>
          </a:xfrm>
          <a:custGeom>
            <a:avLst/>
            <a:gdLst/>
            <a:ahLst/>
            <a:cxnLst/>
            <a:rect l="l" t="t" r="r" b="b"/>
            <a:pathLst>
              <a:path w="22860" h="17145">
                <a:moveTo>
                  <a:pt x="22735" y="17051"/>
                </a:moveTo>
                <a:lnTo>
                  <a:pt x="0" y="17051"/>
                </a:lnTo>
                <a:lnTo>
                  <a:pt x="0" y="0"/>
                </a:lnTo>
                <a:lnTo>
                  <a:pt x="22735" y="0"/>
                </a:lnTo>
                <a:lnTo>
                  <a:pt x="22735" y="1705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910942" y="4799335"/>
            <a:ext cx="172085" cy="19685"/>
          </a:xfrm>
          <a:custGeom>
            <a:avLst/>
            <a:gdLst/>
            <a:ahLst/>
            <a:cxnLst/>
            <a:rect l="l" t="t" r="r" b="b"/>
            <a:pathLst>
              <a:path w="172085" h="19685">
                <a:moveTo>
                  <a:pt x="171988" y="19156"/>
                </a:moveTo>
                <a:lnTo>
                  <a:pt x="0" y="19156"/>
                </a:lnTo>
                <a:lnTo>
                  <a:pt x="0" y="0"/>
                </a:lnTo>
                <a:lnTo>
                  <a:pt x="171988" y="0"/>
                </a:lnTo>
                <a:lnTo>
                  <a:pt x="171988" y="1915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922310" y="4834119"/>
            <a:ext cx="148590" cy="19050"/>
          </a:xfrm>
          <a:custGeom>
            <a:avLst/>
            <a:gdLst/>
            <a:ahLst/>
            <a:cxnLst/>
            <a:rect l="l" t="t" r="r" b="b"/>
            <a:pathLst>
              <a:path w="148589" h="19050">
                <a:moveTo>
                  <a:pt x="0" y="0"/>
                </a:moveTo>
                <a:lnTo>
                  <a:pt x="148200" y="0"/>
                </a:lnTo>
                <a:lnTo>
                  <a:pt x="148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047565" y="4853169"/>
            <a:ext cx="23495" cy="34290"/>
          </a:xfrm>
          <a:custGeom>
            <a:avLst/>
            <a:gdLst/>
            <a:ahLst/>
            <a:cxnLst/>
            <a:rect l="l" t="t" r="r" b="b"/>
            <a:pathLst>
              <a:path w="23495" h="34289">
                <a:moveTo>
                  <a:pt x="0" y="0"/>
                </a:moveTo>
                <a:lnTo>
                  <a:pt x="22945" y="0"/>
                </a:lnTo>
                <a:lnTo>
                  <a:pt x="22945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000943" y="5017489"/>
            <a:ext cx="72390" cy="20955"/>
          </a:xfrm>
          <a:custGeom>
            <a:avLst/>
            <a:gdLst/>
            <a:ahLst/>
            <a:cxnLst/>
            <a:rect l="l" t="t" r="r" b="b"/>
            <a:pathLst>
              <a:path w="72389" h="20954">
                <a:moveTo>
                  <a:pt x="71995" y="20419"/>
                </a:moveTo>
                <a:lnTo>
                  <a:pt x="0" y="20419"/>
                </a:lnTo>
                <a:lnTo>
                  <a:pt x="0" y="0"/>
                </a:lnTo>
                <a:lnTo>
                  <a:pt x="71995" y="0"/>
                </a:lnTo>
                <a:lnTo>
                  <a:pt x="71995" y="20419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160813" y="4928443"/>
            <a:ext cx="169462" cy="19177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362905" y="4928443"/>
            <a:ext cx="169462" cy="18019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567312" y="5076644"/>
            <a:ext cx="27305" cy="55244"/>
          </a:xfrm>
          <a:custGeom>
            <a:avLst/>
            <a:gdLst/>
            <a:ahLst/>
            <a:cxnLst/>
            <a:rect l="l" t="t" r="r" b="b"/>
            <a:pathLst>
              <a:path w="27304" h="55245">
                <a:moveTo>
                  <a:pt x="0" y="54943"/>
                </a:moveTo>
                <a:lnTo>
                  <a:pt x="0" y="43365"/>
                </a:lnTo>
                <a:lnTo>
                  <a:pt x="9262" y="42944"/>
                </a:lnTo>
                <a:lnTo>
                  <a:pt x="13683" y="37892"/>
                </a:lnTo>
                <a:lnTo>
                  <a:pt x="13683" y="27787"/>
                </a:lnTo>
                <a:lnTo>
                  <a:pt x="842" y="27787"/>
                </a:lnTo>
                <a:lnTo>
                  <a:pt x="842" y="0"/>
                </a:lnTo>
                <a:lnTo>
                  <a:pt x="26735" y="0"/>
                </a:lnTo>
                <a:lnTo>
                  <a:pt x="26735" y="29892"/>
                </a:lnTo>
                <a:lnTo>
                  <a:pt x="24955" y="40023"/>
                </a:lnTo>
                <a:lnTo>
                  <a:pt x="19761" y="47628"/>
                </a:lnTo>
                <a:lnTo>
                  <a:pt x="11370" y="52628"/>
                </a:lnTo>
                <a:lnTo>
                  <a:pt x="0" y="5494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689676" y="4919391"/>
            <a:ext cx="171988" cy="20082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891767" y="4928443"/>
            <a:ext cx="171988" cy="19409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097437" y="5076644"/>
            <a:ext cx="27305" cy="55244"/>
          </a:xfrm>
          <a:custGeom>
            <a:avLst/>
            <a:gdLst/>
            <a:ahLst/>
            <a:cxnLst/>
            <a:rect l="l" t="t" r="r" b="b"/>
            <a:pathLst>
              <a:path w="27304" h="55245">
                <a:moveTo>
                  <a:pt x="0" y="54943"/>
                </a:moveTo>
                <a:lnTo>
                  <a:pt x="0" y="43365"/>
                </a:lnTo>
                <a:lnTo>
                  <a:pt x="9262" y="42944"/>
                </a:lnTo>
                <a:lnTo>
                  <a:pt x="13683" y="37892"/>
                </a:lnTo>
                <a:lnTo>
                  <a:pt x="13683" y="27787"/>
                </a:lnTo>
                <a:lnTo>
                  <a:pt x="842" y="27787"/>
                </a:lnTo>
                <a:lnTo>
                  <a:pt x="842" y="0"/>
                </a:lnTo>
                <a:lnTo>
                  <a:pt x="26735" y="0"/>
                </a:lnTo>
                <a:lnTo>
                  <a:pt x="26735" y="29892"/>
                </a:lnTo>
                <a:lnTo>
                  <a:pt x="24955" y="40023"/>
                </a:lnTo>
                <a:lnTo>
                  <a:pt x="19761" y="47628"/>
                </a:lnTo>
                <a:lnTo>
                  <a:pt x="11370" y="52628"/>
                </a:lnTo>
                <a:lnTo>
                  <a:pt x="0" y="5494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230959" y="4928099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60" h="20320">
                <a:moveTo>
                  <a:pt x="0" y="0"/>
                </a:moveTo>
                <a:lnTo>
                  <a:pt x="149674" y="0"/>
                </a:lnTo>
                <a:lnTo>
                  <a:pt x="149674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230959" y="4948419"/>
            <a:ext cx="23495" cy="53340"/>
          </a:xfrm>
          <a:custGeom>
            <a:avLst/>
            <a:gdLst/>
            <a:ahLst/>
            <a:cxnLst/>
            <a:rect l="l" t="t" r="r" b="b"/>
            <a:pathLst>
              <a:path w="23495" h="53339">
                <a:moveTo>
                  <a:pt x="0" y="0"/>
                </a:moveTo>
                <a:lnTo>
                  <a:pt x="22945" y="0"/>
                </a:lnTo>
                <a:lnTo>
                  <a:pt x="22945" y="53340"/>
                </a:lnTo>
                <a:lnTo>
                  <a:pt x="0" y="533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230959" y="5001759"/>
            <a:ext cx="152400" cy="19050"/>
          </a:xfrm>
          <a:custGeom>
            <a:avLst/>
            <a:gdLst/>
            <a:ahLst/>
            <a:cxnLst/>
            <a:rect l="l" t="t" r="r" b="b"/>
            <a:pathLst>
              <a:path w="152400" h="19050">
                <a:moveTo>
                  <a:pt x="0" y="0"/>
                </a:moveTo>
                <a:lnTo>
                  <a:pt x="151779" y="0"/>
                </a:lnTo>
                <a:lnTo>
                  <a:pt x="15177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221065" y="5048645"/>
            <a:ext cx="169545" cy="20320"/>
          </a:xfrm>
          <a:custGeom>
            <a:avLst/>
            <a:gdLst/>
            <a:ahLst/>
            <a:cxnLst/>
            <a:rect l="l" t="t" r="r" b="b"/>
            <a:pathLst>
              <a:path w="169545" h="20320">
                <a:moveTo>
                  <a:pt x="169462" y="20209"/>
                </a:moveTo>
                <a:lnTo>
                  <a:pt x="0" y="20209"/>
                </a:lnTo>
                <a:lnTo>
                  <a:pt x="0" y="0"/>
                </a:lnTo>
                <a:lnTo>
                  <a:pt x="169462" y="0"/>
                </a:lnTo>
                <a:lnTo>
                  <a:pt x="169462" y="20209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294112" y="5068854"/>
            <a:ext cx="22860" cy="51435"/>
          </a:xfrm>
          <a:custGeom>
            <a:avLst/>
            <a:gdLst/>
            <a:ahLst/>
            <a:cxnLst/>
            <a:rect l="l" t="t" r="r" b="b"/>
            <a:pathLst>
              <a:path w="22860" h="51435">
                <a:moveTo>
                  <a:pt x="22735" y="51364"/>
                </a:moveTo>
                <a:lnTo>
                  <a:pt x="0" y="51364"/>
                </a:lnTo>
                <a:lnTo>
                  <a:pt x="0" y="0"/>
                </a:lnTo>
                <a:lnTo>
                  <a:pt x="22735" y="0"/>
                </a:lnTo>
                <a:lnTo>
                  <a:pt x="22735" y="5136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423156" y="4927390"/>
            <a:ext cx="169462" cy="19282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627563" y="5076644"/>
            <a:ext cx="27305" cy="55244"/>
          </a:xfrm>
          <a:custGeom>
            <a:avLst/>
            <a:gdLst/>
            <a:ahLst/>
            <a:cxnLst/>
            <a:rect l="l" t="t" r="r" b="b"/>
            <a:pathLst>
              <a:path w="27304" h="55245">
                <a:moveTo>
                  <a:pt x="0" y="54943"/>
                </a:moveTo>
                <a:lnTo>
                  <a:pt x="0" y="43365"/>
                </a:lnTo>
                <a:lnTo>
                  <a:pt x="9262" y="42944"/>
                </a:lnTo>
                <a:lnTo>
                  <a:pt x="13683" y="37892"/>
                </a:lnTo>
                <a:lnTo>
                  <a:pt x="13683" y="27787"/>
                </a:lnTo>
                <a:lnTo>
                  <a:pt x="842" y="27787"/>
                </a:lnTo>
                <a:lnTo>
                  <a:pt x="842" y="0"/>
                </a:lnTo>
                <a:lnTo>
                  <a:pt x="26735" y="0"/>
                </a:lnTo>
                <a:lnTo>
                  <a:pt x="26735" y="29892"/>
                </a:lnTo>
                <a:lnTo>
                  <a:pt x="24955" y="40023"/>
                </a:lnTo>
                <a:lnTo>
                  <a:pt x="19761" y="47628"/>
                </a:lnTo>
                <a:lnTo>
                  <a:pt x="11370" y="52628"/>
                </a:lnTo>
                <a:lnTo>
                  <a:pt x="0" y="5494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749927" y="4919391"/>
            <a:ext cx="171988" cy="20082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950335" y="4926127"/>
            <a:ext cx="187145" cy="19093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352839" y="4926127"/>
            <a:ext cx="23495" cy="20955"/>
          </a:xfrm>
          <a:custGeom>
            <a:avLst/>
            <a:gdLst/>
            <a:ahLst/>
            <a:cxnLst/>
            <a:rect l="l" t="t" r="r" b="b"/>
            <a:pathLst>
              <a:path w="23495" h="20954">
                <a:moveTo>
                  <a:pt x="22945" y="20630"/>
                </a:moveTo>
                <a:lnTo>
                  <a:pt x="0" y="20630"/>
                </a:lnTo>
                <a:lnTo>
                  <a:pt x="0" y="0"/>
                </a:lnTo>
                <a:lnTo>
                  <a:pt x="22945" y="0"/>
                </a:lnTo>
                <a:lnTo>
                  <a:pt x="22945" y="2063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221479" y="4928099"/>
            <a:ext cx="92710" cy="19050"/>
          </a:xfrm>
          <a:custGeom>
            <a:avLst/>
            <a:gdLst/>
            <a:ahLst/>
            <a:cxnLst/>
            <a:rect l="l" t="t" r="r" b="b"/>
            <a:pathLst>
              <a:path w="92710" h="19050">
                <a:moveTo>
                  <a:pt x="0" y="0"/>
                </a:moveTo>
                <a:lnTo>
                  <a:pt x="92414" y="0"/>
                </a:lnTo>
                <a:lnTo>
                  <a:pt x="9241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221479" y="4947149"/>
            <a:ext cx="154305" cy="1270"/>
          </a:xfrm>
          <a:custGeom>
            <a:avLst/>
            <a:gdLst/>
            <a:ahLst/>
            <a:cxnLst/>
            <a:rect l="l" t="t" r="r" b="b"/>
            <a:pathLst>
              <a:path w="154304" h="1270">
                <a:moveTo>
                  <a:pt x="0" y="0"/>
                </a:moveTo>
                <a:lnTo>
                  <a:pt x="154305" y="0"/>
                </a:lnTo>
                <a:lnTo>
                  <a:pt x="154305" y="1269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221479" y="4948419"/>
            <a:ext cx="22860" cy="63500"/>
          </a:xfrm>
          <a:custGeom>
            <a:avLst/>
            <a:gdLst/>
            <a:ahLst/>
            <a:cxnLst/>
            <a:rect l="l" t="t" r="r" b="b"/>
            <a:pathLst>
              <a:path w="22860" h="63500">
                <a:moveTo>
                  <a:pt x="0" y="0"/>
                </a:moveTo>
                <a:lnTo>
                  <a:pt x="22314" y="0"/>
                </a:lnTo>
                <a:lnTo>
                  <a:pt x="22314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221479" y="5011919"/>
            <a:ext cx="92710" cy="20320"/>
          </a:xfrm>
          <a:custGeom>
            <a:avLst/>
            <a:gdLst/>
            <a:ahLst/>
            <a:cxnLst/>
            <a:rect l="l" t="t" r="r" b="b"/>
            <a:pathLst>
              <a:path w="92710" h="20320">
                <a:moveTo>
                  <a:pt x="0" y="0"/>
                </a:moveTo>
                <a:lnTo>
                  <a:pt x="92414" y="0"/>
                </a:lnTo>
                <a:lnTo>
                  <a:pt x="9241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291370" y="4948419"/>
            <a:ext cx="84455" cy="17780"/>
          </a:xfrm>
          <a:custGeom>
            <a:avLst/>
            <a:gdLst/>
            <a:ahLst/>
            <a:cxnLst/>
            <a:rect l="l" t="t" r="r" b="b"/>
            <a:pathLst>
              <a:path w="84454" h="17779">
                <a:moveTo>
                  <a:pt x="0" y="0"/>
                </a:moveTo>
                <a:lnTo>
                  <a:pt x="84415" y="0"/>
                </a:lnTo>
                <a:lnTo>
                  <a:pt x="84415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291370" y="4966199"/>
            <a:ext cx="22860" cy="26670"/>
          </a:xfrm>
          <a:custGeom>
            <a:avLst/>
            <a:gdLst/>
            <a:ahLst/>
            <a:cxnLst/>
            <a:rect l="l" t="t" r="r" b="b"/>
            <a:pathLst>
              <a:path w="22860" h="26670">
                <a:moveTo>
                  <a:pt x="0" y="0"/>
                </a:moveTo>
                <a:lnTo>
                  <a:pt x="22524" y="0"/>
                </a:lnTo>
                <a:lnTo>
                  <a:pt x="22524" y="26669"/>
                </a:lnTo>
                <a:lnTo>
                  <a:pt x="0" y="2666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291370" y="4992869"/>
            <a:ext cx="84455" cy="19050"/>
          </a:xfrm>
          <a:custGeom>
            <a:avLst/>
            <a:gdLst/>
            <a:ahLst/>
            <a:cxnLst/>
            <a:rect l="l" t="t" r="r" b="b"/>
            <a:pathLst>
              <a:path w="84454" h="19050">
                <a:moveTo>
                  <a:pt x="0" y="0"/>
                </a:moveTo>
                <a:lnTo>
                  <a:pt x="84415" y="0"/>
                </a:lnTo>
                <a:lnTo>
                  <a:pt x="8441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352839" y="5011919"/>
            <a:ext cx="23495" cy="48260"/>
          </a:xfrm>
          <a:custGeom>
            <a:avLst/>
            <a:gdLst/>
            <a:ahLst/>
            <a:cxnLst/>
            <a:rect l="l" t="t" r="r" b="b"/>
            <a:pathLst>
              <a:path w="23495" h="48260">
                <a:moveTo>
                  <a:pt x="0" y="0"/>
                </a:moveTo>
                <a:lnTo>
                  <a:pt x="22945" y="0"/>
                </a:lnTo>
                <a:lnTo>
                  <a:pt x="22945" y="48260"/>
                </a:lnTo>
                <a:lnTo>
                  <a:pt x="0" y="482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352839" y="4966546"/>
            <a:ext cx="23495" cy="26670"/>
          </a:xfrm>
          <a:custGeom>
            <a:avLst/>
            <a:gdLst/>
            <a:ahLst/>
            <a:cxnLst/>
            <a:rect l="l" t="t" r="r" b="b"/>
            <a:pathLst>
              <a:path w="23495" h="26670">
                <a:moveTo>
                  <a:pt x="22945" y="26314"/>
                </a:moveTo>
                <a:lnTo>
                  <a:pt x="0" y="26314"/>
                </a:lnTo>
                <a:lnTo>
                  <a:pt x="0" y="0"/>
                </a:lnTo>
                <a:lnTo>
                  <a:pt x="22945" y="0"/>
                </a:lnTo>
                <a:lnTo>
                  <a:pt x="22945" y="2631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233058" y="5052559"/>
            <a:ext cx="23495" cy="45720"/>
          </a:xfrm>
          <a:custGeom>
            <a:avLst/>
            <a:gdLst/>
            <a:ahLst/>
            <a:cxnLst/>
            <a:rect l="l" t="t" r="r" b="b"/>
            <a:pathLst>
              <a:path w="23495" h="45720">
                <a:moveTo>
                  <a:pt x="0" y="0"/>
                </a:moveTo>
                <a:lnTo>
                  <a:pt x="22945" y="0"/>
                </a:lnTo>
                <a:lnTo>
                  <a:pt x="22945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233058" y="5098279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5" h="19050">
                <a:moveTo>
                  <a:pt x="0" y="0"/>
                </a:moveTo>
                <a:lnTo>
                  <a:pt x="146095" y="0"/>
                </a:lnTo>
                <a:lnTo>
                  <a:pt x="14609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420203" y="4926127"/>
            <a:ext cx="157673" cy="19409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622926" y="5076644"/>
            <a:ext cx="27305" cy="55244"/>
          </a:xfrm>
          <a:custGeom>
            <a:avLst/>
            <a:gdLst/>
            <a:ahLst/>
            <a:cxnLst/>
            <a:rect l="l" t="t" r="r" b="b"/>
            <a:pathLst>
              <a:path w="27304" h="55245">
                <a:moveTo>
                  <a:pt x="0" y="54943"/>
                </a:moveTo>
                <a:lnTo>
                  <a:pt x="0" y="43365"/>
                </a:lnTo>
                <a:lnTo>
                  <a:pt x="9262" y="42944"/>
                </a:lnTo>
                <a:lnTo>
                  <a:pt x="13683" y="37892"/>
                </a:lnTo>
                <a:lnTo>
                  <a:pt x="13683" y="27787"/>
                </a:lnTo>
                <a:lnTo>
                  <a:pt x="842" y="27787"/>
                </a:lnTo>
                <a:lnTo>
                  <a:pt x="842" y="0"/>
                </a:lnTo>
                <a:lnTo>
                  <a:pt x="26735" y="0"/>
                </a:lnTo>
                <a:lnTo>
                  <a:pt x="26735" y="29892"/>
                </a:lnTo>
                <a:lnTo>
                  <a:pt x="24955" y="40023"/>
                </a:lnTo>
                <a:lnTo>
                  <a:pt x="19761" y="47628"/>
                </a:lnTo>
                <a:lnTo>
                  <a:pt x="11370" y="52628"/>
                </a:lnTo>
                <a:lnTo>
                  <a:pt x="0" y="5494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756447" y="4929369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0" y="0"/>
                </a:moveTo>
                <a:lnTo>
                  <a:pt x="22945" y="0"/>
                </a:lnTo>
                <a:lnTo>
                  <a:pt x="2294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756447" y="4967469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60" h="20320">
                <a:moveTo>
                  <a:pt x="0" y="0"/>
                </a:moveTo>
                <a:lnTo>
                  <a:pt x="149674" y="0"/>
                </a:lnTo>
                <a:lnTo>
                  <a:pt x="14967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5756447" y="4987788"/>
            <a:ext cx="23495" cy="36830"/>
          </a:xfrm>
          <a:custGeom>
            <a:avLst/>
            <a:gdLst/>
            <a:ahLst/>
            <a:cxnLst/>
            <a:rect l="l" t="t" r="r" b="b"/>
            <a:pathLst>
              <a:path w="23495" h="36829">
                <a:moveTo>
                  <a:pt x="0" y="0"/>
                </a:moveTo>
                <a:lnTo>
                  <a:pt x="22945" y="0"/>
                </a:lnTo>
                <a:lnTo>
                  <a:pt x="22945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756447" y="5024619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60" h="20320">
                <a:moveTo>
                  <a:pt x="0" y="0"/>
                </a:moveTo>
                <a:lnTo>
                  <a:pt x="149674" y="0"/>
                </a:lnTo>
                <a:lnTo>
                  <a:pt x="14967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883175" y="4929496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22945" y="37892"/>
                </a:moveTo>
                <a:lnTo>
                  <a:pt x="0" y="37892"/>
                </a:lnTo>
                <a:lnTo>
                  <a:pt x="0" y="0"/>
                </a:lnTo>
                <a:lnTo>
                  <a:pt x="22945" y="0"/>
                </a:lnTo>
                <a:lnTo>
                  <a:pt x="22945" y="3789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883175" y="4987386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22945" y="37681"/>
                </a:moveTo>
                <a:lnTo>
                  <a:pt x="0" y="37681"/>
                </a:lnTo>
                <a:lnTo>
                  <a:pt x="0" y="0"/>
                </a:lnTo>
                <a:lnTo>
                  <a:pt x="22945" y="0"/>
                </a:lnTo>
                <a:lnTo>
                  <a:pt x="22945" y="3768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820443" y="5045067"/>
            <a:ext cx="22860" cy="43815"/>
          </a:xfrm>
          <a:custGeom>
            <a:avLst/>
            <a:gdLst/>
            <a:ahLst/>
            <a:cxnLst/>
            <a:rect l="l" t="t" r="r" b="b"/>
            <a:pathLst>
              <a:path w="22860" h="43814">
                <a:moveTo>
                  <a:pt x="22735" y="43786"/>
                </a:moveTo>
                <a:lnTo>
                  <a:pt x="0" y="43786"/>
                </a:lnTo>
                <a:lnTo>
                  <a:pt x="0" y="0"/>
                </a:lnTo>
                <a:lnTo>
                  <a:pt x="22735" y="0"/>
                </a:lnTo>
                <a:lnTo>
                  <a:pt x="22735" y="4378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746553" y="5088853"/>
            <a:ext cx="169545" cy="20320"/>
          </a:xfrm>
          <a:custGeom>
            <a:avLst/>
            <a:gdLst/>
            <a:ahLst/>
            <a:cxnLst/>
            <a:rect l="l" t="t" r="r" b="b"/>
            <a:pathLst>
              <a:path w="169545" h="20320">
                <a:moveTo>
                  <a:pt x="169462" y="19788"/>
                </a:moveTo>
                <a:lnTo>
                  <a:pt x="0" y="19788"/>
                </a:lnTo>
                <a:lnTo>
                  <a:pt x="0" y="0"/>
                </a:lnTo>
                <a:lnTo>
                  <a:pt x="169462" y="0"/>
                </a:lnTo>
                <a:lnTo>
                  <a:pt x="169462" y="1978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909669" y="5153123"/>
            <a:ext cx="161041" cy="19830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4178481" y="5158597"/>
            <a:ext cx="180198" cy="19093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379099" y="5157334"/>
            <a:ext cx="156831" cy="19409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4644077" y="5158597"/>
            <a:ext cx="154726" cy="19093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851853" y="5160509"/>
            <a:ext cx="23495" cy="29209"/>
          </a:xfrm>
          <a:custGeom>
            <a:avLst/>
            <a:gdLst/>
            <a:ahLst/>
            <a:cxnLst/>
            <a:rect l="l" t="t" r="r" b="b"/>
            <a:pathLst>
              <a:path w="23495" h="29210">
                <a:moveTo>
                  <a:pt x="0" y="0"/>
                </a:moveTo>
                <a:lnTo>
                  <a:pt x="22945" y="0"/>
                </a:lnTo>
                <a:lnTo>
                  <a:pt x="22945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851853" y="5189719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60" h="20320">
                <a:moveTo>
                  <a:pt x="0" y="0"/>
                </a:moveTo>
                <a:lnTo>
                  <a:pt x="149674" y="0"/>
                </a:lnTo>
                <a:lnTo>
                  <a:pt x="14967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4851853" y="5210038"/>
            <a:ext cx="23495" cy="29209"/>
          </a:xfrm>
          <a:custGeom>
            <a:avLst/>
            <a:gdLst/>
            <a:ahLst/>
            <a:cxnLst/>
            <a:rect l="l" t="t" r="r" b="b"/>
            <a:pathLst>
              <a:path w="23495" h="29210">
                <a:moveTo>
                  <a:pt x="0" y="0"/>
                </a:moveTo>
                <a:lnTo>
                  <a:pt x="22945" y="0"/>
                </a:lnTo>
                <a:lnTo>
                  <a:pt x="22945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4851853" y="5239249"/>
            <a:ext cx="149860" cy="19050"/>
          </a:xfrm>
          <a:custGeom>
            <a:avLst/>
            <a:gdLst/>
            <a:ahLst/>
            <a:cxnLst/>
            <a:rect l="l" t="t" r="r" b="b"/>
            <a:pathLst>
              <a:path w="149860" h="19050">
                <a:moveTo>
                  <a:pt x="0" y="0"/>
                </a:moveTo>
                <a:lnTo>
                  <a:pt x="149674" y="0"/>
                </a:lnTo>
                <a:lnTo>
                  <a:pt x="14967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4978581" y="5160912"/>
            <a:ext cx="23495" cy="29209"/>
          </a:xfrm>
          <a:custGeom>
            <a:avLst/>
            <a:gdLst/>
            <a:ahLst/>
            <a:cxnLst/>
            <a:rect l="l" t="t" r="r" b="b"/>
            <a:pathLst>
              <a:path w="23495" h="29210">
                <a:moveTo>
                  <a:pt x="22945" y="29050"/>
                </a:moveTo>
                <a:lnTo>
                  <a:pt x="0" y="29050"/>
                </a:lnTo>
                <a:lnTo>
                  <a:pt x="0" y="0"/>
                </a:lnTo>
                <a:lnTo>
                  <a:pt x="22945" y="0"/>
                </a:lnTo>
                <a:lnTo>
                  <a:pt x="22945" y="2905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978581" y="5209541"/>
            <a:ext cx="23495" cy="29845"/>
          </a:xfrm>
          <a:custGeom>
            <a:avLst/>
            <a:gdLst/>
            <a:ahLst/>
            <a:cxnLst/>
            <a:rect l="l" t="t" r="r" b="b"/>
            <a:pathLst>
              <a:path w="23495" h="29845">
                <a:moveTo>
                  <a:pt x="22945" y="29682"/>
                </a:moveTo>
                <a:lnTo>
                  <a:pt x="0" y="29682"/>
                </a:lnTo>
                <a:lnTo>
                  <a:pt x="0" y="0"/>
                </a:lnTo>
                <a:lnTo>
                  <a:pt x="22945" y="0"/>
                </a:lnTo>
                <a:lnTo>
                  <a:pt x="22945" y="2968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841959" y="5282588"/>
            <a:ext cx="169545" cy="20320"/>
          </a:xfrm>
          <a:custGeom>
            <a:avLst/>
            <a:gdLst/>
            <a:ahLst/>
            <a:cxnLst/>
            <a:rect l="l" t="t" r="r" b="b"/>
            <a:pathLst>
              <a:path w="169545" h="20320">
                <a:moveTo>
                  <a:pt x="169462" y="19998"/>
                </a:moveTo>
                <a:lnTo>
                  <a:pt x="0" y="19998"/>
                </a:lnTo>
                <a:lnTo>
                  <a:pt x="0" y="0"/>
                </a:lnTo>
                <a:lnTo>
                  <a:pt x="169462" y="0"/>
                </a:lnTo>
                <a:lnTo>
                  <a:pt x="169462" y="1999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915006" y="5302587"/>
            <a:ext cx="22860" cy="50165"/>
          </a:xfrm>
          <a:custGeom>
            <a:avLst/>
            <a:gdLst/>
            <a:ahLst/>
            <a:cxnLst/>
            <a:rect l="l" t="t" r="r" b="b"/>
            <a:pathLst>
              <a:path w="22860" h="50164">
                <a:moveTo>
                  <a:pt x="22735" y="50101"/>
                </a:moveTo>
                <a:lnTo>
                  <a:pt x="0" y="50101"/>
                </a:lnTo>
                <a:lnTo>
                  <a:pt x="0" y="0"/>
                </a:lnTo>
                <a:lnTo>
                  <a:pt x="22735" y="0"/>
                </a:lnTo>
                <a:lnTo>
                  <a:pt x="22735" y="5010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7269003" y="4926127"/>
            <a:ext cx="156831" cy="19093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7468147" y="4926127"/>
            <a:ext cx="182934" cy="19535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1665077" y="5695587"/>
            <a:ext cx="157999" cy="19031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1864202" y="5690132"/>
            <a:ext cx="160307" cy="195767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2127837" y="5695179"/>
            <a:ext cx="364258" cy="195127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2587030" y="5695587"/>
            <a:ext cx="160307" cy="19031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3476910" y="5695587"/>
            <a:ext cx="186535" cy="19031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3682960" y="5695587"/>
            <a:ext cx="160517" cy="19115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3941979" y="5690132"/>
            <a:ext cx="183178" cy="19765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147398" y="5694328"/>
            <a:ext cx="160726" cy="195977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419846" y="5770285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5" h="28575">
                <a:moveTo>
                  <a:pt x="25808" y="28116"/>
                </a:moveTo>
                <a:lnTo>
                  <a:pt x="0" y="28116"/>
                </a:lnTo>
                <a:lnTo>
                  <a:pt x="0" y="0"/>
                </a:lnTo>
                <a:lnTo>
                  <a:pt x="25808" y="0"/>
                </a:lnTo>
                <a:lnTo>
                  <a:pt x="25808" y="2811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4550747" y="5695377"/>
            <a:ext cx="171428" cy="19241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4751550" y="5695587"/>
            <a:ext cx="165133" cy="194718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5010360" y="5706078"/>
            <a:ext cx="106172" cy="16995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5138773" y="5706078"/>
            <a:ext cx="108899" cy="16995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5274111" y="5688872"/>
            <a:ext cx="168910" cy="18863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6093801" y="5574195"/>
            <a:ext cx="183178" cy="197656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6299221" y="5578391"/>
            <a:ext cx="160726" cy="195977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6496248" y="5579650"/>
            <a:ext cx="160307" cy="19031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6697681" y="5579650"/>
            <a:ext cx="183388" cy="193459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6913802" y="5654348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4" h="28575">
                <a:moveTo>
                  <a:pt x="25808" y="28116"/>
                </a:moveTo>
                <a:lnTo>
                  <a:pt x="0" y="28116"/>
                </a:lnTo>
                <a:lnTo>
                  <a:pt x="0" y="0"/>
                </a:lnTo>
                <a:lnTo>
                  <a:pt x="25808" y="0"/>
                </a:lnTo>
                <a:lnTo>
                  <a:pt x="25808" y="2811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6985562" y="5579650"/>
            <a:ext cx="160097" cy="19052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7188465" y="5574195"/>
            <a:ext cx="156320" cy="195767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7448808" y="5579650"/>
            <a:ext cx="370762" cy="195767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7911569" y="5572935"/>
            <a:ext cx="168910" cy="200174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8111742" y="5572935"/>
            <a:ext cx="171428" cy="198915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8316742" y="5729676"/>
            <a:ext cx="26670" cy="55244"/>
          </a:xfrm>
          <a:custGeom>
            <a:avLst/>
            <a:gdLst/>
            <a:ahLst/>
            <a:cxnLst/>
            <a:rect l="l" t="t" r="r" b="b"/>
            <a:pathLst>
              <a:path w="26670" h="55245">
                <a:moveTo>
                  <a:pt x="0" y="54764"/>
                </a:moveTo>
                <a:lnTo>
                  <a:pt x="0" y="43224"/>
                </a:lnTo>
                <a:lnTo>
                  <a:pt x="9232" y="42804"/>
                </a:lnTo>
                <a:lnTo>
                  <a:pt x="13638" y="37768"/>
                </a:lnTo>
                <a:lnTo>
                  <a:pt x="13638" y="27697"/>
                </a:lnTo>
                <a:lnTo>
                  <a:pt x="839" y="27697"/>
                </a:lnTo>
                <a:lnTo>
                  <a:pt x="839" y="0"/>
                </a:lnTo>
                <a:lnTo>
                  <a:pt x="26647" y="0"/>
                </a:lnTo>
                <a:lnTo>
                  <a:pt x="26647" y="29795"/>
                </a:lnTo>
                <a:lnTo>
                  <a:pt x="24874" y="39893"/>
                </a:lnTo>
                <a:lnTo>
                  <a:pt x="19697" y="47473"/>
                </a:lnTo>
                <a:lnTo>
                  <a:pt x="11333" y="52456"/>
                </a:lnTo>
                <a:lnTo>
                  <a:pt x="0" y="5476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8445005" y="5579650"/>
            <a:ext cx="153173" cy="190312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8636996" y="5579650"/>
            <a:ext cx="185696" cy="194718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7014750" y="5813288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4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7014750" y="5832338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39">
                <a:moveTo>
                  <a:pt x="0" y="0"/>
                </a:moveTo>
                <a:lnTo>
                  <a:pt x="22661" y="0"/>
                </a:lnTo>
                <a:lnTo>
                  <a:pt x="22661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7014750" y="5847579"/>
            <a:ext cx="144145" cy="17780"/>
          </a:xfrm>
          <a:custGeom>
            <a:avLst/>
            <a:gdLst/>
            <a:ahLst/>
            <a:cxnLst/>
            <a:rect l="l" t="t" r="r" b="b"/>
            <a:pathLst>
              <a:path w="144145" h="17779">
                <a:moveTo>
                  <a:pt x="0" y="0"/>
                </a:moveTo>
                <a:lnTo>
                  <a:pt x="143940" y="0"/>
                </a:lnTo>
                <a:lnTo>
                  <a:pt x="143940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7014750" y="5865359"/>
            <a:ext cx="22860" cy="16510"/>
          </a:xfrm>
          <a:custGeom>
            <a:avLst/>
            <a:gdLst/>
            <a:ahLst/>
            <a:cxnLst/>
            <a:rect l="l" t="t" r="r" b="b"/>
            <a:pathLst>
              <a:path w="22859" h="16510">
                <a:moveTo>
                  <a:pt x="0" y="0"/>
                </a:moveTo>
                <a:lnTo>
                  <a:pt x="22661" y="0"/>
                </a:lnTo>
                <a:lnTo>
                  <a:pt x="22661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7014750" y="5881869"/>
            <a:ext cx="147955" cy="17780"/>
          </a:xfrm>
          <a:custGeom>
            <a:avLst/>
            <a:gdLst/>
            <a:ahLst/>
            <a:cxnLst/>
            <a:rect l="l" t="t" r="r" b="b"/>
            <a:pathLst>
              <a:path w="147954" h="17779">
                <a:moveTo>
                  <a:pt x="0" y="0"/>
                </a:moveTo>
                <a:lnTo>
                  <a:pt x="147507" y="0"/>
                </a:lnTo>
                <a:lnTo>
                  <a:pt x="147507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7002160" y="5915598"/>
            <a:ext cx="171450" cy="19685"/>
          </a:xfrm>
          <a:custGeom>
            <a:avLst/>
            <a:gdLst/>
            <a:ahLst/>
            <a:cxnLst/>
            <a:rect l="l" t="t" r="r" b="b"/>
            <a:pathLst>
              <a:path w="171450" h="19685">
                <a:moveTo>
                  <a:pt x="171428" y="19304"/>
                </a:moveTo>
                <a:lnTo>
                  <a:pt x="0" y="19304"/>
                </a:lnTo>
                <a:lnTo>
                  <a:pt x="0" y="0"/>
                </a:lnTo>
                <a:lnTo>
                  <a:pt x="171428" y="0"/>
                </a:lnTo>
                <a:lnTo>
                  <a:pt x="171428" y="193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7013491" y="5951719"/>
            <a:ext cx="147955" cy="19050"/>
          </a:xfrm>
          <a:custGeom>
            <a:avLst/>
            <a:gdLst/>
            <a:ahLst/>
            <a:cxnLst/>
            <a:rect l="l" t="t" r="r" b="b"/>
            <a:pathLst>
              <a:path w="147954" h="19050">
                <a:moveTo>
                  <a:pt x="0" y="0"/>
                </a:moveTo>
                <a:lnTo>
                  <a:pt x="147717" y="0"/>
                </a:lnTo>
                <a:lnTo>
                  <a:pt x="14771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7138337" y="5970769"/>
            <a:ext cx="23495" cy="34290"/>
          </a:xfrm>
          <a:custGeom>
            <a:avLst/>
            <a:gdLst/>
            <a:ahLst/>
            <a:cxnLst/>
            <a:rect l="l" t="t" r="r" b="b"/>
            <a:pathLst>
              <a:path w="23495" h="34289">
                <a:moveTo>
                  <a:pt x="0" y="0"/>
                </a:moveTo>
                <a:lnTo>
                  <a:pt x="22871" y="0"/>
                </a:lnTo>
                <a:lnTo>
                  <a:pt x="22871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7214714" y="5814559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0" y="0"/>
                </a:moveTo>
                <a:lnTo>
                  <a:pt x="22871" y="0"/>
                </a:lnTo>
                <a:lnTo>
                  <a:pt x="22871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7214714" y="5852659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7214714" y="5872979"/>
            <a:ext cx="23495" cy="36830"/>
          </a:xfrm>
          <a:custGeom>
            <a:avLst/>
            <a:gdLst/>
            <a:ahLst/>
            <a:cxnLst/>
            <a:rect l="l" t="t" r="r" b="b"/>
            <a:pathLst>
              <a:path w="23495" h="36829">
                <a:moveTo>
                  <a:pt x="0" y="0"/>
                </a:moveTo>
                <a:lnTo>
                  <a:pt x="22871" y="0"/>
                </a:lnTo>
                <a:lnTo>
                  <a:pt x="22871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7214714" y="5909809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7341030" y="5814881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22871" y="37768"/>
                </a:moveTo>
                <a:lnTo>
                  <a:pt x="0" y="37768"/>
                </a:lnTo>
                <a:lnTo>
                  <a:pt x="0" y="0"/>
                </a:lnTo>
                <a:lnTo>
                  <a:pt x="22871" y="0"/>
                </a:lnTo>
                <a:lnTo>
                  <a:pt x="22871" y="3776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7341030" y="5872584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22871" y="37558"/>
                </a:moveTo>
                <a:lnTo>
                  <a:pt x="0" y="37558"/>
                </a:lnTo>
                <a:lnTo>
                  <a:pt x="0" y="0"/>
                </a:lnTo>
                <a:lnTo>
                  <a:pt x="22871" y="0"/>
                </a:lnTo>
                <a:lnTo>
                  <a:pt x="22871" y="3755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7278501" y="5930076"/>
            <a:ext cx="22860" cy="43815"/>
          </a:xfrm>
          <a:custGeom>
            <a:avLst/>
            <a:gdLst/>
            <a:ahLst/>
            <a:cxnLst/>
            <a:rect l="l" t="t" r="r" b="b"/>
            <a:pathLst>
              <a:path w="22859" h="43814">
                <a:moveTo>
                  <a:pt x="22661" y="43643"/>
                </a:moveTo>
                <a:lnTo>
                  <a:pt x="0" y="43643"/>
                </a:lnTo>
                <a:lnTo>
                  <a:pt x="0" y="0"/>
                </a:lnTo>
                <a:lnTo>
                  <a:pt x="22661" y="0"/>
                </a:lnTo>
                <a:lnTo>
                  <a:pt x="22661" y="4364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7204852" y="5973720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09" h="20320">
                <a:moveTo>
                  <a:pt x="168910" y="19723"/>
                </a:moveTo>
                <a:lnTo>
                  <a:pt x="0" y="19723"/>
                </a:lnTo>
                <a:lnTo>
                  <a:pt x="0" y="0"/>
                </a:lnTo>
                <a:lnTo>
                  <a:pt x="168910" y="0"/>
                </a:lnTo>
                <a:lnTo>
                  <a:pt x="168910" y="1972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7669081" y="5806069"/>
            <a:ext cx="157789" cy="19576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7467019" y="5814881"/>
            <a:ext cx="168910" cy="178562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7872193" y="5961550"/>
            <a:ext cx="26670" cy="55244"/>
          </a:xfrm>
          <a:custGeom>
            <a:avLst/>
            <a:gdLst/>
            <a:ahLst/>
            <a:cxnLst/>
            <a:rect l="l" t="t" r="r" b="b"/>
            <a:pathLst>
              <a:path w="26670" h="55245">
                <a:moveTo>
                  <a:pt x="0" y="54764"/>
                </a:moveTo>
                <a:lnTo>
                  <a:pt x="0" y="43224"/>
                </a:lnTo>
                <a:lnTo>
                  <a:pt x="9232" y="42804"/>
                </a:lnTo>
                <a:lnTo>
                  <a:pt x="13638" y="37768"/>
                </a:lnTo>
                <a:lnTo>
                  <a:pt x="13638" y="27697"/>
                </a:lnTo>
                <a:lnTo>
                  <a:pt x="839" y="27697"/>
                </a:lnTo>
                <a:lnTo>
                  <a:pt x="839" y="0"/>
                </a:lnTo>
                <a:lnTo>
                  <a:pt x="26647" y="0"/>
                </a:lnTo>
                <a:lnTo>
                  <a:pt x="26647" y="29795"/>
                </a:lnTo>
                <a:lnTo>
                  <a:pt x="24874" y="39893"/>
                </a:lnTo>
                <a:lnTo>
                  <a:pt x="19697" y="47473"/>
                </a:lnTo>
                <a:lnTo>
                  <a:pt x="11333" y="52456"/>
                </a:lnTo>
                <a:lnTo>
                  <a:pt x="0" y="5476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1940521" y="6448127"/>
            <a:ext cx="62865" cy="165100"/>
          </a:xfrm>
          <a:custGeom>
            <a:avLst/>
            <a:gdLst/>
            <a:ahLst/>
            <a:cxnLst/>
            <a:rect l="l" t="t" r="r" b="b"/>
            <a:pathLst>
              <a:path w="62864" h="165100">
                <a:moveTo>
                  <a:pt x="62318" y="164503"/>
                </a:moveTo>
                <a:lnTo>
                  <a:pt x="38608" y="164503"/>
                </a:lnTo>
                <a:lnTo>
                  <a:pt x="38608" y="24969"/>
                </a:lnTo>
                <a:lnTo>
                  <a:pt x="0" y="42175"/>
                </a:lnTo>
                <a:lnTo>
                  <a:pt x="0" y="19094"/>
                </a:lnTo>
                <a:lnTo>
                  <a:pt x="42175" y="0"/>
                </a:lnTo>
                <a:lnTo>
                  <a:pt x="62318" y="0"/>
                </a:lnTo>
                <a:lnTo>
                  <a:pt x="62318" y="16450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2070194" y="6436859"/>
            <a:ext cx="22860" cy="22860"/>
          </a:xfrm>
          <a:custGeom>
            <a:avLst/>
            <a:gdLst/>
            <a:ahLst/>
            <a:cxnLst/>
            <a:rect l="l" t="t" r="r" b="b"/>
            <a:pathLst>
              <a:path w="22860" h="22860">
                <a:moveTo>
                  <a:pt x="0" y="0"/>
                </a:moveTo>
                <a:lnTo>
                  <a:pt x="22661" y="0"/>
                </a:lnTo>
                <a:lnTo>
                  <a:pt x="22661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2070194" y="6459719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5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2070194" y="6478769"/>
            <a:ext cx="22860" cy="21590"/>
          </a:xfrm>
          <a:custGeom>
            <a:avLst/>
            <a:gdLst/>
            <a:ahLst/>
            <a:cxnLst/>
            <a:rect l="l" t="t" r="r" b="b"/>
            <a:pathLst>
              <a:path w="22860" h="21589">
                <a:moveTo>
                  <a:pt x="0" y="0"/>
                </a:moveTo>
                <a:lnTo>
                  <a:pt x="22661" y="0"/>
                </a:lnTo>
                <a:lnTo>
                  <a:pt x="22661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2070194" y="6500359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5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2193781" y="6437216"/>
            <a:ext cx="23495" cy="22225"/>
          </a:xfrm>
          <a:custGeom>
            <a:avLst/>
            <a:gdLst/>
            <a:ahLst/>
            <a:cxnLst/>
            <a:rect l="l" t="t" r="r" b="b"/>
            <a:pathLst>
              <a:path w="23494" h="22225">
                <a:moveTo>
                  <a:pt x="22871" y="22031"/>
                </a:moveTo>
                <a:lnTo>
                  <a:pt x="0" y="22031"/>
                </a:lnTo>
                <a:lnTo>
                  <a:pt x="0" y="0"/>
                </a:lnTo>
                <a:lnTo>
                  <a:pt x="22871" y="0"/>
                </a:lnTo>
                <a:lnTo>
                  <a:pt x="22871" y="2203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2193781" y="6478552"/>
            <a:ext cx="23495" cy="22225"/>
          </a:xfrm>
          <a:custGeom>
            <a:avLst/>
            <a:gdLst/>
            <a:ahLst/>
            <a:cxnLst/>
            <a:rect l="l" t="t" r="r" b="b"/>
            <a:pathLst>
              <a:path w="23494" h="22225">
                <a:moveTo>
                  <a:pt x="22871" y="22031"/>
                </a:moveTo>
                <a:lnTo>
                  <a:pt x="0" y="22031"/>
                </a:lnTo>
                <a:lnTo>
                  <a:pt x="0" y="0"/>
                </a:lnTo>
                <a:lnTo>
                  <a:pt x="22871" y="0"/>
                </a:lnTo>
                <a:lnTo>
                  <a:pt x="22871" y="2203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2057604" y="6537094"/>
            <a:ext cx="171450" cy="19685"/>
          </a:xfrm>
          <a:custGeom>
            <a:avLst/>
            <a:gdLst/>
            <a:ahLst/>
            <a:cxnLst/>
            <a:rect l="l" t="t" r="r" b="b"/>
            <a:pathLst>
              <a:path w="171450" h="19684">
                <a:moveTo>
                  <a:pt x="171428" y="19304"/>
                </a:moveTo>
                <a:lnTo>
                  <a:pt x="0" y="19304"/>
                </a:lnTo>
                <a:lnTo>
                  <a:pt x="0" y="0"/>
                </a:lnTo>
                <a:lnTo>
                  <a:pt x="171428" y="0"/>
                </a:lnTo>
                <a:lnTo>
                  <a:pt x="171428" y="193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2134191" y="6556397"/>
            <a:ext cx="22860" cy="32384"/>
          </a:xfrm>
          <a:custGeom>
            <a:avLst/>
            <a:gdLst/>
            <a:ahLst/>
            <a:cxnLst/>
            <a:rect l="l" t="t" r="r" b="b"/>
            <a:pathLst>
              <a:path w="22860" h="32384">
                <a:moveTo>
                  <a:pt x="22661" y="32103"/>
                </a:moveTo>
                <a:lnTo>
                  <a:pt x="0" y="32103"/>
                </a:lnTo>
                <a:lnTo>
                  <a:pt x="0" y="0"/>
                </a:lnTo>
                <a:lnTo>
                  <a:pt x="22661" y="0"/>
                </a:lnTo>
                <a:lnTo>
                  <a:pt x="22661" y="3210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2070194" y="6574018"/>
            <a:ext cx="22860" cy="31750"/>
          </a:xfrm>
          <a:custGeom>
            <a:avLst/>
            <a:gdLst/>
            <a:ahLst/>
            <a:cxnLst/>
            <a:rect l="l" t="t" r="r" b="b"/>
            <a:pathLst>
              <a:path w="22860" h="31750">
                <a:moveTo>
                  <a:pt x="0" y="0"/>
                </a:moveTo>
                <a:lnTo>
                  <a:pt x="22661" y="0"/>
                </a:lnTo>
                <a:lnTo>
                  <a:pt x="22661" y="31749"/>
                </a:lnTo>
                <a:lnTo>
                  <a:pt x="0" y="317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2070194" y="6605768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60" h="20320">
                <a:moveTo>
                  <a:pt x="0" y="0"/>
                </a:moveTo>
                <a:lnTo>
                  <a:pt x="149815" y="0"/>
                </a:lnTo>
                <a:lnTo>
                  <a:pt x="149815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3746777" y="6320230"/>
            <a:ext cx="171428" cy="191151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2326274" y="6434908"/>
            <a:ext cx="156110" cy="190312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3950308" y="6318971"/>
            <a:ext cx="182758" cy="190312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4206390" y="6329462"/>
            <a:ext cx="106172" cy="169959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4344036" y="6318971"/>
            <a:ext cx="158208" cy="190312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4544840" y="6321288"/>
            <a:ext cx="93345" cy="20320"/>
          </a:xfrm>
          <a:custGeom>
            <a:avLst/>
            <a:gdLst/>
            <a:ahLst/>
            <a:cxnLst/>
            <a:rect l="l" t="t" r="r" b="b"/>
            <a:pathLst>
              <a:path w="93345" h="20320">
                <a:moveTo>
                  <a:pt x="0" y="0"/>
                </a:moveTo>
                <a:lnTo>
                  <a:pt x="92953" y="0"/>
                </a:lnTo>
                <a:lnTo>
                  <a:pt x="92953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4544840" y="6341609"/>
            <a:ext cx="22860" cy="63500"/>
          </a:xfrm>
          <a:custGeom>
            <a:avLst/>
            <a:gdLst/>
            <a:ahLst/>
            <a:cxnLst/>
            <a:rect l="l" t="t" r="r" b="b"/>
            <a:pathLst>
              <a:path w="22860" h="63500">
                <a:moveTo>
                  <a:pt x="0" y="0"/>
                </a:moveTo>
                <a:lnTo>
                  <a:pt x="22451" y="0"/>
                </a:lnTo>
                <a:lnTo>
                  <a:pt x="22451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4544840" y="6405109"/>
            <a:ext cx="93345" cy="19050"/>
          </a:xfrm>
          <a:custGeom>
            <a:avLst/>
            <a:gdLst/>
            <a:ahLst/>
            <a:cxnLst/>
            <a:rect l="l" t="t" r="r" b="b"/>
            <a:pathLst>
              <a:path w="93345" h="19050">
                <a:moveTo>
                  <a:pt x="0" y="0"/>
                </a:moveTo>
                <a:lnTo>
                  <a:pt x="92953" y="0"/>
                </a:lnTo>
                <a:lnTo>
                  <a:pt x="9295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4615761" y="6341003"/>
            <a:ext cx="22225" cy="64135"/>
          </a:xfrm>
          <a:custGeom>
            <a:avLst/>
            <a:gdLst/>
            <a:ahLst/>
            <a:cxnLst/>
            <a:rect l="l" t="t" r="r" b="b"/>
            <a:pathLst>
              <a:path w="22225" h="64135">
                <a:moveTo>
                  <a:pt x="22031" y="63997"/>
                </a:moveTo>
                <a:lnTo>
                  <a:pt x="0" y="63997"/>
                </a:lnTo>
                <a:lnTo>
                  <a:pt x="0" y="0"/>
                </a:lnTo>
                <a:lnTo>
                  <a:pt x="22031" y="0"/>
                </a:lnTo>
                <a:lnTo>
                  <a:pt x="22031" y="63997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4673253" y="6318749"/>
            <a:ext cx="23495" cy="52069"/>
          </a:xfrm>
          <a:custGeom>
            <a:avLst/>
            <a:gdLst/>
            <a:ahLst/>
            <a:cxnLst/>
            <a:rect l="l" t="t" r="r" b="b"/>
            <a:pathLst>
              <a:path w="23495" h="52070">
                <a:moveTo>
                  <a:pt x="0" y="0"/>
                </a:moveTo>
                <a:lnTo>
                  <a:pt x="22871" y="0"/>
                </a:lnTo>
                <a:lnTo>
                  <a:pt x="22871" y="52069"/>
                </a:lnTo>
                <a:lnTo>
                  <a:pt x="0" y="5206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4673253" y="6370819"/>
            <a:ext cx="50800" cy="20320"/>
          </a:xfrm>
          <a:custGeom>
            <a:avLst/>
            <a:gdLst/>
            <a:ahLst/>
            <a:cxnLst/>
            <a:rect l="l" t="t" r="r" b="b"/>
            <a:pathLst>
              <a:path w="50800" h="20320">
                <a:moveTo>
                  <a:pt x="0" y="0"/>
                </a:moveTo>
                <a:lnTo>
                  <a:pt x="50568" y="0"/>
                </a:lnTo>
                <a:lnTo>
                  <a:pt x="50568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4673253" y="6391138"/>
            <a:ext cx="23495" cy="60960"/>
          </a:xfrm>
          <a:custGeom>
            <a:avLst/>
            <a:gdLst/>
            <a:ahLst/>
            <a:cxnLst/>
            <a:rect l="l" t="t" r="r" b="b"/>
            <a:pathLst>
              <a:path w="23495" h="60960">
                <a:moveTo>
                  <a:pt x="0" y="0"/>
                </a:moveTo>
                <a:lnTo>
                  <a:pt x="22871" y="0"/>
                </a:lnTo>
                <a:lnTo>
                  <a:pt x="22871" y="60960"/>
                </a:lnTo>
                <a:lnTo>
                  <a:pt x="0" y="609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4555750" y="6445749"/>
            <a:ext cx="22860" cy="44450"/>
          </a:xfrm>
          <a:custGeom>
            <a:avLst/>
            <a:gdLst/>
            <a:ahLst/>
            <a:cxnLst/>
            <a:rect l="l" t="t" r="r" b="b"/>
            <a:pathLst>
              <a:path w="22860" h="44450">
                <a:moveTo>
                  <a:pt x="0" y="0"/>
                </a:moveTo>
                <a:lnTo>
                  <a:pt x="22661" y="0"/>
                </a:lnTo>
                <a:lnTo>
                  <a:pt x="22661" y="44449"/>
                </a:lnTo>
                <a:lnTo>
                  <a:pt x="0" y="444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4555750" y="6490199"/>
            <a:ext cx="144145" cy="20320"/>
          </a:xfrm>
          <a:custGeom>
            <a:avLst/>
            <a:gdLst/>
            <a:ahLst/>
            <a:cxnLst/>
            <a:rect l="l" t="t" r="r" b="b"/>
            <a:pathLst>
              <a:path w="144145" h="20320">
                <a:moveTo>
                  <a:pt x="0" y="0"/>
                </a:moveTo>
                <a:lnTo>
                  <a:pt x="143940" y="0"/>
                </a:lnTo>
                <a:lnTo>
                  <a:pt x="143940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4802949" y="6313515"/>
            <a:ext cx="183178" cy="198915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5008369" y="6317712"/>
            <a:ext cx="159677" cy="192410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3005225" y="6641910"/>
            <a:ext cx="71755" cy="20955"/>
          </a:xfrm>
          <a:custGeom>
            <a:avLst/>
            <a:gdLst/>
            <a:ahLst/>
            <a:cxnLst/>
            <a:rect l="l" t="t" r="r" b="b"/>
            <a:pathLst>
              <a:path w="71755" h="20954">
                <a:moveTo>
                  <a:pt x="71760" y="20353"/>
                </a:moveTo>
                <a:lnTo>
                  <a:pt x="0" y="20353"/>
                </a:lnTo>
                <a:lnTo>
                  <a:pt x="0" y="0"/>
                </a:lnTo>
                <a:lnTo>
                  <a:pt x="71760" y="0"/>
                </a:lnTo>
                <a:lnTo>
                  <a:pt x="71760" y="2035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3165320" y="6550845"/>
            <a:ext cx="160517" cy="190312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3362976" y="6550845"/>
            <a:ext cx="186535" cy="190312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3638091" y="6553699"/>
            <a:ext cx="149225" cy="19050"/>
          </a:xfrm>
          <a:custGeom>
            <a:avLst/>
            <a:gdLst/>
            <a:ahLst/>
            <a:cxnLst/>
            <a:rect l="l" t="t" r="r" b="b"/>
            <a:pathLst>
              <a:path w="149225" h="19050">
                <a:moveTo>
                  <a:pt x="0" y="0"/>
                </a:moveTo>
                <a:lnTo>
                  <a:pt x="149186" y="0"/>
                </a:lnTo>
                <a:lnTo>
                  <a:pt x="14918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3638091" y="6572749"/>
            <a:ext cx="23495" cy="53340"/>
          </a:xfrm>
          <a:custGeom>
            <a:avLst/>
            <a:gdLst/>
            <a:ahLst/>
            <a:cxnLst/>
            <a:rect l="l" t="t" r="r" b="b"/>
            <a:pathLst>
              <a:path w="23495" h="53340">
                <a:moveTo>
                  <a:pt x="0" y="0"/>
                </a:moveTo>
                <a:lnTo>
                  <a:pt x="22871" y="0"/>
                </a:lnTo>
                <a:lnTo>
                  <a:pt x="22871" y="53339"/>
                </a:lnTo>
                <a:lnTo>
                  <a:pt x="0" y="533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3638091" y="6626089"/>
            <a:ext cx="151765" cy="19050"/>
          </a:xfrm>
          <a:custGeom>
            <a:avLst/>
            <a:gdLst/>
            <a:ahLst/>
            <a:cxnLst/>
            <a:rect l="l" t="t" r="r" b="b"/>
            <a:pathLst>
              <a:path w="151764" h="19050">
                <a:moveTo>
                  <a:pt x="0" y="0"/>
                </a:moveTo>
                <a:lnTo>
                  <a:pt x="151284" y="0"/>
                </a:lnTo>
                <a:lnTo>
                  <a:pt x="15128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3628229" y="6672964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10" h="20320">
                <a:moveTo>
                  <a:pt x="168910" y="20143"/>
                </a:moveTo>
                <a:lnTo>
                  <a:pt x="0" y="20143"/>
                </a:lnTo>
                <a:lnTo>
                  <a:pt x="0" y="0"/>
                </a:lnTo>
                <a:lnTo>
                  <a:pt x="168910" y="0"/>
                </a:lnTo>
                <a:lnTo>
                  <a:pt x="168910" y="2014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3701039" y="6693107"/>
            <a:ext cx="22860" cy="51435"/>
          </a:xfrm>
          <a:custGeom>
            <a:avLst/>
            <a:gdLst/>
            <a:ahLst/>
            <a:cxnLst/>
            <a:rect l="l" t="t" r="r" b="b"/>
            <a:pathLst>
              <a:path w="22860" h="51434">
                <a:moveTo>
                  <a:pt x="22661" y="51197"/>
                </a:moveTo>
                <a:lnTo>
                  <a:pt x="0" y="51197"/>
                </a:lnTo>
                <a:lnTo>
                  <a:pt x="0" y="0"/>
                </a:lnTo>
                <a:lnTo>
                  <a:pt x="22661" y="0"/>
                </a:lnTo>
                <a:lnTo>
                  <a:pt x="22661" y="51197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3829663" y="6552104"/>
            <a:ext cx="168910" cy="192200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4075462" y="6544550"/>
            <a:ext cx="100330" cy="206375"/>
          </a:xfrm>
          <a:custGeom>
            <a:avLst/>
            <a:gdLst/>
            <a:ahLst/>
            <a:cxnLst/>
            <a:rect l="l" t="t" r="r" b="b"/>
            <a:pathLst>
              <a:path w="100329" h="206375">
                <a:moveTo>
                  <a:pt x="23080" y="205839"/>
                </a:moveTo>
                <a:lnTo>
                  <a:pt x="0" y="205839"/>
                </a:lnTo>
                <a:lnTo>
                  <a:pt x="77006" y="0"/>
                </a:lnTo>
                <a:lnTo>
                  <a:pt x="99877" y="0"/>
                </a:lnTo>
                <a:lnTo>
                  <a:pt x="23080" y="205839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4254303" y="6550845"/>
            <a:ext cx="156530" cy="190312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4454897" y="6545390"/>
            <a:ext cx="160307" cy="195767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4851982" y="6550845"/>
            <a:ext cx="23495" cy="20955"/>
          </a:xfrm>
          <a:custGeom>
            <a:avLst/>
            <a:gdLst/>
            <a:ahLst/>
            <a:cxnLst/>
            <a:rect l="l" t="t" r="r" b="b"/>
            <a:pathLst>
              <a:path w="23495" h="20954">
                <a:moveTo>
                  <a:pt x="22871" y="20562"/>
                </a:moveTo>
                <a:lnTo>
                  <a:pt x="0" y="20562"/>
                </a:lnTo>
                <a:lnTo>
                  <a:pt x="0" y="0"/>
                </a:lnTo>
                <a:lnTo>
                  <a:pt x="22871" y="0"/>
                </a:lnTo>
                <a:lnTo>
                  <a:pt x="22871" y="2056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4721050" y="6553699"/>
            <a:ext cx="92710" cy="17780"/>
          </a:xfrm>
          <a:custGeom>
            <a:avLst/>
            <a:gdLst/>
            <a:ahLst/>
            <a:cxnLst/>
            <a:rect l="l" t="t" r="r" b="b"/>
            <a:pathLst>
              <a:path w="92710" h="17779">
                <a:moveTo>
                  <a:pt x="0" y="0"/>
                </a:moveTo>
                <a:lnTo>
                  <a:pt x="92113" y="0"/>
                </a:lnTo>
                <a:lnTo>
                  <a:pt x="92113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4721050" y="6571479"/>
            <a:ext cx="154305" cy="1270"/>
          </a:xfrm>
          <a:custGeom>
            <a:avLst/>
            <a:gdLst/>
            <a:ahLst/>
            <a:cxnLst/>
            <a:rect l="l" t="t" r="r" b="b"/>
            <a:pathLst>
              <a:path w="154304" h="1270">
                <a:moveTo>
                  <a:pt x="0" y="0"/>
                </a:moveTo>
                <a:lnTo>
                  <a:pt x="153802" y="0"/>
                </a:lnTo>
                <a:lnTo>
                  <a:pt x="153802" y="1270"/>
                </a:lnTo>
                <a:lnTo>
                  <a:pt x="0" y="127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4721050" y="6572749"/>
            <a:ext cx="22860" cy="63500"/>
          </a:xfrm>
          <a:custGeom>
            <a:avLst/>
            <a:gdLst/>
            <a:ahLst/>
            <a:cxnLst/>
            <a:rect l="l" t="t" r="r" b="b"/>
            <a:pathLst>
              <a:path w="22860" h="63500">
                <a:moveTo>
                  <a:pt x="0" y="0"/>
                </a:moveTo>
                <a:lnTo>
                  <a:pt x="22241" y="0"/>
                </a:lnTo>
                <a:lnTo>
                  <a:pt x="22241" y="63499"/>
                </a:lnTo>
                <a:lnTo>
                  <a:pt x="0" y="6349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4721050" y="6636249"/>
            <a:ext cx="92710" cy="20320"/>
          </a:xfrm>
          <a:custGeom>
            <a:avLst/>
            <a:gdLst/>
            <a:ahLst/>
            <a:cxnLst/>
            <a:rect l="l" t="t" r="r" b="b"/>
            <a:pathLst>
              <a:path w="92710" h="20320">
                <a:moveTo>
                  <a:pt x="0" y="0"/>
                </a:moveTo>
                <a:lnTo>
                  <a:pt x="92113" y="0"/>
                </a:lnTo>
                <a:lnTo>
                  <a:pt x="92113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4790712" y="6572749"/>
            <a:ext cx="84455" cy="17780"/>
          </a:xfrm>
          <a:custGeom>
            <a:avLst/>
            <a:gdLst/>
            <a:ahLst/>
            <a:cxnLst/>
            <a:rect l="l" t="t" r="r" b="b"/>
            <a:pathLst>
              <a:path w="84454" h="17779">
                <a:moveTo>
                  <a:pt x="0" y="0"/>
                </a:moveTo>
                <a:lnTo>
                  <a:pt x="84140" y="0"/>
                </a:lnTo>
                <a:lnTo>
                  <a:pt x="84140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4790712" y="6590529"/>
            <a:ext cx="22860" cy="26670"/>
          </a:xfrm>
          <a:custGeom>
            <a:avLst/>
            <a:gdLst/>
            <a:ahLst/>
            <a:cxnLst/>
            <a:rect l="l" t="t" r="r" b="b"/>
            <a:pathLst>
              <a:path w="22860" h="26670">
                <a:moveTo>
                  <a:pt x="0" y="0"/>
                </a:moveTo>
                <a:lnTo>
                  <a:pt x="22451" y="0"/>
                </a:lnTo>
                <a:lnTo>
                  <a:pt x="22451" y="26669"/>
                </a:lnTo>
                <a:lnTo>
                  <a:pt x="0" y="2666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4790712" y="6617199"/>
            <a:ext cx="84455" cy="19050"/>
          </a:xfrm>
          <a:custGeom>
            <a:avLst/>
            <a:gdLst/>
            <a:ahLst/>
            <a:cxnLst/>
            <a:rect l="l" t="t" r="r" b="b"/>
            <a:pathLst>
              <a:path w="84454" h="19050">
                <a:moveTo>
                  <a:pt x="0" y="0"/>
                </a:moveTo>
                <a:lnTo>
                  <a:pt x="84140" y="0"/>
                </a:lnTo>
                <a:lnTo>
                  <a:pt x="8414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4851982" y="6636249"/>
            <a:ext cx="23495" cy="48260"/>
          </a:xfrm>
          <a:custGeom>
            <a:avLst/>
            <a:gdLst/>
            <a:ahLst/>
            <a:cxnLst/>
            <a:rect l="l" t="t" r="r" b="b"/>
            <a:pathLst>
              <a:path w="23495" h="48259">
                <a:moveTo>
                  <a:pt x="0" y="0"/>
                </a:moveTo>
                <a:lnTo>
                  <a:pt x="22871" y="0"/>
                </a:lnTo>
                <a:lnTo>
                  <a:pt x="22871" y="48260"/>
                </a:lnTo>
                <a:lnTo>
                  <a:pt x="0" y="482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4851982" y="6591132"/>
            <a:ext cx="23495" cy="26670"/>
          </a:xfrm>
          <a:custGeom>
            <a:avLst/>
            <a:gdLst/>
            <a:ahLst/>
            <a:cxnLst/>
            <a:rect l="l" t="t" r="r" b="b"/>
            <a:pathLst>
              <a:path w="23495" h="26670">
                <a:moveTo>
                  <a:pt x="22871" y="26228"/>
                </a:moveTo>
                <a:lnTo>
                  <a:pt x="0" y="26228"/>
                </a:lnTo>
                <a:lnTo>
                  <a:pt x="0" y="0"/>
                </a:lnTo>
                <a:lnTo>
                  <a:pt x="22871" y="0"/>
                </a:lnTo>
                <a:lnTo>
                  <a:pt x="22871" y="2622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4732590" y="6676889"/>
            <a:ext cx="23495" cy="45720"/>
          </a:xfrm>
          <a:custGeom>
            <a:avLst/>
            <a:gdLst/>
            <a:ahLst/>
            <a:cxnLst/>
            <a:rect l="l" t="t" r="r" b="b"/>
            <a:pathLst>
              <a:path w="23495" h="45720">
                <a:moveTo>
                  <a:pt x="0" y="0"/>
                </a:moveTo>
                <a:lnTo>
                  <a:pt x="22871" y="0"/>
                </a:lnTo>
                <a:lnTo>
                  <a:pt x="22871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4732590" y="6722609"/>
            <a:ext cx="146050" cy="19050"/>
          </a:xfrm>
          <a:custGeom>
            <a:avLst/>
            <a:gdLst/>
            <a:ahLst/>
            <a:cxnLst/>
            <a:rect l="l" t="t" r="r" b="b"/>
            <a:pathLst>
              <a:path w="146050" h="19050">
                <a:moveTo>
                  <a:pt x="0" y="0"/>
                </a:moveTo>
                <a:lnTo>
                  <a:pt x="145619" y="0"/>
                </a:lnTo>
                <a:lnTo>
                  <a:pt x="14561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4919126" y="6550845"/>
            <a:ext cx="157159" cy="193459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5163396" y="6544550"/>
            <a:ext cx="100330" cy="206375"/>
          </a:xfrm>
          <a:custGeom>
            <a:avLst/>
            <a:gdLst/>
            <a:ahLst/>
            <a:cxnLst/>
            <a:rect l="l" t="t" r="r" b="b"/>
            <a:pathLst>
              <a:path w="100329" h="206375">
                <a:moveTo>
                  <a:pt x="23080" y="205839"/>
                </a:moveTo>
                <a:lnTo>
                  <a:pt x="0" y="205839"/>
                </a:lnTo>
                <a:lnTo>
                  <a:pt x="77006" y="0"/>
                </a:lnTo>
                <a:lnTo>
                  <a:pt x="99877" y="0"/>
                </a:lnTo>
                <a:lnTo>
                  <a:pt x="23080" y="205839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5342866" y="6550845"/>
            <a:ext cx="364258" cy="194718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5745733" y="6549586"/>
            <a:ext cx="158628" cy="193459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6095797" y="6434698"/>
            <a:ext cx="171428" cy="192410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6296600" y="6434908"/>
            <a:ext cx="165133" cy="194718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6512721" y="6509606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4" h="28575">
                <a:moveTo>
                  <a:pt x="25808" y="28116"/>
                </a:moveTo>
                <a:lnTo>
                  <a:pt x="0" y="28116"/>
                </a:lnTo>
                <a:lnTo>
                  <a:pt x="0" y="0"/>
                </a:lnTo>
                <a:lnTo>
                  <a:pt x="25808" y="0"/>
                </a:lnTo>
                <a:lnTo>
                  <a:pt x="25808" y="2811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6580915" y="6434908"/>
            <a:ext cx="186535" cy="19031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6786964" y="6434908"/>
            <a:ext cx="160517" cy="19115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7038571" y="6499954"/>
            <a:ext cx="186115" cy="69662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7311298" y="6434908"/>
            <a:ext cx="156530" cy="190312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7511892" y="6429452"/>
            <a:ext cx="160307" cy="195767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7778404" y="6434908"/>
            <a:ext cx="156110" cy="190312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7977109" y="6433649"/>
            <a:ext cx="156320" cy="194718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8236758" y="6437216"/>
            <a:ext cx="168910" cy="191151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8438191" y="6438265"/>
            <a:ext cx="168910" cy="178562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8640254" y="6429452"/>
            <a:ext cx="182968" cy="195767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2022906" y="7175665"/>
            <a:ext cx="171988" cy="191776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2224366" y="7173350"/>
            <a:ext cx="160831" cy="19093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4043338" y="7173350"/>
            <a:ext cx="161252" cy="192829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4245640" y="7173350"/>
            <a:ext cx="183566" cy="190934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4506681" y="7167877"/>
            <a:ext cx="183777" cy="199565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4712772" y="7172087"/>
            <a:ext cx="160199" cy="193039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6039969" y="7051642"/>
            <a:ext cx="160831" cy="196407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6243534" y="7057115"/>
            <a:ext cx="179566" cy="195355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6507522" y="7057115"/>
            <a:ext cx="158515" cy="190934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6716139" y="7060429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59" h="20320">
                <a:moveTo>
                  <a:pt x="0" y="0"/>
                </a:moveTo>
                <a:lnTo>
                  <a:pt x="149674" y="0"/>
                </a:lnTo>
                <a:lnTo>
                  <a:pt x="149674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6716139" y="7080749"/>
            <a:ext cx="23495" cy="64769"/>
          </a:xfrm>
          <a:custGeom>
            <a:avLst/>
            <a:gdLst/>
            <a:ahLst/>
            <a:cxnLst/>
            <a:rect l="l" t="t" r="r" b="b"/>
            <a:pathLst>
              <a:path w="23495" h="64770">
                <a:moveTo>
                  <a:pt x="0" y="0"/>
                </a:moveTo>
                <a:lnTo>
                  <a:pt x="22945" y="0"/>
                </a:lnTo>
                <a:lnTo>
                  <a:pt x="22945" y="64769"/>
                </a:lnTo>
                <a:lnTo>
                  <a:pt x="0" y="6476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6716139" y="7145518"/>
            <a:ext cx="151765" cy="20320"/>
          </a:xfrm>
          <a:custGeom>
            <a:avLst/>
            <a:gdLst/>
            <a:ahLst/>
            <a:cxnLst/>
            <a:rect l="l" t="t" r="r" b="b"/>
            <a:pathLst>
              <a:path w="151765" h="20320">
                <a:moveTo>
                  <a:pt x="0" y="0"/>
                </a:moveTo>
                <a:lnTo>
                  <a:pt x="151147" y="0"/>
                </a:lnTo>
                <a:lnTo>
                  <a:pt x="151147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6780134" y="7165839"/>
            <a:ext cx="22860" cy="54610"/>
          </a:xfrm>
          <a:custGeom>
            <a:avLst/>
            <a:gdLst/>
            <a:ahLst/>
            <a:cxnLst/>
            <a:rect l="l" t="t" r="r" b="b"/>
            <a:pathLst>
              <a:path w="22859" h="54609">
                <a:moveTo>
                  <a:pt x="0" y="0"/>
                </a:moveTo>
                <a:lnTo>
                  <a:pt x="22735" y="0"/>
                </a:lnTo>
                <a:lnTo>
                  <a:pt x="22735" y="54610"/>
                </a:lnTo>
                <a:lnTo>
                  <a:pt x="0" y="546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6706245" y="7220449"/>
            <a:ext cx="169545" cy="19050"/>
          </a:xfrm>
          <a:custGeom>
            <a:avLst/>
            <a:gdLst/>
            <a:ahLst/>
            <a:cxnLst/>
            <a:rect l="l" t="t" r="r" b="b"/>
            <a:pathLst>
              <a:path w="169545" h="19050">
                <a:moveTo>
                  <a:pt x="0" y="0"/>
                </a:moveTo>
                <a:lnTo>
                  <a:pt x="169462" y="0"/>
                </a:lnTo>
                <a:lnTo>
                  <a:pt x="16946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6974653" y="7060429"/>
            <a:ext cx="73025" cy="19050"/>
          </a:xfrm>
          <a:custGeom>
            <a:avLst/>
            <a:gdLst/>
            <a:ahLst/>
            <a:cxnLst/>
            <a:rect l="l" t="t" r="r" b="b"/>
            <a:pathLst>
              <a:path w="73025" h="19050">
                <a:moveTo>
                  <a:pt x="0" y="0"/>
                </a:moveTo>
                <a:lnTo>
                  <a:pt x="72416" y="0"/>
                </a:lnTo>
                <a:lnTo>
                  <a:pt x="7241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6974653" y="7079479"/>
            <a:ext cx="22225" cy="135890"/>
          </a:xfrm>
          <a:custGeom>
            <a:avLst/>
            <a:gdLst/>
            <a:ahLst/>
            <a:cxnLst/>
            <a:rect l="l" t="t" r="r" b="b"/>
            <a:pathLst>
              <a:path w="22225" h="135890">
                <a:moveTo>
                  <a:pt x="0" y="0"/>
                </a:moveTo>
                <a:lnTo>
                  <a:pt x="22103" y="0"/>
                </a:lnTo>
                <a:lnTo>
                  <a:pt x="22103" y="135889"/>
                </a:lnTo>
                <a:lnTo>
                  <a:pt x="0" y="1358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6974653" y="7215368"/>
            <a:ext cx="73025" cy="20320"/>
          </a:xfrm>
          <a:custGeom>
            <a:avLst/>
            <a:gdLst/>
            <a:ahLst/>
            <a:cxnLst/>
            <a:rect l="l" t="t" r="r" b="b"/>
            <a:pathLst>
              <a:path w="73025" h="20320">
                <a:moveTo>
                  <a:pt x="0" y="0"/>
                </a:moveTo>
                <a:lnTo>
                  <a:pt x="72416" y="0"/>
                </a:lnTo>
                <a:lnTo>
                  <a:pt x="72416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7024965" y="7080061"/>
            <a:ext cx="22225" cy="135890"/>
          </a:xfrm>
          <a:custGeom>
            <a:avLst/>
            <a:gdLst/>
            <a:ahLst/>
            <a:cxnLst/>
            <a:rect l="l" t="t" r="r" b="b"/>
            <a:pathLst>
              <a:path w="22225" h="135890">
                <a:moveTo>
                  <a:pt x="22103" y="135780"/>
                </a:moveTo>
                <a:lnTo>
                  <a:pt x="0" y="135780"/>
                </a:lnTo>
                <a:lnTo>
                  <a:pt x="0" y="0"/>
                </a:lnTo>
                <a:lnTo>
                  <a:pt x="22103" y="0"/>
                </a:lnTo>
                <a:lnTo>
                  <a:pt x="22103" y="13578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7065594" y="7132818"/>
            <a:ext cx="66040" cy="20320"/>
          </a:xfrm>
          <a:custGeom>
            <a:avLst/>
            <a:gdLst/>
            <a:ahLst/>
            <a:cxnLst/>
            <a:rect l="l" t="t" r="r" b="b"/>
            <a:pathLst>
              <a:path w="66040" h="20320">
                <a:moveTo>
                  <a:pt x="0" y="0"/>
                </a:moveTo>
                <a:lnTo>
                  <a:pt x="65679" y="0"/>
                </a:lnTo>
                <a:lnTo>
                  <a:pt x="65679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7065594" y="7057889"/>
            <a:ext cx="22225" cy="187960"/>
          </a:xfrm>
          <a:custGeom>
            <a:avLst/>
            <a:gdLst/>
            <a:ahLst/>
            <a:cxnLst/>
            <a:rect l="l" t="t" r="r" b="b"/>
            <a:pathLst>
              <a:path w="22225" h="187959">
                <a:moveTo>
                  <a:pt x="0" y="0"/>
                </a:moveTo>
                <a:lnTo>
                  <a:pt x="21893" y="0"/>
                </a:lnTo>
                <a:lnTo>
                  <a:pt x="21893" y="187959"/>
                </a:lnTo>
                <a:lnTo>
                  <a:pt x="0" y="18795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7108959" y="7057115"/>
            <a:ext cx="22860" cy="191135"/>
          </a:xfrm>
          <a:custGeom>
            <a:avLst/>
            <a:gdLst/>
            <a:ahLst/>
            <a:cxnLst/>
            <a:rect l="l" t="t" r="r" b="b"/>
            <a:pathLst>
              <a:path w="22859" h="191134">
                <a:moveTo>
                  <a:pt x="0" y="0"/>
                </a:moveTo>
                <a:lnTo>
                  <a:pt x="22314" y="0"/>
                </a:lnTo>
                <a:lnTo>
                  <a:pt x="22314" y="190934"/>
                </a:lnTo>
                <a:lnTo>
                  <a:pt x="0" y="190934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7173166" y="7051642"/>
            <a:ext cx="162094" cy="200828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7375889" y="7207631"/>
            <a:ext cx="27305" cy="55244"/>
          </a:xfrm>
          <a:custGeom>
            <a:avLst/>
            <a:gdLst/>
            <a:ahLst/>
            <a:cxnLst/>
            <a:rect l="l" t="t" r="r" b="b"/>
            <a:pathLst>
              <a:path w="27304" h="55245">
                <a:moveTo>
                  <a:pt x="0" y="54943"/>
                </a:moveTo>
                <a:lnTo>
                  <a:pt x="0" y="43365"/>
                </a:lnTo>
                <a:lnTo>
                  <a:pt x="9262" y="42944"/>
                </a:lnTo>
                <a:lnTo>
                  <a:pt x="13683" y="37892"/>
                </a:lnTo>
                <a:lnTo>
                  <a:pt x="13683" y="27787"/>
                </a:lnTo>
                <a:lnTo>
                  <a:pt x="842" y="27787"/>
                </a:lnTo>
                <a:lnTo>
                  <a:pt x="842" y="0"/>
                </a:lnTo>
                <a:lnTo>
                  <a:pt x="26735" y="0"/>
                </a:lnTo>
                <a:lnTo>
                  <a:pt x="26735" y="29892"/>
                </a:lnTo>
                <a:lnTo>
                  <a:pt x="24955" y="40023"/>
                </a:lnTo>
                <a:lnTo>
                  <a:pt x="19761" y="47628"/>
                </a:lnTo>
                <a:lnTo>
                  <a:pt x="11370" y="52628"/>
                </a:lnTo>
                <a:lnTo>
                  <a:pt x="0" y="5494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7504569" y="7060429"/>
            <a:ext cx="92710" cy="20320"/>
          </a:xfrm>
          <a:custGeom>
            <a:avLst/>
            <a:gdLst/>
            <a:ahLst/>
            <a:cxnLst/>
            <a:rect l="l" t="t" r="r" b="b"/>
            <a:pathLst>
              <a:path w="92709" h="20320">
                <a:moveTo>
                  <a:pt x="0" y="0"/>
                </a:moveTo>
                <a:lnTo>
                  <a:pt x="92625" y="0"/>
                </a:lnTo>
                <a:lnTo>
                  <a:pt x="92625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7504569" y="7080749"/>
            <a:ext cx="22860" cy="134620"/>
          </a:xfrm>
          <a:custGeom>
            <a:avLst/>
            <a:gdLst/>
            <a:ahLst/>
            <a:cxnLst/>
            <a:rect l="l" t="t" r="r" b="b"/>
            <a:pathLst>
              <a:path w="22859" h="134620">
                <a:moveTo>
                  <a:pt x="0" y="0"/>
                </a:moveTo>
                <a:lnTo>
                  <a:pt x="22735" y="0"/>
                </a:lnTo>
                <a:lnTo>
                  <a:pt x="22735" y="134619"/>
                </a:lnTo>
                <a:lnTo>
                  <a:pt x="0" y="1346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7504569" y="7215368"/>
            <a:ext cx="92710" cy="20320"/>
          </a:xfrm>
          <a:custGeom>
            <a:avLst/>
            <a:gdLst/>
            <a:ahLst/>
            <a:cxnLst/>
            <a:rect l="l" t="t" r="r" b="b"/>
            <a:pathLst>
              <a:path w="92709" h="20320">
                <a:moveTo>
                  <a:pt x="0" y="0"/>
                </a:moveTo>
                <a:lnTo>
                  <a:pt x="92625" y="0"/>
                </a:lnTo>
                <a:lnTo>
                  <a:pt x="92625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7574458" y="7080692"/>
            <a:ext cx="22860" cy="135255"/>
          </a:xfrm>
          <a:custGeom>
            <a:avLst/>
            <a:gdLst/>
            <a:ahLst/>
            <a:cxnLst/>
            <a:rect l="l" t="t" r="r" b="b"/>
            <a:pathLst>
              <a:path w="22859" h="135254">
                <a:moveTo>
                  <a:pt x="22735" y="134727"/>
                </a:moveTo>
                <a:lnTo>
                  <a:pt x="0" y="134727"/>
                </a:lnTo>
                <a:lnTo>
                  <a:pt x="0" y="0"/>
                </a:lnTo>
                <a:lnTo>
                  <a:pt x="22735" y="0"/>
                </a:lnTo>
                <a:lnTo>
                  <a:pt x="22735" y="134727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7630876" y="7056618"/>
            <a:ext cx="252824" cy="193325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7906225" y="7055852"/>
            <a:ext cx="159147" cy="194092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8169388" y="7055852"/>
            <a:ext cx="156831" cy="195355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8364742" y="7057115"/>
            <a:ext cx="186303" cy="191776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8573360" y="7207631"/>
            <a:ext cx="27305" cy="55244"/>
          </a:xfrm>
          <a:custGeom>
            <a:avLst/>
            <a:gdLst/>
            <a:ahLst/>
            <a:cxnLst/>
            <a:rect l="l" t="t" r="r" b="b"/>
            <a:pathLst>
              <a:path w="27304" h="55245">
                <a:moveTo>
                  <a:pt x="0" y="54943"/>
                </a:moveTo>
                <a:lnTo>
                  <a:pt x="0" y="43365"/>
                </a:lnTo>
                <a:lnTo>
                  <a:pt x="9262" y="42944"/>
                </a:lnTo>
                <a:lnTo>
                  <a:pt x="13683" y="37892"/>
                </a:lnTo>
                <a:lnTo>
                  <a:pt x="13683" y="27787"/>
                </a:lnTo>
                <a:lnTo>
                  <a:pt x="842" y="27787"/>
                </a:lnTo>
                <a:lnTo>
                  <a:pt x="842" y="0"/>
                </a:lnTo>
                <a:lnTo>
                  <a:pt x="26735" y="0"/>
                </a:lnTo>
                <a:lnTo>
                  <a:pt x="26735" y="29892"/>
                </a:lnTo>
                <a:lnTo>
                  <a:pt x="24955" y="40023"/>
                </a:lnTo>
                <a:lnTo>
                  <a:pt x="19761" y="47628"/>
                </a:lnTo>
                <a:lnTo>
                  <a:pt x="11370" y="52628"/>
                </a:lnTo>
                <a:lnTo>
                  <a:pt x="0" y="5494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8695093" y="7057115"/>
            <a:ext cx="164620" cy="191776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7034279" y="7292953"/>
            <a:ext cx="169462" cy="179145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7234477" y="7289585"/>
            <a:ext cx="160831" cy="190934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7496148" y="7289585"/>
            <a:ext cx="169251" cy="195355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7699713" y="7289585"/>
            <a:ext cx="165672" cy="195355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2027229" y="7913550"/>
            <a:ext cx="178981" cy="194718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2228662" y="7912291"/>
            <a:ext cx="158628" cy="193459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3221116" y="7913341"/>
            <a:ext cx="171428" cy="192410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3436608" y="7988248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5" h="28575">
                <a:moveTo>
                  <a:pt x="25808" y="28116"/>
                </a:moveTo>
                <a:lnTo>
                  <a:pt x="0" y="28116"/>
                </a:lnTo>
                <a:lnTo>
                  <a:pt x="0" y="0"/>
                </a:lnTo>
                <a:lnTo>
                  <a:pt x="25808" y="0"/>
                </a:lnTo>
                <a:lnTo>
                  <a:pt x="25808" y="2811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3643706" y="7913550"/>
            <a:ext cx="23495" cy="20955"/>
          </a:xfrm>
          <a:custGeom>
            <a:avLst/>
            <a:gdLst/>
            <a:ahLst/>
            <a:cxnLst/>
            <a:rect l="l" t="t" r="r" b="b"/>
            <a:pathLst>
              <a:path w="23495" h="20954">
                <a:moveTo>
                  <a:pt x="22871" y="20562"/>
                </a:moveTo>
                <a:lnTo>
                  <a:pt x="0" y="20562"/>
                </a:lnTo>
                <a:lnTo>
                  <a:pt x="0" y="0"/>
                </a:lnTo>
                <a:lnTo>
                  <a:pt x="22871" y="0"/>
                </a:lnTo>
                <a:lnTo>
                  <a:pt x="22871" y="2056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3512775" y="7916409"/>
            <a:ext cx="92710" cy="17780"/>
          </a:xfrm>
          <a:custGeom>
            <a:avLst/>
            <a:gdLst/>
            <a:ahLst/>
            <a:cxnLst/>
            <a:rect l="l" t="t" r="r" b="b"/>
            <a:pathLst>
              <a:path w="92710" h="17779">
                <a:moveTo>
                  <a:pt x="0" y="0"/>
                </a:moveTo>
                <a:lnTo>
                  <a:pt x="92113" y="0"/>
                </a:lnTo>
                <a:lnTo>
                  <a:pt x="92113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3512775" y="7934189"/>
            <a:ext cx="154305" cy="1270"/>
          </a:xfrm>
          <a:custGeom>
            <a:avLst/>
            <a:gdLst/>
            <a:ahLst/>
            <a:cxnLst/>
            <a:rect l="l" t="t" r="r" b="b"/>
            <a:pathLst>
              <a:path w="154304" h="1270">
                <a:moveTo>
                  <a:pt x="0" y="0"/>
                </a:moveTo>
                <a:lnTo>
                  <a:pt x="153802" y="0"/>
                </a:lnTo>
                <a:lnTo>
                  <a:pt x="153802" y="1270"/>
                </a:lnTo>
                <a:lnTo>
                  <a:pt x="0" y="127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3512775" y="7935459"/>
            <a:ext cx="22860" cy="63500"/>
          </a:xfrm>
          <a:custGeom>
            <a:avLst/>
            <a:gdLst/>
            <a:ahLst/>
            <a:cxnLst/>
            <a:rect l="l" t="t" r="r" b="b"/>
            <a:pathLst>
              <a:path w="22860" h="63500">
                <a:moveTo>
                  <a:pt x="0" y="0"/>
                </a:moveTo>
                <a:lnTo>
                  <a:pt x="22241" y="0"/>
                </a:lnTo>
                <a:lnTo>
                  <a:pt x="22241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3512775" y="7998959"/>
            <a:ext cx="92710" cy="20320"/>
          </a:xfrm>
          <a:custGeom>
            <a:avLst/>
            <a:gdLst/>
            <a:ahLst/>
            <a:cxnLst/>
            <a:rect l="l" t="t" r="r" b="b"/>
            <a:pathLst>
              <a:path w="92710" h="20320">
                <a:moveTo>
                  <a:pt x="0" y="0"/>
                </a:moveTo>
                <a:lnTo>
                  <a:pt x="92113" y="0"/>
                </a:lnTo>
                <a:lnTo>
                  <a:pt x="92113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3582437" y="7935459"/>
            <a:ext cx="84455" cy="17780"/>
          </a:xfrm>
          <a:custGeom>
            <a:avLst/>
            <a:gdLst/>
            <a:ahLst/>
            <a:cxnLst/>
            <a:rect l="l" t="t" r="r" b="b"/>
            <a:pathLst>
              <a:path w="84454" h="17779">
                <a:moveTo>
                  <a:pt x="0" y="0"/>
                </a:moveTo>
                <a:lnTo>
                  <a:pt x="84140" y="0"/>
                </a:lnTo>
                <a:lnTo>
                  <a:pt x="84140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3582437" y="7953239"/>
            <a:ext cx="22860" cy="26670"/>
          </a:xfrm>
          <a:custGeom>
            <a:avLst/>
            <a:gdLst/>
            <a:ahLst/>
            <a:cxnLst/>
            <a:rect l="l" t="t" r="r" b="b"/>
            <a:pathLst>
              <a:path w="22860" h="26670">
                <a:moveTo>
                  <a:pt x="0" y="0"/>
                </a:moveTo>
                <a:lnTo>
                  <a:pt x="22451" y="0"/>
                </a:lnTo>
                <a:lnTo>
                  <a:pt x="22451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3582437" y="7979909"/>
            <a:ext cx="84455" cy="19050"/>
          </a:xfrm>
          <a:custGeom>
            <a:avLst/>
            <a:gdLst/>
            <a:ahLst/>
            <a:cxnLst/>
            <a:rect l="l" t="t" r="r" b="b"/>
            <a:pathLst>
              <a:path w="84454" h="19050">
                <a:moveTo>
                  <a:pt x="0" y="0"/>
                </a:moveTo>
                <a:lnTo>
                  <a:pt x="84140" y="0"/>
                </a:lnTo>
                <a:lnTo>
                  <a:pt x="8414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3643706" y="7998959"/>
            <a:ext cx="23495" cy="48260"/>
          </a:xfrm>
          <a:custGeom>
            <a:avLst/>
            <a:gdLst/>
            <a:ahLst/>
            <a:cxnLst/>
            <a:rect l="l" t="t" r="r" b="b"/>
            <a:pathLst>
              <a:path w="23495" h="48259">
                <a:moveTo>
                  <a:pt x="0" y="0"/>
                </a:moveTo>
                <a:lnTo>
                  <a:pt x="22871" y="0"/>
                </a:lnTo>
                <a:lnTo>
                  <a:pt x="22871" y="48260"/>
                </a:lnTo>
                <a:lnTo>
                  <a:pt x="0" y="482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3643706" y="7953836"/>
            <a:ext cx="23495" cy="26670"/>
          </a:xfrm>
          <a:custGeom>
            <a:avLst/>
            <a:gdLst/>
            <a:ahLst/>
            <a:cxnLst/>
            <a:rect l="l" t="t" r="r" b="b"/>
            <a:pathLst>
              <a:path w="23495" h="26670">
                <a:moveTo>
                  <a:pt x="22871" y="26228"/>
                </a:moveTo>
                <a:lnTo>
                  <a:pt x="0" y="26228"/>
                </a:lnTo>
                <a:lnTo>
                  <a:pt x="0" y="0"/>
                </a:lnTo>
                <a:lnTo>
                  <a:pt x="22871" y="0"/>
                </a:lnTo>
                <a:lnTo>
                  <a:pt x="22871" y="2622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3524315" y="8039599"/>
            <a:ext cx="23495" cy="45720"/>
          </a:xfrm>
          <a:custGeom>
            <a:avLst/>
            <a:gdLst/>
            <a:ahLst/>
            <a:cxnLst/>
            <a:rect l="l" t="t" r="r" b="b"/>
            <a:pathLst>
              <a:path w="23495" h="45720">
                <a:moveTo>
                  <a:pt x="0" y="0"/>
                </a:moveTo>
                <a:lnTo>
                  <a:pt x="22871" y="0"/>
                </a:lnTo>
                <a:lnTo>
                  <a:pt x="22871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3524315" y="8085318"/>
            <a:ext cx="146050" cy="19050"/>
          </a:xfrm>
          <a:custGeom>
            <a:avLst/>
            <a:gdLst/>
            <a:ahLst/>
            <a:cxnLst/>
            <a:rect l="l" t="t" r="r" b="b"/>
            <a:pathLst>
              <a:path w="146050" h="19050">
                <a:moveTo>
                  <a:pt x="0" y="0"/>
                </a:moveTo>
                <a:lnTo>
                  <a:pt x="145619" y="0"/>
                </a:lnTo>
                <a:lnTo>
                  <a:pt x="145619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3721971" y="7988248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5" h="28575">
                <a:moveTo>
                  <a:pt x="25808" y="28116"/>
                </a:moveTo>
                <a:lnTo>
                  <a:pt x="0" y="28116"/>
                </a:lnTo>
                <a:lnTo>
                  <a:pt x="0" y="0"/>
                </a:lnTo>
                <a:lnTo>
                  <a:pt x="25808" y="0"/>
                </a:lnTo>
                <a:lnTo>
                  <a:pt x="25808" y="2811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3791843" y="7915858"/>
            <a:ext cx="171428" cy="193459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4057586" y="7913550"/>
            <a:ext cx="179070" cy="194945"/>
          </a:xfrm>
          <a:custGeom>
            <a:avLst/>
            <a:gdLst/>
            <a:ahLst/>
            <a:cxnLst/>
            <a:rect l="l" t="t" r="r" b="b"/>
            <a:pathLst>
              <a:path w="179070" h="194945">
                <a:moveTo>
                  <a:pt x="92953" y="101136"/>
                </a:moveTo>
                <a:lnTo>
                  <a:pt x="0" y="101136"/>
                </a:lnTo>
                <a:lnTo>
                  <a:pt x="0" y="2308"/>
                </a:lnTo>
                <a:lnTo>
                  <a:pt x="22451" y="2308"/>
                </a:lnTo>
                <a:lnTo>
                  <a:pt x="22451" y="32732"/>
                </a:lnTo>
                <a:lnTo>
                  <a:pt x="92953" y="32732"/>
                </a:lnTo>
                <a:lnTo>
                  <a:pt x="92953" y="52246"/>
                </a:lnTo>
                <a:lnTo>
                  <a:pt x="22451" y="52246"/>
                </a:lnTo>
                <a:lnTo>
                  <a:pt x="22451" y="81622"/>
                </a:lnTo>
                <a:lnTo>
                  <a:pt x="92953" y="81622"/>
                </a:lnTo>
                <a:lnTo>
                  <a:pt x="92953" y="101136"/>
                </a:lnTo>
                <a:close/>
              </a:path>
              <a:path w="179070" h="194945">
                <a:moveTo>
                  <a:pt x="92953" y="32732"/>
                </a:moveTo>
                <a:lnTo>
                  <a:pt x="70921" y="32732"/>
                </a:lnTo>
                <a:lnTo>
                  <a:pt x="70921" y="2308"/>
                </a:lnTo>
                <a:lnTo>
                  <a:pt x="92953" y="2308"/>
                </a:lnTo>
                <a:lnTo>
                  <a:pt x="92953" y="32732"/>
                </a:lnTo>
                <a:close/>
              </a:path>
              <a:path w="179070" h="194945">
                <a:moveTo>
                  <a:pt x="92953" y="81622"/>
                </a:moveTo>
                <a:lnTo>
                  <a:pt x="70921" y="81622"/>
                </a:lnTo>
                <a:lnTo>
                  <a:pt x="70921" y="52246"/>
                </a:lnTo>
                <a:lnTo>
                  <a:pt x="92953" y="52246"/>
                </a:lnTo>
                <a:lnTo>
                  <a:pt x="92953" y="81622"/>
                </a:lnTo>
                <a:close/>
              </a:path>
              <a:path w="179070" h="194945">
                <a:moveTo>
                  <a:pt x="151284" y="110788"/>
                </a:moveTo>
                <a:lnTo>
                  <a:pt x="128413" y="110788"/>
                </a:lnTo>
                <a:lnTo>
                  <a:pt x="128413" y="0"/>
                </a:lnTo>
                <a:lnTo>
                  <a:pt x="151284" y="0"/>
                </a:lnTo>
                <a:lnTo>
                  <a:pt x="151284" y="43853"/>
                </a:lnTo>
                <a:lnTo>
                  <a:pt x="178981" y="43853"/>
                </a:lnTo>
                <a:lnTo>
                  <a:pt x="178981" y="63787"/>
                </a:lnTo>
                <a:lnTo>
                  <a:pt x="151284" y="63787"/>
                </a:lnTo>
                <a:lnTo>
                  <a:pt x="151284" y="110788"/>
                </a:lnTo>
                <a:close/>
              </a:path>
              <a:path w="179070" h="194945">
                <a:moveTo>
                  <a:pt x="82251" y="194718"/>
                </a:moveTo>
                <a:lnTo>
                  <a:pt x="35395" y="188699"/>
                </a:lnTo>
                <a:lnTo>
                  <a:pt x="8393" y="155691"/>
                </a:lnTo>
                <a:lnTo>
                  <a:pt x="9465" y="146783"/>
                </a:lnTo>
                <a:lnTo>
                  <a:pt x="49099" y="118656"/>
                </a:lnTo>
                <a:lnTo>
                  <a:pt x="82251" y="116033"/>
                </a:lnTo>
                <a:lnTo>
                  <a:pt x="99621" y="116656"/>
                </a:lnTo>
                <a:lnTo>
                  <a:pt x="140163" y="127574"/>
                </a:lnTo>
                <a:lnTo>
                  <a:pt x="149062" y="135757"/>
                </a:lnTo>
                <a:lnTo>
                  <a:pt x="82251" y="135757"/>
                </a:lnTo>
                <a:lnTo>
                  <a:pt x="67842" y="136203"/>
                </a:lnTo>
                <a:lnTo>
                  <a:pt x="31264" y="150655"/>
                </a:lnTo>
                <a:lnTo>
                  <a:pt x="31264" y="160307"/>
                </a:lnTo>
                <a:lnTo>
                  <a:pt x="67842" y="174936"/>
                </a:lnTo>
                <a:lnTo>
                  <a:pt x="82251" y="175414"/>
                </a:lnTo>
                <a:lnTo>
                  <a:pt x="149092" y="175414"/>
                </a:lnTo>
                <a:lnTo>
                  <a:pt x="146783" y="178352"/>
                </a:lnTo>
                <a:lnTo>
                  <a:pt x="140163" y="183388"/>
                </a:lnTo>
                <a:lnTo>
                  <a:pt x="128931" y="188699"/>
                </a:lnTo>
                <a:lnTo>
                  <a:pt x="115299" y="192200"/>
                </a:lnTo>
                <a:lnTo>
                  <a:pt x="99621" y="194128"/>
                </a:lnTo>
                <a:lnTo>
                  <a:pt x="82251" y="194718"/>
                </a:lnTo>
                <a:close/>
              </a:path>
              <a:path w="179070" h="194945">
                <a:moveTo>
                  <a:pt x="149092" y="175414"/>
                </a:moveTo>
                <a:lnTo>
                  <a:pt x="82251" y="175414"/>
                </a:lnTo>
                <a:lnTo>
                  <a:pt x="96543" y="174936"/>
                </a:lnTo>
                <a:lnTo>
                  <a:pt x="133029" y="160307"/>
                </a:lnTo>
                <a:lnTo>
                  <a:pt x="133029" y="150655"/>
                </a:lnTo>
                <a:lnTo>
                  <a:pt x="96543" y="136203"/>
                </a:lnTo>
                <a:lnTo>
                  <a:pt x="82251" y="135757"/>
                </a:lnTo>
                <a:lnTo>
                  <a:pt x="149062" y="135757"/>
                </a:lnTo>
                <a:lnTo>
                  <a:pt x="151730" y="139193"/>
                </a:lnTo>
                <a:lnTo>
                  <a:pt x="154828" y="146783"/>
                </a:lnTo>
                <a:lnTo>
                  <a:pt x="155900" y="155691"/>
                </a:lnTo>
                <a:lnTo>
                  <a:pt x="154828" y="164503"/>
                </a:lnTo>
                <a:lnTo>
                  <a:pt x="151730" y="172057"/>
                </a:lnTo>
                <a:lnTo>
                  <a:pt x="149092" y="17541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4267832" y="7916409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5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4267832" y="7935459"/>
            <a:ext cx="22860" cy="34290"/>
          </a:xfrm>
          <a:custGeom>
            <a:avLst/>
            <a:gdLst/>
            <a:ahLst/>
            <a:cxnLst/>
            <a:rect l="l" t="t" r="r" b="b"/>
            <a:pathLst>
              <a:path w="22860" h="34290">
                <a:moveTo>
                  <a:pt x="0" y="0"/>
                </a:moveTo>
                <a:lnTo>
                  <a:pt x="22661" y="0"/>
                </a:lnTo>
                <a:lnTo>
                  <a:pt x="22661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4267832" y="7969749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5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4391420" y="7935162"/>
            <a:ext cx="23495" cy="34290"/>
          </a:xfrm>
          <a:custGeom>
            <a:avLst/>
            <a:gdLst/>
            <a:ahLst/>
            <a:cxnLst/>
            <a:rect l="l" t="t" r="r" b="b"/>
            <a:pathLst>
              <a:path w="23495" h="34290">
                <a:moveTo>
                  <a:pt x="22871" y="33991"/>
                </a:moveTo>
                <a:lnTo>
                  <a:pt x="0" y="33991"/>
                </a:lnTo>
                <a:lnTo>
                  <a:pt x="0" y="0"/>
                </a:lnTo>
                <a:lnTo>
                  <a:pt x="22871" y="0"/>
                </a:lnTo>
                <a:lnTo>
                  <a:pt x="22871" y="3399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4255242" y="8009650"/>
            <a:ext cx="171450" cy="20320"/>
          </a:xfrm>
          <a:custGeom>
            <a:avLst/>
            <a:gdLst/>
            <a:ahLst/>
            <a:cxnLst/>
            <a:rect l="l" t="t" r="r" b="b"/>
            <a:pathLst>
              <a:path w="171450" h="20320">
                <a:moveTo>
                  <a:pt x="171428" y="19723"/>
                </a:moveTo>
                <a:lnTo>
                  <a:pt x="0" y="19723"/>
                </a:lnTo>
                <a:lnTo>
                  <a:pt x="0" y="0"/>
                </a:lnTo>
                <a:lnTo>
                  <a:pt x="171428" y="0"/>
                </a:lnTo>
                <a:lnTo>
                  <a:pt x="171428" y="1972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4331829" y="8029374"/>
            <a:ext cx="22860" cy="35560"/>
          </a:xfrm>
          <a:custGeom>
            <a:avLst/>
            <a:gdLst/>
            <a:ahLst/>
            <a:cxnLst/>
            <a:rect l="l" t="t" r="r" b="b"/>
            <a:pathLst>
              <a:path w="22860" h="35559">
                <a:moveTo>
                  <a:pt x="22661" y="35250"/>
                </a:moveTo>
                <a:lnTo>
                  <a:pt x="0" y="35250"/>
                </a:lnTo>
                <a:lnTo>
                  <a:pt x="0" y="0"/>
                </a:lnTo>
                <a:lnTo>
                  <a:pt x="22661" y="0"/>
                </a:lnTo>
                <a:lnTo>
                  <a:pt x="22661" y="3525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4267832" y="8049759"/>
            <a:ext cx="22860" cy="35560"/>
          </a:xfrm>
          <a:custGeom>
            <a:avLst/>
            <a:gdLst/>
            <a:ahLst/>
            <a:cxnLst/>
            <a:rect l="l" t="t" r="r" b="b"/>
            <a:pathLst>
              <a:path w="22860" h="35559">
                <a:moveTo>
                  <a:pt x="0" y="0"/>
                </a:moveTo>
                <a:lnTo>
                  <a:pt x="22661" y="0"/>
                </a:lnTo>
                <a:lnTo>
                  <a:pt x="22661" y="35560"/>
                </a:lnTo>
                <a:lnTo>
                  <a:pt x="0" y="355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4267832" y="8085318"/>
            <a:ext cx="149860" cy="19050"/>
          </a:xfrm>
          <a:custGeom>
            <a:avLst/>
            <a:gdLst/>
            <a:ahLst/>
            <a:cxnLst/>
            <a:rect l="l" t="t" r="r" b="b"/>
            <a:pathLst>
              <a:path w="149860" h="19050">
                <a:moveTo>
                  <a:pt x="0" y="0"/>
                </a:moveTo>
                <a:lnTo>
                  <a:pt x="149815" y="0"/>
                </a:lnTo>
                <a:lnTo>
                  <a:pt x="149815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4519297" y="7903478"/>
            <a:ext cx="52069" cy="213360"/>
          </a:xfrm>
          <a:custGeom>
            <a:avLst/>
            <a:gdLst/>
            <a:ahLst/>
            <a:cxnLst/>
            <a:rect l="l" t="t" r="r" b="b"/>
            <a:pathLst>
              <a:path w="52070" h="213359">
                <a:moveTo>
                  <a:pt x="52036" y="212973"/>
                </a:moveTo>
                <a:lnTo>
                  <a:pt x="29123" y="208918"/>
                </a:lnTo>
                <a:lnTo>
                  <a:pt x="12878" y="193276"/>
                </a:lnTo>
                <a:lnTo>
                  <a:pt x="3203" y="160835"/>
                </a:lnTo>
                <a:lnTo>
                  <a:pt x="0" y="106381"/>
                </a:lnTo>
                <a:lnTo>
                  <a:pt x="3203" y="52050"/>
                </a:lnTo>
                <a:lnTo>
                  <a:pt x="12878" y="19671"/>
                </a:lnTo>
                <a:lnTo>
                  <a:pt x="29123" y="4052"/>
                </a:lnTo>
                <a:lnTo>
                  <a:pt x="52036" y="0"/>
                </a:lnTo>
                <a:lnTo>
                  <a:pt x="52036" y="20143"/>
                </a:lnTo>
                <a:lnTo>
                  <a:pt x="39191" y="23025"/>
                </a:lnTo>
                <a:lnTo>
                  <a:pt x="30162" y="35014"/>
                </a:lnTo>
                <a:lnTo>
                  <a:pt x="24831" y="61128"/>
                </a:lnTo>
                <a:lnTo>
                  <a:pt x="23080" y="106381"/>
                </a:lnTo>
                <a:lnTo>
                  <a:pt x="24831" y="151724"/>
                </a:lnTo>
                <a:lnTo>
                  <a:pt x="30162" y="177827"/>
                </a:lnTo>
                <a:lnTo>
                  <a:pt x="39191" y="189768"/>
                </a:lnTo>
                <a:lnTo>
                  <a:pt x="52036" y="192620"/>
                </a:lnTo>
                <a:lnTo>
                  <a:pt x="52036" y="21297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4590638" y="7906835"/>
            <a:ext cx="171428" cy="198915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4798366" y="7913550"/>
            <a:ext cx="153802" cy="193459"/>
          </a:xfrm>
          <a:prstGeom prst="rect">
            <a:avLst/>
          </a:prstGeom>
          <a:blipFill>
            <a:blip r:embed="rId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/>
          <p:nvPr/>
        </p:nvSpPr>
        <p:spPr>
          <a:xfrm>
            <a:off x="5006094" y="7916409"/>
            <a:ext cx="146685" cy="17780"/>
          </a:xfrm>
          <a:custGeom>
            <a:avLst/>
            <a:gdLst/>
            <a:ahLst/>
            <a:cxnLst/>
            <a:rect l="l" t="t" r="r" b="b"/>
            <a:pathLst>
              <a:path w="146685" h="17779">
                <a:moveTo>
                  <a:pt x="0" y="0"/>
                </a:moveTo>
                <a:lnTo>
                  <a:pt x="146458" y="0"/>
                </a:lnTo>
                <a:lnTo>
                  <a:pt x="146458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4" name="object 284"/>
          <p:cNvSpPr/>
          <p:nvPr/>
        </p:nvSpPr>
        <p:spPr>
          <a:xfrm>
            <a:off x="5006094" y="7934189"/>
            <a:ext cx="22860" cy="20320"/>
          </a:xfrm>
          <a:custGeom>
            <a:avLst/>
            <a:gdLst/>
            <a:ahLst/>
            <a:cxnLst/>
            <a:rect l="l" t="t" r="r" b="b"/>
            <a:pathLst>
              <a:path w="22860" h="20320">
                <a:moveTo>
                  <a:pt x="0" y="0"/>
                </a:moveTo>
                <a:lnTo>
                  <a:pt x="22661" y="0"/>
                </a:lnTo>
                <a:lnTo>
                  <a:pt x="22661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5006094" y="7954509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5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6" name="object 286"/>
          <p:cNvSpPr/>
          <p:nvPr/>
        </p:nvSpPr>
        <p:spPr>
          <a:xfrm>
            <a:off x="5129682" y="7934533"/>
            <a:ext cx="23495" cy="20955"/>
          </a:xfrm>
          <a:custGeom>
            <a:avLst/>
            <a:gdLst/>
            <a:ahLst/>
            <a:cxnLst/>
            <a:rect l="l" t="t" r="r" b="b"/>
            <a:pathLst>
              <a:path w="23495" h="20954">
                <a:moveTo>
                  <a:pt x="22871" y="20562"/>
                </a:moveTo>
                <a:lnTo>
                  <a:pt x="0" y="20562"/>
                </a:lnTo>
                <a:lnTo>
                  <a:pt x="0" y="0"/>
                </a:lnTo>
                <a:lnTo>
                  <a:pt x="22871" y="0"/>
                </a:lnTo>
                <a:lnTo>
                  <a:pt x="22871" y="2056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/>
          <p:nvPr/>
        </p:nvSpPr>
        <p:spPr>
          <a:xfrm>
            <a:off x="4993505" y="7986990"/>
            <a:ext cx="171450" cy="19685"/>
          </a:xfrm>
          <a:custGeom>
            <a:avLst/>
            <a:gdLst/>
            <a:ahLst/>
            <a:cxnLst/>
            <a:rect l="l" t="t" r="r" b="b"/>
            <a:pathLst>
              <a:path w="171450" h="19684">
                <a:moveTo>
                  <a:pt x="171428" y="19304"/>
                </a:moveTo>
                <a:lnTo>
                  <a:pt x="0" y="19304"/>
                </a:lnTo>
                <a:lnTo>
                  <a:pt x="0" y="0"/>
                </a:lnTo>
                <a:lnTo>
                  <a:pt x="171428" y="0"/>
                </a:lnTo>
                <a:lnTo>
                  <a:pt x="171428" y="193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8" name="object 288"/>
          <p:cNvSpPr/>
          <p:nvPr/>
        </p:nvSpPr>
        <p:spPr>
          <a:xfrm>
            <a:off x="5067783" y="8006293"/>
            <a:ext cx="22860" cy="16510"/>
          </a:xfrm>
          <a:custGeom>
            <a:avLst/>
            <a:gdLst/>
            <a:ahLst/>
            <a:cxnLst/>
            <a:rect l="l" t="t" r="r" b="b"/>
            <a:pathLst>
              <a:path w="22860" h="16509">
                <a:moveTo>
                  <a:pt x="22451" y="16366"/>
                </a:moveTo>
                <a:lnTo>
                  <a:pt x="0" y="16366"/>
                </a:lnTo>
                <a:lnTo>
                  <a:pt x="0" y="0"/>
                </a:lnTo>
                <a:lnTo>
                  <a:pt x="22451" y="0"/>
                </a:lnTo>
                <a:lnTo>
                  <a:pt x="22451" y="1636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/>
          <p:nvPr/>
        </p:nvSpPr>
        <p:spPr>
          <a:xfrm>
            <a:off x="5006094" y="8023089"/>
            <a:ext cx="146685" cy="17780"/>
          </a:xfrm>
          <a:custGeom>
            <a:avLst/>
            <a:gdLst/>
            <a:ahLst/>
            <a:cxnLst/>
            <a:rect l="l" t="t" r="r" b="b"/>
            <a:pathLst>
              <a:path w="146685" h="17779">
                <a:moveTo>
                  <a:pt x="0" y="0"/>
                </a:moveTo>
                <a:lnTo>
                  <a:pt x="146458" y="0"/>
                </a:lnTo>
                <a:lnTo>
                  <a:pt x="146458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0" name="object 290"/>
          <p:cNvSpPr/>
          <p:nvPr/>
        </p:nvSpPr>
        <p:spPr>
          <a:xfrm>
            <a:off x="5129682" y="8040868"/>
            <a:ext cx="23495" cy="13970"/>
          </a:xfrm>
          <a:custGeom>
            <a:avLst/>
            <a:gdLst/>
            <a:ahLst/>
            <a:cxnLst/>
            <a:rect l="l" t="t" r="r" b="b"/>
            <a:pathLst>
              <a:path w="23495" h="13970">
                <a:moveTo>
                  <a:pt x="0" y="0"/>
                </a:moveTo>
                <a:lnTo>
                  <a:pt x="22871" y="0"/>
                </a:lnTo>
                <a:lnTo>
                  <a:pt x="22871" y="13969"/>
                </a:lnTo>
                <a:lnTo>
                  <a:pt x="0" y="1396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1" name="object 291"/>
          <p:cNvSpPr/>
          <p:nvPr/>
        </p:nvSpPr>
        <p:spPr>
          <a:xfrm>
            <a:off x="5006094" y="8054839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5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2" name="object 292"/>
          <p:cNvSpPr/>
          <p:nvPr/>
        </p:nvSpPr>
        <p:spPr>
          <a:xfrm>
            <a:off x="5006094" y="8073889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60" h="13970">
                <a:moveTo>
                  <a:pt x="0" y="0"/>
                </a:moveTo>
                <a:lnTo>
                  <a:pt x="22661" y="0"/>
                </a:lnTo>
                <a:lnTo>
                  <a:pt x="22661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/>
          <p:nvPr/>
        </p:nvSpPr>
        <p:spPr>
          <a:xfrm>
            <a:off x="5006094" y="8087859"/>
            <a:ext cx="151130" cy="17780"/>
          </a:xfrm>
          <a:custGeom>
            <a:avLst/>
            <a:gdLst/>
            <a:ahLst/>
            <a:cxnLst/>
            <a:rect l="l" t="t" r="r" b="b"/>
            <a:pathLst>
              <a:path w="151129" h="17779">
                <a:moveTo>
                  <a:pt x="0" y="0"/>
                </a:moveTo>
                <a:lnTo>
                  <a:pt x="150655" y="0"/>
                </a:lnTo>
                <a:lnTo>
                  <a:pt x="150655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4" name="object 294"/>
          <p:cNvSpPr/>
          <p:nvPr/>
        </p:nvSpPr>
        <p:spPr>
          <a:xfrm>
            <a:off x="5258954" y="7913550"/>
            <a:ext cx="156320" cy="190312"/>
          </a:xfrm>
          <a:prstGeom prst="rect">
            <a:avLst/>
          </a:prstGeom>
          <a:blipFill>
            <a:blip r:embed="rId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/>
          <p:nvPr/>
        </p:nvSpPr>
        <p:spPr>
          <a:xfrm>
            <a:off x="5457449" y="7903478"/>
            <a:ext cx="242768" cy="212973"/>
          </a:xfrm>
          <a:prstGeom prst="rect">
            <a:avLst/>
          </a:prstGeom>
          <a:blipFill>
            <a:blip r:embed="rId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6" name="object 296"/>
          <p:cNvSpPr/>
          <p:nvPr/>
        </p:nvSpPr>
        <p:spPr>
          <a:xfrm>
            <a:off x="7416854" y="8004615"/>
            <a:ext cx="71755" cy="20955"/>
          </a:xfrm>
          <a:custGeom>
            <a:avLst/>
            <a:gdLst/>
            <a:ahLst/>
            <a:cxnLst/>
            <a:rect l="l" t="t" r="r" b="b"/>
            <a:pathLst>
              <a:path w="71754" h="20954">
                <a:moveTo>
                  <a:pt x="71760" y="20353"/>
                </a:moveTo>
                <a:lnTo>
                  <a:pt x="0" y="20353"/>
                </a:lnTo>
                <a:lnTo>
                  <a:pt x="0" y="0"/>
                </a:lnTo>
                <a:lnTo>
                  <a:pt x="71760" y="0"/>
                </a:lnTo>
                <a:lnTo>
                  <a:pt x="71760" y="2035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7" name="object 297"/>
          <p:cNvSpPr/>
          <p:nvPr/>
        </p:nvSpPr>
        <p:spPr>
          <a:xfrm>
            <a:off x="2029747" y="8652871"/>
            <a:ext cx="158208" cy="194718"/>
          </a:xfrm>
          <a:prstGeom prst="rect">
            <a:avLst/>
          </a:prstGeom>
          <a:blipFill>
            <a:blip r:embed="rId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2226564" y="8647416"/>
            <a:ext cx="164923" cy="200174"/>
          </a:xfrm>
          <a:prstGeom prst="rect">
            <a:avLst/>
          </a:prstGeom>
          <a:blipFill>
            <a:blip r:embed="rId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3481614" y="8535675"/>
            <a:ext cx="160097" cy="193459"/>
          </a:xfrm>
          <a:prstGeom prst="rect">
            <a:avLst/>
          </a:prstGeom>
          <a:blipFill>
            <a:blip r:embed="rId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3682208" y="8536934"/>
            <a:ext cx="157789" cy="190312"/>
          </a:xfrm>
          <a:prstGeom prst="rect">
            <a:avLst/>
          </a:prstGeom>
          <a:blipFill>
            <a:blip r:embed="rId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/>
          <p:nvPr/>
        </p:nvSpPr>
        <p:spPr>
          <a:xfrm>
            <a:off x="3945423" y="8536934"/>
            <a:ext cx="160517" cy="191151"/>
          </a:xfrm>
          <a:prstGeom prst="rect">
            <a:avLst/>
          </a:prstGeom>
          <a:blipFill>
            <a:blip r:embed="rId1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2" name="object 302"/>
          <p:cNvSpPr/>
          <p:nvPr/>
        </p:nvSpPr>
        <p:spPr>
          <a:xfrm>
            <a:off x="4145808" y="8531479"/>
            <a:ext cx="182968" cy="195767"/>
          </a:xfrm>
          <a:prstGeom prst="rect">
            <a:avLst/>
          </a:prstGeom>
          <a:blipFill>
            <a:blip r:embed="rId1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3" name="object 303"/>
          <p:cNvSpPr/>
          <p:nvPr/>
        </p:nvSpPr>
        <p:spPr>
          <a:xfrm>
            <a:off x="4413849" y="8539979"/>
            <a:ext cx="22860" cy="154940"/>
          </a:xfrm>
          <a:custGeom>
            <a:avLst/>
            <a:gdLst/>
            <a:ahLst/>
            <a:cxnLst/>
            <a:rect l="l" t="t" r="r" b="b"/>
            <a:pathLst>
              <a:path w="22860" h="154940">
                <a:moveTo>
                  <a:pt x="0" y="0"/>
                </a:moveTo>
                <a:lnTo>
                  <a:pt x="22661" y="0"/>
                </a:lnTo>
                <a:lnTo>
                  <a:pt x="22661" y="154939"/>
                </a:lnTo>
                <a:lnTo>
                  <a:pt x="0" y="1549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4" name="object 304"/>
          <p:cNvSpPr/>
          <p:nvPr/>
        </p:nvSpPr>
        <p:spPr>
          <a:xfrm>
            <a:off x="4413849" y="8607289"/>
            <a:ext cx="92075" cy="5080"/>
          </a:xfrm>
          <a:custGeom>
            <a:avLst/>
            <a:gdLst/>
            <a:ahLst/>
            <a:cxnLst/>
            <a:rect l="l" t="t" r="r" b="b"/>
            <a:pathLst>
              <a:path w="92075" h="5079">
                <a:moveTo>
                  <a:pt x="0" y="0"/>
                </a:moveTo>
                <a:lnTo>
                  <a:pt x="91903" y="0"/>
                </a:lnTo>
                <a:lnTo>
                  <a:pt x="91903" y="5080"/>
                </a:lnTo>
                <a:lnTo>
                  <a:pt x="0" y="50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/>
          <p:nvPr/>
        </p:nvSpPr>
        <p:spPr>
          <a:xfrm>
            <a:off x="4413849" y="8612368"/>
            <a:ext cx="152400" cy="15240"/>
          </a:xfrm>
          <a:custGeom>
            <a:avLst/>
            <a:gdLst/>
            <a:ahLst/>
            <a:cxnLst/>
            <a:rect l="l" t="t" r="r" b="b"/>
            <a:pathLst>
              <a:path w="152400" h="15240">
                <a:moveTo>
                  <a:pt x="0" y="0"/>
                </a:moveTo>
                <a:lnTo>
                  <a:pt x="151914" y="0"/>
                </a:lnTo>
                <a:lnTo>
                  <a:pt x="151914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/>
          <p:nvPr/>
        </p:nvSpPr>
        <p:spPr>
          <a:xfrm>
            <a:off x="4413849" y="8694918"/>
            <a:ext cx="92075" cy="19050"/>
          </a:xfrm>
          <a:custGeom>
            <a:avLst/>
            <a:gdLst/>
            <a:ahLst/>
            <a:cxnLst/>
            <a:rect l="l" t="t" r="r" b="b"/>
            <a:pathLst>
              <a:path w="92075" h="19050">
                <a:moveTo>
                  <a:pt x="0" y="0"/>
                </a:moveTo>
                <a:lnTo>
                  <a:pt x="91903" y="0"/>
                </a:lnTo>
                <a:lnTo>
                  <a:pt x="91903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/>
          <p:nvPr/>
        </p:nvSpPr>
        <p:spPr>
          <a:xfrm>
            <a:off x="4483092" y="8540291"/>
            <a:ext cx="22860" cy="154940"/>
          </a:xfrm>
          <a:custGeom>
            <a:avLst/>
            <a:gdLst/>
            <a:ahLst/>
            <a:cxnLst/>
            <a:rect l="l" t="t" r="r" b="b"/>
            <a:pathLst>
              <a:path w="22860" h="154940">
                <a:moveTo>
                  <a:pt x="0" y="0"/>
                </a:moveTo>
                <a:lnTo>
                  <a:pt x="22661" y="0"/>
                </a:lnTo>
                <a:lnTo>
                  <a:pt x="22661" y="154627"/>
                </a:lnTo>
                <a:lnTo>
                  <a:pt x="0" y="154627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/>
          <p:nvPr/>
        </p:nvSpPr>
        <p:spPr>
          <a:xfrm>
            <a:off x="4483092" y="8627609"/>
            <a:ext cx="83185" cy="5080"/>
          </a:xfrm>
          <a:custGeom>
            <a:avLst/>
            <a:gdLst/>
            <a:ahLst/>
            <a:cxnLst/>
            <a:rect l="l" t="t" r="r" b="b"/>
            <a:pathLst>
              <a:path w="83185" h="5079">
                <a:moveTo>
                  <a:pt x="0" y="0"/>
                </a:moveTo>
                <a:lnTo>
                  <a:pt x="82671" y="0"/>
                </a:lnTo>
                <a:lnTo>
                  <a:pt x="82671" y="5080"/>
                </a:lnTo>
                <a:lnTo>
                  <a:pt x="0" y="50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9" name="object 309"/>
          <p:cNvSpPr/>
          <p:nvPr/>
        </p:nvSpPr>
        <p:spPr>
          <a:xfrm>
            <a:off x="4542892" y="8536934"/>
            <a:ext cx="23495" cy="190500"/>
          </a:xfrm>
          <a:custGeom>
            <a:avLst/>
            <a:gdLst/>
            <a:ahLst/>
            <a:cxnLst/>
            <a:rect l="l" t="t" r="r" b="b"/>
            <a:pathLst>
              <a:path w="23495" h="190500">
                <a:moveTo>
                  <a:pt x="0" y="0"/>
                </a:moveTo>
                <a:lnTo>
                  <a:pt x="22871" y="0"/>
                </a:lnTo>
                <a:lnTo>
                  <a:pt x="22871" y="190312"/>
                </a:lnTo>
                <a:lnTo>
                  <a:pt x="0" y="190312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0" name="object 310"/>
          <p:cNvSpPr/>
          <p:nvPr/>
        </p:nvSpPr>
        <p:spPr>
          <a:xfrm>
            <a:off x="4620109" y="8538709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5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1" name="object 311"/>
          <p:cNvSpPr/>
          <p:nvPr/>
        </p:nvSpPr>
        <p:spPr>
          <a:xfrm>
            <a:off x="4620109" y="8557759"/>
            <a:ext cx="22860" cy="16510"/>
          </a:xfrm>
          <a:custGeom>
            <a:avLst/>
            <a:gdLst/>
            <a:ahLst/>
            <a:cxnLst/>
            <a:rect l="l" t="t" r="r" b="b"/>
            <a:pathLst>
              <a:path w="22860" h="16509">
                <a:moveTo>
                  <a:pt x="0" y="0"/>
                </a:moveTo>
                <a:lnTo>
                  <a:pt x="22661" y="0"/>
                </a:lnTo>
                <a:lnTo>
                  <a:pt x="22661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2" name="object 312"/>
          <p:cNvSpPr/>
          <p:nvPr/>
        </p:nvSpPr>
        <p:spPr>
          <a:xfrm>
            <a:off x="4620109" y="8574268"/>
            <a:ext cx="144145" cy="19050"/>
          </a:xfrm>
          <a:custGeom>
            <a:avLst/>
            <a:gdLst/>
            <a:ahLst/>
            <a:cxnLst/>
            <a:rect l="l" t="t" r="r" b="b"/>
            <a:pathLst>
              <a:path w="144145" h="19050">
                <a:moveTo>
                  <a:pt x="0" y="0"/>
                </a:moveTo>
                <a:lnTo>
                  <a:pt x="143940" y="0"/>
                </a:lnTo>
                <a:lnTo>
                  <a:pt x="143940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3" name="object 313"/>
          <p:cNvSpPr/>
          <p:nvPr/>
        </p:nvSpPr>
        <p:spPr>
          <a:xfrm>
            <a:off x="4620109" y="8593318"/>
            <a:ext cx="22860" cy="16510"/>
          </a:xfrm>
          <a:custGeom>
            <a:avLst/>
            <a:gdLst/>
            <a:ahLst/>
            <a:cxnLst/>
            <a:rect l="l" t="t" r="r" b="b"/>
            <a:pathLst>
              <a:path w="22860" h="16509">
                <a:moveTo>
                  <a:pt x="0" y="0"/>
                </a:moveTo>
                <a:lnTo>
                  <a:pt x="22661" y="0"/>
                </a:lnTo>
                <a:lnTo>
                  <a:pt x="22661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4" name="object 314"/>
          <p:cNvSpPr/>
          <p:nvPr/>
        </p:nvSpPr>
        <p:spPr>
          <a:xfrm>
            <a:off x="4620109" y="8609829"/>
            <a:ext cx="147955" cy="19050"/>
          </a:xfrm>
          <a:custGeom>
            <a:avLst/>
            <a:gdLst/>
            <a:ahLst/>
            <a:cxnLst/>
            <a:rect l="l" t="t" r="r" b="b"/>
            <a:pathLst>
              <a:path w="147954" h="19050">
                <a:moveTo>
                  <a:pt x="0" y="0"/>
                </a:moveTo>
                <a:lnTo>
                  <a:pt x="147507" y="0"/>
                </a:lnTo>
                <a:lnTo>
                  <a:pt x="14750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5" name="object 315"/>
          <p:cNvSpPr/>
          <p:nvPr/>
        </p:nvSpPr>
        <p:spPr>
          <a:xfrm>
            <a:off x="4607519" y="8646044"/>
            <a:ext cx="171450" cy="19685"/>
          </a:xfrm>
          <a:custGeom>
            <a:avLst/>
            <a:gdLst/>
            <a:ahLst/>
            <a:cxnLst/>
            <a:rect l="l" t="t" r="r" b="b"/>
            <a:pathLst>
              <a:path w="171450" h="19684">
                <a:moveTo>
                  <a:pt x="171428" y="19304"/>
                </a:moveTo>
                <a:lnTo>
                  <a:pt x="0" y="19304"/>
                </a:lnTo>
                <a:lnTo>
                  <a:pt x="0" y="0"/>
                </a:lnTo>
                <a:lnTo>
                  <a:pt x="171428" y="0"/>
                </a:lnTo>
                <a:lnTo>
                  <a:pt x="171428" y="193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6" name="object 316"/>
          <p:cNvSpPr/>
          <p:nvPr/>
        </p:nvSpPr>
        <p:spPr>
          <a:xfrm>
            <a:off x="4620109" y="8679679"/>
            <a:ext cx="22860" cy="29209"/>
          </a:xfrm>
          <a:custGeom>
            <a:avLst/>
            <a:gdLst/>
            <a:ahLst/>
            <a:cxnLst/>
            <a:rect l="l" t="t" r="r" b="b"/>
            <a:pathLst>
              <a:path w="22860" h="29209">
                <a:moveTo>
                  <a:pt x="0" y="0"/>
                </a:moveTo>
                <a:lnTo>
                  <a:pt x="22661" y="0"/>
                </a:lnTo>
                <a:lnTo>
                  <a:pt x="22661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/>
          <p:nvPr/>
        </p:nvSpPr>
        <p:spPr>
          <a:xfrm>
            <a:off x="4620109" y="8708889"/>
            <a:ext cx="149860" cy="19050"/>
          </a:xfrm>
          <a:custGeom>
            <a:avLst/>
            <a:gdLst/>
            <a:ahLst/>
            <a:cxnLst/>
            <a:rect l="l" t="t" r="r" b="b"/>
            <a:pathLst>
              <a:path w="149860" h="19050">
                <a:moveTo>
                  <a:pt x="0" y="0"/>
                </a:moveTo>
                <a:lnTo>
                  <a:pt x="149815" y="0"/>
                </a:lnTo>
                <a:lnTo>
                  <a:pt x="14981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8" name="object 318"/>
          <p:cNvSpPr/>
          <p:nvPr/>
        </p:nvSpPr>
        <p:spPr>
          <a:xfrm>
            <a:off x="4808952" y="8536724"/>
            <a:ext cx="171428" cy="192410"/>
          </a:xfrm>
          <a:prstGeom prst="rect">
            <a:avLst/>
          </a:prstGeom>
          <a:blipFill>
            <a:blip r:embed="rId1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9" name="object 319"/>
          <p:cNvSpPr/>
          <p:nvPr/>
        </p:nvSpPr>
        <p:spPr>
          <a:xfrm>
            <a:off x="5083639" y="8538709"/>
            <a:ext cx="22860" cy="34290"/>
          </a:xfrm>
          <a:custGeom>
            <a:avLst/>
            <a:gdLst/>
            <a:ahLst/>
            <a:cxnLst/>
            <a:rect l="l" t="t" r="r" b="b"/>
            <a:pathLst>
              <a:path w="22860" h="34290">
                <a:moveTo>
                  <a:pt x="0" y="0"/>
                </a:moveTo>
                <a:lnTo>
                  <a:pt x="22661" y="0"/>
                </a:lnTo>
                <a:lnTo>
                  <a:pt x="22661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0" name="object 320"/>
          <p:cNvSpPr/>
          <p:nvPr/>
        </p:nvSpPr>
        <p:spPr>
          <a:xfrm>
            <a:off x="5083639" y="8572999"/>
            <a:ext cx="147955" cy="19050"/>
          </a:xfrm>
          <a:custGeom>
            <a:avLst/>
            <a:gdLst/>
            <a:ahLst/>
            <a:cxnLst/>
            <a:rect l="l" t="t" r="r" b="b"/>
            <a:pathLst>
              <a:path w="147954" h="19050">
                <a:moveTo>
                  <a:pt x="0" y="0"/>
                </a:moveTo>
                <a:lnTo>
                  <a:pt x="147507" y="0"/>
                </a:lnTo>
                <a:lnTo>
                  <a:pt x="14750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/>
          <p:nvPr/>
        </p:nvSpPr>
        <p:spPr>
          <a:xfrm>
            <a:off x="5071050" y="8607435"/>
            <a:ext cx="171450" cy="19685"/>
          </a:xfrm>
          <a:custGeom>
            <a:avLst/>
            <a:gdLst/>
            <a:ahLst/>
            <a:cxnLst/>
            <a:rect l="l" t="t" r="r" b="b"/>
            <a:pathLst>
              <a:path w="171450" h="19684">
                <a:moveTo>
                  <a:pt x="171428" y="19094"/>
                </a:moveTo>
                <a:lnTo>
                  <a:pt x="0" y="19094"/>
                </a:lnTo>
                <a:lnTo>
                  <a:pt x="0" y="0"/>
                </a:lnTo>
                <a:lnTo>
                  <a:pt x="171428" y="0"/>
                </a:lnTo>
                <a:lnTo>
                  <a:pt x="171428" y="1909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/>
          <p:nvPr/>
        </p:nvSpPr>
        <p:spPr>
          <a:xfrm>
            <a:off x="5145328" y="8626530"/>
            <a:ext cx="22860" cy="17780"/>
          </a:xfrm>
          <a:custGeom>
            <a:avLst/>
            <a:gdLst/>
            <a:ahLst/>
            <a:cxnLst/>
            <a:rect l="l" t="t" r="r" b="b"/>
            <a:pathLst>
              <a:path w="22860" h="17779">
                <a:moveTo>
                  <a:pt x="22451" y="17625"/>
                </a:moveTo>
                <a:lnTo>
                  <a:pt x="0" y="17625"/>
                </a:lnTo>
                <a:lnTo>
                  <a:pt x="0" y="0"/>
                </a:lnTo>
                <a:lnTo>
                  <a:pt x="22451" y="0"/>
                </a:lnTo>
                <a:lnTo>
                  <a:pt x="22451" y="17625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3" name="object 323"/>
          <p:cNvSpPr/>
          <p:nvPr/>
        </p:nvSpPr>
        <p:spPr>
          <a:xfrm>
            <a:off x="5083639" y="8644118"/>
            <a:ext cx="146685" cy="17780"/>
          </a:xfrm>
          <a:custGeom>
            <a:avLst/>
            <a:gdLst/>
            <a:ahLst/>
            <a:cxnLst/>
            <a:rect l="l" t="t" r="r" b="b"/>
            <a:pathLst>
              <a:path w="146685" h="17779">
                <a:moveTo>
                  <a:pt x="0" y="0"/>
                </a:moveTo>
                <a:lnTo>
                  <a:pt x="146458" y="0"/>
                </a:lnTo>
                <a:lnTo>
                  <a:pt x="146458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/>
          <p:cNvSpPr/>
          <p:nvPr/>
        </p:nvSpPr>
        <p:spPr>
          <a:xfrm>
            <a:off x="5207227" y="8661899"/>
            <a:ext cx="23495" cy="15240"/>
          </a:xfrm>
          <a:custGeom>
            <a:avLst/>
            <a:gdLst/>
            <a:ahLst/>
            <a:cxnLst/>
            <a:rect l="l" t="t" r="r" b="b"/>
            <a:pathLst>
              <a:path w="23495" h="15240">
                <a:moveTo>
                  <a:pt x="0" y="0"/>
                </a:moveTo>
                <a:lnTo>
                  <a:pt x="22871" y="0"/>
                </a:lnTo>
                <a:lnTo>
                  <a:pt x="22871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object 325"/>
          <p:cNvSpPr/>
          <p:nvPr/>
        </p:nvSpPr>
        <p:spPr>
          <a:xfrm>
            <a:off x="5083639" y="8677139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5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6" name="object 326"/>
          <p:cNvSpPr/>
          <p:nvPr/>
        </p:nvSpPr>
        <p:spPr>
          <a:xfrm>
            <a:off x="5083639" y="8696189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60" h="13970">
                <a:moveTo>
                  <a:pt x="0" y="0"/>
                </a:moveTo>
                <a:lnTo>
                  <a:pt x="22661" y="0"/>
                </a:lnTo>
                <a:lnTo>
                  <a:pt x="22661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/>
          <p:cNvSpPr/>
          <p:nvPr/>
        </p:nvSpPr>
        <p:spPr>
          <a:xfrm>
            <a:off x="5083639" y="8710159"/>
            <a:ext cx="151130" cy="19050"/>
          </a:xfrm>
          <a:custGeom>
            <a:avLst/>
            <a:gdLst/>
            <a:ahLst/>
            <a:cxnLst/>
            <a:rect l="l" t="t" r="r" b="b"/>
            <a:pathLst>
              <a:path w="151129" h="19050">
                <a:moveTo>
                  <a:pt x="0" y="0"/>
                </a:moveTo>
                <a:lnTo>
                  <a:pt x="150655" y="0"/>
                </a:lnTo>
                <a:lnTo>
                  <a:pt x="15065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/>
          <p:cNvSpPr/>
          <p:nvPr/>
        </p:nvSpPr>
        <p:spPr>
          <a:xfrm>
            <a:off x="5280247" y="8536934"/>
            <a:ext cx="151914" cy="190312"/>
          </a:xfrm>
          <a:prstGeom prst="rect">
            <a:avLst/>
          </a:prstGeom>
          <a:blipFill>
            <a:blip r:embed="rId1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9" name="object 329"/>
          <p:cNvSpPr/>
          <p:nvPr/>
        </p:nvSpPr>
        <p:spPr>
          <a:xfrm>
            <a:off x="3609814" y="8772389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0" y="0"/>
                </a:moveTo>
                <a:lnTo>
                  <a:pt x="22871" y="0"/>
                </a:lnTo>
                <a:lnTo>
                  <a:pt x="22871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0" name="object 330"/>
          <p:cNvSpPr/>
          <p:nvPr/>
        </p:nvSpPr>
        <p:spPr>
          <a:xfrm>
            <a:off x="3609814" y="8810489"/>
            <a:ext cx="149225" cy="19050"/>
          </a:xfrm>
          <a:custGeom>
            <a:avLst/>
            <a:gdLst/>
            <a:ahLst/>
            <a:cxnLst/>
            <a:rect l="l" t="t" r="r" b="b"/>
            <a:pathLst>
              <a:path w="149225" h="19050">
                <a:moveTo>
                  <a:pt x="0" y="0"/>
                </a:moveTo>
                <a:lnTo>
                  <a:pt x="149186" y="0"/>
                </a:lnTo>
                <a:lnTo>
                  <a:pt x="14918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1" name="object 331"/>
          <p:cNvSpPr/>
          <p:nvPr/>
        </p:nvSpPr>
        <p:spPr>
          <a:xfrm>
            <a:off x="3609814" y="8829539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0" y="0"/>
                </a:moveTo>
                <a:lnTo>
                  <a:pt x="22871" y="0"/>
                </a:lnTo>
                <a:lnTo>
                  <a:pt x="22871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2" name="object 332"/>
          <p:cNvSpPr/>
          <p:nvPr/>
        </p:nvSpPr>
        <p:spPr>
          <a:xfrm>
            <a:off x="3609814" y="8867639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3" name="object 333"/>
          <p:cNvSpPr/>
          <p:nvPr/>
        </p:nvSpPr>
        <p:spPr>
          <a:xfrm>
            <a:off x="3736129" y="8772166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22871" y="37768"/>
                </a:moveTo>
                <a:lnTo>
                  <a:pt x="0" y="37768"/>
                </a:lnTo>
                <a:lnTo>
                  <a:pt x="0" y="0"/>
                </a:lnTo>
                <a:lnTo>
                  <a:pt x="22871" y="0"/>
                </a:lnTo>
                <a:lnTo>
                  <a:pt x="22871" y="3776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4" name="object 334"/>
          <p:cNvSpPr/>
          <p:nvPr/>
        </p:nvSpPr>
        <p:spPr>
          <a:xfrm>
            <a:off x="3736129" y="8829868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22871" y="37558"/>
                </a:moveTo>
                <a:lnTo>
                  <a:pt x="0" y="37558"/>
                </a:lnTo>
                <a:lnTo>
                  <a:pt x="0" y="0"/>
                </a:lnTo>
                <a:lnTo>
                  <a:pt x="22871" y="0"/>
                </a:lnTo>
                <a:lnTo>
                  <a:pt x="22871" y="3755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5" name="object 335"/>
          <p:cNvSpPr/>
          <p:nvPr/>
        </p:nvSpPr>
        <p:spPr>
          <a:xfrm>
            <a:off x="3673601" y="8887360"/>
            <a:ext cx="22860" cy="43815"/>
          </a:xfrm>
          <a:custGeom>
            <a:avLst/>
            <a:gdLst/>
            <a:ahLst/>
            <a:cxnLst/>
            <a:rect l="l" t="t" r="r" b="b"/>
            <a:pathLst>
              <a:path w="22860" h="43815">
                <a:moveTo>
                  <a:pt x="22661" y="43643"/>
                </a:moveTo>
                <a:lnTo>
                  <a:pt x="0" y="43643"/>
                </a:lnTo>
                <a:lnTo>
                  <a:pt x="0" y="0"/>
                </a:lnTo>
                <a:lnTo>
                  <a:pt x="22661" y="0"/>
                </a:lnTo>
                <a:lnTo>
                  <a:pt x="22661" y="4364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/>
          <p:nvPr/>
        </p:nvSpPr>
        <p:spPr>
          <a:xfrm>
            <a:off x="3599952" y="8931004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10" h="20320">
                <a:moveTo>
                  <a:pt x="168910" y="19723"/>
                </a:moveTo>
                <a:lnTo>
                  <a:pt x="0" y="19723"/>
                </a:lnTo>
                <a:lnTo>
                  <a:pt x="0" y="0"/>
                </a:lnTo>
                <a:lnTo>
                  <a:pt x="168910" y="0"/>
                </a:lnTo>
                <a:lnTo>
                  <a:pt x="168910" y="1972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7" name="object 337"/>
          <p:cNvSpPr/>
          <p:nvPr/>
        </p:nvSpPr>
        <p:spPr>
          <a:xfrm>
            <a:off x="3799707" y="8763353"/>
            <a:ext cx="160517" cy="19765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8" name="object 338"/>
          <p:cNvSpPr/>
          <p:nvPr/>
        </p:nvSpPr>
        <p:spPr>
          <a:xfrm>
            <a:off x="3999881" y="8768808"/>
            <a:ext cx="186535" cy="19031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9" name="object 339"/>
          <p:cNvSpPr/>
          <p:nvPr/>
        </p:nvSpPr>
        <p:spPr>
          <a:xfrm>
            <a:off x="4217051" y="8843506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5" h="28575">
                <a:moveTo>
                  <a:pt x="25808" y="28116"/>
                </a:moveTo>
                <a:lnTo>
                  <a:pt x="0" y="28116"/>
                </a:lnTo>
                <a:lnTo>
                  <a:pt x="0" y="0"/>
                </a:lnTo>
                <a:lnTo>
                  <a:pt x="25808" y="0"/>
                </a:lnTo>
                <a:lnTo>
                  <a:pt x="25808" y="2811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0" name="object 340"/>
          <p:cNvSpPr/>
          <p:nvPr/>
        </p:nvSpPr>
        <p:spPr>
          <a:xfrm>
            <a:off x="4283986" y="8768808"/>
            <a:ext cx="186055" cy="194945"/>
          </a:xfrm>
          <a:custGeom>
            <a:avLst/>
            <a:gdLst/>
            <a:ahLst/>
            <a:cxnLst/>
            <a:rect l="l" t="t" r="r" b="b"/>
            <a:pathLst>
              <a:path w="186054" h="194945">
                <a:moveTo>
                  <a:pt x="0" y="104493"/>
                </a:moveTo>
                <a:lnTo>
                  <a:pt x="0" y="84350"/>
                </a:lnTo>
                <a:lnTo>
                  <a:pt x="17189" y="76189"/>
                </a:lnTo>
                <a:lnTo>
                  <a:pt x="30660" y="63603"/>
                </a:lnTo>
                <a:lnTo>
                  <a:pt x="39450" y="46492"/>
                </a:lnTo>
                <a:lnTo>
                  <a:pt x="42594" y="24759"/>
                </a:lnTo>
                <a:lnTo>
                  <a:pt x="42594" y="1258"/>
                </a:lnTo>
                <a:lnTo>
                  <a:pt x="65255" y="1258"/>
                </a:lnTo>
                <a:lnTo>
                  <a:pt x="65255" y="24759"/>
                </a:lnTo>
                <a:lnTo>
                  <a:pt x="68455" y="46574"/>
                </a:lnTo>
                <a:lnTo>
                  <a:pt x="77320" y="63000"/>
                </a:lnTo>
                <a:lnTo>
                  <a:pt x="82834" y="67773"/>
                </a:lnTo>
                <a:lnTo>
                  <a:pt x="53925" y="67773"/>
                </a:lnTo>
                <a:lnTo>
                  <a:pt x="45174" y="79678"/>
                </a:lnTo>
                <a:lnTo>
                  <a:pt x="32864" y="90146"/>
                </a:lnTo>
                <a:lnTo>
                  <a:pt x="17602" y="98608"/>
                </a:lnTo>
                <a:lnTo>
                  <a:pt x="0" y="104493"/>
                </a:lnTo>
                <a:close/>
              </a:path>
              <a:path w="186054" h="194945">
                <a:moveTo>
                  <a:pt x="107640" y="102185"/>
                </a:moveTo>
                <a:lnTo>
                  <a:pt x="90543" y="96926"/>
                </a:lnTo>
                <a:lnTo>
                  <a:pt x="75511" y="89071"/>
                </a:lnTo>
                <a:lnTo>
                  <a:pt x="63115" y="79170"/>
                </a:lnTo>
                <a:lnTo>
                  <a:pt x="53925" y="67773"/>
                </a:lnTo>
                <a:lnTo>
                  <a:pt x="82834" y="67773"/>
                </a:lnTo>
                <a:lnTo>
                  <a:pt x="90749" y="74626"/>
                </a:lnTo>
                <a:lnTo>
                  <a:pt x="107640" y="82042"/>
                </a:lnTo>
                <a:lnTo>
                  <a:pt x="107640" y="102185"/>
                </a:lnTo>
                <a:close/>
              </a:path>
              <a:path w="186054" h="194945">
                <a:moveTo>
                  <a:pt x="157999" y="108480"/>
                </a:moveTo>
                <a:lnTo>
                  <a:pt x="135128" y="108480"/>
                </a:lnTo>
                <a:lnTo>
                  <a:pt x="135128" y="0"/>
                </a:lnTo>
                <a:lnTo>
                  <a:pt x="157999" y="0"/>
                </a:lnTo>
                <a:lnTo>
                  <a:pt x="157999" y="42804"/>
                </a:lnTo>
                <a:lnTo>
                  <a:pt x="185696" y="42804"/>
                </a:lnTo>
                <a:lnTo>
                  <a:pt x="185696" y="62738"/>
                </a:lnTo>
                <a:lnTo>
                  <a:pt x="157999" y="62738"/>
                </a:lnTo>
                <a:lnTo>
                  <a:pt x="157999" y="108480"/>
                </a:lnTo>
                <a:close/>
              </a:path>
              <a:path w="186054" h="194945">
                <a:moveTo>
                  <a:pt x="88966" y="194718"/>
                </a:moveTo>
                <a:lnTo>
                  <a:pt x="40781" y="187460"/>
                </a:lnTo>
                <a:lnTo>
                  <a:pt x="15107" y="154222"/>
                </a:lnTo>
                <a:lnTo>
                  <a:pt x="16094" y="146071"/>
                </a:lnTo>
                <a:lnTo>
                  <a:pt x="54895" y="116925"/>
                </a:lnTo>
                <a:lnTo>
                  <a:pt x="88966" y="113725"/>
                </a:lnTo>
                <a:lnTo>
                  <a:pt x="106745" y="114499"/>
                </a:lnTo>
                <a:lnTo>
                  <a:pt x="148556" y="127364"/>
                </a:lnTo>
                <a:lnTo>
                  <a:pt x="154779" y="133239"/>
                </a:lnTo>
                <a:lnTo>
                  <a:pt x="88966" y="133239"/>
                </a:lnTo>
                <a:lnTo>
                  <a:pt x="75160" y="133718"/>
                </a:lnTo>
                <a:lnTo>
                  <a:pt x="37978" y="148976"/>
                </a:lnTo>
                <a:lnTo>
                  <a:pt x="37978" y="159467"/>
                </a:lnTo>
                <a:lnTo>
                  <a:pt x="75160" y="174755"/>
                </a:lnTo>
                <a:lnTo>
                  <a:pt x="88966" y="175204"/>
                </a:lnTo>
                <a:lnTo>
                  <a:pt x="154924" y="175204"/>
                </a:lnTo>
                <a:lnTo>
                  <a:pt x="154382" y="175968"/>
                </a:lnTo>
                <a:lnTo>
                  <a:pt x="148556" y="181289"/>
                </a:lnTo>
                <a:lnTo>
                  <a:pt x="137032" y="187460"/>
                </a:lnTo>
                <a:lnTo>
                  <a:pt x="122931" y="191623"/>
                </a:lnTo>
                <a:lnTo>
                  <a:pt x="106745" y="193977"/>
                </a:lnTo>
                <a:lnTo>
                  <a:pt x="88966" y="194718"/>
                </a:lnTo>
                <a:close/>
              </a:path>
              <a:path w="186054" h="194945">
                <a:moveTo>
                  <a:pt x="154924" y="175204"/>
                </a:moveTo>
                <a:lnTo>
                  <a:pt x="88966" y="175204"/>
                </a:lnTo>
                <a:lnTo>
                  <a:pt x="102657" y="174755"/>
                </a:lnTo>
                <a:lnTo>
                  <a:pt x="114617" y="173342"/>
                </a:lnTo>
                <a:lnTo>
                  <a:pt x="124610" y="170867"/>
                </a:lnTo>
                <a:lnTo>
                  <a:pt x="132400" y="167231"/>
                </a:lnTo>
                <a:lnTo>
                  <a:pt x="137226" y="163874"/>
                </a:lnTo>
                <a:lnTo>
                  <a:pt x="139744" y="159467"/>
                </a:lnTo>
                <a:lnTo>
                  <a:pt x="139744" y="148976"/>
                </a:lnTo>
                <a:lnTo>
                  <a:pt x="102657" y="133718"/>
                </a:lnTo>
                <a:lnTo>
                  <a:pt x="88966" y="133239"/>
                </a:lnTo>
                <a:lnTo>
                  <a:pt x="154779" y="133239"/>
                </a:lnTo>
                <a:lnTo>
                  <a:pt x="158812" y="138904"/>
                </a:lnTo>
                <a:lnTo>
                  <a:pt x="161628" y="146071"/>
                </a:lnTo>
                <a:lnTo>
                  <a:pt x="162615" y="154222"/>
                </a:lnTo>
                <a:lnTo>
                  <a:pt x="161628" y="162494"/>
                </a:lnTo>
                <a:lnTo>
                  <a:pt x="158812" y="169723"/>
                </a:lnTo>
                <a:lnTo>
                  <a:pt x="154924" y="1752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1" name="object 341"/>
          <p:cNvSpPr/>
          <p:nvPr/>
        </p:nvSpPr>
        <p:spPr>
          <a:xfrm>
            <a:off x="4488146" y="8763353"/>
            <a:ext cx="183515" cy="200660"/>
          </a:xfrm>
          <a:custGeom>
            <a:avLst/>
            <a:gdLst/>
            <a:ahLst/>
            <a:cxnLst/>
            <a:rect l="l" t="t" r="r" b="b"/>
            <a:pathLst>
              <a:path w="183514" h="200659">
                <a:moveTo>
                  <a:pt x="68823" y="16576"/>
                </a:moveTo>
                <a:lnTo>
                  <a:pt x="45742" y="16576"/>
                </a:lnTo>
                <a:lnTo>
                  <a:pt x="45742" y="0"/>
                </a:lnTo>
                <a:lnTo>
                  <a:pt x="68823" y="0"/>
                </a:lnTo>
                <a:lnTo>
                  <a:pt x="68823" y="16576"/>
                </a:lnTo>
                <a:close/>
              </a:path>
              <a:path w="183514" h="200659">
                <a:moveTo>
                  <a:pt x="90225" y="127154"/>
                </a:moveTo>
                <a:lnTo>
                  <a:pt x="0" y="127154"/>
                </a:lnTo>
                <a:lnTo>
                  <a:pt x="0" y="109109"/>
                </a:lnTo>
                <a:lnTo>
                  <a:pt x="96310" y="109109"/>
                </a:lnTo>
                <a:lnTo>
                  <a:pt x="108116" y="108575"/>
                </a:lnTo>
                <a:lnTo>
                  <a:pt x="118053" y="107037"/>
                </a:lnTo>
                <a:lnTo>
                  <a:pt x="126141" y="104595"/>
                </a:lnTo>
                <a:lnTo>
                  <a:pt x="132400" y="101346"/>
                </a:lnTo>
                <a:lnTo>
                  <a:pt x="132400" y="5455"/>
                </a:lnTo>
                <a:lnTo>
                  <a:pt x="155271" y="5455"/>
                </a:lnTo>
                <a:lnTo>
                  <a:pt x="155271" y="60220"/>
                </a:lnTo>
                <a:lnTo>
                  <a:pt x="183178" y="60220"/>
                </a:lnTo>
                <a:lnTo>
                  <a:pt x="183178" y="80153"/>
                </a:lnTo>
                <a:lnTo>
                  <a:pt x="155271" y="80153"/>
                </a:lnTo>
                <a:lnTo>
                  <a:pt x="155271" y="118132"/>
                </a:lnTo>
                <a:lnTo>
                  <a:pt x="132400" y="118132"/>
                </a:lnTo>
                <a:lnTo>
                  <a:pt x="125515" y="122109"/>
                </a:lnTo>
                <a:lnTo>
                  <a:pt x="116348" y="124925"/>
                </a:lnTo>
                <a:lnTo>
                  <a:pt x="104663" y="126600"/>
                </a:lnTo>
                <a:lnTo>
                  <a:pt x="90225" y="127154"/>
                </a:lnTo>
                <a:close/>
              </a:path>
              <a:path w="183514" h="200659">
                <a:moveTo>
                  <a:pt x="111627" y="33991"/>
                </a:moveTo>
                <a:lnTo>
                  <a:pt x="2727" y="33991"/>
                </a:lnTo>
                <a:lnTo>
                  <a:pt x="2727" y="16576"/>
                </a:lnTo>
                <a:lnTo>
                  <a:pt x="111627" y="16576"/>
                </a:lnTo>
                <a:lnTo>
                  <a:pt x="111627" y="33991"/>
                </a:lnTo>
                <a:close/>
              </a:path>
              <a:path w="183514" h="200659">
                <a:moveTo>
                  <a:pt x="68613" y="109109"/>
                </a:moveTo>
                <a:lnTo>
                  <a:pt x="45742" y="109109"/>
                </a:lnTo>
                <a:lnTo>
                  <a:pt x="45742" y="96100"/>
                </a:lnTo>
                <a:lnTo>
                  <a:pt x="38008" y="95070"/>
                </a:lnTo>
                <a:lnTo>
                  <a:pt x="7134" y="78265"/>
                </a:lnTo>
                <a:lnTo>
                  <a:pt x="7134" y="61269"/>
                </a:lnTo>
                <a:lnTo>
                  <a:pt x="45633" y="43076"/>
                </a:lnTo>
                <a:lnTo>
                  <a:pt x="57072" y="42594"/>
                </a:lnTo>
                <a:lnTo>
                  <a:pt x="68086" y="43076"/>
                </a:lnTo>
                <a:lnTo>
                  <a:pt x="105159" y="58751"/>
                </a:lnTo>
                <a:lnTo>
                  <a:pt x="46791" y="58751"/>
                </a:lnTo>
                <a:lnTo>
                  <a:pt x="38608" y="59800"/>
                </a:lnTo>
                <a:lnTo>
                  <a:pt x="33782" y="62528"/>
                </a:lnTo>
                <a:lnTo>
                  <a:pt x="30634" y="64416"/>
                </a:lnTo>
                <a:lnTo>
                  <a:pt x="28746" y="66514"/>
                </a:lnTo>
                <a:lnTo>
                  <a:pt x="28746" y="72390"/>
                </a:lnTo>
                <a:lnTo>
                  <a:pt x="30634" y="74907"/>
                </a:lnTo>
                <a:lnTo>
                  <a:pt x="33782" y="76376"/>
                </a:lnTo>
                <a:lnTo>
                  <a:pt x="38608" y="78894"/>
                </a:lnTo>
                <a:lnTo>
                  <a:pt x="46791" y="80153"/>
                </a:lnTo>
                <a:lnTo>
                  <a:pt x="105170" y="80153"/>
                </a:lnTo>
                <a:lnTo>
                  <a:pt x="102185" y="84559"/>
                </a:lnTo>
                <a:lnTo>
                  <a:pt x="68613" y="96100"/>
                </a:lnTo>
                <a:lnTo>
                  <a:pt x="68613" y="109109"/>
                </a:lnTo>
                <a:close/>
              </a:path>
              <a:path w="183514" h="200659">
                <a:moveTo>
                  <a:pt x="105170" y="80153"/>
                </a:moveTo>
                <a:lnTo>
                  <a:pt x="67773" y="80153"/>
                </a:lnTo>
                <a:lnTo>
                  <a:pt x="76166" y="78684"/>
                </a:lnTo>
                <a:lnTo>
                  <a:pt x="80783" y="75957"/>
                </a:lnTo>
                <a:lnTo>
                  <a:pt x="83510" y="74488"/>
                </a:lnTo>
                <a:lnTo>
                  <a:pt x="85189" y="72180"/>
                </a:lnTo>
                <a:lnTo>
                  <a:pt x="85189" y="66724"/>
                </a:lnTo>
                <a:lnTo>
                  <a:pt x="83510" y="64626"/>
                </a:lnTo>
                <a:lnTo>
                  <a:pt x="80783" y="62947"/>
                </a:lnTo>
                <a:lnTo>
                  <a:pt x="76166" y="60010"/>
                </a:lnTo>
                <a:lnTo>
                  <a:pt x="67773" y="58751"/>
                </a:lnTo>
                <a:lnTo>
                  <a:pt x="105159" y="58751"/>
                </a:lnTo>
                <a:lnTo>
                  <a:pt x="106591" y="60639"/>
                </a:lnTo>
                <a:lnTo>
                  <a:pt x="106591" y="78055"/>
                </a:lnTo>
                <a:lnTo>
                  <a:pt x="105170" y="80153"/>
                </a:lnTo>
                <a:close/>
              </a:path>
              <a:path w="183514" h="200659">
                <a:moveTo>
                  <a:pt x="155271" y="134708"/>
                </a:moveTo>
                <a:lnTo>
                  <a:pt x="132400" y="134708"/>
                </a:lnTo>
                <a:lnTo>
                  <a:pt x="132400" y="118132"/>
                </a:lnTo>
                <a:lnTo>
                  <a:pt x="155271" y="118132"/>
                </a:lnTo>
                <a:lnTo>
                  <a:pt x="155271" y="134708"/>
                </a:lnTo>
                <a:close/>
              </a:path>
              <a:path w="183514" h="200659">
                <a:moveTo>
                  <a:pt x="86238" y="200174"/>
                </a:moveTo>
                <a:lnTo>
                  <a:pt x="36549" y="194862"/>
                </a:lnTo>
                <a:lnTo>
                  <a:pt x="12379" y="178562"/>
                </a:lnTo>
                <a:lnTo>
                  <a:pt x="12379" y="159887"/>
                </a:lnTo>
                <a:lnTo>
                  <a:pt x="50830" y="140426"/>
                </a:lnTo>
                <a:lnTo>
                  <a:pt x="86238" y="138275"/>
                </a:lnTo>
                <a:lnTo>
                  <a:pt x="104837" y="138760"/>
                </a:lnTo>
                <a:lnTo>
                  <a:pt x="147298" y="148556"/>
                </a:lnTo>
                <a:lnTo>
                  <a:pt x="157435" y="156320"/>
                </a:lnTo>
                <a:lnTo>
                  <a:pt x="86238" y="156320"/>
                </a:lnTo>
                <a:lnTo>
                  <a:pt x="71416" y="156651"/>
                </a:lnTo>
                <a:lnTo>
                  <a:pt x="35250" y="166392"/>
                </a:lnTo>
                <a:lnTo>
                  <a:pt x="35250" y="172057"/>
                </a:lnTo>
                <a:lnTo>
                  <a:pt x="86238" y="182129"/>
                </a:lnTo>
                <a:lnTo>
                  <a:pt x="157435" y="182129"/>
                </a:lnTo>
                <a:lnTo>
                  <a:pt x="155271" y="185276"/>
                </a:lnTo>
                <a:lnTo>
                  <a:pt x="147298" y="190102"/>
                </a:lnTo>
                <a:lnTo>
                  <a:pt x="135898" y="194862"/>
                </a:lnTo>
                <a:lnTo>
                  <a:pt x="121568" y="197971"/>
                </a:lnTo>
                <a:lnTo>
                  <a:pt x="104837" y="199662"/>
                </a:lnTo>
                <a:lnTo>
                  <a:pt x="86238" y="200174"/>
                </a:lnTo>
                <a:close/>
              </a:path>
              <a:path w="183514" h="200659">
                <a:moveTo>
                  <a:pt x="157435" y="182129"/>
                </a:moveTo>
                <a:lnTo>
                  <a:pt x="86238" y="182129"/>
                </a:lnTo>
                <a:lnTo>
                  <a:pt x="101028" y="181827"/>
                </a:lnTo>
                <a:lnTo>
                  <a:pt x="113909" y="180817"/>
                </a:lnTo>
                <a:lnTo>
                  <a:pt x="124390" y="178942"/>
                </a:lnTo>
                <a:lnTo>
                  <a:pt x="131980" y="176044"/>
                </a:lnTo>
                <a:lnTo>
                  <a:pt x="135128" y="174365"/>
                </a:lnTo>
                <a:lnTo>
                  <a:pt x="137016" y="172057"/>
                </a:lnTo>
                <a:lnTo>
                  <a:pt x="137016" y="166392"/>
                </a:lnTo>
                <a:lnTo>
                  <a:pt x="86238" y="156320"/>
                </a:lnTo>
                <a:lnTo>
                  <a:pt x="157435" y="156320"/>
                </a:lnTo>
                <a:lnTo>
                  <a:pt x="159887" y="159887"/>
                </a:lnTo>
                <a:lnTo>
                  <a:pt x="159887" y="178562"/>
                </a:lnTo>
                <a:lnTo>
                  <a:pt x="157435" y="182129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2" name="object 342"/>
          <p:cNvSpPr/>
          <p:nvPr/>
        </p:nvSpPr>
        <p:spPr>
          <a:xfrm>
            <a:off x="4689160" y="8768808"/>
            <a:ext cx="163195" cy="192405"/>
          </a:xfrm>
          <a:custGeom>
            <a:avLst/>
            <a:gdLst/>
            <a:ahLst/>
            <a:cxnLst/>
            <a:rect l="l" t="t" r="r" b="b"/>
            <a:pathLst>
              <a:path w="163195" h="192404">
                <a:moveTo>
                  <a:pt x="0" y="92323"/>
                </a:moveTo>
                <a:lnTo>
                  <a:pt x="0" y="72390"/>
                </a:lnTo>
                <a:lnTo>
                  <a:pt x="16979" y="64980"/>
                </a:lnTo>
                <a:lnTo>
                  <a:pt x="30398" y="53243"/>
                </a:lnTo>
                <a:lnTo>
                  <a:pt x="39214" y="36863"/>
                </a:lnTo>
                <a:lnTo>
                  <a:pt x="42384" y="15527"/>
                </a:lnTo>
                <a:lnTo>
                  <a:pt x="42384" y="1258"/>
                </a:lnTo>
                <a:lnTo>
                  <a:pt x="65046" y="1258"/>
                </a:lnTo>
                <a:lnTo>
                  <a:pt x="65046" y="15527"/>
                </a:lnTo>
                <a:lnTo>
                  <a:pt x="68337" y="36916"/>
                </a:lnTo>
                <a:lnTo>
                  <a:pt x="77373" y="52561"/>
                </a:lnTo>
                <a:lnTo>
                  <a:pt x="83038" y="57072"/>
                </a:lnTo>
                <a:lnTo>
                  <a:pt x="53925" y="57072"/>
                </a:lnTo>
                <a:lnTo>
                  <a:pt x="44997" y="68747"/>
                </a:lnTo>
                <a:lnTo>
                  <a:pt x="32549" y="78868"/>
                </a:lnTo>
                <a:lnTo>
                  <a:pt x="17307" y="86904"/>
                </a:lnTo>
                <a:lnTo>
                  <a:pt x="0" y="92323"/>
                </a:lnTo>
                <a:close/>
              </a:path>
              <a:path w="163195" h="192404">
                <a:moveTo>
                  <a:pt x="107640" y="90015"/>
                </a:moveTo>
                <a:lnTo>
                  <a:pt x="90720" y="85222"/>
                </a:lnTo>
                <a:lnTo>
                  <a:pt x="75668" y="77793"/>
                </a:lnTo>
                <a:lnTo>
                  <a:pt x="63174" y="68239"/>
                </a:lnTo>
                <a:lnTo>
                  <a:pt x="53925" y="57072"/>
                </a:lnTo>
                <a:lnTo>
                  <a:pt x="83038" y="57072"/>
                </a:lnTo>
                <a:lnTo>
                  <a:pt x="90894" y="63328"/>
                </a:lnTo>
                <a:lnTo>
                  <a:pt x="107640" y="70081"/>
                </a:lnTo>
                <a:lnTo>
                  <a:pt x="107640" y="90015"/>
                </a:lnTo>
                <a:close/>
              </a:path>
              <a:path w="163195" h="192404">
                <a:moveTo>
                  <a:pt x="160726" y="91903"/>
                </a:moveTo>
                <a:lnTo>
                  <a:pt x="137855" y="91903"/>
                </a:lnTo>
                <a:lnTo>
                  <a:pt x="137855" y="0"/>
                </a:lnTo>
                <a:lnTo>
                  <a:pt x="160726" y="0"/>
                </a:lnTo>
                <a:lnTo>
                  <a:pt x="160726" y="91903"/>
                </a:lnTo>
                <a:close/>
              </a:path>
              <a:path w="163195" h="192404">
                <a:moveTo>
                  <a:pt x="163034" y="192200"/>
                </a:moveTo>
                <a:lnTo>
                  <a:pt x="18464" y="192200"/>
                </a:lnTo>
                <a:lnTo>
                  <a:pt x="18464" y="139114"/>
                </a:lnTo>
                <a:lnTo>
                  <a:pt x="137855" y="139114"/>
                </a:lnTo>
                <a:lnTo>
                  <a:pt x="137855" y="122118"/>
                </a:lnTo>
                <a:lnTo>
                  <a:pt x="18464" y="122118"/>
                </a:lnTo>
                <a:lnTo>
                  <a:pt x="18464" y="103863"/>
                </a:lnTo>
                <a:lnTo>
                  <a:pt x="160726" y="103863"/>
                </a:lnTo>
                <a:lnTo>
                  <a:pt x="160726" y="157159"/>
                </a:lnTo>
                <a:lnTo>
                  <a:pt x="41335" y="157159"/>
                </a:lnTo>
                <a:lnTo>
                  <a:pt x="41335" y="173736"/>
                </a:lnTo>
                <a:lnTo>
                  <a:pt x="163034" y="173736"/>
                </a:lnTo>
                <a:lnTo>
                  <a:pt x="163034" y="19220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3" name="object 343"/>
          <p:cNvSpPr/>
          <p:nvPr/>
        </p:nvSpPr>
        <p:spPr>
          <a:xfrm>
            <a:off x="4955169" y="8767549"/>
            <a:ext cx="159677" cy="192410"/>
          </a:xfrm>
          <a:prstGeom prst="rect">
            <a:avLst/>
          </a:prstGeom>
          <a:blipFill>
            <a:blip r:embed="rId1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4" name="object 344"/>
          <p:cNvSpPr/>
          <p:nvPr/>
        </p:nvSpPr>
        <p:spPr>
          <a:xfrm>
            <a:off x="5156602" y="8768808"/>
            <a:ext cx="178981" cy="193459"/>
          </a:xfrm>
          <a:prstGeom prst="rect">
            <a:avLst/>
          </a:prstGeom>
          <a:blipFill>
            <a:blip r:embed="rId1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5" name="object 345"/>
          <p:cNvSpPr/>
          <p:nvPr/>
        </p:nvSpPr>
        <p:spPr>
          <a:xfrm>
            <a:off x="6157236" y="8647416"/>
            <a:ext cx="182338" cy="200174"/>
          </a:xfrm>
          <a:prstGeom prst="rect">
            <a:avLst/>
          </a:prstGeom>
          <a:blipFill>
            <a:blip r:embed="rId1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6" name="object 346"/>
          <p:cNvSpPr/>
          <p:nvPr/>
        </p:nvSpPr>
        <p:spPr>
          <a:xfrm>
            <a:off x="6359508" y="8655179"/>
            <a:ext cx="168910" cy="191151"/>
          </a:xfrm>
          <a:prstGeom prst="rect">
            <a:avLst/>
          </a:prstGeom>
          <a:blipFill>
            <a:blip r:embed="rId1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7" name="object 347"/>
          <p:cNvSpPr/>
          <p:nvPr/>
        </p:nvSpPr>
        <p:spPr>
          <a:xfrm>
            <a:off x="6696909" y="8652871"/>
            <a:ext cx="23495" cy="19685"/>
          </a:xfrm>
          <a:custGeom>
            <a:avLst/>
            <a:gdLst/>
            <a:ahLst/>
            <a:cxnLst/>
            <a:rect l="l" t="t" r="r" b="b"/>
            <a:pathLst>
              <a:path w="23495" h="19684">
                <a:moveTo>
                  <a:pt x="22871" y="19304"/>
                </a:moveTo>
                <a:lnTo>
                  <a:pt x="0" y="19304"/>
                </a:lnTo>
                <a:lnTo>
                  <a:pt x="0" y="0"/>
                </a:lnTo>
                <a:lnTo>
                  <a:pt x="22871" y="0"/>
                </a:lnTo>
                <a:lnTo>
                  <a:pt x="22871" y="193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8" name="object 348"/>
          <p:cNvSpPr/>
          <p:nvPr/>
        </p:nvSpPr>
        <p:spPr>
          <a:xfrm>
            <a:off x="6565978" y="8655549"/>
            <a:ext cx="22860" cy="25400"/>
          </a:xfrm>
          <a:custGeom>
            <a:avLst/>
            <a:gdLst/>
            <a:ahLst/>
            <a:cxnLst/>
            <a:rect l="l" t="t" r="r" b="b"/>
            <a:pathLst>
              <a:path w="22859" h="25400">
                <a:moveTo>
                  <a:pt x="0" y="0"/>
                </a:moveTo>
                <a:lnTo>
                  <a:pt x="22241" y="0"/>
                </a:lnTo>
                <a:lnTo>
                  <a:pt x="22241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9" name="object 349"/>
          <p:cNvSpPr/>
          <p:nvPr/>
        </p:nvSpPr>
        <p:spPr>
          <a:xfrm>
            <a:off x="6565978" y="8680949"/>
            <a:ext cx="154305" cy="10160"/>
          </a:xfrm>
          <a:custGeom>
            <a:avLst/>
            <a:gdLst/>
            <a:ahLst/>
            <a:cxnLst/>
            <a:rect l="l" t="t" r="r" b="b"/>
            <a:pathLst>
              <a:path w="154304" h="10159">
                <a:moveTo>
                  <a:pt x="0" y="0"/>
                </a:moveTo>
                <a:lnTo>
                  <a:pt x="153802" y="0"/>
                </a:lnTo>
                <a:lnTo>
                  <a:pt x="153802" y="10159"/>
                </a:lnTo>
                <a:lnTo>
                  <a:pt x="0" y="1015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0" name="object 350"/>
          <p:cNvSpPr/>
          <p:nvPr/>
        </p:nvSpPr>
        <p:spPr>
          <a:xfrm>
            <a:off x="6565978" y="8691109"/>
            <a:ext cx="92710" cy="8890"/>
          </a:xfrm>
          <a:custGeom>
            <a:avLst/>
            <a:gdLst/>
            <a:ahLst/>
            <a:cxnLst/>
            <a:rect l="l" t="t" r="r" b="b"/>
            <a:pathLst>
              <a:path w="92709" h="8890">
                <a:moveTo>
                  <a:pt x="0" y="0"/>
                </a:moveTo>
                <a:lnTo>
                  <a:pt x="92113" y="0"/>
                </a:lnTo>
                <a:lnTo>
                  <a:pt x="92113" y="8890"/>
                </a:lnTo>
                <a:lnTo>
                  <a:pt x="0" y="889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1" name="object 351"/>
          <p:cNvSpPr/>
          <p:nvPr/>
        </p:nvSpPr>
        <p:spPr>
          <a:xfrm>
            <a:off x="6565978" y="8699999"/>
            <a:ext cx="22860" cy="24130"/>
          </a:xfrm>
          <a:custGeom>
            <a:avLst/>
            <a:gdLst/>
            <a:ahLst/>
            <a:cxnLst/>
            <a:rect l="l" t="t" r="r" b="b"/>
            <a:pathLst>
              <a:path w="22859" h="24129">
                <a:moveTo>
                  <a:pt x="0" y="0"/>
                </a:moveTo>
                <a:lnTo>
                  <a:pt x="22241" y="0"/>
                </a:lnTo>
                <a:lnTo>
                  <a:pt x="2224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2" name="object 352"/>
          <p:cNvSpPr/>
          <p:nvPr/>
        </p:nvSpPr>
        <p:spPr>
          <a:xfrm>
            <a:off x="6565978" y="8724129"/>
            <a:ext cx="154305" cy="3810"/>
          </a:xfrm>
          <a:custGeom>
            <a:avLst/>
            <a:gdLst/>
            <a:ahLst/>
            <a:cxnLst/>
            <a:rect l="l" t="t" r="r" b="b"/>
            <a:pathLst>
              <a:path w="154304" h="3809">
                <a:moveTo>
                  <a:pt x="0" y="0"/>
                </a:moveTo>
                <a:lnTo>
                  <a:pt x="153802" y="0"/>
                </a:lnTo>
                <a:lnTo>
                  <a:pt x="153802" y="3810"/>
                </a:lnTo>
                <a:lnTo>
                  <a:pt x="0" y="38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3" name="object 353"/>
          <p:cNvSpPr/>
          <p:nvPr/>
        </p:nvSpPr>
        <p:spPr>
          <a:xfrm>
            <a:off x="6565978" y="8727939"/>
            <a:ext cx="92710" cy="15240"/>
          </a:xfrm>
          <a:custGeom>
            <a:avLst/>
            <a:gdLst/>
            <a:ahLst/>
            <a:cxnLst/>
            <a:rect l="l" t="t" r="r" b="b"/>
            <a:pathLst>
              <a:path w="92709" h="15240">
                <a:moveTo>
                  <a:pt x="0" y="0"/>
                </a:moveTo>
                <a:lnTo>
                  <a:pt x="92113" y="0"/>
                </a:lnTo>
                <a:lnTo>
                  <a:pt x="92113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4" name="object 354"/>
          <p:cNvSpPr/>
          <p:nvPr/>
        </p:nvSpPr>
        <p:spPr>
          <a:xfrm>
            <a:off x="6635639" y="8655549"/>
            <a:ext cx="22860" cy="16510"/>
          </a:xfrm>
          <a:custGeom>
            <a:avLst/>
            <a:gdLst/>
            <a:ahLst/>
            <a:cxnLst/>
            <a:rect l="l" t="t" r="r" b="b"/>
            <a:pathLst>
              <a:path w="22859" h="16509">
                <a:moveTo>
                  <a:pt x="0" y="0"/>
                </a:moveTo>
                <a:lnTo>
                  <a:pt x="22451" y="0"/>
                </a:lnTo>
                <a:lnTo>
                  <a:pt x="22451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5" name="object 355"/>
          <p:cNvSpPr/>
          <p:nvPr/>
        </p:nvSpPr>
        <p:spPr>
          <a:xfrm>
            <a:off x="6635639" y="8672059"/>
            <a:ext cx="84455" cy="8890"/>
          </a:xfrm>
          <a:custGeom>
            <a:avLst/>
            <a:gdLst/>
            <a:ahLst/>
            <a:cxnLst/>
            <a:rect l="l" t="t" r="r" b="b"/>
            <a:pathLst>
              <a:path w="84454" h="8890">
                <a:moveTo>
                  <a:pt x="0" y="0"/>
                </a:moveTo>
                <a:lnTo>
                  <a:pt x="84140" y="0"/>
                </a:lnTo>
                <a:lnTo>
                  <a:pt x="84140" y="8890"/>
                </a:lnTo>
                <a:lnTo>
                  <a:pt x="0" y="889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6" name="object 356"/>
          <p:cNvSpPr/>
          <p:nvPr/>
        </p:nvSpPr>
        <p:spPr>
          <a:xfrm>
            <a:off x="6696909" y="8690850"/>
            <a:ext cx="23495" cy="18415"/>
          </a:xfrm>
          <a:custGeom>
            <a:avLst/>
            <a:gdLst/>
            <a:ahLst/>
            <a:cxnLst/>
            <a:rect l="l" t="t" r="r" b="b"/>
            <a:pathLst>
              <a:path w="23495" h="18415">
                <a:moveTo>
                  <a:pt x="22871" y="18254"/>
                </a:moveTo>
                <a:lnTo>
                  <a:pt x="0" y="18254"/>
                </a:lnTo>
                <a:lnTo>
                  <a:pt x="0" y="0"/>
                </a:lnTo>
                <a:lnTo>
                  <a:pt x="22871" y="0"/>
                </a:lnTo>
                <a:lnTo>
                  <a:pt x="22871" y="1825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/>
          <p:cNvSpPr/>
          <p:nvPr/>
        </p:nvSpPr>
        <p:spPr>
          <a:xfrm>
            <a:off x="6635639" y="8699999"/>
            <a:ext cx="22860" cy="8890"/>
          </a:xfrm>
          <a:custGeom>
            <a:avLst/>
            <a:gdLst/>
            <a:ahLst/>
            <a:cxnLst/>
            <a:rect l="l" t="t" r="r" b="b"/>
            <a:pathLst>
              <a:path w="22859" h="8890">
                <a:moveTo>
                  <a:pt x="0" y="0"/>
                </a:moveTo>
                <a:lnTo>
                  <a:pt x="22451" y="0"/>
                </a:lnTo>
                <a:lnTo>
                  <a:pt x="22451" y="8889"/>
                </a:lnTo>
                <a:lnTo>
                  <a:pt x="0" y="88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8" name="object 358"/>
          <p:cNvSpPr/>
          <p:nvPr/>
        </p:nvSpPr>
        <p:spPr>
          <a:xfrm>
            <a:off x="6635639" y="8708889"/>
            <a:ext cx="84455" cy="15240"/>
          </a:xfrm>
          <a:custGeom>
            <a:avLst/>
            <a:gdLst/>
            <a:ahLst/>
            <a:cxnLst/>
            <a:rect l="l" t="t" r="r" b="b"/>
            <a:pathLst>
              <a:path w="84454" h="15240">
                <a:moveTo>
                  <a:pt x="0" y="0"/>
                </a:moveTo>
                <a:lnTo>
                  <a:pt x="84140" y="0"/>
                </a:lnTo>
                <a:lnTo>
                  <a:pt x="8414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9" name="object 359"/>
          <p:cNvSpPr/>
          <p:nvPr/>
        </p:nvSpPr>
        <p:spPr>
          <a:xfrm>
            <a:off x="6696909" y="8727779"/>
            <a:ext cx="23495" cy="20955"/>
          </a:xfrm>
          <a:custGeom>
            <a:avLst/>
            <a:gdLst/>
            <a:ahLst/>
            <a:cxnLst/>
            <a:rect l="l" t="t" r="r" b="b"/>
            <a:pathLst>
              <a:path w="23495" h="20954">
                <a:moveTo>
                  <a:pt x="22871" y="20562"/>
                </a:moveTo>
                <a:lnTo>
                  <a:pt x="0" y="20562"/>
                </a:lnTo>
                <a:lnTo>
                  <a:pt x="0" y="0"/>
                </a:lnTo>
                <a:lnTo>
                  <a:pt x="22871" y="0"/>
                </a:lnTo>
                <a:lnTo>
                  <a:pt x="22871" y="2056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0" name="object 360"/>
          <p:cNvSpPr/>
          <p:nvPr/>
        </p:nvSpPr>
        <p:spPr>
          <a:xfrm>
            <a:off x="6577518" y="8758418"/>
            <a:ext cx="142875" cy="19050"/>
          </a:xfrm>
          <a:custGeom>
            <a:avLst/>
            <a:gdLst/>
            <a:ahLst/>
            <a:cxnLst/>
            <a:rect l="l" t="t" r="r" b="b"/>
            <a:pathLst>
              <a:path w="142875" h="19050">
                <a:moveTo>
                  <a:pt x="0" y="0"/>
                </a:moveTo>
                <a:lnTo>
                  <a:pt x="142262" y="0"/>
                </a:lnTo>
                <a:lnTo>
                  <a:pt x="142262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1" name="object 361"/>
          <p:cNvSpPr/>
          <p:nvPr/>
        </p:nvSpPr>
        <p:spPr>
          <a:xfrm>
            <a:off x="6696909" y="8777468"/>
            <a:ext cx="23495" cy="15240"/>
          </a:xfrm>
          <a:custGeom>
            <a:avLst/>
            <a:gdLst/>
            <a:ahLst/>
            <a:cxnLst/>
            <a:rect l="l" t="t" r="r" b="b"/>
            <a:pathLst>
              <a:path w="23495" h="15240">
                <a:moveTo>
                  <a:pt x="0" y="0"/>
                </a:moveTo>
                <a:lnTo>
                  <a:pt x="22871" y="0"/>
                </a:lnTo>
                <a:lnTo>
                  <a:pt x="22871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2" name="object 362"/>
          <p:cNvSpPr/>
          <p:nvPr/>
        </p:nvSpPr>
        <p:spPr>
          <a:xfrm>
            <a:off x="6577518" y="8792709"/>
            <a:ext cx="142875" cy="19050"/>
          </a:xfrm>
          <a:custGeom>
            <a:avLst/>
            <a:gdLst/>
            <a:ahLst/>
            <a:cxnLst/>
            <a:rect l="l" t="t" r="r" b="b"/>
            <a:pathLst>
              <a:path w="142875" h="19050">
                <a:moveTo>
                  <a:pt x="0" y="0"/>
                </a:moveTo>
                <a:lnTo>
                  <a:pt x="142262" y="0"/>
                </a:lnTo>
                <a:lnTo>
                  <a:pt x="14226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3" name="object 363"/>
          <p:cNvSpPr/>
          <p:nvPr/>
        </p:nvSpPr>
        <p:spPr>
          <a:xfrm>
            <a:off x="6577518" y="8811759"/>
            <a:ext cx="23495" cy="15240"/>
          </a:xfrm>
          <a:custGeom>
            <a:avLst/>
            <a:gdLst/>
            <a:ahLst/>
            <a:cxnLst/>
            <a:rect l="l" t="t" r="r" b="b"/>
            <a:pathLst>
              <a:path w="23495" h="15240">
                <a:moveTo>
                  <a:pt x="0" y="0"/>
                </a:moveTo>
                <a:lnTo>
                  <a:pt x="22871" y="0"/>
                </a:lnTo>
                <a:lnTo>
                  <a:pt x="22871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4" name="object 364"/>
          <p:cNvSpPr/>
          <p:nvPr/>
        </p:nvSpPr>
        <p:spPr>
          <a:xfrm>
            <a:off x="6577518" y="8826999"/>
            <a:ext cx="144780" cy="17780"/>
          </a:xfrm>
          <a:custGeom>
            <a:avLst/>
            <a:gdLst/>
            <a:ahLst/>
            <a:cxnLst/>
            <a:rect l="l" t="t" r="r" b="b"/>
            <a:pathLst>
              <a:path w="144779" h="17779">
                <a:moveTo>
                  <a:pt x="0" y="0"/>
                </a:moveTo>
                <a:lnTo>
                  <a:pt x="144570" y="0"/>
                </a:lnTo>
                <a:lnTo>
                  <a:pt x="144570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5" name="object 365"/>
          <p:cNvSpPr/>
          <p:nvPr/>
        </p:nvSpPr>
        <p:spPr>
          <a:xfrm>
            <a:off x="6825408" y="8651612"/>
            <a:ext cx="159677" cy="192410"/>
          </a:xfrm>
          <a:prstGeom prst="rect">
            <a:avLst/>
          </a:prstGeom>
          <a:blipFill>
            <a:blip r:embed="rId1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6" name="object 366"/>
          <p:cNvSpPr/>
          <p:nvPr/>
        </p:nvSpPr>
        <p:spPr>
          <a:xfrm>
            <a:off x="7026842" y="8652871"/>
            <a:ext cx="178981" cy="193459"/>
          </a:xfrm>
          <a:prstGeom prst="rect">
            <a:avLst/>
          </a:prstGeom>
          <a:blipFill>
            <a:blip r:embed="rId1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7" name="object 367"/>
          <p:cNvSpPr/>
          <p:nvPr/>
        </p:nvSpPr>
        <p:spPr>
          <a:xfrm>
            <a:off x="7227855" y="8647416"/>
            <a:ext cx="156320" cy="195767"/>
          </a:xfrm>
          <a:prstGeom prst="rect">
            <a:avLst/>
          </a:prstGeom>
          <a:blipFill>
            <a:blip r:embed="rId1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8" name="object 368"/>
          <p:cNvSpPr/>
          <p:nvPr/>
        </p:nvSpPr>
        <p:spPr>
          <a:xfrm>
            <a:off x="7439990" y="8727569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4" h="28575">
                <a:moveTo>
                  <a:pt x="25808" y="28116"/>
                </a:moveTo>
                <a:lnTo>
                  <a:pt x="0" y="28116"/>
                </a:lnTo>
                <a:lnTo>
                  <a:pt x="0" y="0"/>
                </a:lnTo>
                <a:lnTo>
                  <a:pt x="25808" y="0"/>
                </a:lnTo>
                <a:lnTo>
                  <a:pt x="25808" y="2811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9" name="object 369"/>
          <p:cNvSpPr/>
          <p:nvPr/>
        </p:nvSpPr>
        <p:spPr>
          <a:xfrm>
            <a:off x="7511750" y="8652871"/>
            <a:ext cx="160517" cy="192200"/>
          </a:xfrm>
          <a:prstGeom prst="rect">
            <a:avLst/>
          </a:prstGeom>
          <a:blipFill>
            <a:blip r:embed="rId1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0" name="object 370"/>
          <p:cNvSpPr/>
          <p:nvPr/>
        </p:nvSpPr>
        <p:spPr>
          <a:xfrm>
            <a:off x="7712554" y="8654130"/>
            <a:ext cx="168910" cy="180660"/>
          </a:xfrm>
          <a:prstGeom prst="rect">
            <a:avLst/>
          </a:prstGeom>
          <a:blipFill>
            <a:blip r:embed="rId1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1" name="object 371"/>
          <p:cNvSpPr/>
          <p:nvPr/>
        </p:nvSpPr>
        <p:spPr>
          <a:xfrm>
            <a:off x="7912099" y="8652871"/>
            <a:ext cx="160307" cy="190312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2" name="object 372"/>
          <p:cNvSpPr/>
          <p:nvPr/>
        </p:nvSpPr>
        <p:spPr>
          <a:xfrm>
            <a:off x="8125282" y="8655549"/>
            <a:ext cx="149225" cy="19050"/>
          </a:xfrm>
          <a:custGeom>
            <a:avLst/>
            <a:gdLst/>
            <a:ahLst/>
            <a:cxnLst/>
            <a:rect l="l" t="t" r="r" b="b"/>
            <a:pathLst>
              <a:path w="149225" h="19050">
                <a:moveTo>
                  <a:pt x="0" y="0"/>
                </a:moveTo>
                <a:lnTo>
                  <a:pt x="149186" y="0"/>
                </a:lnTo>
                <a:lnTo>
                  <a:pt x="14918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3" name="object 373"/>
          <p:cNvSpPr/>
          <p:nvPr/>
        </p:nvSpPr>
        <p:spPr>
          <a:xfrm>
            <a:off x="8251597" y="8674599"/>
            <a:ext cx="23495" cy="22860"/>
          </a:xfrm>
          <a:custGeom>
            <a:avLst/>
            <a:gdLst/>
            <a:ahLst/>
            <a:cxnLst/>
            <a:rect l="l" t="t" r="r" b="b"/>
            <a:pathLst>
              <a:path w="23495" h="22859">
                <a:moveTo>
                  <a:pt x="0" y="0"/>
                </a:moveTo>
                <a:lnTo>
                  <a:pt x="22871" y="0"/>
                </a:lnTo>
                <a:lnTo>
                  <a:pt x="22871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4" name="object 374"/>
          <p:cNvSpPr/>
          <p:nvPr/>
        </p:nvSpPr>
        <p:spPr>
          <a:xfrm>
            <a:off x="8125282" y="8697459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5" name="object 375"/>
          <p:cNvSpPr/>
          <p:nvPr/>
        </p:nvSpPr>
        <p:spPr>
          <a:xfrm>
            <a:off x="8125282" y="8717779"/>
            <a:ext cx="23495" cy="22860"/>
          </a:xfrm>
          <a:custGeom>
            <a:avLst/>
            <a:gdLst/>
            <a:ahLst/>
            <a:cxnLst/>
            <a:rect l="l" t="t" r="r" b="b"/>
            <a:pathLst>
              <a:path w="23495" h="22859">
                <a:moveTo>
                  <a:pt x="0" y="0"/>
                </a:moveTo>
                <a:lnTo>
                  <a:pt x="22871" y="0"/>
                </a:lnTo>
                <a:lnTo>
                  <a:pt x="22871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6" name="object 376"/>
          <p:cNvSpPr/>
          <p:nvPr/>
        </p:nvSpPr>
        <p:spPr>
          <a:xfrm>
            <a:off x="8125282" y="8740639"/>
            <a:ext cx="151765" cy="20320"/>
          </a:xfrm>
          <a:custGeom>
            <a:avLst/>
            <a:gdLst/>
            <a:ahLst/>
            <a:cxnLst/>
            <a:rect l="l" t="t" r="r" b="b"/>
            <a:pathLst>
              <a:path w="151765" h="20320">
                <a:moveTo>
                  <a:pt x="0" y="0"/>
                </a:moveTo>
                <a:lnTo>
                  <a:pt x="151494" y="0"/>
                </a:lnTo>
                <a:lnTo>
                  <a:pt x="15149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7" name="object 377"/>
          <p:cNvSpPr/>
          <p:nvPr/>
        </p:nvSpPr>
        <p:spPr>
          <a:xfrm>
            <a:off x="8115420" y="8782334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09" h="20320">
                <a:moveTo>
                  <a:pt x="168910" y="19933"/>
                </a:moveTo>
                <a:lnTo>
                  <a:pt x="0" y="19933"/>
                </a:lnTo>
                <a:lnTo>
                  <a:pt x="0" y="0"/>
                </a:lnTo>
                <a:lnTo>
                  <a:pt x="168910" y="0"/>
                </a:lnTo>
                <a:lnTo>
                  <a:pt x="168910" y="1993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8" name="object 378"/>
          <p:cNvSpPr/>
          <p:nvPr/>
        </p:nvSpPr>
        <p:spPr>
          <a:xfrm>
            <a:off x="8152559" y="8802268"/>
            <a:ext cx="22860" cy="43180"/>
          </a:xfrm>
          <a:custGeom>
            <a:avLst/>
            <a:gdLst/>
            <a:ahLst/>
            <a:cxnLst/>
            <a:rect l="l" t="t" r="r" b="b"/>
            <a:pathLst>
              <a:path w="22859" h="43179">
                <a:moveTo>
                  <a:pt x="22451" y="42804"/>
                </a:moveTo>
                <a:lnTo>
                  <a:pt x="0" y="42804"/>
                </a:lnTo>
                <a:lnTo>
                  <a:pt x="0" y="0"/>
                </a:lnTo>
                <a:lnTo>
                  <a:pt x="22451" y="0"/>
                </a:lnTo>
                <a:lnTo>
                  <a:pt x="22451" y="428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9" name="object 379"/>
          <p:cNvSpPr/>
          <p:nvPr/>
        </p:nvSpPr>
        <p:spPr>
          <a:xfrm>
            <a:off x="8225579" y="8802268"/>
            <a:ext cx="22860" cy="43180"/>
          </a:xfrm>
          <a:custGeom>
            <a:avLst/>
            <a:gdLst/>
            <a:ahLst/>
            <a:cxnLst/>
            <a:rect l="l" t="t" r="r" b="b"/>
            <a:pathLst>
              <a:path w="22859" h="43179">
                <a:moveTo>
                  <a:pt x="22451" y="42804"/>
                </a:moveTo>
                <a:lnTo>
                  <a:pt x="0" y="42804"/>
                </a:lnTo>
                <a:lnTo>
                  <a:pt x="0" y="0"/>
                </a:lnTo>
                <a:lnTo>
                  <a:pt x="22451" y="0"/>
                </a:lnTo>
                <a:lnTo>
                  <a:pt x="22451" y="428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0" name="object 380"/>
          <p:cNvSpPr/>
          <p:nvPr/>
        </p:nvSpPr>
        <p:spPr>
          <a:xfrm>
            <a:off x="8576647" y="8652871"/>
            <a:ext cx="160307" cy="190312"/>
          </a:xfrm>
          <a:prstGeom prst="rect">
            <a:avLst/>
          </a:prstGeom>
          <a:blipFill>
            <a:blip r:embed="rId1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1" name="object 381"/>
          <p:cNvSpPr/>
          <p:nvPr/>
        </p:nvSpPr>
        <p:spPr>
          <a:xfrm>
            <a:off x="8380460" y="8652871"/>
            <a:ext cx="157999" cy="190312"/>
          </a:xfrm>
          <a:prstGeom prst="rect">
            <a:avLst/>
          </a:prstGeom>
          <a:blipFill>
            <a:blip r:embed="rId1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2" name="object 382"/>
          <p:cNvSpPr/>
          <p:nvPr/>
        </p:nvSpPr>
        <p:spPr>
          <a:xfrm>
            <a:off x="1459379" y="4088629"/>
            <a:ext cx="7484109" cy="0"/>
          </a:xfrm>
          <a:custGeom>
            <a:avLst/>
            <a:gdLst/>
            <a:ahLst/>
            <a:cxnLst/>
            <a:rect l="l" t="t" r="r" b="b"/>
            <a:pathLst>
              <a:path w="7484109" h="0">
                <a:moveTo>
                  <a:pt x="0" y="0"/>
                </a:moveTo>
                <a:lnTo>
                  <a:pt x="7483894" y="0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3" name="object 383"/>
          <p:cNvSpPr/>
          <p:nvPr/>
        </p:nvSpPr>
        <p:spPr>
          <a:xfrm>
            <a:off x="1464142" y="4640893"/>
            <a:ext cx="7474584" cy="0"/>
          </a:xfrm>
          <a:custGeom>
            <a:avLst/>
            <a:gdLst/>
            <a:ahLst/>
            <a:cxnLst/>
            <a:rect l="l" t="t" r="r" b="b"/>
            <a:pathLst>
              <a:path w="7474584" h="0">
                <a:moveTo>
                  <a:pt x="0" y="0"/>
                </a:moveTo>
                <a:lnTo>
                  <a:pt x="7474369" y="0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4" name="object 384"/>
          <p:cNvSpPr/>
          <p:nvPr/>
        </p:nvSpPr>
        <p:spPr>
          <a:xfrm>
            <a:off x="1464142" y="5438942"/>
            <a:ext cx="7474584" cy="0"/>
          </a:xfrm>
          <a:custGeom>
            <a:avLst/>
            <a:gdLst/>
            <a:ahLst/>
            <a:cxnLst/>
            <a:rect l="l" t="t" r="r" b="b"/>
            <a:pathLst>
              <a:path w="7474584" h="0">
                <a:moveTo>
                  <a:pt x="0" y="0"/>
                </a:moveTo>
                <a:lnTo>
                  <a:pt x="7474369" y="0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5" name="object 385"/>
          <p:cNvSpPr/>
          <p:nvPr/>
        </p:nvSpPr>
        <p:spPr>
          <a:xfrm>
            <a:off x="1464142" y="6178262"/>
            <a:ext cx="7474584" cy="0"/>
          </a:xfrm>
          <a:custGeom>
            <a:avLst/>
            <a:gdLst/>
            <a:ahLst/>
            <a:cxnLst/>
            <a:rect l="l" t="t" r="r" b="b"/>
            <a:pathLst>
              <a:path w="7474584" h="0">
                <a:moveTo>
                  <a:pt x="0" y="0"/>
                </a:moveTo>
                <a:lnTo>
                  <a:pt x="7474369" y="0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6" name="object 386"/>
          <p:cNvSpPr/>
          <p:nvPr/>
        </p:nvSpPr>
        <p:spPr>
          <a:xfrm>
            <a:off x="1464142" y="6917583"/>
            <a:ext cx="7474584" cy="0"/>
          </a:xfrm>
          <a:custGeom>
            <a:avLst/>
            <a:gdLst/>
            <a:ahLst/>
            <a:cxnLst/>
            <a:rect l="l" t="t" r="r" b="b"/>
            <a:pathLst>
              <a:path w="7474584" h="0">
                <a:moveTo>
                  <a:pt x="0" y="0"/>
                </a:moveTo>
                <a:lnTo>
                  <a:pt x="7474369" y="0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7" name="object 387"/>
          <p:cNvSpPr/>
          <p:nvPr/>
        </p:nvSpPr>
        <p:spPr>
          <a:xfrm>
            <a:off x="1464142" y="7656904"/>
            <a:ext cx="7474584" cy="0"/>
          </a:xfrm>
          <a:custGeom>
            <a:avLst/>
            <a:gdLst/>
            <a:ahLst/>
            <a:cxnLst/>
            <a:rect l="l" t="t" r="r" b="b"/>
            <a:pathLst>
              <a:path w="7474584" h="0">
                <a:moveTo>
                  <a:pt x="0" y="0"/>
                </a:moveTo>
                <a:lnTo>
                  <a:pt x="7474369" y="0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8" name="object 388"/>
          <p:cNvSpPr/>
          <p:nvPr/>
        </p:nvSpPr>
        <p:spPr>
          <a:xfrm>
            <a:off x="1464142" y="8396226"/>
            <a:ext cx="7474584" cy="0"/>
          </a:xfrm>
          <a:custGeom>
            <a:avLst/>
            <a:gdLst/>
            <a:ahLst/>
            <a:cxnLst/>
            <a:rect l="l" t="t" r="r" b="b"/>
            <a:pathLst>
              <a:path w="7474584" h="0">
                <a:moveTo>
                  <a:pt x="0" y="0"/>
                </a:moveTo>
                <a:lnTo>
                  <a:pt x="7474369" y="0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9" name="object 389"/>
          <p:cNvSpPr/>
          <p:nvPr/>
        </p:nvSpPr>
        <p:spPr>
          <a:xfrm>
            <a:off x="1459379" y="9135547"/>
            <a:ext cx="7484109" cy="0"/>
          </a:xfrm>
          <a:custGeom>
            <a:avLst/>
            <a:gdLst/>
            <a:ahLst/>
            <a:cxnLst/>
            <a:rect l="l" t="t" r="r" b="b"/>
            <a:pathLst>
              <a:path w="7484109" h="0">
                <a:moveTo>
                  <a:pt x="0" y="0"/>
                </a:moveTo>
                <a:lnTo>
                  <a:pt x="7483894" y="0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0" name="object 390"/>
          <p:cNvSpPr/>
          <p:nvPr/>
        </p:nvSpPr>
        <p:spPr>
          <a:xfrm>
            <a:off x="1464142" y="4093391"/>
            <a:ext cx="0" cy="5037455"/>
          </a:xfrm>
          <a:custGeom>
            <a:avLst/>
            <a:gdLst/>
            <a:ahLst/>
            <a:cxnLst/>
            <a:rect l="l" t="t" r="r" b="b"/>
            <a:pathLst>
              <a:path w="0" h="5037455">
                <a:moveTo>
                  <a:pt x="0" y="0"/>
                </a:moveTo>
                <a:lnTo>
                  <a:pt x="0" y="5037392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1" name="object 391"/>
          <p:cNvSpPr/>
          <p:nvPr/>
        </p:nvSpPr>
        <p:spPr>
          <a:xfrm>
            <a:off x="2955889" y="4088629"/>
            <a:ext cx="0" cy="5046980"/>
          </a:xfrm>
          <a:custGeom>
            <a:avLst/>
            <a:gdLst/>
            <a:ahLst/>
            <a:cxnLst/>
            <a:rect l="l" t="t" r="r" b="b"/>
            <a:pathLst>
              <a:path w="0" h="5046980">
                <a:moveTo>
                  <a:pt x="0" y="0"/>
                </a:moveTo>
                <a:lnTo>
                  <a:pt x="0" y="5046917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2" name="object 392"/>
          <p:cNvSpPr/>
          <p:nvPr/>
        </p:nvSpPr>
        <p:spPr>
          <a:xfrm>
            <a:off x="5967194" y="4088629"/>
            <a:ext cx="0" cy="5046980"/>
          </a:xfrm>
          <a:custGeom>
            <a:avLst/>
            <a:gdLst/>
            <a:ahLst/>
            <a:cxnLst/>
            <a:rect l="l" t="t" r="r" b="b"/>
            <a:pathLst>
              <a:path w="0" h="5046980">
                <a:moveTo>
                  <a:pt x="0" y="0"/>
                </a:moveTo>
                <a:lnTo>
                  <a:pt x="0" y="5046917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3" name="object 393"/>
          <p:cNvSpPr/>
          <p:nvPr/>
        </p:nvSpPr>
        <p:spPr>
          <a:xfrm>
            <a:off x="8938510" y="4093391"/>
            <a:ext cx="0" cy="5037455"/>
          </a:xfrm>
          <a:custGeom>
            <a:avLst/>
            <a:gdLst/>
            <a:ahLst/>
            <a:cxnLst/>
            <a:rect l="l" t="t" r="r" b="b"/>
            <a:pathLst>
              <a:path w="0" h="5037455">
                <a:moveTo>
                  <a:pt x="0" y="0"/>
                </a:moveTo>
                <a:lnTo>
                  <a:pt x="0" y="5037392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88479" y="3379485"/>
            <a:ext cx="377190" cy="395605"/>
          </a:xfrm>
          <a:custGeom>
            <a:avLst/>
            <a:gdLst/>
            <a:ahLst/>
            <a:cxnLst/>
            <a:rect l="l" t="t" r="r" b="b"/>
            <a:pathLst>
              <a:path w="377189" h="395604">
                <a:moveTo>
                  <a:pt x="189852" y="181051"/>
                </a:moveTo>
                <a:lnTo>
                  <a:pt x="148164" y="178104"/>
                </a:lnTo>
                <a:lnTo>
                  <a:pt x="109594" y="169106"/>
                </a:lnTo>
                <a:lnTo>
                  <a:pt x="68732" y="146894"/>
                </a:lnTo>
                <a:lnTo>
                  <a:pt x="45000" y="112790"/>
                </a:lnTo>
                <a:lnTo>
                  <a:pt x="41910" y="90944"/>
                </a:lnTo>
                <a:lnTo>
                  <a:pt x="42695" y="79236"/>
                </a:lnTo>
                <a:lnTo>
                  <a:pt x="61280" y="41255"/>
                </a:lnTo>
                <a:lnTo>
                  <a:pt x="98540" y="16279"/>
                </a:lnTo>
                <a:lnTo>
                  <a:pt x="135159" y="5238"/>
                </a:lnTo>
                <a:lnTo>
                  <a:pt x="175904" y="327"/>
                </a:lnTo>
                <a:lnTo>
                  <a:pt x="189852" y="0"/>
                </a:lnTo>
                <a:lnTo>
                  <a:pt x="203224" y="314"/>
                </a:lnTo>
                <a:lnTo>
                  <a:pt x="242868" y="5029"/>
                </a:lnTo>
                <a:lnTo>
                  <a:pt x="289598" y="21164"/>
                </a:lnTo>
                <a:lnTo>
                  <a:pt x="313995" y="39395"/>
                </a:lnTo>
                <a:lnTo>
                  <a:pt x="190271" y="39395"/>
                </a:lnTo>
                <a:lnTo>
                  <a:pt x="180907" y="39591"/>
                </a:lnTo>
                <a:lnTo>
                  <a:pt x="136783" y="46467"/>
                </a:lnTo>
                <a:lnTo>
                  <a:pt x="99745" y="68103"/>
                </a:lnTo>
                <a:lnTo>
                  <a:pt x="91363" y="82283"/>
                </a:lnTo>
                <a:lnTo>
                  <a:pt x="91363" y="99885"/>
                </a:lnTo>
                <a:lnTo>
                  <a:pt x="121958" y="129292"/>
                </a:lnTo>
                <a:lnTo>
                  <a:pt x="162545" y="139586"/>
                </a:lnTo>
                <a:lnTo>
                  <a:pt x="180671" y="141053"/>
                </a:lnTo>
                <a:lnTo>
                  <a:pt x="189852" y="141236"/>
                </a:lnTo>
                <a:lnTo>
                  <a:pt x="314522" y="141236"/>
                </a:lnTo>
                <a:lnTo>
                  <a:pt x="308143" y="147261"/>
                </a:lnTo>
                <a:lnTo>
                  <a:pt x="267647" y="169159"/>
                </a:lnTo>
                <a:lnTo>
                  <a:pt x="229732" y="178104"/>
                </a:lnTo>
                <a:lnTo>
                  <a:pt x="203224" y="180723"/>
                </a:lnTo>
                <a:lnTo>
                  <a:pt x="189852" y="181051"/>
                </a:lnTo>
                <a:close/>
              </a:path>
              <a:path w="377189" h="395604">
                <a:moveTo>
                  <a:pt x="314522" y="141236"/>
                </a:moveTo>
                <a:lnTo>
                  <a:pt x="189852" y="141236"/>
                </a:lnTo>
                <a:lnTo>
                  <a:pt x="198627" y="141053"/>
                </a:lnTo>
                <a:lnTo>
                  <a:pt x="207349" y="140503"/>
                </a:lnTo>
                <a:lnTo>
                  <a:pt x="248408" y="132134"/>
                </a:lnTo>
                <a:lnTo>
                  <a:pt x="283032" y="107499"/>
                </a:lnTo>
                <a:lnTo>
                  <a:pt x="285826" y="99885"/>
                </a:lnTo>
                <a:lnTo>
                  <a:pt x="285826" y="81724"/>
                </a:lnTo>
                <a:lnTo>
                  <a:pt x="255441" y="51549"/>
                </a:lnTo>
                <a:lnTo>
                  <a:pt x="216321" y="41045"/>
                </a:lnTo>
                <a:lnTo>
                  <a:pt x="190271" y="39395"/>
                </a:lnTo>
                <a:lnTo>
                  <a:pt x="313995" y="39395"/>
                </a:lnTo>
                <a:lnTo>
                  <a:pt x="334494" y="79236"/>
                </a:lnTo>
                <a:lnTo>
                  <a:pt x="335280" y="90944"/>
                </a:lnTo>
                <a:lnTo>
                  <a:pt x="334494" y="102456"/>
                </a:lnTo>
                <a:lnTo>
                  <a:pt x="332136" y="113104"/>
                </a:lnTo>
                <a:lnTo>
                  <a:pt x="328207" y="122887"/>
                </a:lnTo>
                <a:lnTo>
                  <a:pt x="322707" y="131806"/>
                </a:lnTo>
                <a:lnTo>
                  <a:pt x="315922" y="139913"/>
                </a:lnTo>
                <a:lnTo>
                  <a:pt x="314522" y="141236"/>
                </a:lnTo>
                <a:close/>
              </a:path>
              <a:path w="377189" h="395604">
                <a:moveTo>
                  <a:pt x="371043" y="256908"/>
                </a:moveTo>
                <a:lnTo>
                  <a:pt x="0" y="256908"/>
                </a:lnTo>
                <a:lnTo>
                  <a:pt x="0" y="216255"/>
                </a:lnTo>
                <a:lnTo>
                  <a:pt x="377190" y="216255"/>
                </a:lnTo>
                <a:lnTo>
                  <a:pt x="377190" y="250761"/>
                </a:lnTo>
                <a:lnTo>
                  <a:pt x="376351" y="252717"/>
                </a:lnTo>
                <a:lnTo>
                  <a:pt x="372999" y="256070"/>
                </a:lnTo>
                <a:lnTo>
                  <a:pt x="371043" y="256908"/>
                </a:lnTo>
                <a:close/>
              </a:path>
              <a:path w="377189" h="395604">
                <a:moveTo>
                  <a:pt x="130479" y="395211"/>
                </a:moveTo>
                <a:lnTo>
                  <a:pt x="88849" y="395211"/>
                </a:lnTo>
                <a:lnTo>
                  <a:pt x="88849" y="256908"/>
                </a:lnTo>
                <a:lnTo>
                  <a:pt x="136626" y="256908"/>
                </a:lnTo>
                <a:lnTo>
                  <a:pt x="136626" y="389064"/>
                </a:lnTo>
                <a:lnTo>
                  <a:pt x="135788" y="391020"/>
                </a:lnTo>
                <a:lnTo>
                  <a:pt x="132435" y="394373"/>
                </a:lnTo>
                <a:lnTo>
                  <a:pt x="130479" y="395211"/>
                </a:lnTo>
                <a:close/>
              </a:path>
              <a:path w="377189" h="395604">
                <a:moveTo>
                  <a:pt x="281774" y="395211"/>
                </a:moveTo>
                <a:lnTo>
                  <a:pt x="240563" y="395211"/>
                </a:lnTo>
                <a:lnTo>
                  <a:pt x="240563" y="256908"/>
                </a:lnTo>
                <a:lnTo>
                  <a:pt x="287921" y="256908"/>
                </a:lnTo>
                <a:lnTo>
                  <a:pt x="287921" y="389064"/>
                </a:lnTo>
                <a:lnTo>
                  <a:pt x="287083" y="391020"/>
                </a:lnTo>
                <a:lnTo>
                  <a:pt x="283730" y="394373"/>
                </a:lnTo>
                <a:lnTo>
                  <a:pt x="281774" y="3952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52677" y="3375713"/>
            <a:ext cx="401320" cy="399415"/>
          </a:xfrm>
          <a:custGeom>
            <a:avLst/>
            <a:gdLst/>
            <a:ahLst/>
            <a:cxnLst/>
            <a:rect l="l" t="t" r="r" b="b"/>
            <a:pathLst>
              <a:path w="401320" h="399414">
                <a:moveTo>
                  <a:pt x="31432" y="310134"/>
                </a:moveTo>
                <a:lnTo>
                  <a:pt x="0" y="279539"/>
                </a:lnTo>
                <a:lnTo>
                  <a:pt x="10752" y="272965"/>
                </a:lnTo>
                <a:lnTo>
                  <a:pt x="21216" y="265814"/>
                </a:lnTo>
                <a:lnTo>
                  <a:pt x="50737" y="241074"/>
                </a:lnTo>
                <a:lnTo>
                  <a:pt x="82693" y="203970"/>
                </a:lnTo>
                <a:lnTo>
                  <a:pt x="102875" y="165348"/>
                </a:lnTo>
                <a:lnTo>
                  <a:pt x="107708" y="137883"/>
                </a:lnTo>
                <a:lnTo>
                  <a:pt x="107708" y="18440"/>
                </a:lnTo>
                <a:lnTo>
                  <a:pt x="155905" y="18440"/>
                </a:lnTo>
                <a:lnTo>
                  <a:pt x="155905" y="137883"/>
                </a:lnTo>
                <a:lnTo>
                  <a:pt x="156560" y="147051"/>
                </a:lnTo>
                <a:lnTo>
                  <a:pt x="171988" y="186604"/>
                </a:lnTo>
                <a:lnTo>
                  <a:pt x="189774" y="211645"/>
                </a:lnTo>
                <a:lnTo>
                  <a:pt x="132854" y="211645"/>
                </a:lnTo>
                <a:lnTo>
                  <a:pt x="105822" y="244531"/>
                </a:lnTo>
                <a:lnTo>
                  <a:pt x="78672" y="273410"/>
                </a:lnTo>
                <a:lnTo>
                  <a:pt x="43795" y="303061"/>
                </a:lnTo>
                <a:lnTo>
                  <a:pt x="37457" y="307003"/>
                </a:lnTo>
                <a:lnTo>
                  <a:pt x="31432" y="310134"/>
                </a:lnTo>
                <a:close/>
              </a:path>
              <a:path w="401320" h="399414">
                <a:moveTo>
                  <a:pt x="237210" y="305104"/>
                </a:moveTo>
                <a:lnTo>
                  <a:pt x="201927" y="282840"/>
                </a:lnTo>
                <a:lnTo>
                  <a:pt x="172904" y="256999"/>
                </a:lnTo>
                <a:lnTo>
                  <a:pt x="141917" y="223275"/>
                </a:lnTo>
                <a:lnTo>
                  <a:pt x="132854" y="211645"/>
                </a:lnTo>
                <a:lnTo>
                  <a:pt x="189774" y="211645"/>
                </a:lnTo>
                <a:lnTo>
                  <a:pt x="193205" y="215836"/>
                </a:lnTo>
                <a:lnTo>
                  <a:pt x="201587" y="225030"/>
                </a:lnTo>
                <a:lnTo>
                  <a:pt x="239017" y="256829"/>
                </a:lnTo>
                <a:lnTo>
                  <a:pt x="267385" y="271995"/>
                </a:lnTo>
                <a:lnTo>
                  <a:pt x="237210" y="305104"/>
                </a:lnTo>
                <a:close/>
              </a:path>
              <a:path w="401320" h="399414">
                <a:moveTo>
                  <a:pt x="336257" y="398983"/>
                </a:moveTo>
                <a:lnTo>
                  <a:pt x="295046" y="398983"/>
                </a:lnTo>
                <a:lnTo>
                  <a:pt x="295046" y="0"/>
                </a:lnTo>
                <a:lnTo>
                  <a:pt x="342404" y="0"/>
                </a:lnTo>
                <a:lnTo>
                  <a:pt x="342404" y="140398"/>
                </a:lnTo>
                <a:lnTo>
                  <a:pt x="401078" y="140398"/>
                </a:lnTo>
                <a:lnTo>
                  <a:pt x="401078" y="180213"/>
                </a:lnTo>
                <a:lnTo>
                  <a:pt x="342404" y="180213"/>
                </a:lnTo>
                <a:lnTo>
                  <a:pt x="342404" y="392836"/>
                </a:lnTo>
                <a:lnTo>
                  <a:pt x="341566" y="394792"/>
                </a:lnTo>
                <a:lnTo>
                  <a:pt x="338213" y="398145"/>
                </a:lnTo>
                <a:lnTo>
                  <a:pt x="336257" y="398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63129" y="3375713"/>
            <a:ext cx="358775" cy="399415"/>
          </a:xfrm>
          <a:custGeom>
            <a:avLst/>
            <a:gdLst/>
            <a:ahLst/>
            <a:cxnLst/>
            <a:rect l="l" t="t" r="r" b="b"/>
            <a:pathLst>
              <a:path w="358775" h="399414">
                <a:moveTo>
                  <a:pt x="352602" y="398983"/>
                </a:moveTo>
                <a:lnTo>
                  <a:pt x="311391" y="398983"/>
                </a:lnTo>
                <a:lnTo>
                  <a:pt x="311391" y="164287"/>
                </a:lnTo>
                <a:lnTo>
                  <a:pt x="207873" y="164287"/>
                </a:lnTo>
                <a:lnTo>
                  <a:pt x="207873" y="124053"/>
                </a:lnTo>
                <a:lnTo>
                  <a:pt x="311391" y="124053"/>
                </a:lnTo>
                <a:lnTo>
                  <a:pt x="311391" y="0"/>
                </a:lnTo>
                <a:lnTo>
                  <a:pt x="358749" y="0"/>
                </a:lnTo>
                <a:lnTo>
                  <a:pt x="358749" y="392836"/>
                </a:lnTo>
                <a:lnTo>
                  <a:pt x="357911" y="394792"/>
                </a:lnTo>
                <a:lnTo>
                  <a:pt x="354558" y="398145"/>
                </a:lnTo>
                <a:lnTo>
                  <a:pt x="352602" y="398983"/>
                </a:lnTo>
                <a:close/>
              </a:path>
              <a:path w="358775" h="399414">
                <a:moveTo>
                  <a:pt x="31432" y="312229"/>
                </a:moveTo>
                <a:lnTo>
                  <a:pt x="0" y="281635"/>
                </a:lnTo>
                <a:lnTo>
                  <a:pt x="10372" y="275008"/>
                </a:lnTo>
                <a:lnTo>
                  <a:pt x="20535" y="267700"/>
                </a:lnTo>
                <a:lnTo>
                  <a:pt x="49597" y="241925"/>
                </a:lnTo>
                <a:lnTo>
                  <a:pt x="81449" y="203473"/>
                </a:lnTo>
                <a:lnTo>
                  <a:pt x="101919" y="164313"/>
                </a:lnTo>
                <a:lnTo>
                  <a:pt x="106870" y="138303"/>
                </a:lnTo>
                <a:lnTo>
                  <a:pt x="106870" y="18440"/>
                </a:lnTo>
                <a:lnTo>
                  <a:pt x="155067" y="18440"/>
                </a:lnTo>
                <a:lnTo>
                  <a:pt x="155170" y="138303"/>
                </a:lnTo>
                <a:lnTo>
                  <a:pt x="172079" y="184128"/>
                </a:lnTo>
                <a:lnTo>
                  <a:pt x="190784" y="209969"/>
                </a:lnTo>
                <a:lnTo>
                  <a:pt x="132854" y="209969"/>
                </a:lnTo>
                <a:lnTo>
                  <a:pt x="107892" y="243798"/>
                </a:lnTo>
                <a:lnTo>
                  <a:pt x="80126" y="273934"/>
                </a:lnTo>
                <a:lnTo>
                  <a:pt x="50802" y="300049"/>
                </a:lnTo>
                <a:lnTo>
                  <a:pt x="37496" y="309060"/>
                </a:lnTo>
                <a:lnTo>
                  <a:pt x="31432" y="312229"/>
                </a:lnTo>
                <a:close/>
              </a:path>
              <a:path w="358775" h="399414">
                <a:moveTo>
                  <a:pt x="236372" y="307200"/>
                </a:moveTo>
                <a:lnTo>
                  <a:pt x="200801" y="282879"/>
                </a:lnTo>
                <a:lnTo>
                  <a:pt x="171948" y="256253"/>
                </a:lnTo>
                <a:lnTo>
                  <a:pt x="141289" y="221703"/>
                </a:lnTo>
                <a:lnTo>
                  <a:pt x="132854" y="209969"/>
                </a:lnTo>
                <a:lnTo>
                  <a:pt x="190784" y="209969"/>
                </a:lnTo>
                <a:lnTo>
                  <a:pt x="194043" y="213950"/>
                </a:lnTo>
                <a:lnTo>
                  <a:pt x="202595" y="223471"/>
                </a:lnTo>
                <a:lnTo>
                  <a:pt x="239843" y="256803"/>
                </a:lnTo>
                <a:lnTo>
                  <a:pt x="266128" y="272834"/>
                </a:lnTo>
                <a:lnTo>
                  <a:pt x="236372" y="307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97316" y="3375294"/>
            <a:ext cx="308610" cy="399415"/>
          </a:xfrm>
          <a:custGeom>
            <a:avLst/>
            <a:gdLst/>
            <a:ahLst/>
            <a:cxnLst/>
            <a:rect l="l" t="t" r="r" b="b"/>
            <a:pathLst>
              <a:path w="308610" h="399414">
                <a:moveTo>
                  <a:pt x="302310" y="399402"/>
                </a:moveTo>
                <a:lnTo>
                  <a:pt x="260261" y="399402"/>
                </a:lnTo>
                <a:lnTo>
                  <a:pt x="260261" y="0"/>
                </a:lnTo>
                <a:lnTo>
                  <a:pt x="308457" y="0"/>
                </a:lnTo>
                <a:lnTo>
                  <a:pt x="308457" y="393255"/>
                </a:lnTo>
                <a:lnTo>
                  <a:pt x="307619" y="395211"/>
                </a:lnTo>
                <a:lnTo>
                  <a:pt x="304266" y="398564"/>
                </a:lnTo>
                <a:lnTo>
                  <a:pt x="302310" y="399402"/>
                </a:lnTo>
                <a:close/>
              </a:path>
              <a:path w="308610" h="399414">
                <a:moveTo>
                  <a:pt x="184683" y="308457"/>
                </a:moveTo>
                <a:lnTo>
                  <a:pt x="18021" y="308457"/>
                </a:lnTo>
                <a:lnTo>
                  <a:pt x="11874" y="306012"/>
                </a:lnTo>
                <a:lnTo>
                  <a:pt x="2374" y="296233"/>
                </a:lnTo>
                <a:lnTo>
                  <a:pt x="111" y="290576"/>
                </a:lnTo>
                <a:lnTo>
                  <a:pt x="0" y="18021"/>
                </a:lnTo>
                <a:lnTo>
                  <a:pt x="47358" y="18021"/>
                </a:lnTo>
                <a:lnTo>
                  <a:pt x="47358" y="122796"/>
                </a:lnTo>
                <a:lnTo>
                  <a:pt x="203263" y="122796"/>
                </a:lnTo>
                <a:lnTo>
                  <a:pt x="203263" y="163029"/>
                </a:lnTo>
                <a:lnTo>
                  <a:pt x="47358" y="163029"/>
                </a:lnTo>
                <a:lnTo>
                  <a:pt x="47358" y="267246"/>
                </a:lnTo>
                <a:lnTo>
                  <a:pt x="48755" y="268643"/>
                </a:lnTo>
                <a:lnTo>
                  <a:pt x="203263" y="268643"/>
                </a:lnTo>
                <a:lnTo>
                  <a:pt x="203263" y="290576"/>
                </a:lnTo>
                <a:lnTo>
                  <a:pt x="200748" y="296583"/>
                </a:lnTo>
                <a:lnTo>
                  <a:pt x="190690" y="306082"/>
                </a:lnTo>
                <a:lnTo>
                  <a:pt x="184683" y="308457"/>
                </a:lnTo>
                <a:close/>
              </a:path>
              <a:path w="308610" h="399414">
                <a:moveTo>
                  <a:pt x="203263" y="122796"/>
                </a:moveTo>
                <a:lnTo>
                  <a:pt x="155486" y="122796"/>
                </a:lnTo>
                <a:lnTo>
                  <a:pt x="155486" y="18021"/>
                </a:lnTo>
                <a:lnTo>
                  <a:pt x="203263" y="18021"/>
                </a:lnTo>
                <a:lnTo>
                  <a:pt x="203263" y="122796"/>
                </a:lnTo>
                <a:close/>
              </a:path>
              <a:path w="308610" h="399414">
                <a:moveTo>
                  <a:pt x="203263" y="268643"/>
                </a:moveTo>
                <a:lnTo>
                  <a:pt x="154089" y="268643"/>
                </a:lnTo>
                <a:lnTo>
                  <a:pt x="155486" y="267246"/>
                </a:lnTo>
                <a:lnTo>
                  <a:pt x="155486" y="163029"/>
                </a:lnTo>
                <a:lnTo>
                  <a:pt x="203263" y="163029"/>
                </a:lnTo>
                <a:lnTo>
                  <a:pt x="203263" y="2686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460676" y="3392896"/>
            <a:ext cx="377190" cy="325755"/>
          </a:xfrm>
          <a:custGeom>
            <a:avLst/>
            <a:gdLst/>
            <a:ahLst/>
            <a:cxnLst/>
            <a:rect l="l" t="t" r="r" b="b"/>
            <a:pathLst>
              <a:path w="377189" h="325754">
                <a:moveTo>
                  <a:pt x="42329" y="225894"/>
                </a:moveTo>
                <a:lnTo>
                  <a:pt x="10896" y="192366"/>
                </a:lnTo>
                <a:lnTo>
                  <a:pt x="17418" y="190271"/>
                </a:lnTo>
                <a:lnTo>
                  <a:pt x="24412" y="187756"/>
                </a:lnTo>
                <a:lnTo>
                  <a:pt x="64803" y="169368"/>
                </a:lnTo>
                <a:lnTo>
                  <a:pt x="98763" y="149068"/>
                </a:lnTo>
                <a:lnTo>
                  <a:pt x="129907" y="124787"/>
                </a:lnTo>
                <a:lnTo>
                  <a:pt x="157581" y="90735"/>
                </a:lnTo>
                <a:lnTo>
                  <a:pt x="165544" y="62026"/>
                </a:lnTo>
                <a:lnTo>
                  <a:pt x="165544" y="0"/>
                </a:lnTo>
                <a:lnTo>
                  <a:pt x="213321" y="0"/>
                </a:lnTo>
                <a:lnTo>
                  <a:pt x="213321" y="67056"/>
                </a:lnTo>
                <a:lnTo>
                  <a:pt x="214395" y="73159"/>
                </a:lnTo>
                <a:lnTo>
                  <a:pt x="238009" y="110406"/>
                </a:lnTo>
                <a:lnTo>
                  <a:pt x="257010" y="127825"/>
                </a:lnTo>
                <a:lnTo>
                  <a:pt x="189433" y="127825"/>
                </a:lnTo>
                <a:lnTo>
                  <a:pt x="160724" y="156743"/>
                </a:lnTo>
                <a:lnTo>
                  <a:pt x="122586" y="185451"/>
                </a:lnTo>
                <a:lnTo>
                  <a:pt x="81095" y="209759"/>
                </a:lnTo>
                <a:lnTo>
                  <a:pt x="51352" y="222843"/>
                </a:lnTo>
                <a:lnTo>
                  <a:pt x="42329" y="225894"/>
                </a:lnTo>
                <a:close/>
              </a:path>
              <a:path w="377189" h="325754">
                <a:moveTo>
                  <a:pt x="336118" y="221703"/>
                </a:moveTo>
                <a:lnTo>
                  <a:pt x="299237" y="207664"/>
                </a:lnTo>
                <a:lnTo>
                  <a:pt x="257117" y="184613"/>
                </a:lnTo>
                <a:lnTo>
                  <a:pt x="217722" y="156533"/>
                </a:lnTo>
                <a:lnTo>
                  <a:pt x="189433" y="127825"/>
                </a:lnTo>
                <a:lnTo>
                  <a:pt x="257010" y="127825"/>
                </a:lnTo>
                <a:lnTo>
                  <a:pt x="257694" y="128401"/>
                </a:lnTo>
                <a:lnTo>
                  <a:pt x="265067" y="134151"/>
                </a:lnTo>
                <a:lnTo>
                  <a:pt x="297076" y="155486"/>
                </a:lnTo>
                <a:lnTo>
                  <a:pt x="337794" y="176650"/>
                </a:lnTo>
                <a:lnTo>
                  <a:pt x="366293" y="187337"/>
                </a:lnTo>
                <a:lnTo>
                  <a:pt x="336118" y="221703"/>
                </a:lnTo>
                <a:close/>
              </a:path>
              <a:path w="377189" h="325754">
                <a:moveTo>
                  <a:pt x="371043" y="325640"/>
                </a:moveTo>
                <a:lnTo>
                  <a:pt x="0" y="325640"/>
                </a:lnTo>
                <a:lnTo>
                  <a:pt x="0" y="285407"/>
                </a:lnTo>
                <a:lnTo>
                  <a:pt x="377190" y="285407"/>
                </a:lnTo>
                <a:lnTo>
                  <a:pt x="377190" y="319493"/>
                </a:lnTo>
                <a:lnTo>
                  <a:pt x="376351" y="321449"/>
                </a:lnTo>
                <a:lnTo>
                  <a:pt x="372999" y="324802"/>
                </a:lnTo>
                <a:lnTo>
                  <a:pt x="371043" y="3256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70975" y="3690876"/>
            <a:ext cx="46990" cy="106045"/>
          </a:xfrm>
          <a:custGeom>
            <a:avLst/>
            <a:gdLst/>
            <a:ahLst/>
            <a:cxnLst/>
            <a:rect l="l" t="t" r="r" b="b"/>
            <a:pathLst>
              <a:path w="46989" h="106045">
                <a:moveTo>
                  <a:pt x="15506" y="105613"/>
                </a:moveTo>
                <a:lnTo>
                  <a:pt x="1816" y="105613"/>
                </a:lnTo>
                <a:lnTo>
                  <a:pt x="0" y="103797"/>
                </a:lnTo>
                <a:lnTo>
                  <a:pt x="0" y="0"/>
                </a:lnTo>
                <a:lnTo>
                  <a:pt x="46939" y="0"/>
                </a:lnTo>
                <a:lnTo>
                  <a:pt x="46939" y="49453"/>
                </a:lnTo>
                <a:lnTo>
                  <a:pt x="46450" y="51968"/>
                </a:lnTo>
                <a:lnTo>
                  <a:pt x="44494" y="56997"/>
                </a:lnTo>
                <a:lnTo>
                  <a:pt x="42329" y="61188"/>
                </a:lnTo>
                <a:lnTo>
                  <a:pt x="19697" y="101980"/>
                </a:lnTo>
                <a:lnTo>
                  <a:pt x="16833" y="105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59150" y="3385772"/>
            <a:ext cx="377190" cy="389255"/>
          </a:xfrm>
          <a:custGeom>
            <a:avLst/>
            <a:gdLst/>
            <a:ahLst/>
            <a:cxnLst/>
            <a:rect l="l" t="t" r="r" b="b"/>
            <a:pathLst>
              <a:path w="377189" h="389254">
                <a:moveTo>
                  <a:pt x="371043" y="252717"/>
                </a:moveTo>
                <a:lnTo>
                  <a:pt x="0" y="252717"/>
                </a:lnTo>
                <a:lnTo>
                  <a:pt x="0" y="212902"/>
                </a:lnTo>
                <a:lnTo>
                  <a:pt x="377190" y="212902"/>
                </a:lnTo>
                <a:lnTo>
                  <a:pt x="377190" y="246570"/>
                </a:lnTo>
                <a:lnTo>
                  <a:pt x="376351" y="248526"/>
                </a:lnTo>
                <a:lnTo>
                  <a:pt x="372999" y="251879"/>
                </a:lnTo>
                <a:lnTo>
                  <a:pt x="371043" y="252717"/>
                </a:lnTo>
                <a:close/>
              </a:path>
              <a:path w="377189" h="389254">
                <a:moveTo>
                  <a:pt x="206756" y="388924"/>
                </a:moveTo>
                <a:lnTo>
                  <a:pt x="165125" y="388924"/>
                </a:lnTo>
                <a:lnTo>
                  <a:pt x="165125" y="252717"/>
                </a:lnTo>
                <a:lnTo>
                  <a:pt x="212902" y="252717"/>
                </a:lnTo>
                <a:lnTo>
                  <a:pt x="212902" y="382778"/>
                </a:lnTo>
                <a:lnTo>
                  <a:pt x="212064" y="384733"/>
                </a:lnTo>
                <a:lnTo>
                  <a:pt x="208711" y="388086"/>
                </a:lnTo>
                <a:lnTo>
                  <a:pt x="206756" y="388924"/>
                </a:lnTo>
                <a:close/>
              </a:path>
              <a:path w="377189" h="389254">
                <a:moveTo>
                  <a:pt x="309575" y="169735"/>
                </a:moveTo>
                <a:lnTo>
                  <a:pt x="67894" y="169735"/>
                </a:lnTo>
                <a:lnTo>
                  <a:pt x="61956" y="167290"/>
                </a:lnTo>
                <a:lnTo>
                  <a:pt x="51619" y="157511"/>
                </a:lnTo>
                <a:lnTo>
                  <a:pt x="49034" y="151434"/>
                </a:lnTo>
                <a:lnTo>
                  <a:pt x="49034" y="0"/>
                </a:lnTo>
                <a:lnTo>
                  <a:pt x="328574" y="0"/>
                </a:lnTo>
                <a:lnTo>
                  <a:pt x="328574" y="38557"/>
                </a:lnTo>
                <a:lnTo>
                  <a:pt x="95973" y="38557"/>
                </a:lnTo>
                <a:lnTo>
                  <a:pt x="95973" y="129781"/>
                </a:lnTo>
                <a:lnTo>
                  <a:pt x="97370" y="131178"/>
                </a:lnTo>
                <a:lnTo>
                  <a:pt x="328574" y="131178"/>
                </a:lnTo>
                <a:lnTo>
                  <a:pt x="328574" y="151434"/>
                </a:lnTo>
                <a:lnTo>
                  <a:pt x="325989" y="157511"/>
                </a:lnTo>
                <a:lnTo>
                  <a:pt x="315652" y="167290"/>
                </a:lnTo>
                <a:lnTo>
                  <a:pt x="309575" y="169735"/>
                </a:lnTo>
                <a:close/>
              </a:path>
              <a:path w="377189" h="389254">
                <a:moveTo>
                  <a:pt x="328574" y="131178"/>
                </a:moveTo>
                <a:lnTo>
                  <a:pt x="279819" y="131178"/>
                </a:lnTo>
                <a:lnTo>
                  <a:pt x="281216" y="129781"/>
                </a:lnTo>
                <a:lnTo>
                  <a:pt x="281216" y="38557"/>
                </a:lnTo>
                <a:lnTo>
                  <a:pt x="328574" y="38557"/>
                </a:lnTo>
                <a:lnTo>
                  <a:pt x="328574" y="1311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62324" y="3375713"/>
            <a:ext cx="341630" cy="400685"/>
          </a:xfrm>
          <a:custGeom>
            <a:avLst/>
            <a:gdLst/>
            <a:ahLst/>
            <a:cxnLst/>
            <a:rect l="l" t="t" r="r" b="b"/>
            <a:pathLst>
              <a:path w="341629" h="400685">
                <a:moveTo>
                  <a:pt x="322707" y="82981"/>
                </a:moveTo>
                <a:lnTo>
                  <a:pt x="275767" y="82981"/>
                </a:lnTo>
                <a:lnTo>
                  <a:pt x="275767" y="0"/>
                </a:lnTo>
                <a:lnTo>
                  <a:pt x="322707" y="0"/>
                </a:lnTo>
                <a:lnTo>
                  <a:pt x="322707" y="82981"/>
                </a:lnTo>
                <a:close/>
              </a:path>
              <a:path w="341629" h="400685">
                <a:moveTo>
                  <a:pt x="109804" y="211645"/>
                </a:moveTo>
                <a:lnTo>
                  <a:pt x="68941" y="205359"/>
                </a:lnTo>
                <a:lnTo>
                  <a:pt x="33737" y="186499"/>
                </a:lnTo>
                <a:lnTo>
                  <a:pt x="9220" y="154647"/>
                </a:lnTo>
                <a:lnTo>
                  <a:pt x="0" y="109385"/>
                </a:lnTo>
                <a:lnTo>
                  <a:pt x="563" y="97205"/>
                </a:lnTo>
                <a:lnTo>
                  <a:pt x="13895" y="56342"/>
                </a:lnTo>
                <a:lnTo>
                  <a:pt x="40953" y="28066"/>
                </a:lnTo>
                <a:lnTo>
                  <a:pt x="78175" y="12638"/>
                </a:lnTo>
                <a:lnTo>
                  <a:pt x="109804" y="9220"/>
                </a:lnTo>
                <a:lnTo>
                  <a:pt x="119142" y="9508"/>
                </a:lnTo>
                <a:lnTo>
                  <a:pt x="162663" y="19592"/>
                </a:lnTo>
                <a:lnTo>
                  <a:pt x="196715" y="44084"/>
                </a:lnTo>
                <a:lnTo>
                  <a:pt x="201671" y="50292"/>
                </a:lnTo>
                <a:lnTo>
                  <a:pt x="101701" y="50292"/>
                </a:lnTo>
                <a:lnTo>
                  <a:pt x="93948" y="51758"/>
                </a:lnTo>
                <a:lnTo>
                  <a:pt x="61467" y="72015"/>
                </a:lnTo>
                <a:lnTo>
                  <a:pt x="49034" y="100723"/>
                </a:lnTo>
                <a:lnTo>
                  <a:pt x="49034" y="109385"/>
                </a:lnTo>
                <a:lnTo>
                  <a:pt x="63284" y="150806"/>
                </a:lnTo>
                <a:lnTo>
                  <a:pt x="102819" y="170154"/>
                </a:lnTo>
                <a:lnTo>
                  <a:pt x="200981" y="170154"/>
                </a:lnTo>
                <a:lnTo>
                  <a:pt x="200866" y="170324"/>
                </a:lnTo>
                <a:lnTo>
                  <a:pt x="165439" y="199386"/>
                </a:lnTo>
                <a:lnTo>
                  <a:pt x="128925" y="210283"/>
                </a:lnTo>
                <a:lnTo>
                  <a:pt x="119404" y="211304"/>
                </a:lnTo>
                <a:lnTo>
                  <a:pt x="109804" y="211645"/>
                </a:lnTo>
                <a:close/>
              </a:path>
              <a:path w="341629" h="400685">
                <a:moveTo>
                  <a:pt x="200981" y="170154"/>
                </a:moveTo>
                <a:lnTo>
                  <a:pt x="116789" y="170154"/>
                </a:lnTo>
                <a:lnTo>
                  <a:pt x="123844" y="168967"/>
                </a:lnTo>
                <a:lnTo>
                  <a:pt x="138093" y="164217"/>
                </a:lnTo>
                <a:lnTo>
                  <a:pt x="164915" y="136836"/>
                </a:lnTo>
                <a:lnTo>
                  <a:pt x="170573" y="109385"/>
                </a:lnTo>
                <a:lnTo>
                  <a:pt x="170573" y="100723"/>
                </a:lnTo>
                <a:lnTo>
                  <a:pt x="146964" y="61677"/>
                </a:lnTo>
                <a:lnTo>
                  <a:pt x="117906" y="50292"/>
                </a:lnTo>
                <a:lnTo>
                  <a:pt x="201671" y="50292"/>
                </a:lnTo>
                <a:lnTo>
                  <a:pt x="216674" y="82981"/>
                </a:lnTo>
                <a:lnTo>
                  <a:pt x="322707" y="82981"/>
                </a:lnTo>
                <a:lnTo>
                  <a:pt x="322707" y="123215"/>
                </a:lnTo>
                <a:lnTo>
                  <a:pt x="218770" y="123215"/>
                </a:lnTo>
                <a:lnTo>
                  <a:pt x="217041" y="134151"/>
                </a:lnTo>
                <a:lnTo>
                  <a:pt x="214369" y="144327"/>
                </a:lnTo>
                <a:lnTo>
                  <a:pt x="210754" y="153744"/>
                </a:lnTo>
                <a:lnTo>
                  <a:pt x="206197" y="162401"/>
                </a:lnTo>
                <a:lnTo>
                  <a:pt x="200981" y="170154"/>
                </a:lnTo>
                <a:close/>
              </a:path>
              <a:path w="341629" h="400685">
                <a:moveTo>
                  <a:pt x="316560" y="262775"/>
                </a:moveTo>
                <a:lnTo>
                  <a:pt x="275767" y="262775"/>
                </a:lnTo>
                <a:lnTo>
                  <a:pt x="275767" y="123215"/>
                </a:lnTo>
                <a:lnTo>
                  <a:pt x="322707" y="123215"/>
                </a:lnTo>
                <a:lnTo>
                  <a:pt x="322707" y="256628"/>
                </a:lnTo>
                <a:lnTo>
                  <a:pt x="321868" y="258584"/>
                </a:lnTo>
                <a:lnTo>
                  <a:pt x="318516" y="261937"/>
                </a:lnTo>
                <a:lnTo>
                  <a:pt x="316560" y="262775"/>
                </a:lnTo>
                <a:close/>
              </a:path>
              <a:path w="341629" h="400685">
                <a:moveTo>
                  <a:pt x="45681" y="400659"/>
                </a:moveTo>
                <a:lnTo>
                  <a:pt x="19697" y="366293"/>
                </a:lnTo>
                <a:lnTo>
                  <a:pt x="33383" y="363569"/>
                </a:lnTo>
                <a:lnTo>
                  <a:pt x="46782" y="360426"/>
                </a:lnTo>
                <a:lnTo>
                  <a:pt x="85024" y="348494"/>
                </a:lnTo>
                <a:lnTo>
                  <a:pt x="126803" y="327028"/>
                </a:lnTo>
                <a:lnTo>
                  <a:pt x="153613" y="299591"/>
                </a:lnTo>
                <a:lnTo>
                  <a:pt x="160096" y="275348"/>
                </a:lnTo>
                <a:lnTo>
                  <a:pt x="160096" y="244335"/>
                </a:lnTo>
                <a:lnTo>
                  <a:pt x="207873" y="244335"/>
                </a:lnTo>
                <a:lnTo>
                  <a:pt x="207873" y="277025"/>
                </a:lnTo>
                <a:lnTo>
                  <a:pt x="208646" y="285433"/>
                </a:lnTo>
                <a:lnTo>
                  <a:pt x="234329" y="321973"/>
                </a:lnTo>
                <a:lnTo>
                  <a:pt x="245933" y="330250"/>
                </a:lnTo>
                <a:lnTo>
                  <a:pt x="183565" y="330250"/>
                </a:lnTo>
                <a:lnTo>
                  <a:pt x="148832" y="360897"/>
                </a:lnTo>
                <a:lnTo>
                  <a:pt x="112462" y="379756"/>
                </a:lnTo>
                <a:lnTo>
                  <a:pt x="73381" y="393587"/>
                </a:lnTo>
                <a:lnTo>
                  <a:pt x="54627" y="398616"/>
                </a:lnTo>
                <a:lnTo>
                  <a:pt x="45681" y="400659"/>
                </a:lnTo>
                <a:close/>
              </a:path>
              <a:path w="341629" h="400685">
                <a:moveTo>
                  <a:pt x="316839" y="400240"/>
                </a:moveTo>
                <a:lnTo>
                  <a:pt x="279120" y="389343"/>
                </a:lnTo>
                <a:lnTo>
                  <a:pt x="241192" y="373627"/>
                </a:lnTo>
                <a:lnTo>
                  <a:pt x="207664" y="353720"/>
                </a:lnTo>
                <a:lnTo>
                  <a:pt x="183565" y="330250"/>
                </a:lnTo>
                <a:lnTo>
                  <a:pt x="245933" y="330250"/>
                </a:lnTo>
                <a:lnTo>
                  <a:pt x="251879" y="334022"/>
                </a:lnTo>
                <a:lnTo>
                  <a:pt x="261793" y="339497"/>
                </a:lnTo>
                <a:lnTo>
                  <a:pt x="306610" y="357701"/>
                </a:lnTo>
                <a:lnTo>
                  <a:pt x="341147" y="367131"/>
                </a:lnTo>
                <a:lnTo>
                  <a:pt x="316839" y="400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60050" y="3375294"/>
            <a:ext cx="319405" cy="399415"/>
          </a:xfrm>
          <a:custGeom>
            <a:avLst/>
            <a:gdLst/>
            <a:ahLst/>
            <a:cxnLst/>
            <a:rect l="l" t="t" r="r" b="b"/>
            <a:pathLst>
              <a:path w="319404" h="399414">
                <a:moveTo>
                  <a:pt x="109385" y="314744"/>
                </a:moveTo>
                <a:lnTo>
                  <a:pt x="70723" y="307789"/>
                </a:lnTo>
                <a:lnTo>
                  <a:pt x="33135" y="278884"/>
                </a:lnTo>
                <a:lnTo>
                  <a:pt x="9875" y="233451"/>
                </a:lnTo>
                <a:lnTo>
                  <a:pt x="1571" y="191633"/>
                </a:lnTo>
                <a:lnTo>
                  <a:pt x="0" y="161772"/>
                </a:lnTo>
                <a:lnTo>
                  <a:pt x="392" y="148544"/>
                </a:lnTo>
                <a:lnTo>
                  <a:pt x="6286" y="108546"/>
                </a:lnTo>
                <a:lnTo>
                  <a:pt x="19606" y="71142"/>
                </a:lnTo>
                <a:lnTo>
                  <a:pt x="49820" y="31838"/>
                </a:lnTo>
                <a:lnTo>
                  <a:pt x="95436" y="11747"/>
                </a:lnTo>
                <a:lnTo>
                  <a:pt x="109385" y="10896"/>
                </a:lnTo>
                <a:lnTo>
                  <a:pt x="123516" y="11747"/>
                </a:lnTo>
                <a:lnTo>
                  <a:pt x="159467" y="24517"/>
                </a:lnTo>
                <a:lnTo>
                  <a:pt x="188563" y="52806"/>
                </a:lnTo>
                <a:lnTo>
                  <a:pt x="109385" y="52806"/>
                </a:lnTo>
                <a:lnTo>
                  <a:pt x="101500" y="53487"/>
                </a:lnTo>
                <a:lnTo>
                  <a:pt x="70670" y="75961"/>
                </a:lnTo>
                <a:lnTo>
                  <a:pt x="53474" y="116876"/>
                </a:lnTo>
                <a:lnTo>
                  <a:pt x="48196" y="161353"/>
                </a:lnTo>
                <a:lnTo>
                  <a:pt x="48419" y="172512"/>
                </a:lnTo>
                <a:lnTo>
                  <a:pt x="53788" y="213858"/>
                </a:lnTo>
                <a:lnTo>
                  <a:pt x="71404" y="253241"/>
                </a:lnTo>
                <a:lnTo>
                  <a:pt x="109385" y="272834"/>
                </a:lnTo>
                <a:lnTo>
                  <a:pt x="190361" y="272834"/>
                </a:lnTo>
                <a:lnTo>
                  <a:pt x="186041" y="278884"/>
                </a:lnTo>
                <a:lnTo>
                  <a:pt x="148164" y="307789"/>
                </a:lnTo>
                <a:lnTo>
                  <a:pt x="123333" y="313971"/>
                </a:lnTo>
                <a:lnTo>
                  <a:pt x="109385" y="314744"/>
                </a:lnTo>
                <a:close/>
              </a:path>
              <a:path w="319404" h="399414">
                <a:moveTo>
                  <a:pt x="190361" y="272834"/>
                </a:moveTo>
                <a:lnTo>
                  <a:pt x="109385" y="272834"/>
                </a:lnTo>
                <a:lnTo>
                  <a:pt x="116902" y="272270"/>
                </a:lnTo>
                <a:lnTo>
                  <a:pt x="123948" y="270581"/>
                </a:lnTo>
                <a:lnTo>
                  <a:pt x="155905" y="239515"/>
                </a:lnTo>
                <a:lnTo>
                  <a:pt x="168871" y="193886"/>
                </a:lnTo>
                <a:lnTo>
                  <a:pt x="170992" y="161353"/>
                </a:lnTo>
                <a:lnTo>
                  <a:pt x="170783" y="153023"/>
                </a:lnTo>
                <a:lnTo>
                  <a:pt x="163239" y="107918"/>
                </a:lnTo>
                <a:lnTo>
                  <a:pt x="143070" y="69492"/>
                </a:lnTo>
                <a:lnTo>
                  <a:pt x="109385" y="52806"/>
                </a:lnTo>
                <a:lnTo>
                  <a:pt x="188563" y="52806"/>
                </a:lnTo>
                <a:lnTo>
                  <a:pt x="209327" y="95450"/>
                </a:lnTo>
                <a:lnTo>
                  <a:pt x="217631" y="135421"/>
                </a:lnTo>
                <a:lnTo>
                  <a:pt x="219189" y="161772"/>
                </a:lnTo>
                <a:lnTo>
                  <a:pt x="218796" y="176886"/>
                </a:lnTo>
                <a:lnTo>
                  <a:pt x="212902" y="220027"/>
                </a:lnTo>
                <a:lnTo>
                  <a:pt x="199465" y="257864"/>
                </a:lnTo>
                <a:lnTo>
                  <a:pt x="193205" y="268852"/>
                </a:lnTo>
                <a:lnTo>
                  <a:pt x="190361" y="272834"/>
                </a:lnTo>
                <a:close/>
              </a:path>
              <a:path w="319404" h="399414">
                <a:moveTo>
                  <a:pt x="312788" y="399402"/>
                </a:moveTo>
                <a:lnTo>
                  <a:pt x="271157" y="399402"/>
                </a:lnTo>
                <a:lnTo>
                  <a:pt x="271157" y="0"/>
                </a:lnTo>
                <a:lnTo>
                  <a:pt x="318935" y="0"/>
                </a:lnTo>
                <a:lnTo>
                  <a:pt x="318935" y="393255"/>
                </a:lnTo>
                <a:lnTo>
                  <a:pt x="318096" y="395211"/>
                </a:lnTo>
                <a:lnTo>
                  <a:pt x="314744" y="398564"/>
                </a:lnTo>
                <a:lnTo>
                  <a:pt x="312788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351241" y="3375294"/>
            <a:ext cx="361950" cy="399415"/>
          </a:xfrm>
          <a:custGeom>
            <a:avLst/>
            <a:gdLst/>
            <a:ahLst/>
            <a:cxnLst/>
            <a:rect l="l" t="t" r="r" b="b"/>
            <a:pathLst>
              <a:path w="361950" h="399414">
                <a:moveTo>
                  <a:pt x="49414" y="301568"/>
                </a:moveTo>
                <a:lnTo>
                  <a:pt x="25565" y="301332"/>
                </a:lnTo>
                <a:lnTo>
                  <a:pt x="18859" y="301332"/>
                </a:lnTo>
                <a:lnTo>
                  <a:pt x="12922" y="298958"/>
                </a:lnTo>
                <a:lnTo>
                  <a:pt x="2584" y="289458"/>
                </a:lnTo>
                <a:lnTo>
                  <a:pt x="0" y="283451"/>
                </a:lnTo>
                <a:lnTo>
                  <a:pt x="0" y="38417"/>
                </a:lnTo>
                <a:lnTo>
                  <a:pt x="2444" y="32410"/>
                </a:lnTo>
                <a:lnTo>
                  <a:pt x="12223" y="22910"/>
                </a:lnTo>
                <a:lnTo>
                  <a:pt x="18300" y="20535"/>
                </a:lnTo>
                <a:lnTo>
                  <a:pt x="192786" y="20535"/>
                </a:lnTo>
                <a:lnTo>
                  <a:pt x="192786" y="59931"/>
                </a:lnTo>
                <a:lnTo>
                  <a:pt x="48336" y="59931"/>
                </a:lnTo>
                <a:lnTo>
                  <a:pt x="46939" y="61328"/>
                </a:lnTo>
                <a:lnTo>
                  <a:pt x="46939" y="261378"/>
                </a:lnTo>
                <a:lnTo>
                  <a:pt x="48336" y="262775"/>
                </a:lnTo>
                <a:lnTo>
                  <a:pt x="51130" y="262775"/>
                </a:lnTo>
                <a:lnTo>
                  <a:pt x="71076" y="262998"/>
                </a:lnTo>
                <a:lnTo>
                  <a:pt x="234696" y="262998"/>
                </a:lnTo>
                <a:lnTo>
                  <a:pt x="234696" y="292950"/>
                </a:lnTo>
                <a:lnTo>
                  <a:pt x="179322" y="297246"/>
                </a:lnTo>
                <a:lnTo>
                  <a:pt x="125520" y="300075"/>
                </a:lnTo>
                <a:lnTo>
                  <a:pt x="74023" y="301437"/>
                </a:lnTo>
                <a:lnTo>
                  <a:pt x="49414" y="301568"/>
                </a:lnTo>
                <a:close/>
              </a:path>
              <a:path w="361950" h="399414">
                <a:moveTo>
                  <a:pt x="234696" y="262998"/>
                </a:moveTo>
                <a:lnTo>
                  <a:pt x="71076" y="262998"/>
                </a:lnTo>
                <a:lnTo>
                  <a:pt x="91940" y="262828"/>
                </a:lnTo>
                <a:lnTo>
                  <a:pt x="113720" y="262264"/>
                </a:lnTo>
                <a:lnTo>
                  <a:pt x="159925" y="259933"/>
                </a:lnTo>
                <a:lnTo>
                  <a:pt x="209065" y="255847"/>
                </a:lnTo>
                <a:lnTo>
                  <a:pt x="234696" y="253136"/>
                </a:lnTo>
                <a:lnTo>
                  <a:pt x="234696" y="262998"/>
                </a:lnTo>
                <a:close/>
              </a:path>
              <a:path w="361950" h="399414">
                <a:moveTo>
                  <a:pt x="295186" y="399402"/>
                </a:moveTo>
                <a:lnTo>
                  <a:pt x="253974" y="399402"/>
                </a:lnTo>
                <a:lnTo>
                  <a:pt x="253974" y="0"/>
                </a:lnTo>
                <a:lnTo>
                  <a:pt x="301332" y="0"/>
                </a:lnTo>
                <a:lnTo>
                  <a:pt x="301332" y="131597"/>
                </a:lnTo>
                <a:lnTo>
                  <a:pt x="361683" y="131597"/>
                </a:lnTo>
                <a:lnTo>
                  <a:pt x="361683" y="171411"/>
                </a:lnTo>
                <a:lnTo>
                  <a:pt x="301332" y="171411"/>
                </a:lnTo>
                <a:lnTo>
                  <a:pt x="301332" y="393255"/>
                </a:lnTo>
                <a:lnTo>
                  <a:pt x="300494" y="395211"/>
                </a:lnTo>
                <a:lnTo>
                  <a:pt x="297141" y="398564"/>
                </a:lnTo>
                <a:lnTo>
                  <a:pt x="295186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31365" y="3378228"/>
            <a:ext cx="377190" cy="396240"/>
          </a:xfrm>
          <a:custGeom>
            <a:avLst/>
            <a:gdLst/>
            <a:ahLst/>
            <a:cxnLst/>
            <a:rect l="l" t="t" r="r" b="b"/>
            <a:pathLst>
              <a:path w="377190" h="396239">
                <a:moveTo>
                  <a:pt x="371043" y="251879"/>
                </a:moveTo>
                <a:lnTo>
                  <a:pt x="0" y="251879"/>
                </a:lnTo>
                <a:lnTo>
                  <a:pt x="0" y="212483"/>
                </a:lnTo>
                <a:lnTo>
                  <a:pt x="377190" y="212483"/>
                </a:lnTo>
                <a:lnTo>
                  <a:pt x="377190" y="245732"/>
                </a:lnTo>
                <a:lnTo>
                  <a:pt x="376351" y="247688"/>
                </a:lnTo>
                <a:lnTo>
                  <a:pt x="372999" y="251040"/>
                </a:lnTo>
                <a:lnTo>
                  <a:pt x="371043" y="251879"/>
                </a:lnTo>
                <a:close/>
              </a:path>
              <a:path w="377190" h="396239">
                <a:moveTo>
                  <a:pt x="327736" y="179374"/>
                </a:moveTo>
                <a:lnTo>
                  <a:pt x="73202" y="179374"/>
                </a:lnTo>
                <a:lnTo>
                  <a:pt x="67125" y="176930"/>
                </a:lnTo>
                <a:lnTo>
                  <a:pt x="57346" y="167151"/>
                </a:lnTo>
                <a:lnTo>
                  <a:pt x="54902" y="161213"/>
                </a:lnTo>
                <a:lnTo>
                  <a:pt x="54902" y="70827"/>
                </a:lnTo>
                <a:lnTo>
                  <a:pt x="272694" y="70827"/>
                </a:lnTo>
                <a:lnTo>
                  <a:pt x="274091" y="69430"/>
                </a:lnTo>
                <a:lnTo>
                  <a:pt x="274091" y="38557"/>
                </a:lnTo>
                <a:lnTo>
                  <a:pt x="55321" y="38557"/>
                </a:lnTo>
                <a:lnTo>
                  <a:pt x="55321" y="0"/>
                </a:lnTo>
                <a:lnTo>
                  <a:pt x="322707" y="0"/>
                </a:lnTo>
                <a:lnTo>
                  <a:pt x="322707" y="91224"/>
                </a:lnTo>
                <a:lnTo>
                  <a:pt x="320262" y="97370"/>
                </a:lnTo>
                <a:lnTo>
                  <a:pt x="310483" y="106311"/>
                </a:lnTo>
                <a:lnTo>
                  <a:pt x="304406" y="108546"/>
                </a:lnTo>
                <a:lnTo>
                  <a:pt x="103936" y="108546"/>
                </a:lnTo>
                <a:lnTo>
                  <a:pt x="103936" y="139001"/>
                </a:lnTo>
                <a:lnTo>
                  <a:pt x="105333" y="140398"/>
                </a:lnTo>
                <a:lnTo>
                  <a:pt x="327736" y="140398"/>
                </a:lnTo>
                <a:lnTo>
                  <a:pt x="327736" y="179374"/>
                </a:lnTo>
                <a:close/>
              </a:path>
              <a:path w="377190" h="396239">
                <a:moveTo>
                  <a:pt x="326199" y="396049"/>
                </a:moveTo>
                <a:lnTo>
                  <a:pt x="69989" y="396049"/>
                </a:lnTo>
                <a:lnTo>
                  <a:pt x="64052" y="393604"/>
                </a:lnTo>
                <a:lnTo>
                  <a:pt x="53714" y="383825"/>
                </a:lnTo>
                <a:lnTo>
                  <a:pt x="51130" y="377748"/>
                </a:lnTo>
                <a:lnTo>
                  <a:pt x="51130" y="283730"/>
                </a:lnTo>
                <a:lnTo>
                  <a:pt x="99326" y="283730"/>
                </a:lnTo>
                <a:lnTo>
                  <a:pt x="99326" y="353860"/>
                </a:lnTo>
                <a:lnTo>
                  <a:pt x="99745" y="354907"/>
                </a:lnTo>
                <a:lnTo>
                  <a:pt x="101422" y="356304"/>
                </a:lnTo>
                <a:lnTo>
                  <a:pt x="102260" y="356654"/>
                </a:lnTo>
                <a:lnTo>
                  <a:pt x="332346" y="356654"/>
                </a:lnTo>
                <a:lnTo>
                  <a:pt x="332346" y="389902"/>
                </a:lnTo>
                <a:lnTo>
                  <a:pt x="331508" y="391858"/>
                </a:lnTo>
                <a:lnTo>
                  <a:pt x="328155" y="395211"/>
                </a:lnTo>
                <a:lnTo>
                  <a:pt x="326199" y="396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125738" y="3375713"/>
            <a:ext cx="371475" cy="399415"/>
          </a:xfrm>
          <a:custGeom>
            <a:avLst/>
            <a:gdLst/>
            <a:ahLst/>
            <a:cxnLst/>
            <a:rect l="l" t="t" r="r" b="b"/>
            <a:pathLst>
              <a:path w="371475" h="399414">
                <a:moveTo>
                  <a:pt x="309854" y="398983"/>
                </a:moveTo>
                <a:lnTo>
                  <a:pt x="268643" y="398983"/>
                </a:lnTo>
                <a:lnTo>
                  <a:pt x="268643" y="0"/>
                </a:lnTo>
                <a:lnTo>
                  <a:pt x="316001" y="0"/>
                </a:lnTo>
                <a:lnTo>
                  <a:pt x="316001" y="140398"/>
                </a:lnTo>
                <a:lnTo>
                  <a:pt x="371322" y="140398"/>
                </a:lnTo>
                <a:lnTo>
                  <a:pt x="371322" y="180213"/>
                </a:lnTo>
                <a:lnTo>
                  <a:pt x="316001" y="180213"/>
                </a:lnTo>
                <a:lnTo>
                  <a:pt x="316001" y="392836"/>
                </a:lnTo>
                <a:lnTo>
                  <a:pt x="315163" y="394792"/>
                </a:lnTo>
                <a:lnTo>
                  <a:pt x="311810" y="398145"/>
                </a:lnTo>
                <a:lnTo>
                  <a:pt x="309854" y="398983"/>
                </a:lnTo>
                <a:close/>
              </a:path>
              <a:path w="371475" h="399414">
                <a:moveTo>
                  <a:pt x="24726" y="337794"/>
                </a:moveTo>
                <a:lnTo>
                  <a:pt x="0" y="303847"/>
                </a:lnTo>
                <a:lnTo>
                  <a:pt x="11996" y="300782"/>
                </a:lnTo>
                <a:lnTo>
                  <a:pt x="24517" y="297037"/>
                </a:lnTo>
                <a:lnTo>
                  <a:pt x="64724" y="281726"/>
                </a:lnTo>
                <a:lnTo>
                  <a:pt x="102679" y="260470"/>
                </a:lnTo>
                <a:lnTo>
                  <a:pt x="134033" y="233085"/>
                </a:lnTo>
                <a:lnTo>
                  <a:pt x="154438" y="199282"/>
                </a:lnTo>
                <a:lnTo>
                  <a:pt x="158838" y="64541"/>
                </a:lnTo>
                <a:lnTo>
                  <a:pt x="158838" y="61747"/>
                </a:lnTo>
                <a:lnTo>
                  <a:pt x="157302" y="60350"/>
                </a:lnTo>
                <a:lnTo>
                  <a:pt x="10477" y="60350"/>
                </a:lnTo>
                <a:lnTo>
                  <a:pt x="10477" y="20116"/>
                </a:lnTo>
                <a:lnTo>
                  <a:pt x="189572" y="20116"/>
                </a:lnTo>
                <a:lnTo>
                  <a:pt x="195510" y="22701"/>
                </a:lnTo>
                <a:lnTo>
                  <a:pt x="204730" y="33039"/>
                </a:lnTo>
                <a:lnTo>
                  <a:pt x="207035" y="38976"/>
                </a:lnTo>
                <a:lnTo>
                  <a:pt x="207035" y="166382"/>
                </a:lnTo>
                <a:lnTo>
                  <a:pt x="197605" y="217499"/>
                </a:lnTo>
                <a:lnTo>
                  <a:pt x="171097" y="259213"/>
                </a:lnTo>
                <a:lnTo>
                  <a:pt x="133535" y="292374"/>
                </a:lnTo>
                <a:lnTo>
                  <a:pt x="88430" y="317049"/>
                </a:lnTo>
                <a:lnTo>
                  <a:pt x="40495" y="333826"/>
                </a:lnTo>
                <a:lnTo>
                  <a:pt x="24726" y="337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52137" y="4671943"/>
            <a:ext cx="2994025" cy="1092200"/>
          </a:xfrm>
          <a:custGeom>
            <a:avLst/>
            <a:gdLst/>
            <a:ahLst/>
            <a:cxnLst/>
            <a:rect l="l" t="t" r="r" b="b"/>
            <a:pathLst>
              <a:path w="2994025" h="1092200">
                <a:moveTo>
                  <a:pt x="2993970" y="1091845"/>
                </a:moveTo>
                <a:lnTo>
                  <a:pt x="0" y="1091845"/>
                </a:lnTo>
                <a:lnTo>
                  <a:pt x="0" y="0"/>
                </a:lnTo>
                <a:lnTo>
                  <a:pt x="2993970" y="0"/>
                </a:lnTo>
                <a:lnTo>
                  <a:pt x="2993970" y="1091845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946107" y="4671943"/>
            <a:ext cx="3114040" cy="1092200"/>
          </a:xfrm>
          <a:custGeom>
            <a:avLst/>
            <a:gdLst/>
            <a:ahLst/>
            <a:cxnLst/>
            <a:rect l="l" t="t" r="r" b="b"/>
            <a:pathLst>
              <a:path w="3114040" h="1092200">
                <a:moveTo>
                  <a:pt x="3113935" y="1091845"/>
                </a:moveTo>
                <a:lnTo>
                  <a:pt x="0" y="1091845"/>
                </a:lnTo>
                <a:lnTo>
                  <a:pt x="0" y="0"/>
                </a:lnTo>
                <a:lnTo>
                  <a:pt x="3113935" y="0"/>
                </a:lnTo>
                <a:lnTo>
                  <a:pt x="3113935" y="1091845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47790" y="5763789"/>
            <a:ext cx="1704975" cy="3275965"/>
          </a:xfrm>
          <a:custGeom>
            <a:avLst/>
            <a:gdLst/>
            <a:ahLst/>
            <a:cxnLst/>
            <a:rect l="l" t="t" r="r" b="b"/>
            <a:pathLst>
              <a:path w="1704975" h="3275965">
                <a:moveTo>
                  <a:pt x="1704346" y="3275535"/>
                </a:moveTo>
                <a:lnTo>
                  <a:pt x="0" y="3275535"/>
                </a:lnTo>
                <a:lnTo>
                  <a:pt x="0" y="0"/>
                </a:lnTo>
                <a:lnTo>
                  <a:pt x="1704346" y="0"/>
                </a:lnTo>
                <a:lnTo>
                  <a:pt x="1704346" y="32755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52137" y="5763789"/>
            <a:ext cx="2994025" cy="3275965"/>
          </a:xfrm>
          <a:custGeom>
            <a:avLst/>
            <a:gdLst/>
            <a:ahLst/>
            <a:cxnLst/>
            <a:rect l="l" t="t" r="r" b="b"/>
            <a:pathLst>
              <a:path w="2994025" h="3275965">
                <a:moveTo>
                  <a:pt x="2993970" y="3275535"/>
                </a:moveTo>
                <a:lnTo>
                  <a:pt x="0" y="3275535"/>
                </a:lnTo>
                <a:lnTo>
                  <a:pt x="0" y="0"/>
                </a:lnTo>
                <a:lnTo>
                  <a:pt x="2993970" y="0"/>
                </a:lnTo>
                <a:lnTo>
                  <a:pt x="2993970" y="32755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46107" y="5763789"/>
            <a:ext cx="3114040" cy="3275965"/>
          </a:xfrm>
          <a:custGeom>
            <a:avLst/>
            <a:gdLst/>
            <a:ahLst/>
            <a:cxnLst/>
            <a:rect l="l" t="t" r="r" b="b"/>
            <a:pathLst>
              <a:path w="3114040" h="3275965">
                <a:moveTo>
                  <a:pt x="3113935" y="3275535"/>
                </a:moveTo>
                <a:lnTo>
                  <a:pt x="0" y="3275535"/>
                </a:lnTo>
                <a:lnTo>
                  <a:pt x="0" y="0"/>
                </a:lnTo>
                <a:lnTo>
                  <a:pt x="3113935" y="0"/>
                </a:lnTo>
                <a:lnTo>
                  <a:pt x="3113935" y="32755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108001" y="5094997"/>
            <a:ext cx="184268" cy="2029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243028" y="4667181"/>
          <a:ext cx="7827009" cy="4377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4339"/>
                <a:gridCol w="2994025"/>
                <a:gridCol w="3114040"/>
              </a:tblGrid>
              <a:tr h="1091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1091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1091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1091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3898472" y="5092516"/>
            <a:ext cx="164646" cy="2045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88931" y="5092516"/>
            <a:ext cx="172314" cy="2045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614473" y="5096123"/>
            <a:ext cx="24765" cy="166370"/>
          </a:xfrm>
          <a:custGeom>
            <a:avLst/>
            <a:gdLst/>
            <a:ahLst/>
            <a:cxnLst/>
            <a:rect l="l" t="t" r="r" b="b"/>
            <a:pathLst>
              <a:path w="24764" h="166370">
                <a:moveTo>
                  <a:pt x="0" y="0"/>
                </a:moveTo>
                <a:lnTo>
                  <a:pt x="24358" y="0"/>
                </a:lnTo>
                <a:lnTo>
                  <a:pt x="24358" y="166370"/>
                </a:lnTo>
                <a:lnTo>
                  <a:pt x="0" y="16637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14473" y="5168513"/>
            <a:ext cx="99060" cy="21590"/>
          </a:xfrm>
          <a:custGeom>
            <a:avLst/>
            <a:gdLst/>
            <a:ahLst/>
            <a:cxnLst/>
            <a:rect l="l" t="t" r="r" b="b"/>
            <a:pathLst>
              <a:path w="99060" h="21589">
                <a:moveTo>
                  <a:pt x="0" y="0"/>
                </a:moveTo>
                <a:lnTo>
                  <a:pt x="98787" y="0"/>
                </a:lnTo>
                <a:lnTo>
                  <a:pt x="98787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614473" y="5262493"/>
            <a:ext cx="99060" cy="20320"/>
          </a:xfrm>
          <a:custGeom>
            <a:avLst/>
            <a:gdLst/>
            <a:ahLst/>
            <a:cxnLst/>
            <a:rect l="l" t="t" r="r" b="b"/>
            <a:pathLst>
              <a:path w="99060" h="20320">
                <a:moveTo>
                  <a:pt x="0" y="0"/>
                </a:moveTo>
                <a:lnTo>
                  <a:pt x="98787" y="0"/>
                </a:lnTo>
                <a:lnTo>
                  <a:pt x="98787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688902" y="5096124"/>
            <a:ext cx="24765" cy="166370"/>
          </a:xfrm>
          <a:custGeom>
            <a:avLst/>
            <a:gdLst/>
            <a:ahLst/>
            <a:cxnLst/>
            <a:rect l="l" t="t" r="r" b="b"/>
            <a:pathLst>
              <a:path w="24764" h="166370">
                <a:moveTo>
                  <a:pt x="0" y="0"/>
                </a:moveTo>
                <a:lnTo>
                  <a:pt x="24358" y="0"/>
                </a:lnTo>
                <a:lnTo>
                  <a:pt x="24358" y="165999"/>
                </a:lnTo>
                <a:lnTo>
                  <a:pt x="0" y="16599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753182" y="5092516"/>
            <a:ext cx="24765" cy="205104"/>
          </a:xfrm>
          <a:custGeom>
            <a:avLst/>
            <a:gdLst/>
            <a:ahLst/>
            <a:cxnLst/>
            <a:rect l="l" t="t" r="r" b="b"/>
            <a:pathLst>
              <a:path w="24764" h="205104">
                <a:moveTo>
                  <a:pt x="24584" y="204567"/>
                </a:moveTo>
                <a:lnTo>
                  <a:pt x="0" y="204567"/>
                </a:lnTo>
                <a:lnTo>
                  <a:pt x="0" y="0"/>
                </a:lnTo>
                <a:lnTo>
                  <a:pt x="24584" y="0"/>
                </a:lnTo>
                <a:lnTo>
                  <a:pt x="24584" y="20456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824002" y="5094997"/>
            <a:ext cx="181561" cy="19306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086369" y="5085298"/>
            <a:ext cx="184268" cy="2151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299731" y="5092516"/>
            <a:ext cx="199605" cy="2054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525274" y="5092516"/>
            <a:ext cx="165773" cy="2045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735930" y="5092290"/>
            <a:ext cx="184268" cy="20682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881721" y="6194653"/>
            <a:ext cx="164409" cy="19409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683419" y="6195916"/>
            <a:ext cx="156831" cy="19093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143603" y="6195916"/>
            <a:ext cx="187145" cy="19093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351168" y="6194653"/>
            <a:ext cx="156831" cy="19409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70067" y="6199753"/>
            <a:ext cx="23495" cy="36830"/>
          </a:xfrm>
          <a:custGeom>
            <a:avLst/>
            <a:gdLst/>
            <a:ahLst/>
            <a:cxnLst/>
            <a:rect l="l" t="t" r="r" b="b"/>
            <a:pathLst>
              <a:path w="23494" h="36829">
                <a:moveTo>
                  <a:pt x="0" y="0"/>
                </a:moveTo>
                <a:lnTo>
                  <a:pt x="22945" y="0"/>
                </a:lnTo>
                <a:lnTo>
                  <a:pt x="22945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070067" y="6236583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60" h="20320">
                <a:moveTo>
                  <a:pt x="0" y="0"/>
                </a:moveTo>
                <a:lnTo>
                  <a:pt x="149674" y="0"/>
                </a:lnTo>
                <a:lnTo>
                  <a:pt x="14967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070067" y="6256903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4" h="38100">
                <a:moveTo>
                  <a:pt x="0" y="0"/>
                </a:moveTo>
                <a:lnTo>
                  <a:pt x="22945" y="0"/>
                </a:lnTo>
                <a:lnTo>
                  <a:pt x="2294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070067" y="6295003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60" h="20320">
                <a:moveTo>
                  <a:pt x="0" y="0"/>
                </a:moveTo>
                <a:lnTo>
                  <a:pt x="149674" y="0"/>
                </a:lnTo>
                <a:lnTo>
                  <a:pt x="149674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196795" y="6199284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4" h="38100">
                <a:moveTo>
                  <a:pt x="22945" y="37892"/>
                </a:moveTo>
                <a:lnTo>
                  <a:pt x="0" y="37892"/>
                </a:lnTo>
                <a:lnTo>
                  <a:pt x="0" y="0"/>
                </a:lnTo>
                <a:lnTo>
                  <a:pt x="22945" y="0"/>
                </a:lnTo>
                <a:lnTo>
                  <a:pt x="22945" y="3789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196795" y="6257175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4" h="38100">
                <a:moveTo>
                  <a:pt x="22945" y="37681"/>
                </a:moveTo>
                <a:lnTo>
                  <a:pt x="0" y="37681"/>
                </a:lnTo>
                <a:lnTo>
                  <a:pt x="0" y="0"/>
                </a:lnTo>
                <a:lnTo>
                  <a:pt x="22945" y="0"/>
                </a:lnTo>
                <a:lnTo>
                  <a:pt x="22945" y="3768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134063" y="6314856"/>
            <a:ext cx="22860" cy="43815"/>
          </a:xfrm>
          <a:custGeom>
            <a:avLst/>
            <a:gdLst/>
            <a:ahLst/>
            <a:cxnLst/>
            <a:rect l="l" t="t" r="r" b="b"/>
            <a:pathLst>
              <a:path w="22860" h="43814">
                <a:moveTo>
                  <a:pt x="22735" y="43786"/>
                </a:moveTo>
                <a:lnTo>
                  <a:pt x="0" y="43786"/>
                </a:lnTo>
                <a:lnTo>
                  <a:pt x="0" y="0"/>
                </a:lnTo>
                <a:lnTo>
                  <a:pt x="22735" y="0"/>
                </a:lnTo>
                <a:lnTo>
                  <a:pt x="22735" y="4378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060173" y="6358642"/>
            <a:ext cx="169545" cy="20320"/>
          </a:xfrm>
          <a:custGeom>
            <a:avLst/>
            <a:gdLst/>
            <a:ahLst/>
            <a:cxnLst/>
            <a:rect l="l" t="t" r="r" b="b"/>
            <a:pathLst>
              <a:path w="169544" h="20320">
                <a:moveTo>
                  <a:pt x="169462" y="19788"/>
                </a:moveTo>
                <a:lnTo>
                  <a:pt x="0" y="19788"/>
                </a:lnTo>
                <a:lnTo>
                  <a:pt x="0" y="0"/>
                </a:lnTo>
                <a:lnTo>
                  <a:pt x="169462" y="0"/>
                </a:lnTo>
                <a:lnTo>
                  <a:pt x="169462" y="1978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262265" y="6199284"/>
            <a:ext cx="169462" cy="17914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463093" y="6198232"/>
            <a:ext cx="171988" cy="19051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63922" y="6206442"/>
            <a:ext cx="103571" cy="16777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789387" y="6209179"/>
            <a:ext cx="110939" cy="16504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938640" y="6270859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5" h="28575">
                <a:moveTo>
                  <a:pt x="25892" y="28208"/>
                </a:moveTo>
                <a:lnTo>
                  <a:pt x="0" y="28208"/>
                </a:lnTo>
                <a:lnTo>
                  <a:pt x="0" y="0"/>
                </a:lnTo>
                <a:lnTo>
                  <a:pt x="25892" y="0"/>
                </a:lnTo>
                <a:lnTo>
                  <a:pt x="25892" y="2820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008740" y="6197179"/>
            <a:ext cx="171988" cy="19514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214621" y="6194653"/>
            <a:ext cx="156831" cy="19409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406818" y="6253596"/>
            <a:ext cx="104203" cy="12336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538178" y="6195916"/>
            <a:ext cx="156831" cy="19093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741112" y="6195916"/>
            <a:ext cx="158936" cy="19093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938361" y="6195916"/>
            <a:ext cx="160831" cy="19093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206220" y="6195916"/>
            <a:ext cx="158515" cy="19093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403680" y="6198232"/>
            <a:ext cx="171988" cy="19409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666825" y="6198232"/>
            <a:ext cx="171988" cy="19409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085506" y="6079682"/>
            <a:ext cx="157041" cy="19093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286755" y="6074208"/>
            <a:ext cx="160831" cy="196407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544638" y="6079682"/>
            <a:ext cx="186690" cy="195580"/>
          </a:xfrm>
          <a:custGeom>
            <a:avLst/>
            <a:gdLst/>
            <a:ahLst/>
            <a:cxnLst/>
            <a:rect l="l" t="t" r="r" b="b"/>
            <a:pathLst>
              <a:path w="186690" h="195579">
                <a:moveTo>
                  <a:pt x="0" y="104834"/>
                </a:moveTo>
                <a:lnTo>
                  <a:pt x="0" y="84625"/>
                </a:lnTo>
                <a:lnTo>
                  <a:pt x="17245" y="76438"/>
                </a:lnTo>
                <a:lnTo>
                  <a:pt x="30761" y="63811"/>
                </a:lnTo>
                <a:lnTo>
                  <a:pt x="39579" y="46644"/>
                </a:lnTo>
                <a:lnTo>
                  <a:pt x="42733" y="24840"/>
                </a:lnTo>
                <a:lnTo>
                  <a:pt x="42733" y="1263"/>
                </a:lnTo>
                <a:lnTo>
                  <a:pt x="65469" y="1263"/>
                </a:lnTo>
                <a:lnTo>
                  <a:pt x="65469" y="24840"/>
                </a:lnTo>
                <a:lnTo>
                  <a:pt x="68679" y="46727"/>
                </a:lnTo>
                <a:lnTo>
                  <a:pt x="77573" y="63206"/>
                </a:lnTo>
                <a:lnTo>
                  <a:pt x="83105" y="67995"/>
                </a:lnTo>
                <a:lnTo>
                  <a:pt x="54101" y="67995"/>
                </a:lnTo>
                <a:lnTo>
                  <a:pt x="45322" y="79938"/>
                </a:lnTo>
                <a:lnTo>
                  <a:pt x="32971" y="90441"/>
                </a:lnTo>
                <a:lnTo>
                  <a:pt x="17659" y="98930"/>
                </a:lnTo>
                <a:lnTo>
                  <a:pt x="0" y="104834"/>
                </a:lnTo>
                <a:close/>
              </a:path>
              <a:path w="186690" h="195579">
                <a:moveTo>
                  <a:pt x="107992" y="102519"/>
                </a:moveTo>
                <a:lnTo>
                  <a:pt x="90839" y="97243"/>
                </a:lnTo>
                <a:lnTo>
                  <a:pt x="75758" y="89362"/>
                </a:lnTo>
                <a:lnTo>
                  <a:pt x="63321" y="79428"/>
                </a:lnTo>
                <a:lnTo>
                  <a:pt x="54101" y="67995"/>
                </a:lnTo>
                <a:lnTo>
                  <a:pt x="83105" y="67995"/>
                </a:lnTo>
                <a:lnTo>
                  <a:pt x="91046" y="74869"/>
                </a:lnTo>
                <a:lnTo>
                  <a:pt x="107992" y="82310"/>
                </a:lnTo>
                <a:lnTo>
                  <a:pt x="107992" y="102519"/>
                </a:lnTo>
                <a:close/>
              </a:path>
              <a:path w="186690" h="195579">
                <a:moveTo>
                  <a:pt x="158515" y="108834"/>
                </a:moveTo>
                <a:lnTo>
                  <a:pt x="135569" y="108834"/>
                </a:lnTo>
                <a:lnTo>
                  <a:pt x="135569" y="0"/>
                </a:lnTo>
                <a:lnTo>
                  <a:pt x="158515" y="0"/>
                </a:lnTo>
                <a:lnTo>
                  <a:pt x="158515" y="42944"/>
                </a:lnTo>
                <a:lnTo>
                  <a:pt x="186303" y="42944"/>
                </a:lnTo>
                <a:lnTo>
                  <a:pt x="186303" y="62943"/>
                </a:lnTo>
                <a:lnTo>
                  <a:pt x="158515" y="62943"/>
                </a:lnTo>
                <a:lnTo>
                  <a:pt x="158515" y="108834"/>
                </a:lnTo>
                <a:close/>
              </a:path>
              <a:path w="186690" h="195579">
                <a:moveTo>
                  <a:pt x="89257" y="195355"/>
                </a:moveTo>
                <a:lnTo>
                  <a:pt x="40914" y="188072"/>
                </a:lnTo>
                <a:lnTo>
                  <a:pt x="15156" y="154726"/>
                </a:lnTo>
                <a:lnTo>
                  <a:pt x="16146" y="146549"/>
                </a:lnTo>
                <a:lnTo>
                  <a:pt x="55075" y="117307"/>
                </a:lnTo>
                <a:lnTo>
                  <a:pt x="89257" y="114097"/>
                </a:lnTo>
                <a:lnTo>
                  <a:pt x="107094" y="114873"/>
                </a:lnTo>
                <a:lnTo>
                  <a:pt x="149042" y="127780"/>
                </a:lnTo>
                <a:lnTo>
                  <a:pt x="155285" y="133675"/>
                </a:lnTo>
                <a:lnTo>
                  <a:pt x="89257" y="133675"/>
                </a:lnTo>
                <a:lnTo>
                  <a:pt x="75406" y="134155"/>
                </a:lnTo>
                <a:lnTo>
                  <a:pt x="38102" y="149463"/>
                </a:lnTo>
                <a:lnTo>
                  <a:pt x="38102" y="159989"/>
                </a:lnTo>
                <a:lnTo>
                  <a:pt x="75406" y="175326"/>
                </a:lnTo>
                <a:lnTo>
                  <a:pt x="89257" y="175777"/>
                </a:lnTo>
                <a:lnTo>
                  <a:pt x="155431" y="175777"/>
                </a:lnTo>
                <a:lnTo>
                  <a:pt x="154887" y="176543"/>
                </a:lnTo>
                <a:lnTo>
                  <a:pt x="149042" y="181882"/>
                </a:lnTo>
                <a:lnTo>
                  <a:pt x="137480" y="188072"/>
                </a:lnTo>
                <a:lnTo>
                  <a:pt x="123333" y="192250"/>
                </a:lnTo>
                <a:lnTo>
                  <a:pt x="107094" y="194611"/>
                </a:lnTo>
                <a:lnTo>
                  <a:pt x="89257" y="195355"/>
                </a:lnTo>
                <a:close/>
              </a:path>
              <a:path w="186690" h="195579">
                <a:moveTo>
                  <a:pt x="155431" y="175777"/>
                </a:moveTo>
                <a:lnTo>
                  <a:pt x="89257" y="175777"/>
                </a:lnTo>
                <a:lnTo>
                  <a:pt x="102993" y="175326"/>
                </a:lnTo>
                <a:lnTo>
                  <a:pt x="114992" y="173909"/>
                </a:lnTo>
                <a:lnTo>
                  <a:pt x="125017" y="171425"/>
                </a:lnTo>
                <a:lnTo>
                  <a:pt x="132833" y="167778"/>
                </a:lnTo>
                <a:lnTo>
                  <a:pt x="137674" y="164409"/>
                </a:lnTo>
                <a:lnTo>
                  <a:pt x="140201" y="159989"/>
                </a:lnTo>
                <a:lnTo>
                  <a:pt x="140201" y="149463"/>
                </a:lnTo>
                <a:lnTo>
                  <a:pt x="102993" y="134155"/>
                </a:lnTo>
                <a:lnTo>
                  <a:pt x="89257" y="133675"/>
                </a:lnTo>
                <a:lnTo>
                  <a:pt x="155285" y="133675"/>
                </a:lnTo>
                <a:lnTo>
                  <a:pt x="159331" y="139358"/>
                </a:lnTo>
                <a:lnTo>
                  <a:pt x="162156" y="146549"/>
                </a:lnTo>
                <a:lnTo>
                  <a:pt x="163146" y="154726"/>
                </a:lnTo>
                <a:lnTo>
                  <a:pt x="162156" y="163025"/>
                </a:lnTo>
                <a:lnTo>
                  <a:pt x="159331" y="170277"/>
                </a:lnTo>
                <a:lnTo>
                  <a:pt x="155431" y="175777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749466" y="6074208"/>
            <a:ext cx="184150" cy="201295"/>
          </a:xfrm>
          <a:custGeom>
            <a:avLst/>
            <a:gdLst/>
            <a:ahLst/>
            <a:cxnLst/>
            <a:rect l="l" t="t" r="r" b="b"/>
            <a:pathLst>
              <a:path w="184150" h="201295">
                <a:moveTo>
                  <a:pt x="69047" y="16630"/>
                </a:moveTo>
                <a:lnTo>
                  <a:pt x="45891" y="16630"/>
                </a:lnTo>
                <a:lnTo>
                  <a:pt x="45891" y="0"/>
                </a:lnTo>
                <a:lnTo>
                  <a:pt x="69047" y="0"/>
                </a:lnTo>
                <a:lnTo>
                  <a:pt x="69047" y="16630"/>
                </a:lnTo>
                <a:close/>
              </a:path>
              <a:path w="184150" h="201295">
                <a:moveTo>
                  <a:pt x="90520" y="127570"/>
                </a:moveTo>
                <a:lnTo>
                  <a:pt x="0" y="127570"/>
                </a:lnTo>
                <a:lnTo>
                  <a:pt x="0" y="109466"/>
                </a:lnTo>
                <a:lnTo>
                  <a:pt x="96625" y="109466"/>
                </a:lnTo>
                <a:lnTo>
                  <a:pt x="108469" y="108930"/>
                </a:lnTo>
                <a:lnTo>
                  <a:pt x="118439" y="107387"/>
                </a:lnTo>
                <a:lnTo>
                  <a:pt x="126553" y="104936"/>
                </a:lnTo>
                <a:lnTo>
                  <a:pt x="132833" y="101677"/>
                </a:lnTo>
                <a:lnTo>
                  <a:pt x="132833" y="5473"/>
                </a:lnTo>
                <a:lnTo>
                  <a:pt x="155778" y="5473"/>
                </a:lnTo>
                <a:lnTo>
                  <a:pt x="155778" y="60416"/>
                </a:lnTo>
                <a:lnTo>
                  <a:pt x="183777" y="60416"/>
                </a:lnTo>
                <a:lnTo>
                  <a:pt x="183777" y="80415"/>
                </a:lnTo>
                <a:lnTo>
                  <a:pt x="155778" y="80415"/>
                </a:lnTo>
                <a:lnTo>
                  <a:pt x="155778" y="118518"/>
                </a:lnTo>
                <a:lnTo>
                  <a:pt x="132833" y="118518"/>
                </a:lnTo>
                <a:lnTo>
                  <a:pt x="125925" y="122508"/>
                </a:lnTo>
                <a:lnTo>
                  <a:pt x="116728" y="125333"/>
                </a:lnTo>
                <a:lnTo>
                  <a:pt x="105006" y="127014"/>
                </a:lnTo>
                <a:lnTo>
                  <a:pt x="90520" y="127570"/>
                </a:lnTo>
                <a:close/>
              </a:path>
              <a:path w="184150" h="201295">
                <a:moveTo>
                  <a:pt x="111992" y="34102"/>
                </a:moveTo>
                <a:lnTo>
                  <a:pt x="2736" y="34102"/>
                </a:lnTo>
                <a:lnTo>
                  <a:pt x="2736" y="16630"/>
                </a:lnTo>
                <a:lnTo>
                  <a:pt x="111992" y="16630"/>
                </a:lnTo>
                <a:lnTo>
                  <a:pt x="111992" y="34102"/>
                </a:lnTo>
                <a:close/>
              </a:path>
              <a:path w="184150" h="201295">
                <a:moveTo>
                  <a:pt x="68837" y="109466"/>
                </a:moveTo>
                <a:lnTo>
                  <a:pt x="45891" y="109466"/>
                </a:lnTo>
                <a:lnTo>
                  <a:pt x="45891" y="96414"/>
                </a:lnTo>
                <a:lnTo>
                  <a:pt x="38132" y="95381"/>
                </a:lnTo>
                <a:lnTo>
                  <a:pt x="7157" y="78520"/>
                </a:lnTo>
                <a:lnTo>
                  <a:pt x="7157" y="61469"/>
                </a:lnTo>
                <a:lnTo>
                  <a:pt x="45783" y="43217"/>
                </a:lnTo>
                <a:lnTo>
                  <a:pt x="57259" y="42733"/>
                </a:lnTo>
                <a:lnTo>
                  <a:pt x="68308" y="43217"/>
                </a:lnTo>
                <a:lnTo>
                  <a:pt x="105502" y="58943"/>
                </a:lnTo>
                <a:lnTo>
                  <a:pt x="46944" y="58943"/>
                </a:lnTo>
                <a:lnTo>
                  <a:pt x="38734" y="59995"/>
                </a:lnTo>
                <a:lnTo>
                  <a:pt x="33892" y="62732"/>
                </a:lnTo>
                <a:lnTo>
                  <a:pt x="30734" y="64627"/>
                </a:lnTo>
                <a:lnTo>
                  <a:pt x="28840" y="66732"/>
                </a:lnTo>
                <a:lnTo>
                  <a:pt x="28840" y="72626"/>
                </a:lnTo>
                <a:lnTo>
                  <a:pt x="30734" y="75152"/>
                </a:lnTo>
                <a:lnTo>
                  <a:pt x="33892" y="76626"/>
                </a:lnTo>
                <a:lnTo>
                  <a:pt x="38734" y="79152"/>
                </a:lnTo>
                <a:lnTo>
                  <a:pt x="46944" y="80415"/>
                </a:lnTo>
                <a:lnTo>
                  <a:pt x="105514" y="80415"/>
                </a:lnTo>
                <a:lnTo>
                  <a:pt x="102519" y="84836"/>
                </a:lnTo>
                <a:lnTo>
                  <a:pt x="68837" y="96414"/>
                </a:lnTo>
                <a:lnTo>
                  <a:pt x="68837" y="109466"/>
                </a:lnTo>
                <a:close/>
              </a:path>
              <a:path w="184150" h="201295">
                <a:moveTo>
                  <a:pt x="105514" y="80415"/>
                </a:moveTo>
                <a:lnTo>
                  <a:pt x="67995" y="80415"/>
                </a:lnTo>
                <a:lnTo>
                  <a:pt x="76415" y="78942"/>
                </a:lnTo>
                <a:lnTo>
                  <a:pt x="81047" y="76205"/>
                </a:lnTo>
                <a:lnTo>
                  <a:pt x="83783" y="74731"/>
                </a:lnTo>
                <a:lnTo>
                  <a:pt x="85467" y="72416"/>
                </a:lnTo>
                <a:lnTo>
                  <a:pt x="85467" y="66942"/>
                </a:lnTo>
                <a:lnTo>
                  <a:pt x="83783" y="64837"/>
                </a:lnTo>
                <a:lnTo>
                  <a:pt x="81047" y="63153"/>
                </a:lnTo>
                <a:lnTo>
                  <a:pt x="76415" y="60206"/>
                </a:lnTo>
                <a:lnTo>
                  <a:pt x="67995" y="58943"/>
                </a:lnTo>
                <a:lnTo>
                  <a:pt x="105502" y="58943"/>
                </a:lnTo>
                <a:lnTo>
                  <a:pt x="106940" y="60837"/>
                </a:lnTo>
                <a:lnTo>
                  <a:pt x="106940" y="78310"/>
                </a:lnTo>
                <a:lnTo>
                  <a:pt x="105514" y="80415"/>
                </a:lnTo>
                <a:close/>
              </a:path>
              <a:path w="184150" h="201295">
                <a:moveTo>
                  <a:pt x="155778" y="135148"/>
                </a:moveTo>
                <a:lnTo>
                  <a:pt x="132833" y="135148"/>
                </a:lnTo>
                <a:lnTo>
                  <a:pt x="132833" y="118518"/>
                </a:lnTo>
                <a:lnTo>
                  <a:pt x="155778" y="118518"/>
                </a:lnTo>
                <a:lnTo>
                  <a:pt x="155778" y="135148"/>
                </a:lnTo>
                <a:close/>
              </a:path>
              <a:path w="184150" h="201295">
                <a:moveTo>
                  <a:pt x="86520" y="200828"/>
                </a:moveTo>
                <a:lnTo>
                  <a:pt x="36668" y="195499"/>
                </a:lnTo>
                <a:lnTo>
                  <a:pt x="12420" y="179145"/>
                </a:lnTo>
                <a:lnTo>
                  <a:pt x="12420" y="160410"/>
                </a:lnTo>
                <a:lnTo>
                  <a:pt x="50996" y="140885"/>
                </a:lnTo>
                <a:lnTo>
                  <a:pt x="86520" y="138727"/>
                </a:lnTo>
                <a:lnTo>
                  <a:pt x="105180" y="139214"/>
                </a:lnTo>
                <a:lnTo>
                  <a:pt x="147779" y="149042"/>
                </a:lnTo>
                <a:lnTo>
                  <a:pt x="157949" y="156831"/>
                </a:lnTo>
                <a:lnTo>
                  <a:pt x="86520" y="156831"/>
                </a:lnTo>
                <a:lnTo>
                  <a:pt x="71649" y="157163"/>
                </a:lnTo>
                <a:lnTo>
                  <a:pt x="35366" y="166936"/>
                </a:lnTo>
                <a:lnTo>
                  <a:pt x="35366" y="172619"/>
                </a:lnTo>
                <a:lnTo>
                  <a:pt x="86520" y="182724"/>
                </a:lnTo>
                <a:lnTo>
                  <a:pt x="157949" y="182724"/>
                </a:lnTo>
                <a:lnTo>
                  <a:pt x="155778" y="185882"/>
                </a:lnTo>
                <a:lnTo>
                  <a:pt x="147779" y="190723"/>
                </a:lnTo>
                <a:lnTo>
                  <a:pt x="136342" y="195499"/>
                </a:lnTo>
                <a:lnTo>
                  <a:pt x="121965" y="198618"/>
                </a:lnTo>
                <a:lnTo>
                  <a:pt x="105180" y="200315"/>
                </a:lnTo>
                <a:lnTo>
                  <a:pt x="86520" y="200828"/>
                </a:lnTo>
                <a:close/>
              </a:path>
              <a:path w="184150" h="201295">
                <a:moveTo>
                  <a:pt x="157949" y="182724"/>
                </a:moveTo>
                <a:lnTo>
                  <a:pt x="86520" y="182724"/>
                </a:lnTo>
                <a:lnTo>
                  <a:pt x="101358" y="182421"/>
                </a:lnTo>
                <a:lnTo>
                  <a:pt x="114281" y="181408"/>
                </a:lnTo>
                <a:lnTo>
                  <a:pt x="124797" y="179527"/>
                </a:lnTo>
                <a:lnTo>
                  <a:pt x="132412" y="176619"/>
                </a:lnTo>
                <a:lnTo>
                  <a:pt x="135569" y="174935"/>
                </a:lnTo>
                <a:lnTo>
                  <a:pt x="137464" y="172619"/>
                </a:lnTo>
                <a:lnTo>
                  <a:pt x="137464" y="166936"/>
                </a:lnTo>
                <a:lnTo>
                  <a:pt x="86520" y="156831"/>
                </a:lnTo>
                <a:lnTo>
                  <a:pt x="157949" y="156831"/>
                </a:lnTo>
                <a:lnTo>
                  <a:pt x="160410" y="160410"/>
                </a:lnTo>
                <a:lnTo>
                  <a:pt x="160410" y="179145"/>
                </a:lnTo>
                <a:lnTo>
                  <a:pt x="157949" y="18272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951768" y="6079471"/>
            <a:ext cx="172085" cy="193040"/>
          </a:xfrm>
          <a:custGeom>
            <a:avLst/>
            <a:gdLst/>
            <a:ahLst/>
            <a:cxnLst/>
            <a:rect l="l" t="t" r="r" b="b"/>
            <a:pathLst>
              <a:path w="172084" h="193039">
                <a:moveTo>
                  <a:pt x="86309" y="60837"/>
                </a:moveTo>
                <a:lnTo>
                  <a:pt x="44181" y="58180"/>
                </a:lnTo>
                <a:lnTo>
                  <a:pt x="9052" y="38313"/>
                </a:lnTo>
                <a:lnTo>
                  <a:pt x="9052" y="22524"/>
                </a:lnTo>
                <a:lnTo>
                  <a:pt x="44181" y="2657"/>
                </a:lnTo>
                <a:lnTo>
                  <a:pt x="86309" y="0"/>
                </a:lnTo>
                <a:lnTo>
                  <a:pt x="109482" y="628"/>
                </a:lnTo>
                <a:lnTo>
                  <a:pt x="154094" y="11788"/>
                </a:lnTo>
                <a:lnTo>
                  <a:pt x="161288" y="18525"/>
                </a:lnTo>
                <a:lnTo>
                  <a:pt x="86309" y="18525"/>
                </a:lnTo>
                <a:lnTo>
                  <a:pt x="67995" y="18821"/>
                </a:lnTo>
                <a:lnTo>
                  <a:pt x="31997" y="27998"/>
                </a:lnTo>
                <a:lnTo>
                  <a:pt x="31997" y="32839"/>
                </a:lnTo>
                <a:lnTo>
                  <a:pt x="86309" y="42312"/>
                </a:lnTo>
                <a:lnTo>
                  <a:pt x="161288" y="42312"/>
                </a:lnTo>
                <a:lnTo>
                  <a:pt x="160199" y="44418"/>
                </a:lnTo>
                <a:lnTo>
                  <a:pt x="154094" y="49049"/>
                </a:lnTo>
                <a:lnTo>
                  <a:pt x="143355" y="54532"/>
                </a:lnTo>
                <a:lnTo>
                  <a:pt x="128491" y="58180"/>
                </a:lnTo>
                <a:lnTo>
                  <a:pt x="109482" y="60209"/>
                </a:lnTo>
                <a:lnTo>
                  <a:pt x="86309" y="60837"/>
                </a:lnTo>
                <a:close/>
              </a:path>
              <a:path w="172084" h="193039">
                <a:moveTo>
                  <a:pt x="161288" y="42312"/>
                </a:moveTo>
                <a:lnTo>
                  <a:pt x="86309" y="42312"/>
                </a:lnTo>
                <a:lnTo>
                  <a:pt x="104624" y="42020"/>
                </a:lnTo>
                <a:lnTo>
                  <a:pt x="119149" y="41076"/>
                </a:lnTo>
                <a:lnTo>
                  <a:pt x="129885" y="39382"/>
                </a:lnTo>
                <a:lnTo>
                  <a:pt x="136832" y="36839"/>
                </a:lnTo>
                <a:lnTo>
                  <a:pt x="139358" y="34944"/>
                </a:lnTo>
                <a:lnTo>
                  <a:pt x="140622" y="32839"/>
                </a:lnTo>
                <a:lnTo>
                  <a:pt x="140622" y="27998"/>
                </a:lnTo>
                <a:lnTo>
                  <a:pt x="86309" y="18525"/>
                </a:lnTo>
                <a:lnTo>
                  <a:pt x="161288" y="18525"/>
                </a:lnTo>
                <a:lnTo>
                  <a:pt x="163357" y="22524"/>
                </a:lnTo>
                <a:lnTo>
                  <a:pt x="163357" y="38313"/>
                </a:lnTo>
                <a:lnTo>
                  <a:pt x="161288" y="42312"/>
                </a:lnTo>
                <a:close/>
              </a:path>
              <a:path w="172084" h="193039">
                <a:moveTo>
                  <a:pt x="171988" y="94098"/>
                </a:moveTo>
                <a:lnTo>
                  <a:pt x="0" y="94098"/>
                </a:lnTo>
                <a:lnTo>
                  <a:pt x="0" y="75152"/>
                </a:lnTo>
                <a:lnTo>
                  <a:pt x="171988" y="75152"/>
                </a:lnTo>
                <a:lnTo>
                  <a:pt x="171988" y="94098"/>
                </a:lnTo>
                <a:close/>
              </a:path>
              <a:path w="172084" h="193039">
                <a:moveTo>
                  <a:pt x="163778" y="193039"/>
                </a:moveTo>
                <a:lnTo>
                  <a:pt x="12630" y="193039"/>
                </a:lnTo>
                <a:lnTo>
                  <a:pt x="12630" y="142306"/>
                </a:lnTo>
                <a:lnTo>
                  <a:pt x="136622" y="142306"/>
                </a:lnTo>
                <a:lnTo>
                  <a:pt x="136622" y="128201"/>
                </a:lnTo>
                <a:lnTo>
                  <a:pt x="12630" y="128201"/>
                </a:lnTo>
                <a:lnTo>
                  <a:pt x="12630" y="109676"/>
                </a:lnTo>
                <a:lnTo>
                  <a:pt x="159568" y="109676"/>
                </a:lnTo>
                <a:lnTo>
                  <a:pt x="159568" y="160620"/>
                </a:lnTo>
                <a:lnTo>
                  <a:pt x="35366" y="160620"/>
                </a:lnTo>
                <a:lnTo>
                  <a:pt x="35366" y="174514"/>
                </a:lnTo>
                <a:lnTo>
                  <a:pt x="163778" y="174514"/>
                </a:lnTo>
                <a:lnTo>
                  <a:pt x="163778" y="193039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221456" y="6079682"/>
            <a:ext cx="153673" cy="19093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420811" y="6081643"/>
            <a:ext cx="22860" cy="36830"/>
          </a:xfrm>
          <a:custGeom>
            <a:avLst/>
            <a:gdLst/>
            <a:ahLst/>
            <a:cxnLst/>
            <a:rect l="l" t="t" r="r" b="b"/>
            <a:pathLst>
              <a:path w="22859" h="36829">
                <a:moveTo>
                  <a:pt x="0" y="0"/>
                </a:moveTo>
                <a:lnTo>
                  <a:pt x="22524" y="0"/>
                </a:lnTo>
                <a:lnTo>
                  <a:pt x="22524" y="36830"/>
                </a:lnTo>
                <a:lnTo>
                  <a:pt x="0" y="3683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420811" y="6118473"/>
            <a:ext cx="93345" cy="19050"/>
          </a:xfrm>
          <a:custGeom>
            <a:avLst/>
            <a:gdLst/>
            <a:ahLst/>
            <a:cxnLst/>
            <a:rect l="l" t="t" r="r" b="b"/>
            <a:pathLst>
              <a:path w="93345" h="19050">
                <a:moveTo>
                  <a:pt x="0" y="0"/>
                </a:moveTo>
                <a:lnTo>
                  <a:pt x="93256" y="0"/>
                </a:lnTo>
                <a:lnTo>
                  <a:pt x="9325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420811" y="6137523"/>
            <a:ext cx="22860" cy="33020"/>
          </a:xfrm>
          <a:custGeom>
            <a:avLst/>
            <a:gdLst/>
            <a:ahLst/>
            <a:cxnLst/>
            <a:rect l="l" t="t" r="r" b="b"/>
            <a:pathLst>
              <a:path w="22859" h="33020">
                <a:moveTo>
                  <a:pt x="0" y="0"/>
                </a:moveTo>
                <a:lnTo>
                  <a:pt x="22524" y="0"/>
                </a:lnTo>
                <a:lnTo>
                  <a:pt x="22524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420811" y="6170543"/>
            <a:ext cx="93345" cy="19050"/>
          </a:xfrm>
          <a:custGeom>
            <a:avLst/>
            <a:gdLst/>
            <a:ahLst/>
            <a:cxnLst/>
            <a:rect l="l" t="t" r="r" b="b"/>
            <a:pathLst>
              <a:path w="93345" h="19050">
                <a:moveTo>
                  <a:pt x="0" y="0"/>
                </a:moveTo>
                <a:lnTo>
                  <a:pt x="93256" y="0"/>
                </a:lnTo>
                <a:lnTo>
                  <a:pt x="9325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491964" y="6081997"/>
            <a:ext cx="22225" cy="36195"/>
          </a:xfrm>
          <a:custGeom>
            <a:avLst/>
            <a:gdLst/>
            <a:ahLst/>
            <a:cxnLst/>
            <a:rect l="l" t="t" r="r" b="b"/>
            <a:pathLst>
              <a:path w="22225" h="36195">
                <a:moveTo>
                  <a:pt x="22103" y="35997"/>
                </a:moveTo>
                <a:lnTo>
                  <a:pt x="0" y="35997"/>
                </a:lnTo>
                <a:lnTo>
                  <a:pt x="0" y="0"/>
                </a:lnTo>
                <a:lnTo>
                  <a:pt x="22103" y="0"/>
                </a:lnTo>
                <a:lnTo>
                  <a:pt x="22103" y="35997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491964" y="6137572"/>
            <a:ext cx="22225" cy="33655"/>
          </a:xfrm>
          <a:custGeom>
            <a:avLst/>
            <a:gdLst/>
            <a:ahLst/>
            <a:cxnLst/>
            <a:rect l="l" t="t" r="r" b="b"/>
            <a:pathLst>
              <a:path w="22225" h="33654">
                <a:moveTo>
                  <a:pt x="22103" y="33260"/>
                </a:moveTo>
                <a:lnTo>
                  <a:pt x="0" y="33260"/>
                </a:lnTo>
                <a:lnTo>
                  <a:pt x="0" y="0"/>
                </a:lnTo>
                <a:lnTo>
                  <a:pt x="22103" y="0"/>
                </a:lnTo>
                <a:lnTo>
                  <a:pt x="22103" y="3326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549645" y="6079103"/>
            <a:ext cx="23495" cy="53340"/>
          </a:xfrm>
          <a:custGeom>
            <a:avLst/>
            <a:gdLst/>
            <a:ahLst/>
            <a:cxnLst/>
            <a:rect l="l" t="t" r="r" b="b"/>
            <a:pathLst>
              <a:path w="23495" h="53339">
                <a:moveTo>
                  <a:pt x="0" y="0"/>
                </a:moveTo>
                <a:lnTo>
                  <a:pt x="22945" y="0"/>
                </a:lnTo>
                <a:lnTo>
                  <a:pt x="22945" y="53340"/>
                </a:lnTo>
                <a:lnTo>
                  <a:pt x="0" y="533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549645" y="6132443"/>
            <a:ext cx="50800" cy="19050"/>
          </a:xfrm>
          <a:custGeom>
            <a:avLst/>
            <a:gdLst/>
            <a:ahLst/>
            <a:cxnLst/>
            <a:rect l="l" t="t" r="r" b="b"/>
            <a:pathLst>
              <a:path w="50800" h="19050">
                <a:moveTo>
                  <a:pt x="0" y="0"/>
                </a:moveTo>
                <a:lnTo>
                  <a:pt x="50733" y="0"/>
                </a:lnTo>
                <a:lnTo>
                  <a:pt x="5073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549645" y="6151493"/>
            <a:ext cx="23495" cy="62230"/>
          </a:xfrm>
          <a:custGeom>
            <a:avLst/>
            <a:gdLst/>
            <a:ahLst/>
            <a:cxnLst/>
            <a:rect l="l" t="t" r="r" b="b"/>
            <a:pathLst>
              <a:path w="23495" h="62229">
                <a:moveTo>
                  <a:pt x="0" y="0"/>
                </a:moveTo>
                <a:lnTo>
                  <a:pt x="22945" y="0"/>
                </a:lnTo>
                <a:lnTo>
                  <a:pt x="22945" y="62230"/>
                </a:lnTo>
                <a:lnTo>
                  <a:pt x="0" y="6223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431758" y="6208643"/>
            <a:ext cx="22860" cy="43180"/>
          </a:xfrm>
          <a:custGeom>
            <a:avLst/>
            <a:gdLst/>
            <a:ahLst/>
            <a:cxnLst/>
            <a:rect l="l" t="t" r="r" b="b"/>
            <a:pathLst>
              <a:path w="22859" h="43179">
                <a:moveTo>
                  <a:pt x="0" y="0"/>
                </a:moveTo>
                <a:lnTo>
                  <a:pt x="22735" y="0"/>
                </a:lnTo>
                <a:lnTo>
                  <a:pt x="22735" y="43180"/>
                </a:lnTo>
                <a:lnTo>
                  <a:pt x="0" y="431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431758" y="6251823"/>
            <a:ext cx="144780" cy="19050"/>
          </a:xfrm>
          <a:custGeom>
            <a:avLst/>
            <a:gdLst/>
            <a:ahLst/>
            <a:cxnLst/>
            <a:rect l="l" t="t" r="r" b="b"/>
            <a:pathLst>
              <a:path w="144779" h="19050">
                <a:moveTo>
                  <a:pt x="0" y="0"/>
                </a:moveTo>
                <a:lnTo>
                  <a:pt x="144411" y="0"/>
                </a:lnTo>
                <a:lnTo>
                  <a:pt x="144411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620376" y="6080945"/>
            <a:ext cx="169462" cy="18125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832362" y="6082913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59" h="20320">
                <a:moveTo>
                  <a:pt x="0" y="0"/>
                </a:moveTo>
                <a:lnTo>
                  <a:pt x="149674" y="0"/>
                </a:lnTo>
                <a:lnTo>
                  <a:pt x="149674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959090" y="6103233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5" h="30479">
                <a:moveTo>
                  <a:pt x="0" y="0"/>
                </a:moveTo>
                <a:lnTo>
                  <a:pt x="22945" y="0"/>
                </a:lnTo>
                <a:lnTo>
                  <a:pt x="22945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832362" y="6133713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59" h="20320">
                <a:moveTo>
                  <a:pt x="0" y="0"/>
                </a:moveTo>
                <a:lnTo>
                  <a:pt x="149674" y="0"/>
                </a:lnTo>
                <a:lnTo>
                  <a:pt x="149674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832362" y="6154033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5" h="30479">
                <a:moveTo>
                  <a:pt x="0" y="0"/>
                </a:moveTo>
                <a:lnTo>
                  <a:pt x="22945" y="0"/>
                </a:lnTo>
                <a:lnTo>
                  <a:pt x="22945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7832362" y="6184513"/>
            <a:ext cx="152400" cy="20320"/>
          </a:xfrm>
          <a:custGeom>
            <a:avLst/>
            <a:gdLst/>
            <a:ahLst/>
            <a:cxnLst/>
            <a:rect l="l" t="t" r="r" b="b"/>
            <a:pathLst>
              <a:path w="152400" h="20320">
                <a:moveTo>
                  <a:pt x="0" y="0"/>
                </a:moveTo>
                <a:lnTo>
                  <a:pt x="151989" y="0"/>
                </a:lnTo>
                <a:lnTo>
                  <a:pt x="151989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7896358" y="6204833"/>
            <a:ext cx="22860" cy="38100"/>
          </a:xfrm>
          <a:custGeom>
            <a:avLst/>
            <a:gdLst/>
            <a:ahLst/>
            <a:cxnLst/>
            <a:rect l="l" t="t" r="r" b="b"/>
            <a:pathLst>
              <a:path w="22859" h="38100">
                <a:moveTo>
                  <a:pt x="0" y="0"/>
                </a:moveTo>
                <a:lnTo>
                  <a:pt x="22735" y="0"/>
                </a:lnTo>
                <a:lnTo>
                  <a:pt x="2273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7822468" y="6242933"/>
            <a:ext cx="169545" cy="19050"/>
          </a:xfrm>
          <a:custGeom>
            <a:avLst/>
            <a:gdLst/>
            <a:ahLst/>
            <a:cxnLst/>
            <a:rect l="l" t="t" r="r" b="b"/>
            <a:pathLst>
              <a:path w="169545" h="19050">
                <a:moveTo>
                  <a:pt x="0" y="0"/>
                </a:moveTo>
                <a:lnTo>
                  <a:pt x="169462" y="0"/>
                </a:lnTo>
                <a:lnTo>
                  <a:pt x="16946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8084025" y="6079682"/>
            <a:ext cx="183777" cy="19282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8292642" y="6079682"/>
            <a:ext cx="157673" cy="19177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8552840" y="6079682"/>
            <a:ext cx="156831" cy="19093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8751143" y="6078418"/>
            <a:ext cx="164409" cy="19409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7319774" y="6310888"/>
            <a:ext cx="160199" cy="19303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7519761" y="6312151"/>
            <a:ext cx="161252" cy="192829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885380" y="7283185"/>
            <a:ext cx="160307" cy="195767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1684786" y="7288641"/>
            <a:ext cx="156530" cy="19031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147127" y="7287382"/>
            <a:ext cx="382303" cy="194718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039767" y="7172704"/>
            <a:ext cx="153173" cy="19031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234696" y="7175012"/>
            <a:ext cx="171428" cy="188843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496233" y="7172704"/>
            <a:ext cx="160307" cy="19031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706059" y="7176383"/>
            <a:ext cx="22860" cy="153670"/>
          </a:xfrm>
          <a:custGeom>
            <a:avLst/>
            <a:gdLst/>
            <a:ahLst/>
            <a:cxnLst/>
            <a:rect l="l" t="t" r="r" b="b"/>
            <a:pathLst>
              <a:path w="22860" h="153670">
                <a:moveTo>
                  <a:pt x="0" y="0"/>
                </a:moveTo>
                <a:lnTo>
                  <a:pt x="22661" y="0"/>
                </a:lnTo>
                <a:lnTo>
                  <a:pt x="22661" y="153670"/>
                </a:lnTo>
                <a:lnTo>
                  <a:pt x="0" y="15367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706059" y="7243693"/>
            <a:ext cx="92075" cy="19050"/>
          </a:xfrm>
          <a:custGeom>
            <a:avLst/>
            <a:gdLst/>
            <a:ahLst/>
            <a:cxnLst/>
            <a:rect l="l" t="t" r="r" b="b"/>
            <a:pathLst>
              <a:path w="92075" h="19050">
                <a:moveTo>
                  <a:pt x="0" y="0"/>
                </a:moveTo>
                <a:lnTo>
                  <a:pt x="91903" y="0"/>
                </a:lnTo>
                <a:lnTo>
                  <a:pt x="9190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706059" y="7330054"/>
            <a:ext cx="92075" cy="20320"/>
          </a:xfrm>
          <a:custGeom>
            <a:avLst/>
            <a:gdLst/>
            <a:ahLst/>
            <a:cxnLst/>
            <a:rect l="l" t="t" r="r" b="b"/>
            <a:pathLst>
              <a:path w="92075" h="20320">
                <a:moveTo>
                  <a:pt x="0" y="0"/>
                </a:moveTo>
                <a:lnTo>
                  <a:pt x="91903" y="0"/>
                </a:lnTo>
                <a:lnTo>
                  <a:pt x="91903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3775302" y="7176061"/>
            <a:ext cx="22860" cy="154940"/>
          </a:xfrm>
          <a:custGeom>
            <a:avLst/>
            <a:gdLst/>
            <a:ahLst/>
            <a:cxnLst/>
            <a:rect l="l" t="t" r="r" b="b"/>
            <a:pathLst>
              <a:path w="22860" h="154940">
                <a:moveTo>
                  <a:pt x="0" y="0"/>
                </a:moveTo>
                <a:lnTo>
                  <a:pt x="22661" y="0"/>
                </a:lnTo>
                <a:lnTo>
                  <a:pt x="22661" y="154432"/>
                </a:lnTo>
                <a:lnTo>
                  <a:pt x="0" y="154432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3835102" y="7172704"/>
            <a:ext cx="23495" cy="190500"/>
          </a:xfrm>
          <a:custGeom>
            <a:avLst/>
            <a:gdLst/>
            <a:ahLst/>
            <a:cxnLst/>
            <a:rect l="l" t="t" r="r" b="b"/>
            <a:pathLst>
              <a:path w="23495" h="190500">
                <a:moveTo>
                  <a:pt x="22871" y="190312"/>
                </a:moveTo>
                <a:lnTo>
                  <a:pt x="0" y="190312"/>
                </a:lnTo>
                <a:lnTo>
                  <a:pt x="0" y="0"/>
                </a:lnTo>
                <a:lnTo>
                  <a:pt x="22871" y="0"/>
                </a:lnTo>
                <a:lnTo>
                  <a:pt x="22871" y="19031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3900988" y="7175012"/>
            <a:ext cx="168910" cy="179611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105359" y="7172704"/>
            <a:ext cx="158418" cy="19031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301966" y="7172704"/>
            <a:ext cx="160307" cy="19031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567344" y="7172704"/>
            <a:ext cx="157159" cy="193459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768777" y="7172704"/>
            <a:ext cx="157159" cy="19220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5034301" y="7172704"/>
            <a:ext cx="179070" cy="190500"/>
          </a:xfrm>
          <a:custGeom>
            <a:avLst/>
            <a:gdLst/>
            <a:ahLst/>
            <a:cxnLst/>
            <a:rect l="l" t="t" r="r" b="b"/>
            <a:pathLst>
              <a:path w="179070" h="190500">
                <a:moveTo>
                  <a:pt x="148766" y="190312"/>
                </a:moveTo>
                <a:lnTo>
                  <a:pt x="125895" y="190312"/>
                </a:lnTo>
                <a:lnTo>
                  <a:pt x="125895" y="165552"/>
                </a:lnTo>
                <a:lnTo>
                  <a:pt x="118548" y="170608"/>
                </a:lnTo>
                <a:lnTo>
                  <a:pt x="108506" y="174365"/>
                </a:lnTo>
                <a:lnTo>
                  <a:pt x="96300" y="176706"/>
                </a:lnTo>
                <a:lnTo>
                  <a:pt x="82461" y="177512"/>
                </a:lnTo>
                <a:lnTo>
                  <a:pt x="0" y="177512"/>
                </a:lnTo>
                <a:lnTo>
                  <a:pt x="0" y="3357"/>
                </a:lnTo>
                <a:lnTo>
                  <a:pt x="91694" y="3357"/>
                </a:lnTo>
                <a:lnTo>
                  <a:pt x="91694" y="23500"/>
                </a:lnTo>
                <a:lnTo>
                  <a:pt x="22661" y="23500"/>
                </a:lnTo>
                <a:lnTo>
                  <a:pt x="22661" y="157579"/>
                </a:lnTo>
                <a:lnTo>
                  <a:pt x="86658" y="157579"/>
                </a:lnTo>
                <a:lnTo>
                  <a:pt x="99015" y="156877"/>
                </a:lnTo>
                <a:lnTo>
                  <a:pt x="109817" y="154799"/>
                </a:lnTo>
                <a:lnTo>
                  <a:pt x="118850" y="151383"/>
                </a:lnTo>
                <a:lnTo>
                  <a:pt x="125895" y="146668"/>
                </a:lnTo>
                <a:lnTo>
                  <a:pt x="125895" y="0"/>
                </a:lnTo>
                <a:lnTo>
                  <a:pt x="148766" y="0"/>
                </a:lnTo>
                <a:lnTo>
                  <a:pt x="148766" y="77635"/>
                </a:lnTo>
                <a:lnTo>
                  <a:pt x="178562" y="77635"/>
                </a:lnTo>
                <a:lnTo>
                  <a:pt x="178562" y="97569"/>
                </a:lnTo>
                <a:lnTo>
                  <a:pt x="148766" y="97569"/>
                </a:lnTo>
                <a:lnTo>
                  <a:pt x="148766" y="19031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5240560" y="7175113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5366875" y="7195433"/>
            <a:ext cx="23495" cy="21590"/>
          </a:xfrm>
          <a:custGeom>
            <a:avLst/>
            <a:gdLst/>
            <a:ahLst/>
            <a:cxnLst/>
            <a:rect l="l" t="t" r="r" b="b"/>
            <a:pathLst>
              <a:path w="23495" h="21590">
                <a:moveTo>
                  <a:pt x="0" y="0"/>
                </a:moveTo>
                <a:lnTo>
                  <a:pt x="22871" y="0"/>
                </a:lnTo>
                <a:lnTo>
                  <a:pt x="22871" y="21590"/>
                </a:lnTo>
                <a:lnTo>
                  <a:pt x="0" y="2159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240560" y="7217023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5240560" y="7237343"/>
            <a:ext cx="23495" cy="22860"/>
          </a:xfrm>
          <a:custGeom>
            <a:avLst/>
            <a:gdLst/>
            <a:ahLst/>
            <a:cxnLst/>
            <a:rect l="l" t="t" r="r" b="b"/>
            <a:pathLst>
              <a:path w="23495" h="22859">
                <a:moveTo>
                  <a:pt x="0" y="0"/>
                </a:moveTo>
                <a:lnTo>
                  <a:pt x="22871" y="0"/>
                </a:lnTo>
                <a:lnTo>
                  <a:pt x="22871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5240560" y="7260204"/>
            <a:ext cx="151765" cy="20320"/>
          </a:xfrm>
          <a:custGeom>
            <a:avLst/>
            <a:gdLst/>
            <a:ahLst/>
            <a:cxnLst/>
            <a:rect l="l" t="t" r="r" b="b"/>
            <a:pathLst>
              <a:path w="151764" h="20320">
                <a:moveTo>
                  <a:pt x="0" y="0"/>
                </a:moveTo>
                <a:lnTo>
                  <a:pt x="151494" y="0"/>
                </a:lnTo>
                <a:lnTo>
                  <a:pt x="151494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5230698" y="7302586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10" h="20320">
                <a:moveTo>
                  <a:pt x="168910" y="19933"/>
                </a:moveTo>
                <a:lnTo>
                  <a:pt x="0" y="19933"/>
                </a:lnTo>
                <a:lnTo>
                  <a:pt x="0" y="0"/>
                </a:lnTo>
                <a:lnTo>
                  <a:pt x="168910" y="0"/>
                </a:lnTo>
                <a:lnTo>
                  <a:pt x="168910" y="1993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5303508" y="7322520"/>
            <a:ext cx="22860" cy="43815"/>
          </a:xfrm>
          <a:custGeom>
            <a:avLst/>
            <a:gdLst/>
            <a:ahLst/>
            <a:cxnLst/>
            <a:rect l="l" t="t" r="r" b="b"/>
            <a:pathLst>
              <a:path w="22860" h="43815">
                <a:moveTo>
                  <a:pt x="22661" y="43643"/>
                </a:moveTo>
                <a:lnTo>
                  <a:pt x="0" y="43643"/>
                </a:lnTo>
                <a:lnTo>
                  <a:pt x="0" y="0"/>
                </a:lnTo>
                <a:lnTo>
                  <a:pt x="22661" y="0"/>
                </a:lnTo>
                <a:lnTo>
                  <a:pt x="22661" y="4364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5434230" y="7172704"/>
            <a:ext cx="156320" cy="19031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5694649" y="7171445"/>
            <a:ext cx="181080" cy="196607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4363191" y="7404368"/>
            <a:ext cx="171428" cy="192410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6032018" y="7172704"/>
            <a:ext cx="156530" cy="19031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6232612" y="7167248"/>
            <a:ext cx="160307" cy="195767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6490791" y="7172704"/>
            <a:ext cx="186535" cy="1903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6696840" y="7172704"/>
            <a:ext cx="160517" cy="191151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6955859" y="7167248"/>
            <a:ext cx="183178" cy="19765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7161279" y="7171445"/>
            <a:ext cx="160726" cy="195977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7412325" y="7237750"/>
            <a:ext cx="186115" cy="69662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7669254" y="7185923"/>
            <a:ext cx="139065" cy="165100"/>
          </a:xfrm>
          <a:custGeom>
            <a:avLst/>
            <a:gdLst/>
            <a:ahLst/>
            <a:cxnLst/>
            <a:rect l="l" t="t" r="r" b="b"/>
            <a:pathLst>
              <a:path w="139065" h="165100">
                <a:moveTo>
                  <a:pt x="25179" y="164503"/>
                </a:moveTo>
                <a:lnTo>
                  <a:pt x="0" y="164503"/>
                </a:lnTo>
                <a:lnTo>
                  <a:pt x="54764" y="0"/>
                </a:lnTo>
                <a:lnTo>
                  <a:pt x="83510" y="0"/>
                </a:lnTo>
                <a:lnTo>
                  <a:pt x="91574" y="24130"/>
                </a:lnTo>
                <a:lnTo>
                  <a:pt x="69242" y="24130"/>
                </a:lnTo>
                <a:lnTo>
                  <a:pt x="43224" y="106801"/>
                </a:lnTo>
                <a:lnTo>
                  <a:pt x="119202" y="106801"/>
                </a:lnTo>
                <a:lnTo>
                  <a:pt x="126284" y="127994"/>
                </a:lnTo>
                <a:lnTo>
                  <a:pt x="36719" y="127994"/>
                </a:lnTo>
                <a:lnTo>
                  <a:pt x="25179" y="164503"/>
                </a:lnTo>
                <a:close/>
              </a:path>
              <a:path w="139065" h="165100">
                <a:moveTo>
                  <a:pt x="119202" y="106801"/>
                </a:moveTo>
                <a:lnTo>
                  <a:pt x="95051" y="106801"/>
                </a:lnTo>
                <a:lnTo>
                  <a:pt x="69242" y="24130"/>
                </a:lnTo>
                <a:lnTo>
                  <a:pt x="91574" y="24130"/>
                </a:lnTo>
                <a:lnTo>
                  <a:pt x="119202" y="106801"/>
                </a:lnTo>
                <a:close/>
              </a:path>
              <a:path w="139065" h="165100">
                <a:moveTo>
                  <a:pt x="138485" y="164503"/>
                </a:moveTo>
                <a:lnTo>
                  <a:pt x="113306" y="164503"/>
                </a:lnTo>
                <a:lnTo>
                  <a:pt x="101765" y="127994"/>
                </a:lnTo>
                <a:lnTo>
                  <a:pt x="126284" y="127994"/>
                </a:lnTo>
                <a:lnTo>
                  <a:pt x="138485" y="16450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7824735" y="7185923"/>
            <a:ext cx="24765" cy="165100"/>
          </a:xfrm>
          <a:custGeom>
            <a:avLst/>
            <a:gdLst/>
            <a:ahLst/>
            <a:cxnLst/>
            <a:rect l="l" t="t" r="r" b="b"/>
            <a:pathLst>
              <a:path w="24765" h="165100">
                <a:moveTo>
                  <a:pt x="24339" y="164503"/>
                </a:moveTo>
                <a:lnTo>
                  <a:pt x="0" y="164503"/>
                </a:lnTo>
                <a:lnTo>
                  <a:pt x="0" y="0"/>
                </a:lnTo>
                <a:lnTo>
                  <a:pt x="24339" y="0"/>
                </a:lnTo>
                <a:lnTo>
                  <a:pt x="24339" y="16450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7889571" y="7176383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8015886" y="7196704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5" h="30479">
                <a:moveTo>
                  <a:pt x="0" y="0"/>
                </a:moveTo>
                <a:lnTo>
                  <a:pt x="22871" y="0"/>
                </a:lnTo>
                <a:lnTo>
                  <a:pt x="22871" y="30479"/>
                </a:lnTo>
                <a:lnTo>
                  <a:pt x="0" y="304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7889571" y="7227183"/>
            <a:ext cx="149225" cy="19050"/>
          </a:xfrm>
          <a:custGeom>
            <a:avLst/>
            <a:gdLst/>
            <a:ahLst/>
            <a:cxnLst/>
            <a:rect l="l" t="t" r="r" b="b"/>
            <a:pathLst>
              <a:path w="149225" h="19050">
                <a:moveTo>
                  <a:pt x="0" y="0"/>
                </a:moveTo>
                <a:lnTo>
                  <a:pt x="149186" y="0"/>
                </a:lnTo>
                <a:lnTo>
                  <a:pt x="14918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7889571" y="7246233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0" y="0"/>
                </a:moveTo>
                <a:lnTo>
                  <a:pt x="22871" y="0"/>
                </a:lnTo>
                <a:lnTo>
                  <a:pt x="22871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7889571" y="7277983"/>
            <a:ext cx="151765" cy="19050"/>
          </a:xfrm>
          <a:custGeom>
            <a:avLst/>
            <a:gdLst/>
            <a:ahLst/>
            <a:cxnLst/>
            <a:rect l="l" t="t" r="r" b="b"/>
            <a:pathLst>
              <a:path w="151765" h="19050">
                <a:moveTo>
                  <a:pt x="0" y="0"/>
                </a:moveTo>
                <a:lnTo>
                  <a:pt x="151494" y="0"/>
                </a:lnTo>
                <a:lnTo>
                  <a:pt x="15149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7953358" y="7297033"/>
            <a:ext cx="22860" cy="38100"/>
          </a:xfrm>
          <a:custGeom>
            <a:avLst/>
            <a:gdLst/>
            <a:ahLst/>
            <a:cxnLst/>
            <a:rect l="l" t="t" r="r" b="b"/>
            <a:pathLst>
              <a:path w="22859" h="38100">
                <a:moveTo>
                  <a:pt x="0" y="0"/>
                </a:moveTo>
                <a:lnTo>
                  <a:pt x="22661" y="0"/>
                </a:lnTo>
                <a:lnTo>
                  <a:pt x="22661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7879709" y="7335133"/>
            <a:ext cx="168910" cy="19050"/>
          </a:xfrm>
          <a:custGeom>
            <a:avLst/>
            <a:gdLst/>
            <a:ahLst/>
            <a:cxnLst/>
            <a:rect l="l" t="t" r="r" b="b"/>
            <a:pathLst>
              <a:path w="168909" h="19050">
                <a:moveTo>
                  <a:pt x="0" y="0"/>
                </a:moveTo>
                <a:lnTo>
                  <a:pt x="168910" y="0"/>
                </a:lnTo>
                <a:lnTo>
                  <a:pt x="168910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8143889" y="7172704"/>
            <a:ext cx="156530" cy="19031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8344482" y="7167248"/>
            <a:ext cx="160307" cy="195767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8601403" y="7167248"/>
            <a:ext cx="387339" cy="200174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7329121" y="7406254"/>
            <a:ext cx="22860" cy="22860"/>
          </a:xfrm>
          <a:custGeom>
            <a:avLst/>
            <a:gdLst/>
            <a:ahLst/>
            <a:cxnLst/>
            <a:rect l="l" t="t" r="r" b="b"/>
            <a:pathLst>
              <a:path w="22859" h="22859">
                <a:moveTo>
                  <a:pt x="0" y="0"/>
                </a:moveTo>
                <a:lnTo>
                  <a:pt x="22661" y="0"/>
                </a:lnTo>
                <a:lnTo>
                  <a:pt x="22661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7329121" y="7429113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4" h="19050">
                <a:moveTo>
                  <a:pt x="0" y="0"/>
                </a:moveTo>
                <a:lnTo>
                  <a:pt x="146458" y="0"/>
                </a:lnTo>
                <a:lnTo>
                  <a:pt x="146458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7329121" y="7448163"/>
            <a:ext cx="22860" cy="21590"/>
          </a:xfrm>
          <a:custGeom>
            <a:avLst/>
            <a:gdLst/>
            <a:ahLst/>
            <a:cxnLst/>
            <a:rect l="l" t="t" r="r" b="b"/>
            <a:pathLst>
              <a:path w="22859" h="21590">
                <a:moveTo>
                  <a:pt x="0" y="0"/>
                </a:moveTo>
                <a:lnTo>
                  <a:pt x="22661" y="0"/>
                </a:lnTo>
                <a:lnTo>
                  <a:pt x="22661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7329121" y="7469754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4" h="19050">
                <a:moveTo>
                  <a:pt x="0" y="0"/>
                </a:moveTo>
                <a:lnTo>
                  <a:pt x="146458" y="0"/>
                </a:lnTo>
                <a:lnTo>
                  <a:pt x="146458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7452708" y="7406886"/>
            <a:ext cx="23495" cy="22225"/>
          </a:xfrm>
          <a:custGeom>
            <a:avLst/>
            <a:gdLst/>
            <a:ahLst/>
            <a:cxnLst/>
            <a:rect l="l" t="t" r="r" b="b"/>
            <a:pathLst>
              <a:path w="23495" h="22225">
                <a:moveTo>
                  <a:pt x="22871" y="22031"/>
                </a:moveTo>
                <a:lnTo>
                  <a:pt x="0" y="22031"/>
                </a:lnTo>
                <a:lnTo>
                  <a:pt x="0" y="0"/>
                </a:lnTo>
                <a:lnTo>
                  <a:pt x="22871" y="0"/>
                </a:lnTo>
                <a:lnTo>
                  <a:pt x="22871" y="2203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7452708" y="7448222"/>
            <a:ext cx="23495" cy="22225"/>
          </a:xfrm>
          <a:custGeom>
            <a:avLst/>
            <a:gdLst/>
            <a:ahLst/>
            <a:cxnLst/>
            <a:rect l="l" t="t" r="r" b="b"/>
            <a:pathLst>
              <a:path w="23495" h="22225">
                <a:moveTo>
                  <a:pt x="22871" y="22031"/>
                </a:moveTo>
                <a:lnTo>
                  <a:pt x="0" y="22031"/>
                </a:lnTo>
                <a:lnTo>
                  <a:pt x="0" y="0"/>
                </a:lnTo>
                <a:lnTo>
                  <a:pt x="22871" y="0"/>
                </a:lnTo>
                <a:lnTo>
                  <a:pt x="22871" y="2203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7316531" y="7506763"/>
            <a:ext cx="171450" cy="19685"/>
          </a:xfrm>
          <a:custGeom>
            <a:avLst/>
            <a:gdLst/>
            <a:ahLst/>
            <a:cxnLst/>
            <a:rect l="l" t="t" r="r" b="b"/>
            <a:pathLst>
              <a:path w="171450" h="19684">
                <a:moveTo>
                  <a:pt x="171428" y="19304"/>
                </a:moveTo>
                <a:lnTo>
                  <a:pt x="0" y="19304"/>
                </a:lnTo>
                <a:lnTo>
                  <a:pt x="0" y="0"/>
                </a:lnTo>
                <a:lnTo>
                  <a:pt x="171428" y="0"/>
                </a:lnTo>
                <a:lnTo>
                  <a:pt x="171428" y="193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7393118" y="7526067"/>
            <a:ext cx="22860" cy="32384"/>
          </a:xfrm>
          <a:custGeom>
            <a:avLst/>
            <a:gdLst/>
            <a:ahLst/>
            <a:cxnLst/>
            <a:rect l="l" t="t" r="r" b="b"/>
            <a:pathLst>
              <a:path w="22859" h="32384">
                <a:moveTo>
                  <a:pt x="22661" y="32103"/>
                </a:moveTo>
                <a:lnTo>
                  <a:pt x="0" y="32103"/>
                </a:lnTo>
                <a:lnTo>
                  <a:pt x="0" y="0"/>
                </a:lnTo>
                <a:lnTo>
                  <a:pt x="22661" y="0"/>
                </a:lnTo>
                <a:lnTo>
                  <a:pt x="22661" y="3210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7329121" y="7543413"/>
            <a:ext cx="22860" cy="33020"/>
          </a:xfrm>
          <a:custGeom>
            <a:avLst/>
            <a:gdLst/>
            <a:ahLst/>
            <a:cxnLst/>
            <a:rect l="l" t="t" r="r" b="b"/>
            <a:pathLst>
              <a:path w="22859" h="33020">
                <a:moveTo>
                  <a:pt x="0" y="0"/>
                </a:moveTo>
                <a:lnTo>
                  <a:pt x="22661" y="0"/>
                </a:lnTo>
                <a:lnTo>
                  <a:pt x="22661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7329121" y="7576433"/>
            <a:ext cx="149860" cy="19050"/>
          </a:xfrm>
          <a:custGeom>
            <a:avLst/>
            <a:gdLst/>
            <a:ahLst/>
            <a:cxnLst/>
            <a:rect l="l" t="t" r="r" b="b"/>
            <a:pathLst>
              <a:path w="149859" h="19050">
                <a:moveTo>
                  <a:pt x="0" y="0"/>
                </a:moveTo>
                <a:lnTo>
                  <a:pt x="149815" y="0"/>
                </a:lnTo>
                <a:lnTo>
                  <a:pt x="14981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7517335" y="7404578"/>
            <a:ext cx="160726" cy="193459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1684996" y="8380486"/>
            <a:ext cx="156320" cy="19031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1882652" y="8379227"/>
            <a:ext cx="163874" cy="193459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2348350" y="8380486"/>
            <a:ext cx="160726" cy="192200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2149015" y="8379227"/>
            <a:ext cx="159677" cy="19241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3033263" y="8381745"/>
            <a:ext cx="171428" cy="19450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3238473" y="8379227"/>
            <a:ext cx="156320" cy="193459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3439906" y="8379227"/>
            <a:ext cx="159677" cy="192410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3704583" y="8380486"/>
            <a:ext cx="153173" cy="19031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3912101" y="8382883"/>
            <a:ext cx="22860" cy="21590"/>
          </a:xfrm>
          <a:custGeom>
            <a:avLst/>
            <a:gdLst/>
            <a:ahLst/>
            <a:cxnLst/>
            <a:rect l="l" t="t" r="r" b="b"/>
            <a:pathLst>
              <a:path w="22860" h="21590">
                <a:moveTo>
                  <a:pt x="0" y="0"/>
                </a:moveTo>
                <a:lnTo>
                  <a:pt x="22661" y="0"/>
                </a:lnTo>
                <a:lnTo>
                  <a:pt x="22661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3912101" y="8404473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5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3912101" y="8423523"/>
            <a:ext cx="22860" cy="22860"/>
          </a:xfrm>
          <a:custGeom>
            <a:avLst/>
            <a:gdLst/>
            <a:ahLst/>
            <a:cxnLst/>
            <a:rect l="l" t="t" r="r" b="b"/>
            <a:pathLst>
              <a:path w="22860" h="22859">
                <a:moveTo>
                  <a:pt x="0" y="0"/>
                </a:moveTo>
                <a:lnTo>
                  <a:pt x="22661" y="0"/>
                </a:lnTo>
                <a:lnTo>
                  <a:pt x="22661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3912101" y="8446383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5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4035688" y="8382794"/>
            <a:ext cx="23495" cy="22225"/>
          </a:xfrm>
          <a:custGeom>
            <a:avLst/>
            <a:gdLst/>
            <a:ahLst/>
            <a:cxnLst/>
            <a:rect l="l" t="t" r="r" b="b"/>
            <a:pathLst>
              <a:path w="23495" h="22225">
                <a:moveTo>
                  <a:pt x="22871" y="22031"/>
                </a:moveTo>
                <a:lnTo>
                  <a:pt x="0" y="22031"/>
                </a:lnTo>
                <a:lnTo>
                  <a:pt x="0" y="0"/>
                </a:lnTo>
                <a:lnTo>
                  <a:pt x="22871" y="0"/>
                </a:lnTo>
                <a:lnTo>
                  <a:pt x="22871" y="2203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4035688" y="8424130"/>
            <a:ext cx="23495" cy="22225"/>
          </a:xfrm>
          <a:custGeom>
            <a:avLst/>
            <a:gdLst/>
            <a:ahLst/>
            <a:cxnLst/>
            <a:rect l="l" t="t" r="r" b="b"/>
            <a:pathLst>
              <a:path w="23495" h="22225">
                <a:moveTo>
                  <a:pt x="22871" y="22031"/>
                </a:moveTo>
                <a:lnTo>
                  <a:pt x="0" y="22031"/>
                </a:lnTo>
                <a:lnTo>
                  <a:pt x="0" y="0"/>
                </a:lnTo>
                <a:lnTo>
                  <a:pt x="22871" y="0"/>
                </a:lnTo>
                <a:lnTo>
                  <a:pt x="22871" y="2203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3973580" y="8465256"/>
            <a:ext cx="22860" cy="20320"/>
          </a:xfrm>
          <a:custGeom>
            <a:avLst/>
            <a:gdLst/>
            <a:ahLst/>
            <a:cxnLst/>
            <a:rect l="l" t="t" r="r" b="b"/>
            <a:pathLst>
              <a:path w="22860" h="20320">
                <a:moveTo>
                  <a:pt x="22661" y="19723"/>
                </a:moveTo>
                <a:lnTo>
                  <a:pt x="0" y="19723"/>
                </a:lnTo>
                <a:lnTo>
                  <a:pt x="0" y="0"/>
                </a:lnTo>
                <a:lnTo>
                  <a:pt x="22661" y="0"/>
                </a:lnTo>
                <a:lnTo>
                  <a:pt x="22661" y="1972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3899511" y="8484979"/>
            <a:ext cx="171450" cy="20320"/>
          </a:xfrm>
          <a:custGeom>
            <a:avLst/>
            <a:gdLst/>
            <a:ahLst/>
            <a:cxnLst/>
            <a:rect l="l" t="t" r="r" b="b"/>
            <a:pathLst>
              <a:path w="171450" h="20320">
                <a:moveTo>
                  <a:pt x="171428" y="19723"/>
                </a:moveTo>
                <a:lnTo>
                  <a:pt x="0" y="19723"/>
                </a:lnTo>
                <a:lnTo>
                  <a:pt x="0" y="0"/>
                </a:lnTo>
                <a:lnTo>
                  <a:pt x="171428" y="0"/>
                </a:lnTo>
                <a:lnTo>
                  <a:pt x="171428" y="1972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3912101" y="8520043"/>
            <a:ext cx="22860" cy="31750"/>
          </a:xfrm>
          <a:custGeom>
            <a:avLst/>
            <a:gdLst/>
            <a:ahLst/>
            <a:cxnLst/>
            <a:rect l="l" t="t" r="r" b="b"/>
            <a:pathLst>
              <a:path w="22860" h="31750">
                <a:moveTo>
                  <a:pt x="0" y="0"/>
                </a:moveTo>
                <a:lnTo>
                  <a:pt x="22661" y="0"/>
                </a:lnTo>
                <a:lnTo>
                  <a:pt x="22661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3912101" y="8551793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60" h="20320">
                <a:moveTo>
                  <a:pt x="0" y="0"/>
                </a:moveTo>
                <a:lnTo>
                  <a:pt x="149815" y="0"/>
                </a:lnTo>
                <a:lnTo>
                  <a:pt x="149815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4103882" y="8380486"/>
            <a:ext cx="161566" cy="194718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4313498" y="8384154"/>
            <a:ext cx="23495" cy="36830"/>
          </a:xfrm>
          <a:custGeom>
            <a:avLst/>
            <a:gdLst/>
            <a:ahLst/>
            <a:cxnLst/>
            <a:rect l="l" t="t" r="r" b="b"/>
            <a:pathLst>
              <a:path w="23495" h="36829">
                <a:moveTo>
                  <a:pt x="0" y="0"/>
                </a:moveTo>
                <a:lnTo>
                  <a:pt x="22871" y="0"/>
                </a:lnTo>
                <a:lnTo>
                  <a:pt x="22871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4313498" y="8420983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4313498" y="8441304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0" y="0"/>
                </a:moveTo>
                <a:lnTo>
                  <a:pt x="22871" y="0"/>
                </a:lnTo>
                <a:lnTo>
                  <a:pt x="22871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4313498" y="8479404"/>
            <a:ext cx="149225" cy="19050"/>
          </a:xfrm>
          <a:custGeom>
            <a:avLst/>
            <a:gdLst/>
            <a:ahLst/>
            <a:cxnLst/>
            <a:rect l="l" t="t" r="r" b="b"/>
            <a:pathLst>
              <a:path w="149225" h="19050">
                <a:moveTo>
                  <a:pt x="0" y="0"/>
                </a:moveTo>
                <a:lnTo>
                  <a:pt x="149186" y="0"/>
                </a:lnTo>
                <a:lnTo>
                  <a:pt x="149186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4439814" y="8383844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22871" y="37768"/>
                </a:moveTo>
                <a:lnTo>
                  <a:pt x="0" y="37768"/>
                </a:lnTo>
                <a:lnTo>
                  <a:pt x="0" y="0"/>
                </a:lnTo>
                <a:lnTo>
                  <a:pt x="22871" y="0"/>
                </a:lnTo>
                <a:lnTo>
                  <a:pt x="22871" y="3776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4439814" y="8441545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22871" y="37558"/>
                </a:moveTo>
                <a:lnTo>
                  <a:pt x="0" y="37558"/>
                </a:lnTo>
                <a:lnTo>
                  <a:pt x="0" y="0"/>
                </a:lnTo>
                <a:lnTo>
                  <a:pt x="22871" y="0"/>
                </a:lnTo>
                <a:lnTo>
                  <a:pt x="22871" y="3755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4377285" y="8499038"/>
            <a:ext cx="22860" cy="43815"/>
          </a:xfrm>
          <a:custGeom>
            <a:avLst/>
            <a:gdLst/>
            <a:ahLst/>
            <a:cxnLst/>
            <a:rect l="l" t="t" r="r" b="b"/>
            <a:pathLst>
              <a:path w="22860" h="43815">
                <a:moveTo>
                  <a:pt x="22661" y="43643"/>
                </a:moveTo>
                <a:lnTo>
                  <a:pt x="0" y="43643"/>
                </a:lnTo>
                <a:lnTo>
                  <a:pt x="0" y="0"/>
                </a:lnTo>
                <a:lnTo>
                  <a:pt x="22661" y="0"/>
                </a:lnTo>
                <a:lnTo>
                  <a:pt x="22661" y="4364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4303636" y="8542682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10" h="20320">
                <a:moveTo>
                  <a:pt x="168910" y="19723"/>
                </a:moveTo>
                <a:lnTo>
                  <a:pt x="0" y="19723"/>
                </a:lnTo>
                <a:lnTo>
                  <a:pt x="0" y="0"/>
                </a:lnTo>
                <a:lnTo>
                  <a:pt x="168910" y="0"/>
                </a:lnTo>
                <a:lnTo>
                  <a:pt x="168910" y="1972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4570911" y="8380486"/>
            <a:ext cx="153173" cy="19031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4769617" y="8382883"/>
            <a:ext cx="22860" cy="35560"/>
          </a:xfrm>
          <a:custGeom>
            <a:avLst/>
            <a:gdLst/>
            <a:ahLst/>
            <a:cxnLst/>
            <a:rect l="l" t="t" r="r" b="b"/>
            <a:pathLst>
              <a:path w="22860" h="35559">
                <a:moveTo>
                  <a:pt x="0" y="0"/>
                </a:moveTo>
                <a:lnTo>
                  <a:pt x="22451" y="0"/>
                </a:lnTo>
                <a:lnTo>
                  <a:pt x="22451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4769617" y="8418443"/>
            <a:ext cx="93345" cy="20320"/>
          </a:xfrm>
          <a:custGeom>
            <a:avLst/>
            <a:gdLst/>
            <a:ahLst/>
            <a:cxnLst/>
            <a:rect l="l" t="t" r="r" b="b"/>
            <a:pathLst>
              <a:path w="93345" h="20320">
                <a:moveTo>
                  <a:pt x="0" y="0"/>
                </a:moveTo>
                <a:lnTo>
                  <a:pt x="92953" y="0"/>
                </a:lnTo>
                <a:lnTo>
                  <a:pt x="92953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4769617" y="8438763"/>
            <a:ext cx="22860" cy="33020"/>
          </a:xfrm>
          <a:custGeom>
            <a:avLst/>
            <a:gdLst/>
            <a:ahLst/>
            <a:cxnLst/>
            <a:rect l="l" t="t" r="r" b="b"/>
            <a:pathLst>
              <a:path w="22860" h="33020">
                <a:moveTo>
                  <a:pt x="0" y="0"/>
                </a:moveTo>
                <a:lnTo>
                  <a:pt x="22451" y="0"/>
                </a:lnTo>
                <a:lnTo>
                  <a:pt x="22451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4769617" y="8471783"/>
            <a:ext cx="93345" cy="19050"/>
          </a:xfrm>
          <a:custGeom>
            <a:avLst/>
            <a:gdLst/>
            <a:ahLst/>
            <a:cxnLst/>
            <a:rect l="l" t="t" r="r" b="b"/>
            <a:pathLst>
              <a:path w="93345" h="19050">
                <a:moveTo>
                  <a:pt x="0" y="0"/>
                </a:moveTo>
                <a:lnTo>
                  <a:pt x="92953" y="0"/>
                </a:lnTo>
                <a:lnTo>
                  <a:pt x="9295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4840538" y="8382794"/>
            <a:ext cx="22225" cy="36195"/>
          </a:xfrm>
          <a:custGeom>
            <a:avLst/>
            <a:gdLst/>
            <a:ahLst/>
            <a:cxnLst/>
            <a:rect l="l" t="t" r="r" b="b"/>
            <a:pathLst>
              <a:path w="22225" h="36195">
                <a:moveTo>
                  <a:pt x="22031" y="35880"/>
                </a:moveTo>
                <a:lnTo>
                  <a:pt x="0" y="35880"/>
                </a:lnTo>
                <a:lnTo>
                  <a:pt x="0" y="0"/>
                </a:lnTo>
                <a:lnTo>
                  <a:pt x="22031" y="0"/>
                </a:lnTo>
                <a:lnTo>
                  <a:pt x="22031" y="3588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4840538" y="8438188"/>
            <a:ext cx="22225" cy="33655"/>
          </a:xfrm>
          <a:custGeom>
            <a:avLst/>
            <a:gdLst/>
            <a:ahLst/>
            <a:cxnLst/>
            <a:rect l="l" t="t" r="r" b="b"/>
            <a:pathLst>
              <a:path w="22225" h="33654">
                <a:moveTo>
                  <a:pt x="22031" y="33152"/>
                </a:moveTo>
                <a:lnTo>
                  <a:pt x="0" y="33152"/>
                </a:lnTo>
                <a:lnTo>
                  <a:pt x="0" y="0"/>
                </a:lnTo>
                <a:lnTo>
                  <a:pt x="22031" y="0"/>
                </a:lnTo>
                <a:lnTo>
                  <a:pt x="22031" y="3315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4898030" y="8380343"/>
            <a:ext cx="23495" cy="52069"/>
          </a:xfrm>
          <a:custGeom>
            <a:avLst/>
            <a:gdLst/>
            <a:ahLst/>
            <a:cxnLst/>
            <a:rect l="l" t="t" r="r" b="b"/>
            <a:pathLst>
              <a:path w="23495" h="52070">
                <a:moveTo>
                  <a:pt x="0" y="0"/>
                </a:moveTo>
                <a:lnTo>
                  <a:pt x="22871" y="0"/>
                </a:lnTo>
                <a:lnTo>
                  <a:pt x="22871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4898030" y="8432413"/>
            <a:ext cx="50800" cy="20320"/>
          </a:xfrm>
          <a:custGeom>
            <a:avLst/>
            <a:gdLst/>
            <a:ahLst/>
            <a:cxnLst/>
            <a:rect l="l" t="t" r="r" b="b"/>
            <a:pathLst>
              <a:path w="50800" h="20320">
                <a:moveTo>
                  <a:pt x="0" y="0"/>
                </a:moveTo>
                <a:lnTo>
                  <a:pt x="50568" y="0"/>
                </a:lnTo>
                <a:lnTo>
                  <a:pt x="50568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4898030" y="8452733"/>
            <a:ext cx="23495" cy="60960"/>
          </a:xfrm>
          <a:custGeom>
            <a:avLst/>
            <a:gdLst/>
            <a:ahLst/>
            <a:cxnLst/>
            <a:rect l="l" t="t" r="r" b="b"/>
            <a:pathLst>
              <a:path w="23495" h="60959">
                <a:moveTo>
                  <a:pt x="0" y="0"/>
                </a:moveTo>
                <a:lnTo>
                  <a:pt x="22871" y="0"/>
                </a:lnTo>
                <a:lnTo>
                  <a:pt x="22871" y="60960"/>
                </a:lnTo>
                <a:lnTo>
                  <a:pt x="0" y="609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4780527" y="8508613"/>
            <a:ext cx="22860" cy="43180"/>
          </a:xfrm>
          <a:custGeom>
            <a:avLst/>
            <a:gdLst/>
            <a:ahLst/>
            <a:cxnLst/>
            <a:rect l="l" t="t" r="r" b="b"/>
            <a:pathLst>
              <a:path w="22860" h="43179">
                <a:moveTo>
                  <a:pt x="0" y="0"/>
                </a:moveTo>
                <a:lnTo>
                  <a:pt x="22661" y="0"/>
                </a:lnTo>
                <a:lnTo>
                  <a:pt x="22661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4780527" y="8551793"/>
            <a:ext cx="144145" cy="20320"/>
          </a:xfrm>
          <a:custGeom>
            <a:avLst/>
            <a:gdLst/>
            <a:ahLst/>
            <a:cxnLst/>
            <a:rect l="l" t="t" r="r" b="b"/>
            <a:pathLst>
              <a:path w="144145" h="20320">
                <a:moveTo>
                  <a:pt x="0" y="0"/>
                </a:moveTo>
                <a:lnTo>
                  <a:pt x="143940" y="0"/>
                </a:lnTo>
                <a:lnTo>
                  <a:pt x="143940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5031783" y="8373771"/>
            <a:ext cx="369084" cy="198915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5493013" y="8373771"/>
            <a:ext cx="168910" cy="200174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5696125" y="8375031"/>
            <a:ext cx="160517" cy="196607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6068217" y="8264549"/>
            <a:ext cx="364258" cy="194718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6464579" y="8259094"/>
            <a:ext cx="185486" cy="196607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6732403" y="8264549"/>
            <a:ext cx="156530" cy="19031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6932996" y="8259094"/>
            <a:ext cx="160307" cy="195767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7194263" y="8264549"/>
            <a:ext cx="168910" cy="192410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7394017" y="8259094"/>
            <a:ext cx="164923" cy="200174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7609929" y="8339247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4" h="28575">
                <a:moveTo>
                  <a:pt x="25808" y="28116"/>
                </a:moveTo>
                <a:lnTo>
                  <a:pt x="0" y="28116"/>
                </a:lnTo>
                <a:lnTo>
                  <a:pt x="0" y="0"/>
                </a:lnTo>
                <a:lnTo>
                  <a:pt x="25808" y="0"/>
                </a:lnTo>
                <a:lnTo>
                  <a:pt x="25808" y="2811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7683158" y="8264549"/>
            <a:ext cx="156320" cy="19031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7885011" y="8263290"/>
            <a:ext cx="156320" cy="194718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8096725" y="8339247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4" h="28575">
                <a:moveTo>
                  <a:pt x="25808" y="28116"/>
                </a:moveTo>
                <a:lnTo>
                  <a:pt x="0" y="28116"/>
                </a:lnTo>
                <a:lnTo>
                  <a:pt x="0" y="0"/>
                </a:lnTo>
                <a:lnTo>
                  <a:pt x="25808" y="0"/>
                </a:lnTo>
                <a:lnTo>
                  <a:pt x="25808" y="2811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8166598" y="8265808"/>
            <a:ext cx="171428" cy="194508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8368031" y="8257834"/>
            <a:ext cx="171428" cy="200174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8566526" y="8264549"/>
            <a:ext cx="375798" cy="191994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6218477" y="8498731"/>
            <a:ext cx="171428" cy="193459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6419910" y="8496213"/>
            <a:ext cx="171428" cy="192410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6688582" y="8496424"/>
            <a:ext cx="153173" cy="19031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6887287" y="8498454"/>
            <a:ext cx="22860" cy="35560"/>
          </a:xfrm>
          <a:custGeom>
            <a:avLst/>
            <a:gdLst/>
            <a:ahLst/>
            <a:cxnLst/>
            <a:rect l="l" t="t" r="r" b="b"/>
            <a:pathLst>
              <a:path w="22859" h="35559">
                <a:moveTo>
                  <a:pt x="0" y="0"/>
                </a:moveTo>
                <a:lnTo>
                  <a:pt x="22451" y="0"/>
                </a:lnTo>
                <a:lnTo>
                  <a:pt x="22451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6887287" y="8534013"/>
            <a:ext cx="93345" cy="20320"/>
          </a:xfrm>
          <a:custGeom>
            <a:avLst/>
            <a:gdLst/>
            <a:ahLst/>
            <a:cxnLst/>
            <a:rect l="l" t="t" r="r" b="b"/>
            <a:pathLst>
              <a:path w="93345" h="20320">
                <a:moveTo>
                  <a:pt x="0" y="0"/>
                </a:moveTo>
                <a:lnTo>
                  <a:pt x="92953" y="0"/>
                </a:lnTo>
                <a:lnTo>
                  <a:pt x="92953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6887287" y="8554333"/>
            <a:ext cx="22860" cy="33020"/>
          </a:xfrm>
          <a:custGeom>
            <a:avLst/>
            <a:gdLst/>
            <a:ahLst/>
            <a:cxnLst/>
            <a:rect l="l" t="t" r="r" b="b"/>
            <a:pathLst>
              <a:path w="22859" h="33020">
                <a:moveTo>
                  <a:pt x="0" y="0"/>
                </a:moveTo>
                <a:lnTo>
                  <a:pt x="22451" y="0"/>
                </a:lnTo>
                <a:lnTo>
                  <a:pt x="22451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6887287" y="8587354"/>
            <a:ext cx="93345" cy="19050"/>
          </a:xfrm>
          <a:custGeom>
            <a:avLst/>
            <a:gdLst/>
            <a:ahLst/>
            <a:cxnLst/>
            <a:rect l="l" t="t" r="r" b="b"/>
            <a:pathLst>
              <a:path w="93345" h="19050">
                <a:moveTo>
                  <a:pt x="0" y="0"/>
                </a:moveTo>
                <a:lnTo>
                  <a:pt x="92953" y="0"/>
                </a:lnTo>
                <a:lnTo>
                  <a:pt x="92953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6958208" y="8498731"/>
            <a:ext cx="22225" cy="36195"/>
          </a:xfrm>
          <a:custGeom>
            <a:avLst/>
            <a:gdLst/>
            <a:ahLst/>
            <a:cxnLst/>
            <a:rect l="l" t="t" r="r" b="b"/>
            <a:pathLst>
              <a:path w="22225" h="36195">
                <a:moveTo>
                  <a:pt x="22031" y="35880"/>
                </a:moveTo>
                <a:lnTo>
                  <a:pt x="0" y="35880"/>
                </a:lnTo>
                <a:lnTo>
                  <a:pt x="0" y="0"/>
                </a:lnTo>
                <a:lnTo>
                  <a:pt x="22031" y="0"/>
                </a:lnTo>
                <a:lnTo>
                  <a:pt x="22031" y="3588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6958208" y="8554125"/>
            <a:ext cx="22225" cy="33655"/>
          </a:xfrm>
          <a:custGeom>
            <a:avLst/>
            <a:gdLst/>
            <a:ahLst/>
            <a:cxnLst/>
            <a:rect l="l" t="t" r="r" b="b"/>
            <a:pathLst>
              <a:path w="22225" h="33654">
                <a:moveTo>
                  <a:pt x="22031" y="33152"/>
                </a:moveTo>
                <a:lnTo>
                  <a:pt x="0" y="33152"/>
                </a:lnTo>
                <a:lnTo>
                  <a:pt x="0" y="0"/>
                </a:lnTo>
                <a:lnTo>
                  <a:pt x="22031" y="0"/>
                </a:lnTo>
                <a:lnTo>
                  <a:pt x="22031" y="3315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7015701" y="8495913"/>
            <a:ext cx="23495" cy="53340"/>
          </a:xfrm>
          <a:custGeom>
            <a:avLst/>
            <a:gdLst/>
            <a:ahLst/>
            <a:cxnLst/>
            <a:rect l="l" t="t" r="r" b="b"/>
            <a:pathLst>
              <a:path w="23495" h="53340">
                <a:moveTo>
                  <a:pt x="0" y="0"/>
                </a:moveTo>
                <a:lnTo>
                  <a:pt x="22871" y="0"/>
                </a:lnTo>
                <a:lnTo>
                  <a:pt x="22871" y="53339"/>
                </a:lnTo>
                <a:lnTo>
                  <a:pt x="0" y="533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7015701" y="8549254"/>
            <a:ext cx="50800" cy="19050"/>
          </a:xfrm>
          <a:custGeom>
            <a:avLst/>
            <a:gdLst/>
            <a:ahLst/>
            <a:cxnLst/>
            <a:rect l="l" t="t" r="r" b="b"/>
            <a:pathLst>
              <a:path w="50800" h="19050">
                <a:moveTo>
                  <a:pt x="0" y="0"/>
                </a:moveTo>
                <a:lnTo>
                  <a:pt x="50568" y="0"/>
                </a:lnTo>
                <a:lnTo>
                  <a:pt x="50568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7015701" y="8568304"/>
            <a:ext cx="23495" cy="62230"/>
          </a:xfrm>
          <a:custGeom>
            <a:avLst/>
            <a:gdLst/>
            <a:ahLst/>
            <a:cxnLst/>
            <a:rect l="l" t="t" r="r" b="b"/>
            <a:pathLst>
              <a:path w="23495" h="62229">
                <a:moveTo>
                  <a:pt x="0" y="0"/>
                </a:moveTo>
                <a:lnTo>
                  <a:pt x="22871" y="0"/>
                </a:lnTo>
                <a:lnTo>
                  <a:pt x="22871" y="62229"/>
                </a:lnTo>
                <a:lnTo>
                  <a:pt x="0" y="6222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6898198" y="8625454"/>
            <a:ext cx="22860" cy="41910"/>
          </a:xfrm>
          <a:custGeom>
            <a:avLst/>
            <a:gdLst/>
            <a:ahLst/>
            <a:cxnLst/>
            <a:rect l="l" t="t" r="r" b="b"/>
            <a:pathLst>
              <a:path w="22859" h="41909">
                <a:moveTo>
                  <a:pt x="0" y="0"/>
                </a:moveTo>
                <a:lnTo>
                  <a:pt x="22661" y="0"/>
                </a:lnTo>
                <a:lnTo>
                  <a:pt x="22661" y="41909"/>
                </a:lnTo>
                <a:lnTo>
                  <a:pt x="0" y="4190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6898198" y="8667363"/>
            <a:ext cx="144145" cy="20320"/>
          </a:xfrm>
          <a:custGeom>
            <a:avLst/>
            <a:gdLst/>
            <a:ahLst/>
            <a:cxnLst/>
            <a:rect l="l" t="t" r="r" b="b"/>
            <a:pathLst>
              <a:path w="144145" h="20320">
                <a:moveTo>
                  <a:pt x="0" y="0"/>
                </a:moveTo>
                <a:lnTo>
                  <a:pt x="143940" y="0"/>
                </a:lnTo>
                <a:lnTo>
                  <a:pt x="143940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7086203" y="8497682"/>
            <a:ext cx="168910" cy="180660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7297497" y="8499723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7423812" y="8520043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5" h="30479">
                <a:moveTo>
                  <a:pt x="0" y="0"/>
                </a:moveTo>
                <a:lnTo>
                  <a:pt x="22871" y="0"/>
                </a:lnTo>
                <a:lnTo>
                  <a:pt x="22871" y="30479"/>
                </a:lnTo>
                <a:lnTo>
                  <a:pt x="0" y="304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7297497" y="8550523"/>
            <a:ext cx="149225" cy="19050"/>
          </a:xfrm>
          <a:custGeom>
            <a:avLst/>
            <a:gdLst/>
            <a:ahLst/>
            <a:cxnLst/>
            <a:rect l="l" t="t" r="r" b="b"/>
            <a:pathLst>
              <a:path w="149225" h="19050">
                <a:moveTo>
                  <a:pt x="0" y="0"/>
                </a:moveTo>
                <a:lnTo>
                  <a:pt x="149186" y="0"/>
                </a:lnTo>
                <a:lnTo>
                  <a:pt x="14918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7297497" y="8569573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0" y="0"/>
                </a:moveTo>
                <a:lnTo>
                  <a:pt x="22871" y="0"/>
                </a:lnTo>
                <a:lnTo>
                  <a:pt x="22871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7297497" y="8601323"/>
            <a:ext cx="151765" cy="19050"/>
          </a:xfrm>
          <a:custGeom>
            <a:avLst/>
            <a:gdLst/>
            <a:ahLst/>
            <a:cxnLst/>
            <a:rect l="l" t="t" r="r" b="b"/>
            <a:pathLst>
              <a:path w="151765" h="19050">
                <a:moveTo>
                  <a:pt x="0" y="0"/>
                </a:moveTo>
                <a:lnTo>
                  <a:pt x="151494" y="0"/>
                </a:lnTo>
                <a:lnTo>
                  <a:pt x="15149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7361284" y="8620373"/>
            <a:ext cx="22860" cy="38100"/>
          </a:xfrm>
          <a:custGeom>
            <a:avLst/>
            <a:gdLst/>
            <a:ahLst/>
            <a:cxnLst/>
            <a:rect l="l" t="t" r="r" b="b"/>
            <a:pathLst>
              <a:path w="22859" h="38100">
                <a:moveTo>
                  <a:pt x="0" y="0"/>
                </a:moveTo>
                <a:lnTo>
                  <a:pt x="22661" y="0"/>
                </a:lnTo>
                <a:lnTo>
                  <a:pt x="22661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7287635" y="8658473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09" h="20320">
                <a:moveTo>
                  <a:pt x="0" y="0"/>
                </a:moveTo>
                <a:lnTo>
                  <a:pt x="168910" y="0"/>
                </a:lnTo>
                <a:lnTo>
                  <a:pt x="168910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7551614" y="8496424"/>
            <a:ext cx="156320" cy="190312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7749270" y="8495164"/>
            <a:ext cx="163874" cy="193459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7955739" y="8496424"/>
            <a:ext cx="157999" cy="190312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8163677" y="8499723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8163677" y="8520043"/>
            <a:ext cx="23495" cy="64769"/>
          </a:xfrm>
          <a:custGeom>
            <a:avLst/>
            <a:gdLst/>
            <a:ahLst/>
            <a:cxnLst/>
            <a:rect l="l" t="t" r="r" b="b"/>
            <a:pathLst>
              <a:path w="23495" h="64770">
                <a:moveTo>
                  <a:pt x="0" y="0"/>
                </a:moveTo>
                <a:lnTo>
                  <a:pt x="22871" y="0"/>
                </a:lnTo>
                <a:lnTo>
                  <a:pt x="22871" y="64770"/>
                </a:lnTo>
                <a:lnTo>
                  <a:pt x="0" y="6477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8163677" y="8584813"/>
            <a:ext cx="151130" cy="19050"/>
          </a:xfrm>
          <a:custGeom>
            <a:avLst/>
            <a:gdLst/>
            <a:ahLst/>
            <a:cxnLst/>
            <a:rect l="l" t="t" r="r" b="b"/>
            <a:pathLst>
              <a:path w="151129" h="19050">
                <a:moveTo>
                  <a:pt x="0" y="0"/>
                </a:moveTo>
                <a:lnTo>
                  <a:pt x="150655" y="0"/>
                </a:lnTo>
                <a:lnTo>
                  <a:pt x="15065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8227464" y="8603863"/>
            <a:ext cx="22860" cy="54610"/>
          </a:xfrm>
          <a:custGeom>
            <a:avLst/>
            <a:gdLst/>
            <a:ahLst/>
            <a:cxnLst/>
            <a:rect l="l" t="t" r="r" b="b"/>
            <a:pathLst>
              <a:path w="22859" h="54609">
                <a:moveTo>
                  <a:pt x="0" y="0"/>
                </a:moveTo>
                <a:lnTo>
                  <a:pt x="22661" y="0"/>
                </a:lnTo>
                <a:lnTo>
                  <a:pt x="22661" y="54609"/>
                </a:lnTo>
                <a:lnTo>
                  <a:pt x="0" y="5460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8153815" y="8658473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09" h="20320">
                <a:moveTo>
                  <a:pt x="0" y="0"/>
                </a:moveTo>
                <a:lnTo>
                  <a:pt x="168910" y="0"/>
                </a:lnTo>
                <a:lnTo>
                  <a:pt x="168910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8418362" y="8496424"/>
            <a:ext cx="360481" cy="193459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88479" y="3379485"/>
            <a:ext cx="377190" cy="395605"/>
          </a:xfrm>
          <a:custGeom>
            <a:avLst/>
            <a:gdLst/>
            <a:ahLst/>
            <a:cxnLst/>
            <a:rect l="l" t="t" r="r" b="b"/>
            <a:pathLst>
              <a:path w="377189" h="395604">
                <a:moveTo>
                  <a:pt x="189852" y="181051"/>
                </a:moveTo>
                <a:lnTo>
                  <a:pt x="148164" y="178104"/>
                </a:lnTo>
                <a:lnTo>
                  <a:pt x="109594" y="169106"/>
                </a:lnTo>
                <a:lnTo>
                  <a:pt x="68732" y="146894"/>
                </a:lnTo>
                <a:lnTo>
                  <a:pt x="45000" y="112790"/>
                </a:lnTo>
                <a:lnTo>
                  <a:pt x="41910" y="90944"/>
                </a:lnTo>
                <a:lnTo>
                  <a:pt x="42695" y="79236"/>
                </a:lnTo>
                <a:lnTo>
                  <a:pt x="61280" y="41255"/>
                </a:lnTo>
                <a:lnTo>
                  <a:pt x="98540" y="16279"/>
                </a:lnTo>
                <a:lnTo>
                  <a:pt x="135159" y="5238"/>
                </a:lnTo>
                <a:lnTo>
                  <a:pt x="175904" y="327"/>
                </a:lnTo>
                <a:lnTo>
                  <a:pt x="189852" y="0"/>
                </a:lnTo>
                <a:lnTo>
                  <a:pt x="203224" y="314"/>
                </a:lnTo>
                <a:lnTo>
                  <a:pt x="242868" y="5029"/>
                </a:lnTo>
                <a:lnTo>
                  <a:pt x="289598" y="21164"/>
                </a:lnTo>
                <a:lnTo>
                  <a:pt x="313995" y="39395"/>
                </a:lnTo>
                <a:lnTo>
                  <a:pt x="190271" y="39395"/>
                </a:lnTo>
                <a:lnTo>
                  <a:pt x="180907" y="39591"/>
                </a:lnTo>
                <a:lnTo>
                  <a:pt x="136783" y="46467"/>
                </a:lnTo>
                <a:lnTo>
                  <a:pt x="99745" y="68103"/>
                </a:lnTo>
                <a:lnTo>
                  <a:pt x="91363" y="82283"/>
                </a:lnTo>
                <a:lnTo>
                  <a:pt x="91363" y="99885"/>
                </a:lnTo>
                <a:lnTo>
                  <a:pt x="121958" y="129292"/>
                </a:lnTo>
                <a:lnTo>
                  <a:pt x="162545" y="139586"/>
                </a:lnTo>
                <a:lnTo>
                  <a:pt x="180671" y="141053"/>
                </a:lnTo>
                <a:lnTo>
                  <a:pt x="189852" y="141236"/>
                </a:lnTo>
                <a:lnTo>
                  <a:pt x="314522" y="141236"/>
                </a:lnTo>
                <a:lnTo>
                  <a:pt x="308143" y="147261"/>
                </a:lnTo>
                <a:lnTo>
                  <a:pt x="267647" y="169159"/>
                </a:lnTo>
                <a:lnTo>
                  <a:pt x="229732" y="178104"/>
                </a:lnTo>
                <a:lnTo>
                  <a:pt x="203224" y="180723"/>
                </a:lnTo>
                <a:lnTo>
                  <a:pt x="189852" y="181051"/>
                </a:lnTo>
                <a:close/>
              </a:path>
              <a:path w="377189" h="395604">
                <a:moveTo>
                  <a:pt x="314522" y="141236"/>
                </a:moveTo>
                <a:lnTo>
                  <a:pt x="189852" y="141236"/>
                </a:lnTo>
                <a:lnTo>
                  <a:pt x="198627" y="141053"/>
                </a:lnTo>
                <a:lnTo>
                  <a:pt x="207349" y="140503"/>
                </a:lnTo>
                <a:lnTo>
                  <a:pt x="248408" y="132134"/>
                </a:lnTo>
                <a:lnTo>
                  <a:pt x="283032" y="107499"/>
                </a:lnTo>
                <a:lnTo>
                  <a:pt x="285826" y="99885"/>
                </a:lnTo>
                <a:lnTo>
                  <a:pt x="285826" y="81724"/>
                </a:lnTo>
                <a:lnTo>
                  <a:pt x="255441" y="51549"/>
                </a:lnTo>
                <a:lnTo>
                  <a:pt x="216321" y="41045"/>
                </a:lnTo>
                <a:lnTo>
                  <a:pt x="190271" y="39395"/>
                </a:lnTo>
                <a:lnTo>
                  <a:pt x="313995" y="39395"/>
                </a:lnTo>
                <a:lnTo>
                  <a:pt x="334494" y="79236"/>
                </a:lnTo>
                <a:lnTo>
                  <a:pt x="335280" y="90944"/>
                </a:lnTo>
                <a:lnTo>
                  <a:pt x="334494" y="102456"/>
                </a:lnTo>
                <a:lnTo>
                  <a:pt x="332136" y="113104"/>
                </a:lnTo>
                <a:lnTo>
                  <a:pt x="328207" y="122887"/>
                </a:lnTo>
                <a:lnTo>
                  <a:pt x="322707" y="131806"/>
                </a:lnTo>
                <a:lnTo>
                  <a:pt x="315922" y="139913"/>
                </a:lnTo>
                <a:lnTo>
                  <a:pt x="314522" y="141236"/>
                </a:lnTo>
                <a:close/>
              </a:path>
              <a:path w="377189" h="395604">
                <a:moveTo>
                  <a:pt x="371043" y="256908"/>
                </a:moveTo>
                <a:lnTo>
                  <a:pt x="0" y="256908"/>
                </a:lnTo>
                <a:lnTo>
                  <a:pt x="0" y="216255"/>
                </a:lnTo>
                <a:lnTo>
                  <a:pt x="377190" y="216255"/>
                </a:lnTo>
                <a:lnTo>
                  <a:pt x="377190" y="250761"/>
                </a:lnTo>
                <a:lnTo>
                  <a:pt x="376351" y="252717"/>
                </a:lnTo>
                <a:lnTo>
                  <a:pt x="372999" y="256070"/>
                </a:lnTo>
                <a:lnTo>
                  <a:pt x="371043" y="256908"/>
                </a:lnTo>
                <a:close/>
              </a:path>
              <a:path w="377189" h="395604">
                <a:moveTo>
                  <a:pt x="130479" y="395211"/>
                </a:moveTo>
                <a:lnTo>
                  <a:pt x="88849" y="395211"/>
                </a:lnTo>
                <a:lnTo>
                  <a:pt x="88849" y="256908"/>
                </a:lnTo>
                <a:lnTo>
                  <a:pt x="136626" y="256908"/>
                </a:lnTo>
                <a:lnTo>
                  <a:pt x="136626" y="389064"/>
                </a:lnTo>
                <a:lnTo>
                  <a:pt x="135788" y="391020"/>
                </a:lnTo>
                <a:lnTo>
                  <a:pt x="132435" y="394373"/>
                </a:lnTo>
                <a:lnTo>
                  <a:pt x="130479" y="395211"/>
                </a:lnTo>
                <a:close/>
              </a:path>
              <a:path w="377189" h="395604">
                <a:moveTo>
                  <a:pt x="281774" y="395211"/>
                </a:moveTo>
                <a:lnTo>
                  <a:pt x="240563" y="395211"/>
                </a:lnTo>
                <a:lnTo>
                  <a:pt x="240563" y="256908"/>
                </a:lnTo>
                <a:lnTo>
                  <a:pt x="287921" y="256908"/>
                </a:lnTo>
                <a:lnTo>
                  <a:pt x="287921" y="389064"/>
                </a:lnTo>
                <a:lnTo>
                  <a:pt x="287083" y="391020"/>
                </a:lnTo>
                <a:lnTo>
                  <a:pt x="283730" y="394373"/>
                </a:lnTo>
                <a:lnTo>
                  <a:pt x="281774" y="3952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52677" y="3375713"/>
            <a:ext cx="401320" cy="399415"/>
          </a:xfrm>
          <a:custGeom>
            <a:avLst/>
            <a:gdLst/>
            <a:ahLst/>
            <a:cxnLst/>
            <a:rect l="l" t="t" r="r" b="b"/>
            <a:pathLst>
              <a:path w="401320" h="399414">
                <a:moveTo>
                  <a:pt x="31432" y="310134"/>
                </a:moveTo>
                <a:lnTo>
                  <a:pt x="0" y="279539"/>
                </a:lnTo>
                <a:lnTo>
                  <a:pt x="10752" y="272965"/>
                </a:lnTo>
                <a:lnTo>
                  <a:pt x="21216" y="265814"/>
                </a:lnTo>
                <a:lnTo>
                  <a:pt x="50737" y="241074"/>
                </a:lnTo>
                <a:lnTo>
                  <a:pt x="82693" y="203970"/>
                </a:lnTo>
                <a:lnTo>
                  <a:pt x="102875" y="165348"/>
                </a:lnTo>
                <a:lnTo>
                  <a:pt x="107708" y="137883"/>
                </a:lnTo>
                <a:lnTo>
                  <a:pt x="107708" y="18440"/>
                </a:lnTo>
                <a:lnTo>
                  <a:pt x="155905" y="18440"/>
                </a:lnTo>
                <a:lnTo>
                  <a:pt x="155905" y="137883"/>
                </a:lnTo>
                <a:lnTo>
                  <a:pt x="156560" y="147051"/>
                </a:lnTo>
                <a:lnTo>
                  <a:pt x="171988" y="186604"/>
                </a:lnTo>
                <a:lnTo>
                  <a:pt x="189774" y="211645"/>
                </a:lnTo>
                <a:lnTo>
                  <a:pt x="132854" y="211645"/>
                </a:lnTo>
                <a:lnTo>
                  <a:pt x="105822" y="244531"/>
                </a:lnTo>
                <a:lnTo>
                  <a:pt x="78672" y="273410"/>
                </a:lnTo>
                <a:lnTo>
                  <a:pt x="43795" y="303061"/>
                </a:lnTo>
                <a:lnTo>
                  <a:pt x="37457" y="307003"/>
                </a:lnTo>
                <a:lnTo>
                  <a:pt x="31432" y="310134"/>
                </a:lnTo>
                <a:close/>
              </a:path>
              <a:path w="401320" h="399414">
                <a:moveTo>
                  <a:pt x="237210" y="305104"/>
                </a:moveTo>
                <a:lnTo>
                  <a:pt x="201927" y="282840"/>
                </a:lnTo>
                <a:lnTo>
                  <a:pt x="172904" y="256999"/>
                </a:lnTo>
                <a:lnTo>
                  <a:pt x="141917" y="223275"/>
                </a:lnTo>
                <a:lnTo>
                  <a:pt x="132854" y="211645"/>
                </a:lnTo>
                <a:lnTo>
                  <a:pt x="189774" y="211645"/>
                </a:lnTo>
                <a:lnTo>
                  <a:pt x="193205" y="215836"/>
                </a:lnTo>
                <a:lnTo>
                  <a:pt x="201587" y="225030"/>
                </a:lnTo>
                <a:lnTo>
                  <a:pt x="239017" y="256829"/>
                </a:lnTo>
                <a:lnTo>
                  <a:pt x="267385" y="271995"/>
                </a:lnTo>
                <a:lnTo>
                  <a:pt x="237210" y="305104"/>
                </a:lnTo>
                <a:close/>
              </a:path>
              <a:path w="401320" h="399414">
                <a:moveTo>
                  <a:pt x="336257" y="398983"/>
                </a:moveTo>
                <a:lnTo>
                  <a:pt x="295046" y="398983"/>
                </a:lnTo>
                <a:lnTo>
                  <a:pt x="295046" y="0"/>
                </a:lnTo>
                <a:lnTo>
                  <a:pt x="342404" y="0"/>
                </a:lnTo>
                <a:lnTo>
                  <a:pt x="342404" y="140398"/>
                </a:lnTo>
                <a:lnTo>
                  <a:pt x="401078" y="140398"/>
                </a:lnTo>
                <a:lnTo>
                  <a:pt x="401078" y="180213"/>
                </a:lnTo>
                <a:lnTo>
                  <a:pt x="342404" y="180213"/>
                </a:lnTo>
                <a:lnTo>
                  <a:pt x="342404" y="392836"/>
                </a:lnTo>
                <a:lnTo>
                  <a:pt x="341566" y="394792"/>
                </a:lnTo>
                <a:lnTo>
                  <a:pt x="338213" y="398145"/>
                </a:lnTo>
                <a:lnTo>
                  <a:pt x="336257" y="398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63129" y="3375713"/>
            <a:ext cx="358775" cy="399415"/>
          </a:xfrm>
          <a:custGeom>
            <a:avLst/>
            <a:gdLst/>
            <a:ahLst/>
            <a:cxnLst/>
            <a:rect l="l" t="t" r="r" b="b"/>
            <a:pathLst>
              <a:path w="358775" h="399414">
                <a:moveTo>
                  <a:pt x="352602" y="398983"/>
                </a:moveTo>
                <a:lnTo>
                  <a:pt x="311391" y="398983"/>
                </a:lnTo>
                <a:lnTo>
                  <a:pt x="311391" y="164287"/>
                </a:lnTo>
                <a:lnTo>
                  <a:pt x="207873" y="164287"/>
                </a:lnTo>
                <a:lnTo>
                  <a:pt x="207873" y="124053"/>
                </a:lnTo>
                <a:lnTo>
                  <a:pt x="311391" y="124053"/>
                </a:lnTo>
                <a:lnTo>
                  <a:pt x="311391" y="0"/>
                </a:lnTo>
                <a:lnTo>
                  <a:pt x="358749" y="0"/>
                </a:lnTo>
                <a:lnTo>
                  <a:pt x="358749" y="392836"/>
                </a:lnTo>
                <a:lnTo>
                  <a:pt x="357911" y="394792"/>
                </a:lnTo>
                <a:lnTo>
                  <a:pt x="354558" y="398145"/>
                </a:lnTo>
                <a:lnTo>
                  <a:pt x="352602" y="398983"/>
                </a:lnTo>
                <a:close/>
              </a:path>
              <a:path w="358775" h="399414">
                <a:moveTo>
                  <a:pt x="31432" y="312229"/>
                </a:moveTo>
                <a:lnTo>
                  <a:pt x="0" y="281635"/>
                </a:lnTo>
                <a:lnTo>
                  <a:pt x="10372" y="275008"/>
                </a:lnTo>
                <a:lnTo>
                  <a:pt x="20535" y="267700"/>
                </a:lnTo>
                <a:lnTo>
                  <a:pt x="49597" y="241925"/>
                </a:lnTo>
                <a:lnTo>
                  <a:pt x="81449" y="203473"/>
                </a:lnTo>
                <a:lnTo>
                  <a:pt x="101919" y="164313"/>
                </a:lnTo>
                <a:lnTo>
                  <a:pt x="106870" y="138303"/>
                </a:lnTo>
                <a:lnTo>
                  <a:pt x="106870" y="18440"/>
                </a:lnTo>
                <a:lnTo>
                  <a:pt x="155067" y="18440"/>
                </a:lnTo>
                <a:lnTo>
                  <a:pt x="155170" y="138303"/>
                </a:lnTo>
                <a:lnTo>
                  <a:pt x="172079" y="184128"/>
                </a:lnTo>
                <a:lnTo>
                  <a:pt x="190784" y="209969"/>
                </a:lnTo>
                <a:lnTo>
                  <a:pt x="132854" y="209969"/>
                </a:lnTo>
                <a:lnTo>
                  <a:pt x="107892" y="243798"/>
                </a:lnTo>
                <a:lnTo>
                  <a:pt x="80126" y="273934"/>
                </a:lnTo>
                <a:lnTo>
                  <a:pt x="50802" y="300049"/>
                </a:lnTo>
                <a:lnTo>
                  <a:pt x="37496" y="309060"/>
                </a:lnTo>
                <a:lnTo>
                  <a:pt x="31432" y="312229"/>
                </a:lnTo>
                <a:close/>
              </a:path>
              <a:path w="358775" h="399414">
                <a:moveTo>
                  <a:pt x="236372" y="307200"/>
                </a:moveTo>
                <a:lnTo>
                  <a:pt x="200801" y="282879"/>
                </a:lnTo>
                <a:lnTo>
                  <a:pt x="171948" y="256253"/>
                </a:lnTo>
                <a:lnTo>
                  <a:pt x="141289" y="221703"/>
                </a:lnTo>
                <a:lnTo>
                  <a:pt x="132854" y="209969"/>
                </a:lnTo>
                <a:lnTo>
                  <a:pt x="190784" y="209969"/>
                </a:lnTo>
                <a:lnTo>
                  <a:pt x="194043" y="213950"/>
                </a:lnTo>
                <a:lnTo>
                  <a:pt x="202595" y="223471"/>
                </a:lnTo>
                <a:lnTo>
                  <a:pt x="239843" y="256803"/>
                </a:lnTo>
                <a:lnTo>
                  <a:pt x="266128" y="272834"/>
                </a:lnTo>
                <a:lnTo>
                  <a:pt x="236372" y="307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97316" y="3375294"/>
            <a:ext cx="308610" cy="399415"/>
          </a:xfrm>
          <a:custGeom>
            <a:avLst/>
            <a:gdLst/>
            <a:ahLst/>
            <a:cxnLst/>
            <a:rect l="l" t="t" r="r" b="b"/>
            <a:pathLst>
              <a:path w="308610" h="399414">
                <a:moveTo>
                  <a:pt x="302310" y="399402"/>
                </a:moveTo>
                <a:lnTo>
                  <a:pt x="260261" y="399402"/>
                </a:lnTo>
                <a:lnTo>
                  <a:pt x="260261" y="0"/>
                </a:lnTo>
                <a:lnTo>
                  <a:pt x="308457" y="0"/>
                </a:lnTo>
                <a:lnTo>
                  <a:pt x="308457" y="393255"/>
                </a:lnTo>
                <a:lnTo>
                  <a:pt x="307619" y="395211"/>
                </a:lnTo>
                <a:lnTo>
                  <a:pt x="304266" y="398564"/>
                </a:lnTo>
                <a:lnTo>
                  <a:pt x="302310" y="399402"/>
                </a:lnTo>
                <a:close/>
              </a:path>
              <a:path w="308610" h="399414">
                <a:moveTo>
                  <a:pt x="184683" y="308457"/>
                </a:moveTo>
                <a:lnTo>
                  <a:pt x="18021" y="308457"/>
                </a:lnTo>
                <a:lnTo>
                  <a:pt x="11874" y="306012"/>
                </a:lnTo>
                <a:lnTo>
                  <a:pt x="2374" y="296233"/>
                </a:lnTo>
                <a:lnTo>
                  <a:pt x="111" y="290576"/>
                </a:lnTo>
                <a:lnTo>
                  <a:pt x="0" y="18021"/>
                </a:lnTo>
                <a:lnTo>
                  <a:pt x="47358" y="18021"/>
                </a:lnTo>
                <a:lnTo>
                  <a:pt x="47358" y="122796"/>
                </a:lnTo>
                <a:lnTo>
                  <a:pt x="203263" y="122796"/>
                </a:lnTo>
                <a:lnTo>
                  <a:pt x="203263" y="163029"/>
                </a:lnTo>
                <a:lnTo>
                  <a:pt x="47358" y="163029"/>
                </a:lnTo>
                <a:lnTo>
                  <a:pt x="47358" y="267246"/>
                </a:lnTo>
                <a:lnTo>
                  <a:pt x="48755" y="268643"/>
                </a:lnTo>
                <a:lnTo>
                  <a:pt x="203263" y="268643"/>
                </a:lnTo>
                <a:lnTo>
                  <a:pt x="203263" y="290576"/>
                </a:lnTo>
                <a:lnTo>
                  <a:pt x="200748" y="296583"/>
                </a:lnTo>
                <a:lnTo>
                  <a:pt x="190690" y="306082"/>
                </a:lnTo>
                <a:lnTo>
                  <a:pt x="184683" y="308457"/>
                </a:lnTo>
                <a:close/>
              </a:path>
              <a:path w="308610" h="399414">
                <a:moveTo>
                  <a:pt x="203263" y="122796"/>
                </a:moveTo>
                <a:lnTo>
                  <a:pt x="155486" y="122796"/>
                </a:lnTo>
                <a:lnTo>
                  <a:pt x="155486" y="18021"/>
                </a:lnTo>
                <a:lnTo>
                  <a:pt x="203263" y="18021"/>
                </a:lnTo>
                <a:lnTo>
                  <a:pt x="203263" y="122796"/>
                </a:lnTo>
                <a:close/>
              </a:path>
              <a:path w="308610" h="399414">
                <a:moveTo>
                  <a:pt x="203263" y="268643"/>
                </a:moveTo>
                <a:lnTo>
                  <a:pt x="154089" y="268643"/>
                </a:lnTo>
                <a:lnTo>
                  <a:pt x="155486" y="267246"/>
                </a:lnTo>
                <a:lnTo>
                  <a:pt x="155486" y="163029"/>
                </a:lnTo>
                <a:lnTo>
                  <a:pt x="203263" y="163029"/>
                </a:lnTo>
                <a:lnTo>
                  <a:pt x="203263" y="2686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460676" y="3392896"/>
            <a:ext cx="377190" cy="325755"/>
          </a:xfrm>
          <a:custGeom>
            <a:avLst/>
            <a:gdLst/>
            <a:ahLst/>
            <a:cxnLst/>
            <a:rect l="l" t="t" r="r" b="b"/>
            <a:pathLst>
              <a:path w="377189" h="325754">
                <a:moveTo>
                  <a:pt x="42329" y="225894"/>
                </a:moveTo>
                <a:lnTo>
                  <a:pt x="10896" y="192366"/>
                </a:lnTo>
                <a:lnTo>
                  <a:pt x="17418" y="190271"/>
                </a:lnTo>
                <a:lnTo>
                  <a:pt x="24412" y="187756"/>
                </a:lnTo>
                <a:lnTo>
                  <a:pt x="64803" y="169368"/>
                </a:lnTo>
                <a:lnTo>
                  <a:pt x="98763" y="149068"/>
                </a:lnTo>
                <a:lnTo>
                  <a:pt x="129907" y="124787"/>
                </a:lnTo>
                <a:lnTo>
                  <a:pt x="157581" y="90735"/>
                </a:lnTo>
                <a:lnTo>
                  <a:pt x="165544" y="62026"/>
                </a:lnTo>
                <a:lnTo>
                  <a:pt x="165544" y="0"/>
                </a:lnTo>
                <a:lnTo>
                  <a:pt x="213321" y="0"/>
                </a:lnTo>
                <a:lnTo>
                  <a:pt x="213321" y="67056"/>
                </a:lnTo>
                <a:lnTo>
                  <a:pt x="214395" y="73159"/>
                </a:lnTo>
                <a:lnTo>
                  <a:pt x="238009" y="110406"/>
                </a:lnTo>
                <a:lnTo>
                  <a:pt x="257010" y="127825"/>
                </a:lnTo>
                <a:lnTo>
                  <a:pt x="189433" y="127825"/>
                </a:lnTo>
                <a:lnTo>
                  <a:pt x="160724" y="156743"/>
                </a:lnTo>
                <a:lnTo>
                  <a:pt x="122586" y="185451"/>
                </a:lnTo>
                <a:lnTo>
                  <a:pt x="81095" y="209759"/>
                </a:lnTo>
                <a:lnTo>
                  <a:pt x="51352" y="222843"/>
                </a:lnTo>
                <a:lnTo>
                  <a:pt x="42329" y="225894"/>
                </a:lnTo>
                <a:close/>
              </a:path>
              <a:path w="377189" h="325754">
                <a:moveTo>
                  <a:pt x="336118" y="221703"/>
                </a:moveTo>
                <a:lnTo>
                  <a:pt x="299237" y="207664"/>
                </a:lnTo>
                <a:lnTo>
                  <a:pt x="257117" y="184613"/>
                </a:lnTo>
                <a:lnTo>
                  <a:pt x="217722" y="156533"/>
                </a:lnTo>
                <a:lnTo>
                  <a:pt x="189433" y="127825"/>
                </a:lnTo>
                <a:lnTo>
                  <a:pt x="257010" y="127825"/>
                </a:lnTo>
                <a:lnTo>
                  <a:pt x="257694" y="128401"/>
                </a:lnTo>
                <a:lnTo>
                  <a:pt x="265067" y="134151"/>
                </a:lnTo>
                <a:lnTo>
                  <a:pt x="297076" y="155486"/>
                </a:lnTo>
                <a:lnTo>
                  <a:pt x="337794" y="176650"/>
                </a:lnTo>
                <a:lnTo>
                  <a:pt x="366293" y="187337"/>
                </a:lnTo>
                <a:lnTo>
                  <a:pt x="336118" y="221703"/>
                </a:lnTo>
                <a:close/>
              </a:path>
              <a:path w="377189" h="325754">
                <a:moveTo>
                  <a:pt x="371043" y="325640"/>
                </a:moveTo>
                <a:lnTo>
                  <a:pt x="0" y="325640"/>
                </a:lnTo>
                <a:lnTo>
                  <a:pt x="0" y="285407"/>
                </a:lnTo>
                <a:lnTo>
                  <a:pt x="377190" y="285407"/>
                </a:lnTo>
                <a:lnTo>
                  <a:pt x="377190" y="319493"/>
                </a:lnTo>
                <a:lnTo>
                  <a:pt x="376351" y="321449"/>
                </a:lnTo>
                <a:lnTo>
                  <a:pt x="372999" y="324802"/>
                </a:lnTo>
                <a:lnTo>
                  <a:pt x="371043" y="3256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70975" y="3690876"/>
            <a:ext cx="46990" cy="106045"/>
          </a:xfrm>
          <a:custGeom>
            <a:avLst/>
            <a:gdLst/>
            <a:ahLst/>
            <a:cxnLst/>
            <a:rect l="l" t="t" r="r" b="b"/>
            <a:pathLst>
              <a:path w="46989" h="106045">
                <a:moveTo>
                  <a:pt x="15506" y="105613"/>
                </a:moveTo>
                <a:lnTo>
                  <a:pt x="1816" y="105613"/>
                </a:lnTo>
                <a:lnTo>
                  <a:pt x="0" y="103797"/>
                </a:lnTo>
                <a:lnTo>
                  <a:pt x="0" y="0"/>
                </a:lnTo>
                <a:lnTo>
                  <a:pt x="46939" y="0"/>
                </a:lnTo>
                <a:lnTo>
                  <a:pt x="46939" y="49453"/>
                </a:lnTo>
                <a:lnTo>
                  <a:pt x="46450" y="51968"/>
                </a:lnTo>
                <a:lnTo>
                  <a:pt x="44494" y="56997"/>
                </a:lnTo>
                <a:lnTo>
                  <a:pt x="42329" y="61188"/>
                </a:lnTo>
                <a:lnTo>
                  <a:pt x="19697" y="101980"/>
                </a:lnTo>
                <a:lnTo>
                  <a:pt x="16833" y="105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59150" y="3385772"/>
            <a:ext cx="377190" cy="389255"/>
          </a:xfrm>
          <a:custGeom>
            <a:avLst/>
            <a:gdLst/>
            <a:ahLst/>
            <a:cxnLst/>
            <a:rect l="l" t="t" r="r" b="b"/>
            <a:pathLst>
              <a:path w="377189" h="389254">
                <a:moveTo>
                  <a:pt x="371043" y="252717"/>
                </a:moveTo>
                <a:lnTo>
                  <a:pt x="0" y="252717"/>
                </a:lnTo>
                <a:lnTo>
                  <a:pt x="0" y="212902"/>
                </a:lnTo>
                <a:lnTo>
                  <a:pt x="377190" y="212902"/>
                </a:lnTo>
                <a:lnTo>
                  <a:pt x="377190" y="246570"/>
                </a:lnTo>
                <a:lnTo>
                  <a:pt x="376351" y="248526"/>
                </a:lnTo>
                <a:lnTo>
                  <a:pt x="372999" y="251879"/>
                </a:lnTo>
                <a:lnTo>
                  <a:pt x="371043" y="252717"/>
                </a:lnTo>
                <a:close/>
              </a:path>
              <a:path w="377189" h="389254">
                <a:moveTo>
                  <a:pt x="206756" y="388924"/>
                </a:moveTo>
                <a:lnTo>
                  <a:pt x="165125" y="388924"/>
                </a:lnTo>
                <a:lnTo>
                  <a:pt x="165125" y="252717"/>
                </a:lnTo>
                <a:lnTo>
                  <a:pt x="212902" y="252717"/>
                </a:lnTo>
                <a:lnTo>
                  <a:pt x="212902" y="382778"/>
                </a:lnTo>
                <a:lnTo>
                  <a:pt x="212064" y="384733"/>
                </a:lnTo>
                <a:lnTo>
                  <a:pt x="208711" y="388086"/>
                </a:lnTo>
                <a:lnTo>
                  <a:pt x="206756" y="388924"/>
                </a:lnTo>
                <a:close/>
              </a:path>
              <a:path w="377189" h="389254">
                <a:moveTo>
                  <a:pt x="309575" y="169735"/>
                </a:moveTo>
                <a:lnTo>
                  <a:pt x="67894" y="169735"/>
                </a:lnTo>
                <a:lnTo>
                  <a:pt x="61956" y="167290"/>
                </a:lnTo>
                <a:lnTo>
                  <a:pt x="51619" y="157511"/>
                </a:lnTo>
                <a:lnTo>
                  <a:pt x="49034" y="151434"/>
                </a:lnTo>
                <a:lnTo>
                  <a:pt x="49034" y="0"/>
                </a:lnTo>
                <a:lnTo>
                  <a:pt x="328574" y="0"/>
                </a:lnTo>
                <a:lnTo>
                  <a:pt x="328574" y="38557"/>
                </a:lnTo>
                <a:lnTo>
                  <a:pt x="95973" y="38557"/>
                </a:lnTo>
                <a:lnTo>
                  <a:pt x="95973" y="129781"/>
                </a:lnTo>
                <a:lnTo>
                  <a:pt x="97370" y="131178"/>
                </a:lnTo>
                <a:lnTo>
                  <a:pt x="328574" y="131178"/>
                </a:lnTo>
                <a:lnTo>
                  <a:pt x="328574" y="151434"/>
                </a:lnTo>
                <a:lnTo>
                  <a:pt x="325989" y="157511"/>
                </a:lnTo>
                <a:lnTo>
                  <a:pt x="315652" y="167290"/>
                </a:lnTo>
                <a:lnTo>
                  <a:pt x="309575" y="169735"/>
                </a:lnTo>
                <a:close/>
              </a:path>
              <a:path w="377189" h="389254">
                <a:moveTo>
                  <a:pt x="328574" y="131178"/>
                </a:moveTo>
                <a:lnTo>
                  <a:pt x="279819" y="131178"/>
                </a:lnTo>
                <a:lnTo>
                  <a:pt x="281216" y="129781"/>
                </a:lnTo>
                <a:lnTo>
                  <a:pt x="281216" y="38557"/>
                </a:lnTo>
                <a:lnTo>
                  <a:pt x="328574" y="38557"/>
                </a:lnTo>
                <a:lnTo>
                  <a:pt x="328574" y="1311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62324" y="3375713"/>
            <a:ext cx="341630" cy="400685"/>
          </a:xfrm>
          <a:custGeom>
            <a:avLst/>
            <a:gdLst/>
            <a:ahLst/>
            <a:cxnLst/>
            <a:rect l="l" t="t" r="r" b="b"/>
            <a:pathLst>
              <a:path w="341629" h="400685">
                <a:moveTo>
                  <a:pt x="322707" y="82981"/>
                </a:moveTo>
                <a:lnTo>
                  <a:pt x="275767" y="82981"/>
                </a:lnTo>
                <a:lnTo>
                  <a:pt x="275767" y="0"/>
                </a:lnTo>
                <a:lnTo>
                  <a:pt x="322707" y="0"/>
                </a:lnTo>
                <a:lnTo>
                  <a:pt x="322707" y="82981"/>
                </a:lnTo>
                <a:close/>
              </a:path>
              <a:path w="341629" h="400685">
                <a:moveTo>
                  <a:pt x="109804" y="211645"/>
                </a:moveTo>
                <a:lnTo>
                  <a:pt x="68941" y="205359"/>
                </a:lnTo>
                <a:lnTo>
                  <a:pt x="33737" y="186499"/>
                </a:lnTo>
                <a:lnTo>
                  <a:pt x="9220" y="154647"/>
                </a:lnTo>
                <a:lnTo>
                  <a:pt x="0" y="109385"/>
                </a:lnTo>
                <a:lnTo>
                  <a:pt x="563" y="97205"/>
                </a:lnTo>
                <a:lnTo>
                  <a:pt x="13895" y="56342"/>
                </a:lnTo>
                <a:lnTo>
                  <a:pt x="40953" y="28066"/>
                </a:lnTo>
                <a:lnTo>
                  <a:pt x="78175" y="12638"/>
                </a:lnTo>
                <a:lnTo>
                  <a:pt x="109804" y="9220"/>
                </a:lnTo>
                <a:lnTo>
                  <a:pt x="119142" y="9508"/>
                </a:lnTo>
                <a:lnTo>
                  <a:pt x="162663" y="19592"/>
                </a:lnTo>
                <a:lnTo>
                  <a:pt x="196715" y="44084"/>
                </a:lnTo>
                <a:lnTo>
                  <a:pt x="201671" y="50292"/>
                </a:lnTo>
                <a:lnTo>
                  <a:pt x="101701" y="50292"/>
                </a:lnTo>
                <a:lnTo>
                  <a:pt x="93948" y="51758"/>
                </a:lnTo>
                <a:lnTo>
                  <a:pt x="61467" y="72015"/>
                </a:lnTo>
                <a:lnTo>
                  <a:pt x="49034" y="100723"/>
                </a:lnTo>
                <a:lnTo>
                  <a:pt x="49034" y="109385"/>
                </a:lnTo>
                <a:lnTo>
                  <a:pt x="63284" y="150806"/>
                </a:lnTo>
                <a:lnTo>
                  <a:pt x="102819" y="170154"/>
                </a:lnTo>
                <a:lnTo>
                  <a:pt x="200981" y="170154"/>
                </a:lnTo>
                <a:lnTo>
                  <a:pt x="200866" y="170324"/>
                </a:lnTo>
                <a:lnTo>
                  <a:pt x="165439" y="199386"/>
                </a:lnTo>
                <a:lnTo>
                  <a:pt x="128925" y="210283"/>
                </a:lnTo>
                <a:lnTo>
                  <a:pt x="119404" y="211304"/>
                </a:lnTo>
                <a:lnTo>
                  <a:pt x="109804" y="211645"/>
                </a:lnTo>
                <a:close/>
              </a:path>
              <a:path w="341629" h="400685">
                <a:moveTo>
                  <a:pt x="200981" y="170154"/>
                </a:moveTo>
                <a:lnTo>
                  <a:pt x="116789" y="170154"/>
                </a:lnTo>
                <a:lnTo>
                  <a:pt x="123844" y="168967"/>
                </a:lnTo>
                <a:lnTo>
                  <a:pt x="138093" y="164217"/>
                </a:lnTo>
                <a:lnTo>
                  <a:pt x="164915" y="136836"/>
                </a:lnTo>
                <a:lnTo>
                  <a:pt x="170573" y="109385"/>
                </a:lnTo>
                <a:lnTo>
                  <a:pt x="170573" y="100723"/>
                </a:lnTo>
                <a:lnTo>
                  <a:pt x="146964" y="61677"/>
                </a:lnTo>
                <a:lnTo>
                  <a:pt x="117906" y="50292"/>
                </a:lnTo>
                <a:lnTo>
                  <a:pt x="201671" y="50292"/>
                </a:lnTo>
                <a:lnTo>
                  <a:pt x="216674" y="82981"/>
                </a:lnTo>
                <a:lnTo>
                  <a:pt x="322707" y="82981"/>
                </a:lnTo>
                <a:lnTo>
                  <a:pt x="322707" y="123215"/>
                </a:lnTo>
                <a:lnTo>
                  <a:pt x="218770" y="123215"/>
                </a:lnTo>
                <a:lnTo>
                  <a:pt x="217041" y="134151"/>
                </a:lnTo>
                <a:lnTo>
                  <a:pt x="214369" y="144327"/>
                </a:lnTo>
                <a:lnTo>
                  <a:pt x="210754" y="153744"/>
                </a:lnTo>
                <a:lnTo>
                  <a:pt x="206197" y="162401"/>
                </a:lnTo>
                <a:lnTo>
                  <a:pt x="200981" y="170154"/>
                </a:lnTo>
                <a:close/>
              </a:path>
              <a:path w="341629" h="400685">
                <a:moveTo>
                  <a:pt x="316560" y="262775"/>
                </a:moveTo>
                <a:lnTo>
                  <a:pt x="275767" y="262775"/>
                </a:lnTo>
                <a:lnTo>
                  <a:pt x="275767" y="123215"/>
                </a:lnTo>
                <a:lnTo>
                  <a:pt x="322707" y="123215"/>
                </a:lnTo>
                <a:lnTo>
                  <a:pt x="322707" y="256628"/>
                </a:lnTo>
                <a:lnTo>
                  <a:pt x="321868" y="258584"/>
                </a:lnTo>
                <a:lnTo>
                  <a:pt x="318516" y="261937"/>
                </a:lnTo>
                <a:lnTo>
                  <a:pt x="316560" y="262775"/>
                </a:lnTo>
                <a:close/>
              </a:path>
              <a:path w="341629" h="400685">
                <a:moveTo>
                  <a:pt x="45681" y="400659"/>
                </a:moveTo>
                <a:lnTo>
                  <a:pt x="19697" y="366293"/>
                </a:lnTo>
                <a:lnTo>
                  <a:pt x="33383" y="363569"/>
                </a:lnTo>
                <a:lnTo>
                  <a:pt x="46782" y="360426"/>
                </a:lnTo>
                <a:lnTo>
                  <a:pt x="85024" y="348494"/>
                </a:lnTo>
                <a:lnTo>
                  <a:pt x="126803" y="327028"/>
                </a:lnTo>
                <a:lnTo>
                  <a:pt x="153613" y="299591"/>
                </a:lnTo>
                <a:lnTo>
                  <a:pt x="160096" y="275348"/>
                </a:lnTo>
                <a:lnTo>
                  <a:pt x="160096" y="244335"/>
                </a:lnTo>
                <a:lnTo>
                  <a:pt x="207873" y="244335"/>
                </a:lnTo>
                <a:lnTo>
                  <a:pt x="207873" y="277025"/>
                </a:lnTo>
                <a:lnTo>
                  <a:pt x="208646" y="285433"/>
                </a:lnTo>
                <a:lnTo>
                  <a:pt x="234329" y="321973"/>
                </a:lnTo>
                <a:lnTo>
                  <a:pt x="245933" y="330250"/>
                </a:lnTo>
                <a:lnTo>
                  <a:pt x="183565" y="330250"/>
                </a:lnTo>
                <a:lnTo>
                  <a:pt x="148832" y="360897"/>
                </a:lnTo>
                <a:lnTo>
                  <a:pt x="112462" y="379756"/>
                </a:lnTo>
                <a:lnTo>
                  <a:pt x="73381" y="393587"/>
                </a:lnTo>
                <a:lnTo>
                  <a:pt x="54627" y="398616"/>
                </a:lnTo>
                <a:lnTo>
                  <a:pt x="45681" y="400659"/>
                </a:lnTo>
                <a:close/>
              </a:path>
              <a:path w="341629" h="400685">
                <a:moveTo>
                  <a:pt x="316839" y="400240"/>
                </a:moveTo>
                <a:lnTo>
                  <a:pt x="279120" y="389343"/>
                </a:lnTo>
                <a:lnTo>
                  <a:pt x="241192" y="373627"/>
                </a:lnTo>
                <a:lnTo>
                  <a:pt x="207664" y="353720"/>
                </a:lnTo>
                <a:lnTo>
                  <a:pt x="183565" y="330250"/>
                </a:lnTo>
                <a:lnTo>
                  <a:pt x="245933" y="330250"/>
                </a:lnTo>
                <a:lnTo>
                  <a:pt x="251879" y="334022"/>
                </a:lnTo>
                <a:lnTo>
                  <a:pt x="261793" y="339497"/>
                </a:lnTo>
                <a:lnTo>
                  <a:pt x="306610" y="357701"/>
                </a:lnTo>
                <a:lnTo>
                  <a:pt x="341147" y="367131"/>
                </a:lnTo>
                <a:lnTo>
                  <a:pt x="316839" y="400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60050" y="3375294"/>
            <a:ext cx="319405" cy="399415"/>
          </a:xfrm>
          <a:custGeom>
            <a:avLst/>
            <a:gdLst/>
            <a:ahLst/>
            <a:cxnLst/>
            <a:rect l="l" t="t" r="r" b="b"/>
            <a:pathLst>
              <a:path w="319404" h="399414">
                <a:moveTo>
                  <a:pt x="109385" y="314744"/>
                </a:moveTo>
                <a:lnTo>
                  <a:pt x="70723" y="307789"/>
                </a:lnTo>
                <a:lnTo>
                  <a:pt x="33135" y="278884"/>
                </a:lnTo>
                <a:lnTo>
                  <a:pt x="9875" y="233451"/>
                </a:lnTo>
                <a:lnTo>
                  <a:pt x="1571" y="191633"/>
                </a:lnTo>
                <a:lnTo>
                  <a:pt x="0" y="161772"/>
                </a:lnTo>
                <a:lnTo>
                  <a:pt x="392" y="148544"/>
                </a:lnTo>
                <a:lnTo>
                  <a:pt x="6286" y="108546"/>
                </a:lnTo>
                <a:lnTo>
                  <a:pt x="19606" y="71142"/>
                </a:lnTo>
                <a:lnTo>
                  <a:pt x="49820" y="31838"/>
                </a:lnTo>
                <a:lnTo>
                  <a:pt x="95436" y="11747"/>
                </a:lnTo>
                <a:lnTo>
                  <a:pt x="109385" y="10896"/>
                </a:lnTo>
                <a:lnTo>
                  <a:pt x="123516" y="11747"/>
                </a:lnTo>
                <a:lnTo>
                  <a:pt x="159467" y="24517"/>
                </a:lnTo>
                <a:lnTo>
                  <a:pt x="188563" y="52806"/>
                </a:lnTo>
                <a:lnTo>
                  <a:pt x="109385" y="52806"/>
                </a:lnTo>
                <a:lnTo>
                  <a:pt x="101500" y="53487"/>
                </a:lnTo>
                <a:lnTo>
                  <a:pt x="70670" y="75961"/>
                </a:lnTo>
                <a:lnTo>
                  <a:pt x="53474" y="116876"/>
                </a:lnTo>
                <a:lnTo>
                  <a:pt x="48196" y="161353"/>
                </a:lnTo>
                <a:lnTo>
                  <a:pt x="48419" y="172512"/>
                </a:lnTo>
                <a:lnTo>
                  <a:pt x="53788" y="213858"/>
                </a:lnTo>
                <a:lnTo>
                  <a:pt x="71404" y="253241"/>
                </a:lnTo>
                <a:lnTo>
                  <a:pt x="109385" y="272834"/>
                </a:lnTo>
                <a:lnTo>
                  <a:pt x="190361" y="272834"/>
                </a:lnTo>
                <a:lnTo>
                  <a:pt x="186041" y="278884"/>
                </a:lnTo>
                <a:lnTo>
                  <a:pt x="148164" y="307789"/>
                </a:lnTo>
                <a:lnTo>
                  <a:pt x="123333" y="313971"/>
                </a:lnTo>
                <a:lnTo>
                  <a:pt x="109385" y="314744"/>
                </a:lnTo>
                <a:close/>
              </a:path>
              <a:path w="319404" h="399414">
                <a:moveTo>
                  <a:pt x="190361" y="272834"/>
                </a:moveTo>
                <a:lnTo>
                  <a:pt x="109385" y="272834"/>
                </a:lnTo>
                <a:lnTo>
                  <a:pt x="116902" y="272270"/>
                </a:lnTo>
                <a:lnTo>
                  <a:pt x="123948" y="270581"/>
                </a:lnTo>
                <a:lnTo>
                  <a:pt x="155905" y="239515"/>
                </a:lnTo>
                <a:lnTo>
                  <a:pt x="168871" y="193886"/>
                </a:lnTo>
                <a:lnTo>
                  <a:pt x="170992" y="161353"/>
                </a:lnTo>
                <a:lnTo>
                  <a:pt x="170783" y="153023"/>
                </a:lnTo>
                <a:lnTo>
                  <a:pt x="163239" y="107918"/>
                </a:lnTo>
                <a:lnTo>
                  <a:pt x="143070" y="69492"/>
                </a:lnTo>
                <a:lnTo>
                  <a:pt x="109385" y="52806"/>
                </a:lnTo>
                <a:lnTo>
                  <a:pt x="188563" y="52806"/>
                </a:lnTo>
                <a:lnTo>
                  <a:pt x="209327" y="95450"/>
                </a:lnTo>
                <a:lnTo>
                  <a:pt x="217631" y="135421"/>
                </a:lnTo>
                <a:lnTo>
                  <a:pt x="219189" y="161772"/>
                </a:lnTo>
                <a:lnTo>
                  <a:pt x="218796" y="176886"/>
                </a:lnTo>
                <a:lnTo>
                  <a:pt x="212902" y="220027"/>
                </a:lnTo>
                <a:lnTo>
                  <a:pt x="199465" y="257864"/>
                </a:lnTo>
                <a:lnTo>
                  <a:pt x="193205" y="268852"/>
                </a:lnTo>
                <a:lnTo>
                  <a:pt x="190361" y="272834"/>
                </a:lnTo>
                <a:close/>
              </a:path>
              <a:path w="319404" h="399414">
                <a:moveTo>
                  <a:pt x="312788" y="399402"/>
                </a:moveTo>
                <a:lnTo>
                  <a:pt x="271157" y="399402"/>
                </a:lnTo>
                <a:lnTo>
                  <a:pt x="271157" y="0"/>
                </a:lnTo>
                <a:lnTo>
                  <a:pt x="318935" y="0"/>
                </a:lnTo>
                <a:lnTo>
                  <a:pt x="318935" y="393255"/>
                </a:lnTo>
                <a:lnTo>
                  <a:pt x="318096" y="395211"/>
                </a:lnTo>
                <a:lnTo>
                  <a:pt x="314744" y="398564"/>
                </a:lnTo>
                <a:lnTo>
                  <a:pt x="312788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351241" y="3375294"/>
            <a:ext cx="361950" cy="399415"/>
          </a:xfrm>
          <a:custGeom>
            <a:avLst/>
            <a:gdLst/>
            <a:ahLst/>
            <a:cxnLst/>
            <a:rect l="l" t="t" r="r" b="b"/>
            <a:pathLst>
              <a:path w="361950" h="399414">
                <a:moveTo>
                  <a:pt x="49414" y="301568"/>
                </a:moveTo>
                <a:lnTo>
                  <a:pt x="25565" y="301332"/>
                </a:lnTo>
                <a:lnTo>
                  <a:pt x="18859" y="301332"/>
                </a:lnTo>
                <a:lnTo>
                  <a:pt x="12922" y="298958"/>
                </a:lnTo>
                <a:lnTo>
                  <a:pt x="2584" y="289458"/>
                </a:lnTo>
                <a:lnTo>
                  <a:pt x="0" y="283451"/>
                </a:lnTo>
                <a:lnTo>
                  <a:pt x="0" y="38417"/>
                </a:lnTo>
                <a:lnTo>
                  <a:pt x="2444" y="32410"/>
                </a:lnTo>
                <a:lnTo>
                  <a:pt x="12223" y="22910"/>
                </a:lnTo>
                <a:lnTo>
                  <a:pt x="18300" y="20535"/>
                </a:lnTo>
                <a:lnTo>
                  <a:pt x="192786" y="20535"/>
                </a:lnTo>
                <a:lnTo>
                  <a:pt x="192786" y="59931"/>
                </a:lnTo>
                <a:lnTo>
                  <a:pt x="48336" y="59931"/>
                </a:lnTo>
                <a:lnTo>
                  <a:pt x="46939" y="61328"/>
                </a:lnTo>
                <a:lnTo>
                  <a:pt x="46939" y="261378"/>
                </a:lnTo>
                <a:lnTo>
                  <a:pt x="48336" y="262775"/>
                </a:lnTo>
                <a:lnTo>
                  <a:pt x="51130" y="262775"/>
                </a:lnTo>
                <a:lnTo>
                  <a:pt x="71076" y="262998"/>
                </a:lnTo>
                <a:lnTo>
                  <a:pt x="234696" y="262998"/>
                </a:lnTo>
                <a:lnTo>
                  <a:pt x="234696" y="292950"/>
                </a:lnTo>
                <a:lnTo>
                  <a:pt x="179322" y="297246"/>
                </a:lnTo>
                <a:lnTo>
                  <a:pt x="125520" y="300075"/>
                </a:lnTo>
                <a:lnTo>
                  <a:pt x="74023" y="301437"/>
                </a:lnTo>
                <a:lnTo>
                  <a:pt x="49414" y="301568"/>
                </a:lnTo>
                <a:close/>
              </a:path>
              <a:path w="361950" h="399414">
                <a:moveTo>
                  <a:pt x="234696" y="262998"/>
                </a:moveTo>
                <a:lnTo>
                  <a:pt x="71076" y="262998"/>
                </a:lnTo>
                <a:lnTo>
                  <a:pt x="91940" y="262828"/>
                </a:lnTo>
                <a:lnTo>
                  <a:pt x="113720" y="262264"/>
                </a:lnTo>
                <a:lnTo>
                  <a:pt x="159925" y="259933"/>
                </a:lnTo>
                <a:lnTo>
                  <a:pt x="209065" y="255847"/>
                </a:lnTo>
                <a:lnTo>
                  <a:pt x="234696" y="253136"/>
                </a:lnTo>
                <a:lnTo>
                  <a:pt x="234696" y="262998"/>
                </a:lnTo>
                <a:close/>
              </a:path>
              <a:path w="361950" h="399414">
                <a:moveTo>
                  <a:pt x="295186" y="399402"/>
                </a:moveTo>
                <a:lnTo>
                  <a:pt x="253974" y="399402"/>
                </a:lnTo>
                <a:lnTo>
                  <a:pt x="253974" y="0"/>
                </a:lnTo>
                <a:lnTo>
                  <a:pt x="301332" y="0"/>
                </a:lnTo>
                <a:lnTo>
                  <a:pt x="301332" y="131597"/>
                </a:lnTo>
                <a:lnTo>
                  <a:pt x="361683" y="131597"/>
                </a:lnTo>
                <a:lnTo>
                  <a:pt x="361683" y="171411"/>
                </a:lnTo>
                <a:lnTo>
                  <a:pt x="301332" y="171411"/>
                </a:lnTo>
                <a:lnTo>
                  <a:pt x="301332" y="393255"/>
                </a:lnTo>
                <a:lnTo>
                  <a:pt x="300494" y="395211"/>
                </a:lnTo>
                <a:lnTo>
                  <a:pt x="297141" y="398564"/>
                </a:lnTo>
                <a:lnTo>
                  <a:pt x="295186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31365" y="3378228"/>
            <a:ext cx="377190" cy="396240"/>
          </a:xfrm>
          <a:custGeom>
            <a:avLst/>
            <a:gdLst/>
            <a:ahLst/>
            <a:cxnLst/>
            <a:rect l="l" t="t" r="r" b="b"/>
            <a:pathLst>
              <a:path w="377190" h="396239">
                <a:moveTo>
                  <a:pt x="371043" y="251879"/>
                </a:moveTo>
                <a:lnTo>
                  <a:pt x="0" y="251879"/>
                </a:lnTo>
                <a:lnTo>
                  <a:pt x="0" y="212483"/>
                </a:lnTo>
                <a:lnTo>
                  <a:pt x="377190" y="212483"/>
                </a:lnTo>
                <a:lnTo>
                  <a:pt x="377190" y="245732"/>
                </a:lnTo>
                <a:lnTo>
                  <a:pt x="376351" y="247688"/>
                </a:lnTo>
                <a:lnTo>
                  <a:pt x="372999" y="251040"/>
                </a:lnTo>
                <a:lnTo>
                  <a:pt x="371043" y="251879"/>
                </a:lnTo>
                <a:close/>
              </a:path>
              <a:path w="377190" h="396239">
                <a:moveTo>
                  <a:pt x="327736" y="179374"/>
                </a:moveTo>
                <a:lnTo>
                  <a:pt x="73202" y="179374"/>
                </a:lnTo>
                <a:lnTo>
                  <a:pt x="67125" y="176930"/>
                </a:lnTo>
                <a:lnTo>
                  <a:pt x="57346" y="167151"/>
                </a:lnTo>
                <a:lnTo>
                  <a:pt x="54902" y="161213"/>
                </a:lnTo>
                <a:lnTo>
                  <a:pt x="54902" y="70827"/>
                </a:lnTo>
                <a:lnTo>
                  <a:pt x="272694" y="70827"/>
                </a:lnTo>
                <a:lnTo>
                  <a:pt x="274091" y="69430"/>
                </a:lnTo>
                <a:lnTo>
                  <a:pt x="274091" y="38557"/>
                </a:lnTo>
                <a:lnTo>
                  <a:pt x="55321" y="38557"/>
                </a:lnTo>
                <a:lnTo>
                  <a:pt x="55321" y="0"/>
                </a:lnTo>
                <a:lnTo>
                  <a:pt x="322707" y="0"/>
                </a:lnTo>
                <a:lnTo>
                  <a:pt x="322707" y="91224"/>
                </a:lnTo>
                <a:lnTo>
                  <a:pt x="320262" y="97370"/>
                </a:lnTo>
                <a:lnTo>
                  <a:pt x="310483" y="106311"/>
                </a:lnTo>
                <a:lnTo>
                  <a:pt x="304406" y="108546"/>
                </a:lnTo>
                <a:lnTo>
                  <a:pt x="103936" y="108546"/>
                </a:lnTo>
                <a:lnTo>
                  <a:pt x="103936" y="139001"/>
                </a:lnTo>
                <a:lnTo>
                  <a:pt x="105333" y="140398"/>
                </a:lnTo>
                <a:lnTo>
                  <a:pt x="327736" y="140398"/>
                </a:lnTo>
                <a:lnTo>
                  <a:pt x="327736" y="179374"/>
                </a:lnTo>
                <a:close/>
              </a:path>
              <a:path w="377190" h="396239">
                <a:moveTo>
                  <a:pt x="326199" y="396049"/>
                </a:moveTo>
                <a:lnTo>
                  <a:pt x="69989" y="396049"/>
                </a:lnTo>
                <a:lnTo>
                  <a:pt x="64052" y="393604"/>
                </a:lnTo>
                <a:lnTo>
                  <a:pt x="53714" y="383825"/>
                </a:lnTo>
                <a:lnTo>
                  <a:pt x="51130" y="377748"/>
                </a:lnTo>
                <a:lnTo>
                  <a:pt x="51130" y="283730"/>
                </a:lnTo>
                <a:lnTo>
                  <a:pt x="99326" y="283730"/>
                </a:lnTo>
                <a:lnTo>
                  <a:pt x="99326" y="353860"/>
                </a:lnTo>
                <a:lnTo>
                  <a:pt x="99745" y="354907"/>
                </a:lnTo>
                <a:lnTo>
                  <a:pt x="101422" y="356304"/>
                </a:lnTo>
                <a:lnTo>
                  <a:pt x="102260" y="356654"/>
                </a:lnTo>
                <a:lnTo>
                  <a:pt x="332346" y="356654"/>
                </a:lnTo>
                <a:lnTo>
                  <a:pt x="332346" y="389902"/>
                </a:lnTo>
                <a:lnTo>
                  <a:pt x="331508" y="391858"/>
                </a:lnTo>
                <a:lnTo>
                  <a:pt x="328155" y="395211"/>
                </a:lnTo>
                <a:lnTo>
                  <a:pt x="326199" y="396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125738" y="3375713"/>
            <a:ext cx="371475" cy="399415"/>
          </a:xfrm>
          <a:custGeom>
            <a:avLst/>
            <a:gdLst/>
            <a:ahLst/>
            <a:cxnLst/>
            <a:rect l="l" t="t" r="r" b="b"/>
            <a:pathLst>
              <a:path w="371475" h="399414">
                <a:moveTo>
                  <a:pt x="309854" y="398983"/>
                </a:moveTo>
                <a:lnTo>
                  <a:pt x="268643" y="398983"/>
                </a:lnTo>
                <a:lnTo>
                  <a:pt x="268643" y="0"/>
                </a:lnTo>
                <a:lnTo>
                  <a:pt x="316001" y="0"/>
                </a:lnTo>
                <a:lnTo>
                  <a:pt x="316001" y="140398"/>
                </a:lnTo>
                <a:lnTo>
                  <a:pt x="371322" y="140398"/>
                </a:lnTo>
                <a:lnTo>
                  <a:pt x="371322" y="180213"/>
                </a:lnTo>
                <a:lnTo>
                  <a:pt x="316001" y="180213"/>
                </a:lnTo>
                <a:lnTo>
                  <a:pt x="316001" y="392836"/>
                </a:lnTo>
                <a:lnTo>
                  <a:pt x="315163" y="394792"/>
                </a:lnTo>
                <a:lnTo>
                  <a:pt x="311810" y="398145"/>
                </a:lnTo>
                <a:lnTo>
                  <a:pt x="309854" y="398983"/>
                </a:lnTo>
                <a:close/>
              </a:path>
              <a:path w="371475" h="399414">
                <a:moveTo>
                  <a:pt x="24726" y="337794"/>
                </a:moveTo>
                <a:lnTo>
                  <a:pt x="0" y="303847"/>
                </a:lnTo>
                <a:lnTo>
                  <a:pt x="11996" y="300782"/>
                </a:lnTo>
                <a:lnTo>
                  <a:pt x="24517" y="297037"/>
                </a:lnTo>
                <a:lnTo>
                  <a:pt x="64724" y="281726"/>
                </a:lnTo>
                <a:lnTo>
                  <a:pt x="102679" y="260470"/>
                </a:lnTo>
                <a:lnTo>
                  <a:pt x="134033" y="233085"/>
                </a:lnTo>
                <a:lnTo>
                  <a:pt x="154438" y="199282"/>
                </a:lnTo>
                <a:lnTo>
                  <a:pt x="158838" y="64541"/>
                </a:lnTo>
                <a:lnTo>
                  <a:pt x="158838" y="61747"/>
                </a:lnTo>
                <a:lnTo>
                  <a:pt x="157302" y="60350"/>
                </a:lnTo>
                <a:lnTo>
                  <a:pt x="10477" y="60350"/>
                </a:lnTo>
                <a:lnTo>
                  <a:pt x="10477" y="20116"/>
                </a:lnTo>
                <a:lnTo>
                  <a:pt x="189572" y="20116"/>
                </a:lnTo>
                <a:lnTo>
                  <a:pt x="195510" y="22701"/>
                </a:lnTo>
                <a:lnTo>
                  <a:pt x="204730" y="33039"/>
                </a:lnTo>
                <a:lnTo>
                  <a:pt x="207035" y="38976"/>
                </a:lnTo>
                <a:lnTo>
                  <a:pt x="207035" y="166382"/>
                </a:lnTo>
                <a:lnTo>
                  <a:pt x="197605" y="217499"/>
                </a:lnTo>
                <a:lnTo>
                  <a:pt x="171097" y="259213"/>
                </a:lnTo>
                <a:lnTo>
                  <a:pt x="133535" y="292374"/>
                </a:lnTo>
                <a:lnTo>
                  <a:pt x="88430" y="317049"/>
                </a:lnTo>
                <a:lnTo>
                  <a:pt x="40495" y="333826"/>
                </a:lnTo>
                <a:lnTo>
                  <a:pt x="24726" y="337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52137" y="4671943"/>
            <a:ext cx="2994025" cy="1092200"/>
          </a:xfrm>
          <a:custGeom>
            <a:avLst/>
            <a:gdLst/>
            <a:ahLst/>
            <a:cxnLst/>
            <a:rect l="l" t="t" r="r" b="b"/>
            <a:pathLst>
              <a:path w="2994025" h="1092200">
                <a:moveTo>
                  <a:pt x="2993970" y="1091845"/>
                </a:moveTo>
                <a:lnTo>
                  <a:pt x="0" y="1091845"/>
                </a:lnTo>
                <a:lnTo>
                  <a:pt x="0" y="0"/>
                </a:lnTo>
                <a:lnTo>
                  <a:pt x="2993970" y="0"/>
                </a:lnTo>
                <a:lnTo>
                  <a:pt x="2993970" y="1091845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946107" y="4671943"/>
            <a:ext cx="3114040" cy="1092200"/>
          </a:xfrm>
          <a:custGeom>
            <a:avLst/>
            <a:gdLst/>
            <a:ahLst/>
            <a:cxnLst/>
            <a:rect l="l" t="t" r="r" b="b"/>
            <a:pathLst>
              <a:path w="3114040" h="1092200">
                <a:moveTo>
                  <a:pt x="3113935" y="1091845"/>
                </a:moveTo>
                <a:lnTo>
                  <a:pt x="0" y="1091845"/>
                </a:lnTo>
                <a:lnTo>
                  <a:pt x="0" y="0"/>
                </a:lnTo>
                <a:lnTo>
                  <a:pt x="3113935" y="0"/>
                </a:lnTo>
                <a:lnTo>
                  <a:pt x="3113935" y="1091845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47790" y="5763789"/>
            <a:ext cx="1704975" cy="3275965"/>
          </a:xfrm>
          <a:custGeom>
            <a:avLst/>
            <a:gdLst/>
            <a:ahLst/>
            <a:cxnLst/>
            <a:rect l="l" t="t" r="r" b="b"/>
            <a:pathLst>
              <a:path w="1704975" h="3275965">
                <a:moveTo>
                  <a:pt x="1704346" y="3275535"/>
                </a:moveTo>
                <a:lnTo>
                  <a:pt x="0" y="3275535"/>
                </a:lnTo>
                <a:lnTo>
                  <a:pt x="0" y="0"/>
                </a:lnTo>
                <a:lnTo>
                  <a:pt x="1704346" y="0"/>
                </a:lnTo>
                <a:lnTo>
                  <a:pt x="1704346" y="32755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52137" y="5763789"/>
            <a:ext cx="2994025" cy="3275965"/>
          </a:xfrm>
          <a:custGeom>
            <a:avLst/>
            <a:gdLst/>
            <a:ahLst/>
            <a:cxnLst/>
            <a:rect l="l" t="t" r="r" b="b"/>
            <a:pathLst>
              <a:path w="2994025" h="3275965">
                <a:moveTo>
                  <a:pt x="2993970" y="3275535"/>
                </a:moveTo>
                <a:lnTo>
                  <a:pt x="0" y="3275535"/>
                </a:lnTo>
                <a:lnTo>
                  <a:pt x="0" y="0"/>
                </a:lnTo>
                <a:lnTo>
                  <a:pt x="2993970" y="0"/>
                </a:lnTo>
                <a:lnTo>
                  <a:pt x="2993970" y="32755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46107" y="5763789"/>
            <a:ext cx="3114040" cy="3275965"/>
          </a:xfrm>
          <a:custGeom>
            <a:avLst/>
            <a:gdLst/>
            <a:ahLst/>
            <a:cxnLst/>
            <a:rect l="l" t="t" r="r" b="b"/>
            <a:pathLst>
              <a:path w="3114040" h="3275965">
                <a:moveTo>
                  <a:pt x="3113935" y="3275535"/>
                </a:moveTo>
                <a:lnTo>
                  <a:pt x="0" y="3275535"/>
                </a:lnTo>
                <a:lnTo>
                  <a:pt x="0" y="0"/>
                </a:lnTo>
                <a:lnTo>
                  <a:pt x="3113935" y="0"/>
                </a:lnTo>
                <a:lnTo>
                  <a:pt x="3113935" y="32755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892833" y="5092516"/>
            <a:ext cx="181561" cy="2068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106196" y="5092516"/>
            <a:ext cx="200507" cy="2045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88931" y="5092516"/>
            <a:ext cx="172314" cy="2045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614473" y="5096123"/>
            <a:ext cx="24765" cy="166370"/>
          </a:xfrm>
          <a:custGeom>
            <a:avLst/>
            <a:gdLst/>
            <a:ahLst/>
            <a:cxnLst/>
            <a:rect l="l" t="t" r="r" b="b"/>
            <a:pathLst>
              <a:path w="24764" h="166370">
                <a:moveTo>
                  <a:pt x="0" y="0"/>
                </a:moveTo>
                <a:lnTo>
                  <a:pt x="24358" y="0"/>
                </a:lnTo>
                <a:lnTo>
                  <a:pt x="24358" y="166370"/>
                </a:lnTo>
                <a:lnTo>
                  <a:pt x="0" y="16637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614473" y="5168513"/>
            <a:ext cx="99060" cy="21590"/>
          </a:xfrm>
          <a:custGeom>
            <a:avLst/>
            <a:gdLst/>
            <a:ahLst/>
            <a:cxnLst/>
            <a:rect l="l" t="t" r="r" b="b"/>
            <a:pathLst>
              <a:path w="99060" h="21589">
                <a:moveTo>
                  <a:pt x="0" y="0"/>
                </a:moveTo>
                <a:lnTo>
                  <a:pt x="98787" y="0"/>
                </a:lnTo>
                <a:lnTo>
                  <a:pt x="98787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14473" y="5262493"/>
            <a:ext cx="99060" cy="20320"/>
          </a:xfrm>
          <a:custGeom>
            <a:avLst/>
            <a:gdLst/>
            <a:ahLst/>
            <a:cxnLst/>
            <a:rect l="l" t="t" r="r" b="b"/>
            <a:pathLst>
              <a:path w="99060" h="20320">
                <a:moveTo>
                  <a:pt x="0" y="0"/>
                </a:moveTo>
                <a:lnTo>
                  <a:pt x="98787" y="0"/>
                </a:lnTo>
                <a:lnTo>
                  <a:pt x="98787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688902" y="5096124"/>
            <a:ext cx="24765" cy="166370"/>
          </a:xfrm>
          <a:custGeom>
            <a:avLst/>
            <a:gdLst/>
            <a:ahLst/>
            <a:cxnLst/>
            <a:rect l="l" t="t" r="r" b="b"/>
            <a:pathLst>
              <a:path w="24764" h="166370">
                <a:moveTo>
                  <a:pt x="0" y="0"/>
                </a:moveTo>
                <a:lnTo>
                  <a:pt x="24358" y="0"/>
                </a:lnTo>
                <a:lnTo>
                  <a:pt x="24358" y="165999"/>
                </a:lnTo>
                <a:lnTo>
                  <a:pt x="0" y="16599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753182" y="5092516"/>
            <a:ext cx="24765" cy="205104"/>
          </a:xfrm>
          <a:custGeom>
            <a:avLst/>
            <a:gdLst/>
            <a:ahLst/>
            <a:cxnLst/>
            <a:rect l="l" t="t" r="r" b="b"/>
            <a:pathLst>
              <a:path w="24764" h="205104">
                <a:moveTo>
                  <a:pt x="24584" y="204567"/>
                </a:moveTo>
                <a:lnTo>
                  <a:pt x="0" y="204567"/>
                </a:lnTo>
                <a:lnTo>
                  <a:pt x="0" y="0"/>
                </a:lnTo>
                <a:lnTo>
                  <a:pt x="24584" y="0"/>
                </a:lnTo>
                <a:lnTo>
                  <a:pt x="24584" y="20456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824002" y="5094997"/>
            <a:ext cx="181561" cy="19306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086369" y="5085298"/>
            <a:ext cx="184268" cy="2151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299731" y="5092516"/>
            <a:ext cx="199605" cy="2054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525274" y="5092516"/>
            <a:ext cx="165773" cy="2045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35930" y="5092290"/>
            <a:ext cx="184268" cy="20682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883826" y="6195916"/>
            <a:ext cx="162304" cy="1917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1243028" y="4667181"/>
          <a:ext cx="7827009" cy="4377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4339"/>
                <a:gridCol w="2994025"/>
                <a:gridCol w="3114040"/>
              </a:tblGrid>
              <a:tr h="1091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1091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1091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1091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7" name="object 37"/>
          <p:cNvSpPr/>
          <p:nvPr/>
        </p:nvSpPr>
        <p:spPr>
          <a:xfrm>
            <a:off x="1681314" y="6199284"/>
            <a:ext cx="169462" cy="17914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144656" y="6195916"/>
            <a:ext cx="163567" cy="19282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353694" y="6195916"/>
            <a:ext cx="158726" cy="19535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58910" y="6081997"/>
            <a:ext cx="171988" cy="19409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262265" y="6083050"/>
            <a:ext cx="169462" cy="17914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464988" y="6079682"/>
            <a:ext cx="158305" cy="19093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738737" y="6081643"/>
            <a:ext cx="22860" cy="20320"/>
          </a:xfrm>
          <a:custGeom>
            <a:avLst/>
            <a:gdLst/>
            <a:ahLst/>
            <a:cxnLst/>
            <a:rect l="l" t="t" r="r" b="b"/>
            <a:pathLst>
              <a:path w="22860" h="20320">
                <a:moveTo>
                  <a:pt x="0" y="0"/>
                </a:moveTo>
                <a:lnTo>
                  <a:pt x="22735" y="0"/>
                </a:lnTo>
                <a:lnTo>
                  <a:pt x="22735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738737" y="6101963"/>
            <a:ext cx="147320" cy="19050"/>
          </a:xfrm>
          <a:custGeom>
            <a:avLst/>
            <a:gdLst/>
            <a:ahLst/>
            <a:cxnLst/>
            <a:rect l="l" t="t" r="r" b="b"/>
            <a:pathLst>
              <a:path w="147320" h="19050">
                <a:moveTo>
                  <a:pt x="0" y="0"/>
                </a:moveTo>
                <a:lnTo>
                  <a:pt x="146937" y="0"/>
                </a:lnTo>
                <a:lnTo>
                  <a:pt x="146937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738737" y="6121013"/>
            <a:ext cx="22860" cy="20320"/>
          </a:xfrm>
          <a:custGeom>
            <a:avLst/>
            <a:gdLst/>
            <a:ahLst/>
            <a:cxnLst/>
            <a:rect l="l" t="t" r="r" b="b"/>
            <a:pathLst>
              <a:path w="22860" h="20320">
                <a:moveTo>
                  <a:pt x="0" y="0"/>
                </a:moveTo>
                <a:lnTo>
                  <a:pt x="22735" y="0"/>
                </a:lnTo>
                <a:lnTo>
                  <a:pt x="22735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738737" y="6141333"/>
            <a:ext cx="147320" cy="19050"/>
          </a:xfrm>
          <a:custGeom>
            <a:avLst/>
            <a:gdLst/>
            <a:ahLst/>
            <a:cxnLst/>
            <a:rect l="l" t="t" r="r" b="b"/>
            <a:pathLst>
              <a:path w="147320" h="19050">
                <a:moveTo>
                  <a:pt x="0" y="0"/>
                </a:moveTo>
                <a:lnTo>
                  <a:pt x="146937" y="0"/>
                </a:lnTo>
                <a:lnTo>
                  <a:pt x="14693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862729" y="6081997"/>
            <a:ext cx="23495" cy="20320"/>
          </a:xfrm>
          <a:custGeom>
            <a:avLst/>
            <a:gdLst/>
            <a:ahLst/>
            <a:cxnLst/>
            <a:rect l="l" t="t" r="r" b="b"/>
            <a:pathLst>
              <a:path w="23495" h="20320">
                <a:moveTo>
                  <a:pt x="22945" y="20209"/>
                </a:moveTo>
                <a:lnTo>
                  <a:pt x="0" y="20209"/>
                </a:lnTo>
                <a:lnTo>
                  <a:pt x="0" y="0"/>
                </a:lnTo>
                <a:lnTo>
                  <a:pt x="22945" y="0"/>
                </a:lnTo>
                <a:lnTo>
                  <a:pt x="22945" y="20209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862729" y="6121574"/>
            <a:ext cx="23495" cy="19685"/>
          </a:xfrm>
          <a:custGeom>
            <a:avLst/>
            <a:gdLst/>
            <a:ahLst/>
            <a:cxnLst/>
            <a:rect l="l" t="t" r="r" b="b"/>
            <a:pathLst>
              <a:path w="23495" h="19685">
                <a:moveTo>
                  <a:pt x="22945" y="19156"/>
                </a:moveTo>
                <a:lnTo>
                  <a:pt x="0" y="19156"/>
                </a:lnTo>
                <a:lnTo>
                  <a:pt x="0" y="0"/>
                </a:lnTo>
                <a:lnTo>
                  <a:pt x="22945" y="0"/>
                </a:lnTo>
                <a:lnTo>
                  <a:pt x="22945" y="1915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800417" y="6160097"/>
            <a:ext cx="22860" cy="19050"/>
          </a:xfrm>
          <a:custGeom>
            <a:avLst/>
            <a:gdLst/>
            <a:ahLst/>
            <a:cxnLst/>
            <a:rect l="l" t="t" r="r" b="b"/>
            <a:pathLst>
              <a:path w="22860" h="19050">
                <a:moveTo>
                  <a:pt x="22735" y="18946"/>
                </a:moveTo>
                <a:lnTo>
                  <a:pt x="0" y="18946"/>
                </a:lnTo>
                <a:lnTo>
                  <a:pt x="0" y="0"/>
                </a:lnTo>
                <a:lnTo>
                  <a:pt x="22735" y="0"/>
                </a:lnTo>
                <a:lnTo>
                  <a:pt x="22735" y="1894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726107" y="6179043"/>
            <a:ext cx="172085" cy="19685"/>
          </a:xfrm>
          <a:custGeom>
            <a:avLst/>
            <a:gdLst/>
            <a:ahLst/>
            <a:cxnLst/>
            <a:rect l="l" t="t" r="r" b="b"/>
            <a:pathLst>
              <a:path w="172085" h="19685">
                <a:moveTo>
                  <a:pt x="171988" y="19577"/>
                </a:moveTo>
                <a:lnTo>
                  <a:pt x="0" y="19577"/>
                </a:lnTo>
                <a:lnTo>
                  <a:pt x="0" y="0"/>
                </a:lnTo>
                <a:lnTo>
                  <a:pt x="171988" y="0"/>
                </a:lnTo>
                <a:lnTo>
                  <a:pt x="171988" y="19577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737474" y="6217533"/>
            <a:ext cx="148590" cy="19050"/>
          </a:xfrm>
          <a:custGeom>
            <a:avLst/>
            <a:gdLst/>
            <a:ahLst/>
            <a:cxnLst/>
            <a:rect l="l" t="t" r="r" b="b"/>
            <a:pathLst>
              <a:path w="148589" h="19050">
                <a:moveTo>
                  <a:pt x="0" y="0"/>
                </a:moveTo>
                <a:lnTo>
                  <a:pt x="148200" y="0"/>
                </a:lnTo>
                <a:lnTo>
                  <a:pt x="148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862729" y="6236583"/>
            <a:ext cx="23495" cy="36830"/>
          </a:xfrm>
          <a:custGeom>
            <a:avLst/>
            <a:gdLst/>
            <a:ahLst/>
            <a:cxnLst/>
            <a:rect l="l" t="t" r="r" b="b"/>
            <a:pathLst>
              <a:path w="23495" h="36829">
                <a:moveTo>
                  <a:pt x="0" y="0"/>
                </a:moveTo>
                <a:lnTo>
                  <a:pt x="22945" y="0"/>
                </a:lnTo>
                <a:lnTo>
                  <a:pt x="22945" y="36830"/>
                </a:lnTo>
                <a:lnTo>
                  <a:pt x="0" y="3683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928619" y="6074208"/>
            <a:ext cx="385026" cy="19830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394715" y="6083050"/>
            <a:ext cx="169462" cy="17914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597227" y="6079682"/>
            <a:ext cx="162304" cy="1917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797635" y="6079471"/>
            <a:ext cx="171988" cy="19303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059113" y="6079471"/>
            <a:ext cx="375763" cy="19661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467085" y="6079682"/>
            <a:ext cx="183355" cy="19093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672335" y="6079682"/>
            <a:ext cx="180198" cy="19093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261677" y="6306678"/>
            <a:ext cx="183777" cy="19956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467768" y="6310888"/>
            <a:ext cx="160199" cy="19303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013361" y="6081643"/>
            <a:ext cx="22860" cy="30480"/>
          </a:xfrm>
          <a:custGeom>
            <a:avLst/>
            <a:gdLst/>
            <a:ahLst/>
            <a:cxnLst/>
            <a:rect l="l" t="t" r="r" b="b"/>
            <a:pathLst>
              <a:path w="22860" h="30479">
                <a:moveTo>
                  <a:pt x="0" y="0"/>
                </a:moveTo>
                <a:lnTo>
                  <a:pt x="22524" y="0"/>
                </a:lnTo>
                <a:lnTo>
                  <a:pt x="22524" y="30479"/>
                </a:lnTo>
                <a:lnTo>
                  <a:pt x="0" y="304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013361" y="6112123"/>
            <a:ext cx="93345" cy="20320"/>
          </a:xfrm>
          <a:custGeom>
            <a:avLst/>
            <a:gdLst/>
            <a:ahLst/>
            <a:cxnLst/>
            <a:rect l="l" t="t" r="r" b="b"/>
            <a:pathLst>
              <a:path w="93345" h="20320">
                <a:moveTo>
                  <a:pt x="0" y="0"/>
                </a:moveTo>
                <a:lnTo>
                  <a:pt x="93256" y="0"/>
                </a:lnTo>
                <a:lnTo>
                  <a:pt x="9325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013361" y="6132443"/>
            <a:ext cx="22860" cy="29209"/>
          </a:xfrm>
          <a:custGeom>
            <a:avLst/>
            <a:gdLst/>
            <a:ahLst/>
            <a:cxnLst/>
            <a:rect l="l" t="t" r="r" b="b"/>
            <a:pathLst>
              <a:path w="22860" h="29210">
                <a:moveTo>
                  <a:pt x="0" y="0"/>
                </a:moveTo>
                <a:lnTo>
                  <a:pt x="22524" y="0"/>
                </a:lnTo>
                <a:lnTo>
                  <a:pt x="22524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013361" y="6161653"/>
            <a:ext cx="93345" cy="19050"/>
          </a:xfrm>
          <a:custGeom>
            <a:avLst/>
            <a:gdLst/>
            <a:ahLst/>
            <a:cxnLst/>
            <a:rect l="l" t="t" r="r" b="b"/>
            <a:pathLst>
              <a:path w="93345" h="19050">
                <a:moveTo>
                  <a:pt x="0" y="0"/>
                </a:moveTo>
                <a:lnTo>
                  <a:pt x="93256" y="0"/>
                </a:lnTo>
                <a:lnTo>
                  <a:pt x="9325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084514" y="6081997"/>
            <a:ext cx="22225" cy="31115"/>
          </a:xfrm>
          <a:custGeom>
            <a:avLst/>
            <a:gdLst/>
            <a:ahLst/>
            <a:cxnLst/>
            <a:rect l="l" t="t" r="r" b="b"/>
            <a:pathLst>
              <a:path w="22225" h="31114">
                <a:moveTo>
                  <a:pt x="22103" y="30524"/>
                </a:moveTo>
                <a:lnTo>
                  <a:pt x="0" y="30524"/>
                </a:lnTo>
                <a:lnTo>
                  <a:pt x="0" y="0"/>
                </a:lnTo>
                <a:lnTo>
                  <a:pt x="22103" y="0"/>
                </a:lnTo>
                <a:lnTo>
                  <a:pt x="22103" y="3052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084514" y="6132099"/>
            <a:ext cx="22225" cy="29845"/>
          </a:xfrm>
          <a:custGeom>
            <a:avLst/>
            <a:gdLst/>
            <a:ahLst/>
            <a:cxnLst/>
            <a:rect l="l" t="t" r="r" b="b"/>
            <a:pathLst>
              <a:path w="22225" h="29845">
                <a:moveTo>
                  <a:pt x="22103" y="29471"/>
                </a:moveTo>
                <a:lnTo>
                  <a:pt x="0" y="29471"/>
                </a:lnTo>
                <a:lnTo>
                  <a:pt x="0" y="0"/>
                </a:lnTo>
                <a:lnTo>
                  <a:pt x="22103" y="0"/>
                </a:lnTo>
                <a:lnTo>
                  <a:pt x="22103" y="2947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024307" y="6079103"/>
            <a:ext cx="359344" cy="19340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476071" y="6080945"/>
            <a:ext cx="169462" cy="19282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741874" y="6078418"/>
            <a:ext cx="166725" cy="19430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952808" y="6080373"/>
            <a:ext cx="22860" cy="46990"/>
          </a:xfrm>
          <a:custGeom>
            <a:avLst/>
            <a:gdLst/>
            <a:ahLst/>
            <a:cxnLst/>
            <a:rect l="l" t="t" r="r" b="b"/>
            <a:pathLst>
              <a:path w="22859" h="46989">
                <a:moveTo>
                  <a:pt x="0" y="0"/>
                </a:moveTo>
                <a:lnTo>
                  <a:pt x="22735" y="0"/>
                </a:lnTo>
                <a:lnTo>
                  <a:pt x="22735" y="46990"/>
                </a:lnTo>
                <a:lnTo>
                  <a:pt x="0" y="4699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952808" y="6127363"/>
            <a:ext cx="148590" cy="20320"/>
          </a:xfrm>
          <a:custGeom>
            <a:avLst/>
            <a:gdLst/>
            <a:ahLst/>
            <a:cxnLst/>
            <a:rect l="l" t="t" r="r" b="b"/>
            <a:pathLst>
              <a:path w="148590" h="20320">
                <a:moveTo>
                  <a:pt x="0" y="0"/>
                </a:moveTo>
                <a:lnTo>
                  <a:pt x="147989" y="0"/>
                </a:lnTo>
                <a:lnTo>
                  <a:pt x="147989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940177" y="6172938"/>
            <a:ext cx="172085" cy="20320"/>
          </a:xfrm>
          <a:custGeom>
            <a:avLst/>
            <a:gdLst/>
            <a:ahLst/>
            <a:cxnLst/>
            <a:rect l="l" t="t" r="r" b="b"/>
            <a:pathLst>
              <a:path w="172084" h="20320">
                <a:moveTo>
                  <a:pt x="171988" y="19788"/>
                </a:moveTo>
                <a:lnTo>
                  <a:pt x="0" y="19788"/>
                </a:lnTo>
                <a:lnTo>
                  <a:pt x="0" y="0"/>
                </a:lnTo>
                <a:lnTo>
                  <a:pt x="171988" y="0"/>
                </a:lnTo>
                <a:lnTo>
                  <a:pt x="171988" y="1978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952808" y="6211183"/>
            <a:ext cx="22860" cy="40640"/>
          </a:xfrm>
          <a:custGeom>
            <a:avLst/>
            <a:gdLst/>
            <a:ahLst/>
            <a:cxnLst/>
            <a:rect l="l" t="t" r="r" b="b"/>
            <a:pathLst>
              <a:path w="22859" h="40639">
                <a:moveTo>
                  <a:pt x="0" y="0"/>
                </a:moveTo>
                <a:lnTo>
                  <a:pt x="22735" y="0"/>
                </a:lnTo>
                <a:lnTo>
                  <a:pt x="22735" y="4064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952808" y="6251823"/>
            <a:ext cx="150495" cy="19050"/>
          </a:xfrm>
          <a:custGeom>
            <a:avLst/>
            <a:gdLst/>
            <a:ahLst/>
            <a:cxnLst/>
            <a:rect l="l" t="t" r="r" b="b"/>
            <a:pathLst>
              <a:path w="150495" h="19050">
                <a:moveTo>
                  <a:pt x="0" y="0"/>
                </a:moveTo>
                <a:lnTo>
                  <a:pt x="150305" y="0"/>
                </a:lnTo>
                <a:lnTo>
                  <a:pt x="15030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208795" y="6079682"/>
            <a:ext cx="154726" cy="19093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406676" y="6079682"/>
            <a:ext cx="169462" cy="19303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621609" y="6154624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4" h="28575">
                <a:moveTo>
                  <a:pt x="25892" y="28208"/>
                </a:moveTo>
                <a:lnTo>
                  <a:pt x="0" y="28208"/>
                </a:lnTo>
                <a:lnTo>
                  <a:pt x="0" y="0"/>
                </a:lnTo>
                <a:lnTo>
                  <a:pt x="25892" y="0"/>
                </a:lnTo>
                <a:lnTo>
                  <a:pt x="25892" y="2820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692973" y="6083050"/>
            <a:ext cx="169462" cy="179145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895485" y="6079682"/>
            <a:ext cx="162304" cy="1917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095893" y="6079471"/>
            <a:ext cx="171988" cy="19303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8358402" y="6079682"/>
            <a:ext cx="161041" cy="19282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8565336" y="6079682"/>
            <a:ext cx="158726" cy="19093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7423205" y="6312151"/>
            <a:ext cx="158726" cy="19535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8823577" y="6079682"/>
            <a:ext cx="163567" cy="192829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681009" y="7288641"/>
            <a:ext cx="164084" cy="191151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145239" y="7290949"/>
            <a:ext cx="171428" cy="18884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886010" y="7283185"/>
            <a:ext cx="161566" cy="20017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354435" y="7291954"/>
            <a:ext cx="22860" cy="154940"/>
          </a:xfrm>
          <a:custGeom>
            <a:avLst/>
            <a:gdLst/>
            <a:ahLst/>
            <a:cxnLst/>
            <a:rect l="l" t="t" r="r" b="b"/>
            <a:pathLst>
              <a:path w="22860" h="154940">
                <a:moveTo>
                  <a:pt x="0" y="0"/>
                </a:moveTo>
                <a:lnTo>
                  <a:pt x="22661" y="0"/>
                </a:lnTo>
                <a:lnTo>
                  <a:pt x="22661" y="154939"/>
                </a:lnTo>
                <a:lnTo>
                  <a:pt x="0" y="1549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354435" y="7359263"/>
            <a:ext cx="92075" cy="20320"/>
          </a:xfrm>
          <a:custGeom>
            <a:avLst/>
            <a:gdLst/>
            <a:ahLst/>
            <a:cxnLst/>
            <a:rect l="l" t="t" r="r" b="b"/>
            <a:pathLst>
              <a:path w="92075" h="20320">
                <a:moveTo>
                  <a:pt x="0" y="0"/>
                </a:moveTo>
                <a:lnTo>
                  <a:pt x="91903" y="0"/>
                </a:lnTo>
                <a:lnTo>
                  <a:pt x="91903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354435" y="7446893"/>
            <a:ext cx="92075" cy="19050"/>
          </a:xfrm>
          <a:custGeom>
            <a:avLst/>
            <a:gdLst/>
            <a:ahLst/>
            <a:cxnLst/>
            <a:rect l="l" t="t" r="r" b="b"/>
            <a:pathLst>
              <a:path w="92075" h="19050">
                <a:moveTo>
                  <a:pt x="0" y="0"/>
                </a:moveTo>
                <a:lnTo>
                  <a:pt x="91903" y="0"/>
                </a:lnTo>
                <a:lnTo>
                  <a:pt x="9190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423678" y="7291998"/>
            <a:ext cx="22860" cy="154940"/>
          </a:xfrm>
          <a:custGeom>
            <a:avLst/>
            <a:gdLst/>
            <a:ahLst/>
            <a:cxnLst/>
            <a:rect l="l" t="t" r="r" b="b"/>
            <a:pathLst>
              <a:path w="22860" h="154940">
                <a:moveTo>
                  <a:pt x="0" y="0"/>
                </a:moveTo>
                <a:lnTo>
                  <a:pt x="22661" y="0"/>
                </a:lnTo>
                <a:lnTo>
                  <a:pt x="22661" y="154432"/>
                </a:lnTo>
                <a:lnTo>
                  <a:pt x="0" y="154432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483479" y="7288641"/>
            <a:ext cx="23495" cy="190500"/>
          </a:xfrm>
          <a:custGeom>
            <a:avLst/>
            <a:gdLst/>
            <a:ahLst/>
            <a:cxnLst/>
            <a:rect l="l" t="t" r="r" b="b"/>
            <a:pathLst>
              <a:path w="23494" h="190500">
                <a:moveTo>
                  <a:pt x="22871" y="190312"/>
                </a:moveTo>
                <a:lnTo>
                  <a:pt x="0" y="190312"/>
                </a:lnTo>
                <a:lnTo>
                  <a:pt x="0" y="0"/>
                </a:lnTo>
                <a:lnTo>
                  <a:pt x="22871" y="0"/>
                </a:lnTo>
                <a:lnTo>
                  <a:pt x="22871" y="19031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223167" y="7172493"/>
            <a:ext cx="171428" cy="191361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430896" y="7172704"/>
            <a:ext cx="178562" cy="19031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629811" y="7171445"/>
            <a:ext cx="159677" cy="19241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887353" y="7172704"/>
            <a:ext cx="164084" cy="191151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092354" y="7167248"/>
            <a:ext cx="161566" cy="20017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304907" y="7247402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5" h="28575">
                <a:moveTo>
                  <a:pt x="25808" y="28116"/>
                </a:moveTo>
                <a:lnTo>
                  <a:pt x="0" y="28116"/>
                </a:lnTo>
                <a:lnTo>
                  <a:pt x="0" y="0"/>
                </a:lnTo>
                <a:lnTo>
                  <a:pt x="25808" y="0"/>
                </a:lnTo>
                <a:lnTo>
                  <a:pt x="25808" y="2811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374780" y="7175012"/>
            <a:ext cx="171428" cy="193459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582507" y="7172704"/>
            <a:ext cx="158208" cy="194718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842867" y="7172704"/>
            <a:ext cx="157999" cy="190312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039683" y="7165989"/>
            <a:ext cx="171428" cy="198915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308355" y="7172704"/>
            <a:ext cx="153173" cy="190312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5503283" y="7173962"/>
            <a:ext cx="171428" cy="194508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066674" y="7404578"/>
            <a:ext cx="154222" cy="19031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270416" y="7407523"/>
            <a:ext cx="92075" cy="20320"/>
          </a:xfrm>
          <a:custGeom>
            <a:avLst/>
            <a:gdLst/>
            <a:ahLst/>
            <a:cxnLst/>
            <a:rect l="l" t="t" r="r" b="b"/>
            <a:pathLst>
              <a:path w="92075" h="20320">
                <a:moveTo>
                  <a:pt x="0" y="0"/>
                </a:moveTo>
                <a:lnTo>
                  <a:pt x="91903" y="0"/>
                </a:lnTo>
                <a:lnTo>
                  <a:pt x="91903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270416" y="7427843"/>
            <a:ext cx="22860" cy="134620"/>
          </a:xfrm>
          <a:custGeom>
            <a:avLst/>
            <a:gdLst/>
            <a:ahLst/>
            <a:cxnLst/>
            <a:rect l="l" t="t" r="r" b="b"/>
            <a:pathLst>
              <a:path w="22860" h="134620">
                <a:moveTo>
                  <a:pt x="0" y="0"/>
                </a:moveTo>
                <a:lnTo>
                  <a:pt x="22661" y="0"/>
                </a:lnTo>
                <a:lnTo>
                  <a:pt x="22661" y="134619"/>
                </a:lnTo>
                <a:lnTo>
                  <a:pt x="0" y="1346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270416" y="7562463"/>
            <a:ext cx="92075" cy="19050"/>
          </a:xfrm>
          <a:custGeom>
            <a:avLst/>
            <a:gdLst/>
            <a:ahLst/>
            <a:cxnLst/>
            <a:rect l="l" t="t" r="r" b="b"/>
            <a:pathLst>
              <a:path w="92075" h="19050">
                <a:moveTo>
                  <a:pt x="0" y="0"/>
                </a:moveTo>
                <a:lnTo>
                  <a:pt x="91903" y="0"/>
                </a:lnTo>
                <a:lnTo>
                  <a:pt x="91903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339658" y="7428079"/>
            <a:ext cx="22860" cy="134620"/>
          </a:xfrm>
          <a:custGeom>
            <a:avLst/>
            <a:gdLst/>
            <a:ahLst/>
            <a:cxnLst/>
            <a:rect l="l" t="t" r="r" b="b"/>
            <a:pathLst>
              <a:path w="22860" h="134620">
                <a:moveTo>
                  <a:pt x="22661" y="134288"/>
                </a:moveTo>
                <a:lnTo>
                  <a:pt x="0" y="134288"/>
                </a:lnTo>
                <a:lnTo>
                  <a:pt x="0" y="0"/>
                </a:lnTo>
                <a:lnTo>
                  <a:pt x="22661" y="0"/>
                </a:lnTo>
                <a:lnTo>
                  <a:pt x="22661" y="13428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4399458" y="7404578"/>
            <a:ext cx="23495" cy="190500"/>
          </a:xfrm>
          <a:custGeom>
            <a:avLst/>
            <a:gdLst/>
            <a:ahLst/>
            <a:cxnLst/>
            <a:rect l="l" t="t" r="r" b="b"/>
            <a:pathLst>
              <a:path w="23495" h="190500">
                <a:moveTo>
                  <a:pt x="22871" y="190312"/>
                </a:moveTo>
                <a:lnTo>
                  <a:pt x="0" y="190312"/>
                </a:lnTo>
                <a:lnTo>
                  <a:pt x="0" y="0"/>
                </a:lnTo>
                <a:lnTo>
                  <a:pt x="22871" y="0"/>
                </a:lnTo>
                <a:lnTo>
                  <a:pt x="22871" y="19031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4524818" y="7406886"/>
            <a:ext cx="171428" cy="188843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4730868" y="7404578"/>
            <a:ext cx="157999" cy="190312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6620638" y="7167248"/>
            <a:ext cx="163874" cy="196607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6827107" y="7172704"/>
            <a:ext cx="157999" cy="190312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7095778" y="7175113"/>
            <a:ext cx="23495" cy="29209"/>
          </a:xfrm>
          <a:custGeom>
            <a:avLst/>
            <a:gdLst/>
            <a:ahLst/>
            <a:cxnLst/>
            <a:rect l="l" t="t" r="r" b="b"/>
            <a:pathLst>
              <a:path w="23495" h="29209">
                <a:moveTo>
                  <a:pt x="0" y="0"/>
                </a:moveTo>
                <a:lnTo>
                  <a:pt x="22871" y="0"/>
                </a:lnTo>
                <a:lnTo>
                  <a:pt x="22871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7095778" y="7204323"/>
            <a:ext cx="149225" cy="19050"/>
          </a:xfrm>
          <a:custGeom>
            <a:avLst/>
            <a:gdLst/>
            <a:ahLst/>
            <a:cxnLst/>
            <a:rect l="l" t="t" r="r" b="b"/>
            <a:pathLst>
              <a:path w="149225" h="19050">
                <a:moveTo>
                  <a:pt x="0" y="0"/>
                </a:moveTo>
                <a:lnTo>
                  <a:pt x="149186" y="0"/>
                </a:lnTo>
                <a:lnTo>
                  <a:pt x="14918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7095778" y="7223373"/>
            <a:ext cx="23495" cy="29209"/>
          </a:xfrm>
          <a:custGeom>
            <a:avLst/>
            <a:gdLst/>
            <a:ahLst/>
            <a:cxnLst/>
            <a:rect l="l" t="t" r="r" b="b"/>
            <a:pathLst>
              <a:path w="23495" h="29209">
                <a:moveTo>
                  <a:pt x="0" y="0"/>
                </a:moveTo>
                <a:lnTo>
                  <a:pt x="22871" y="0"/>
                </a:lnTo>
                <a:lnTo>
                  <a:pt x="22871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7095778" y="7252583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7222094" y="7175012"/>
            <a:ext cx="23495" cy="29209"/>
          </a:xfrm>
          <a:custGeom>
            <a:avLst/>
            <a:gdLst/>
            <a:ahLst/>
            <a:cxnLst/>
            <a:rect l="l" t="t" r="r" b="b"/>
            <a:pathLst>
              <a:path w="23495" h="29209">
                <a:moveTo>
                  <a:pt x="22871" y="28956"/>
                </a:moveTo>
                <a:lnTo>
                  <a:pt x="0" y="28956"/>
                </a:lnTo>
                <a:lnTo>
                  <a:pt x="0" y="0"/>
                </a:lnTo>
                <a:lnTo>
                  <a:pt x="22871" y="0"/>
                </a:lnTo>
                <a:lnTo>
                  <a:pt x="22871" y="2895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7222094" y="7223482"/>
            <a:ext cx="23495" cy="29845"/>
          </a:xfrm>
          <a:custGeom>
            <a:avLst/>
            <a:gdLst/>
            <a:ahLst/>
            <a:cxnLst/>
            <a:rect l="l" t="t" r="r" b="b"/>
            <a:pathLst>
              <a:path w="23495" h="29845">
                <a:moveTo>
                  <a:pt x="22871" y="29585"/>
                </a:moveTo>
                <a:lnTo>
                  <a:pt x="0" y="29585"/>
                </a:lnTo>
                <a:lnTo>
                  <a:pt x="0" y="0"/>
                </a:lnTo>
                <a:lnTo>
                  <a:pt x="22871" y="0"/>
                </a:lnTo>
                <a:lnTo>
                  <a:pt x="22871" y="29585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7085916" y="7296291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09" h="20320">
                <a:moveTo>
                  <a:pt x="168910" y="19933"/>
                </a:moveTo>
                <a:lnTo>
                  <a:pt x="0" y="19933"/>
                </a:lnTo>
                <a:lnTo>
                  <a:pt x="0" y="0"/>
                </a:lnTo>
                <a:lnTo>
                  <a:pt x="168910" y="0"/>
                </a:lnTo>
                <a:lnTo>
                  <a:pt x="168910" y="1993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7158726" y="7316225"/>
            <a:ext cx="22860" cy="50165"/>
          </a:xfrm>
          <a:custGeom>
            <a:avLst/>
            <a:gdLst/>
            <a:ahLst/>
            <a:cxnLst/>
            <a:rect l="l" t="t" r="r" b="b"/>
            <a:pathLst>
              <a:path w="22859" h="50165">
                <a:moveTo>
                  <a:pt x="22661" y="49938"/>
                </a:moveTo>
                <a:lnTo>
                  <a:pt x="0" y="49938"/>
                </a:lnTo>
                <a:lnTo>
                  <a:pt x="0" y="0"/>
                </a:lnTo>
                <a:lnTo>
                  <a:pt x="22661" y="0"/>
                </a:lnTo>
                <a:lnTo>
                  <a:pt x="22661" y="4993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7286090" y="7175012"/>
            <a:ext cx="171428" cy="191151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7484795" y="7167248"/>
            <a:ext cx="185486" cy="196607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7748992" y="7172704"/>
            <a:ext cx="160307" cy="190312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7962175" y="7175113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8088490" y="7195433"/>
            <a:ext cx="23495" cy="21590"/>
          </a:xfrm>
          <a:custGeom>
            <a:avLst/>
            <a:gdLst/>
            <a:ahLst/>
            <a:cxnLst/>
            <a:rect l="l" t="t" r="r" b="b"/>
            <a:pathLst>
              <a:path w="23495" h="21590">
                <a:moveTo>
                  <a:pt x="0" y="0"/>
                </a:moveTo>
                <a:lnTo>
                  <a:pt x="22871" y="0"/>
                </a:lnTo>
                <a:lnTo>
                  <a:pt x="22871" y="21590"/>
                </a:lnTo>
                <a:lnTo>
                  <a:pt x="0" y="2159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7962175" y="7217023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7962175" y="7237343"/>
            <a:ext cx="23495" cy="22860"/>
          </a:xfrm>
          <a:custGeom>
            <a:avLst/>
            <a:gdLst/>
            <a:ahLst/>
            <a:cxnLst/>
            <a:rect l="l" t="t" r="r" b="b"/>
            <a:pathLst>
              <a:path w="23495" h="22859">
                <a:moveTo>
                  <a:pt x="0" y="0"/>
                </a:moveTo>
                <a:lnTo>
                  <a:pt x="22871" y="0"/>
                </a:lnTo>
                <a:lnTo>
                  <a:pt x="22871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7962175" y="7260204"/>
            <a:ext cx="151765" cy="20320"/>
          </a:xfrm>
          <a:custGeom>
            <a:avLst/>
            <a:gdLst/>
            <a:ahLst/>
            <a:cxnLst/>
            <a:rect l="l" t="t" r="r" b="b"/>
            <a:pathLst>
              <a:path w="151765" h="20320">
                <a:moveTo>
                  <a:pt x="0" y="0"/>
                </a:moveTo>
                <a:lnTo>
                  <a:pt x="151494" y="0"/>
                </a:lnTo>
                <a:lnTo>
                  <a:pt x="151494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7952313" y="7302166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09" h="20320">
                <a:moveTo>
                  <a:pt x="168910" y="19933"/>
                </a:moveTo>
                <a:lnTo>
                  <a:pt x="0" y="19933"/>
                </a:lnTo>
                <a:lnTo>
                  <a:pt x="0" y="0"/>
                </a:lnTo>
                <a:lnTo>
                  <a:pt x="168910" y="0"/>
                </a:lnTo>
                <a:lnTo>
                  <a:pt x="168910" y="1993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7989452" y="7322100"/>
            <a:ext cx="22860" cy="43180"/>
          </a:xfrm>
          <a:custGeom>
            <a:avLst/>
            <a:gdLst/>
            <a:ahLst/>
            <a:cxnLst/>
            <a:rect l="l" t="t" r="r" b="b"/>
            <a:pathLst>
              <a:path w="22859" h="43179">
                <a:moveTo>
                  <a:pt x="22451" y="42804"/>
                </a:moveTo>
                <a:lnTo>
                  <a:pt x="0" y="42804"/>
                </a:lnTo>
                <a:lnTo>
                  <a:pt x="0" y="0"/>
                </a:lnTo>
                <a:lnTo>
                  <a:pt x="22451" y="0"/>
                </a:lnTo>
                <a:lnTo>
                  <a:pt x="22451" y="428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8062472" y="7322100"/>
            <a:ext cx="22860" cy="43180"/>
          </a:xfrm>
          <a:custGeom>
            <a:avLst/>
            <a:gdLst/>
            <a:ahLst/>
            <a:cxnLst/>
            <a:rect l="l" t="t" r="r" b="b"/>
            <a:pathLst>
              <a:path w="22859" h="43179">
                <a:moveTo>
                  <a:pt x="22451" y="42804"/>
                </a:moveTo>
                <a:lnTo>
                  <a:pt x="0" y="42804"/>
                </a:lnTo>
                <a:lnTo>
                  <a:pt x="0" y="0"/>
                </a:lnTo>
                <a:lnTo>
                  <a:pt x="22451" y="0"/>
                </a:lnTo>
                <a:lnTo>
                  <a:pt x="22451" y="428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8154376" y="7172704"/>
            <a:ext cx="182968" cy="190312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6883441" y="7406886"/>
            <a:ext cx="171428" cy="18884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7092638" y="7407523"/>
            <a:ext cx="22860" cy="154940"/>
          </a:xfrm>
          <a:custGeom>
            <a:avLst/>
            <a:gdLst/>
            <a:ahLst/>
            <a:cxnLst/>
            <a:rect l="l" t="t" r="r" b="b"/>
            <a:pathLst>
              <a:path w="22859" h="154940">
                <a:moveTo>
                  <a:pt x="0" y="0"/>
                </a:moveTo>
                <a:lnTo>
                  <a:pt x="22661" y="0"/>
                </a:lnTo>
                <a:lnTo>
                  <a:pt x="22661" y="154940"/>
                </a:lnTo>
                <a:lnTo>
                  <a:pt x="0" y="1549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7092638" y="7474833"/>
            <a:ext cx="92075" cy="20320"/>
          </a:xfrm>
          <a:custGeom>
            <a:avLst/>
            <a:gdLst/>
            <a:ahLst/>
            <a:cxnLst/>
            <a:rect l="l" t="t" r="r" b="b"/>
            <a:pathLst>
              <a:path w="92075" h="20320">
                <a:moveTo>
                  <a:pt x="0" y="0"/>
                </a:moveTo>
                <a:lnTo>
                  <a:pt x="91903" y="0"/>
                </a:lnTo>
                <a:lnTo>
                  <a:pt x="91903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7092638" y="7562463"/>
            <a:ext cx="92075" cy="19050"/>
          </a:xfrm>
          <a:custGeom>
            <a:avLst/>
            <a:gdLst/>
            <a:ahLst/>
            <a:cxnLst/>
            <a:rect l="l" t="t" r="r" b="b"/>
            <a:pathLst>
              <a:path w="92075" h="19050">
                <a:moveTo>
                  <a:pt x="0" y="0"/>
                </a:moveTo>
                <a:lnTo>
                  <a:pt x="91903" y="0"/>
                </a:lnTo>
                <a:lnTo>
                  <a:pt x="91903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7161881" y="7407935"/>
            <a:ext cx="22860" cy="154940"/>
          </a:xfrm>
          <a:custGeom>
            <a:avLst/>
            <a:gdLst/>
            <a:ahLst/>
            <a:cxnLst/>
            <a:rect l="l" t="t" r="r" b="b"/>
            <a:pathLst>
              <a:path w="22859" h="154940">
                <a:moveTo>
                  <a:pt x="0" y="0"/>
                </a:moveTo>
                <a:lnTo>
                  <a:pt x="22661" y="0"/>
                </a:lnTo>
                <a:lnTo>
                  <a:pt x="22661" y="154432"/>
                </a:lnTo>
                <a:lnTo>
                  <a:pt x="0" y="154432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7221681" y="7404578"/>
            <a:ext cx="23495" cy="190500"/>
          </a:xfrm>
          <a:custGeom>
            <a:avLst/>
            <a:gdLst/>
            <a:ahLst/>
            <a:cxnLst/>
            <a:rect l="l" t="t" r="r" b="b"/>
            <a:pathLst>
              <a:path w="23495" h="190500">
                <a:moveTo>
                  <a:pt x="22871" y="190312"/>
                </a:moveTo>
                <a:lnTo>
                  <a:pt x="0" y="190312"/>
                </a:lnTo>
                <a:lnTo>
                  <a:pt x="0" y="0"/>
                </a:lnTo>
                <a:lnTo>
                  <a:pt x="22871" y="0"/>
                </a:lnTo>
                <a:lnTo>
                  <a:pt x="22871" y="19031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7284629" y="7399122"/>
            <a:ext cx="385870" cy="200174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7751300" y="7403319"/>
            <a:ext cx="181080" cy="192410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7957559" y="7404578"/>
            <a:ext cx="156110" cy="190312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1681009" y="8380486"/>
            <a:ext cx="160307" cy="190312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1894193" y="8382883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2020508" y="8403204"/>
            <a:ext cx="23495" cy="21590"/>
          </a:xfrm>
          <a:custGeom>
            <a:avLst/>
            <a:gdLst/>
            <a:ahLst/>
            <a:cxnLst/>
            <a:rect l="l" t="t" r="r" b="b"/>
            <a:pathLst>
              <a:path w="23494" h="21590">
                <a:moveTo>
                  <a:pt x="0" y="0"/>
                </a:moveTo>
                <a:lnTo>
                  <a:pt x="22871" y="0"/>
                </a:lnTo>
                <a:lnTo>
                  <a:pt x="22871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1894193" y="8424793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1894193" y="8445113"/>
            <a:ext cx="23495" cy="22860"/>
          </a:xfrm>
          <a:custGeom>
            <a:avLst/>
            <a:gdLst/>
            <a:ahLst/>
            <a:cxnLst/>
            <a:rect l="l" t="t" r="r" b="b"/>
            <a:pathLst>
              <a:path w="23494" h="22859">
                <a:moveTo>
                  <a:pt x="0" y="0"/>
                </a:moveTo>
                <a:lnTo>
                  <a:pt x="22871" y="0"/>
                </a:lnTo>
                <a:lnTo>
                  <a:pt x="22871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1894193" y="8467973"/>
            <a:ext cx="151765" cy="20320"/>
          </a:xfrm>
          <a:custGeom>
            <a:avLst/>
            <a:gdLst/>
            <a:ahLst/>
            <a:cxnLst/>
            <a:rect l="l" t="t" r="r" b="b"/>
            <a:pathLst>
              <a:path w="151764" h="20320">
                <a:moveTo>
                  <a:pt x="0" y="0"/>
                </a:moveTo>
                <a:lnTo>
                  <a:pt x="151494" y="0"/>
                </a:lnTo>
                <a:lnTo>
                  <a:pt x="15149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1884331" y="8509949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10" h="20320">
                <a:moveTo>
                  <a:pt x="168910" y="19933"/>
                </a:moveTo>
                <a:lnTo>
                  <a:pt x="0" y="19933"/>
                </a:lnTo>
                <a:lnTo>
                  <a:pt x="0" y="0"/>
                </a:lnTo>
                <a:lnTo>
                  <a:pt x="168910" y="0"/>
                </a:lnTo>
                <a:lnTo>
                  <a:pt x="168910" y="1993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1921470" y="8529883"/>
            <a:ext cx="22860" cy="43180"/>
          </a:xfrm>
          <a:custGeom>
            <a:avLst/>
            <a:gdLst/>
            <a:ahLst/>
            <a:cxnLst/>
            <a:rect l="l" t="t" r="r" b="b"/>
            <a:pathLst>
              <a:path w="22860" h="43179">
                <a:moveTo>
                  <a:pt x="22451" y="42804"/>
                </a:moveTo>
                <a:lnTo>
                  <a:pt x="0" y="42804"/>
                </a:lnTo>
                <a:lnTo>
                  <a:pt x="0" y="0"/>
                </a:lnTo>
                <a:lnTo>
                  <a:pt x="22451" y="0"/>
                </a:lnTo>
                <a:lnTo>
                  <a:pt x="22451" y="428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1994490" y="8529883"/>
            <a:ext cx="22860" cy="43180"/>
          </a:xfrm>
          <a:custGeom>
            <a:avLst/>
            <a:gdLst/>
            <a:ahLst/>
            <a:cxnLst/>
            <a:rect l="l" t="t" r="r" b="b"/>
            <a:pathLst>
              <a:path w="22860" h="43179">
                <a:moveTo>
                  <a:pt x="22451" y="42804"/>
                </a:moveTo>
                <a:lnTo>
                  <a:pt x="0" y="42804"/>
                </a:lnTo>
                <a:lnTo>
                  <a:pt x="0" y="0"/>
                </a:lnTo>
                <a:lnTo>
                  <a:pt x="22451" y="0"/>
                </a:lnTo>
                <a:lnTo>
                  <a:pt x="22451" y="428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2145029" y="8380486"/>
            <a:ext cx="183178" cy="192200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2354435" y="8380486"/>
            <a:ext cx="151914" cy="190312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3132341" y="8264549"/>
            <a:ext cx="186535" cy="190312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3339229" y="8263290"/>
            <a:ext cx="156320" cy="193459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3674112" y="8264549"/>
            <a:ext cx="23495" cy="19685"/>
          </a:xfrm>
          <a:custGeom>
            <a:avLst/>
            <a:gdLst/>
            <a:ahLst/>
            <a:cxnLst/>
            <a:rect l="l" t="t" r="r" b="b"/>
            <a:pathLst>
              <a:path w="23495" h="19684">
                <a:moveTo>
                  <a:pt x="22871" y="19304"/>
                </a:moveTo>
                <a:lnTo>
                  <a:pt x="0" y="19304"/>
                </a:lnTo>
                <a:lnTo>
                  <a:pt x="0" y="0"/>
                </a:lnTo>
                <a:lnTo>
                  <a:pt x="22871" y="0"/>
                </a:lnTo>
                <a:lnTo>
                  <a:pt x="22871" y="193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3543181" y="8267313"/>
            <a:ext cx="22860" cy="25400"/>
          </a:xfrm>
          <a:custGeom>
            <a:avLst/>
            <a:gdLst/>
            <a:ahLst/>
            <a:cxnLst/>
            <a:rect l="l" t="t" r="r" b="b"/>
            <a:pathLst>
              <a:path w="22860" h="25400">
                <a:moveTo>
                  <a:pt x="0" y="0"/>
                </a:moveTo>
                <a:lnTo>
                  <a:pt x="22241" y="0"/>
                </a:lnTo>
                <a:lnTo>
                  <a:pt x="22241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3543181" y="8292713"/>
            <a:ext cx="154305" cy="10160"/>
          </a:xfrm>
          <a:custGeom>
            <a:avLst/>
            <a:gdLst/>
            <a:ahLst/>
            <a:cxnLst/>
            <a:rect l="l" t="t" r="r" b="b"/>
            <a:pathLst>
              <a:path w="154304" h="10159">
                <a:moveTo>
                  <a:pt x="0" y="0"/>
                </a:moveTo>
                <a:lnTo>
                  <a:pt x="153802" y="0"/>
                </a:lnTo>
                <a:lnTo>
                  <a:pt x="153802" y="10159"/>
                </a:lnTo>
                <a:lnTo>
                  <a:pt x="0" y="1015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3543181" y="8302873"/>
            <a:ext cx="92710" cy="8890"/>
          </a:xfrm>
          <a:custGeom>
            <a:avLst/>
            <a:gdLst/>
            <a:ahLst/>
            <a:cxnLst/>
            <a:rect l="l" t="t" r="r" b="b"/>
            <a:pathLst>
              <a:path w="92710" h="8890">
                <a:moveTo>
                  <a:pt x="0" y="0"/>
                </a:moveTo>
                <a:lnTo>
                  <a:pt x="92113" y="0"/>
                </a:lnTo>
                <a:lnTo>
                  <a:pt x="92113" y="8890"/>
                </a:lnTo>
                <a:lnTo>
                  <a:pt x="0" y="889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3543181" y="8311763"/>
            <a:ext cx="22860" cy="24130"/>
          </a:xfrm>
          <a:custGeom>
            <a:avLst/>
            <a:gdLst/>
            <a:ahLst/>
            <a:cxnLst/>
            <a:rect l="l" t="t" r="r" b="b"/>
            <a:pathLst>
              <a:path w="22860" h="24129">
                <a:moveTo>
                  <a:pt x="0" y="0"/>
                </a:moveTo>
                <a:lnTo>
                  <a:pt x="22241" y="0"/>
                </a:lnTo>
                <a:lnTo>
                  <a:pt x="2224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3543181" y="8335893"/>
            <a:ext cx="154305" cy="3810"/>
          </a:xfrm>
          <a:custGeom>
            <a:avLst/>
            <a:gdLst/>
            <a:ahLst/>
            <a:cxnLst/>
            <a:rect l="l" t="t" r="r" b="b"/>
            <a:pathLst>
              <a:path w="154304" h="3809">
                <a:moveTo>
                  <a:pt x="0" y="0"/>
                </a:moveTo>
                <a:lnTo>
                  <a:pt x="153802" y="0"/>
                </a:lnTo>
                <a:lnTo>
                  <a:pt x="153802" y="3810"/>
                </a:lnTo>
                <a:lnTo>
                  <a:pt x="0" y="38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3543181" y="8339704"/>
            <a:ext cx="92710" cy="15240"/>
          </a:xfrm>
          <a:custGeom>
            <a:avLst/>
            <a:gdLst/>
            <a:ahLst/>
            <a:cxnLst/>
            <a:rect l="l" t="t" r="r" b="b"/>
            <a:pathLst>
              <a:path w="92710" h="15240">
                <a:moveTo>
                  <a:pt x="0" y="0"/>
                </a:moveTo>
                <a:lnTo>
                  <a:pt x="92113" y="0"/>
                </a:lnTo>
                <a:lnTo>
                  <a:pt x="92113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3612843" y="8267313"/>
            <a:ext cx="22860" cy="16510"/>
          </a:xfrm>
          <a:custGeom>
            <a:avLst/>
            <a:gdLst/>
            <a:ahLst/>
            <a:cxnLst/>
            <a:rect l="l" t="t" r="r" b="b"/>
            <a:pathLst>
              <a:path w="22860" h="16509">
                <a:moveTo>
                  <a:pt x="0" y="0"/>
                </a:moveTo>
                <a:lnTo>
                  <a:pt x="22451" y="0"/>
                </a:lnTo>
                <a:lnTo>
                  <a:pt x="22451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3612843" y="8283823"/>
            <a:ext cx="84455" cy="8890"/>
          </a:xfrm>
          <a:custGeom>
            <a:avLst/>
            <a:gdLst/>
            <a:ahLst/>
            <a:cxnLst/>
            <a:rect l="l" t="t" r="r" b="b"/>
            <a:pathLst>
              <a:path w="84454" h="8890">
                <a:moveTo>
                  <a:pt x="0" y="0"/>
                </a:moveTo>
                <a:lnTo>
                  <a:pt x="84140" y="0"/>
                </a:lnTo>
                <a:lnTo>
                  <a:pt x="84140" y="8890"/>
                </a:lnTo>
                <a:lnTo>
                  <a:pt x="0" y="889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3674112" y="8302528"/>
            <a:ext cx="23495" cy="18415"/>
          </a:xfrm>
          <a:custGeom>
            <a:avLst/>
            <a:gdLst/>
            <a:ahLst/>
            <a:cxnLst/>
            <a:rect l="l" t="t" r="r" b="b"/>
            <a:pathLst>
              <a:path w="23495" h="18415">
                <a:moveTo>
                  <a:pt x="22871" y="18254"/>
                </a:moveTo>
                <a:lnTo>
                  <a:pt x="0" y="18254"/>
                </a:lnTo>
                <a:lnTo>
                  <a:pt x="0" y="0"/>
                </a:lnTo>
                <a:lnTo>
                  <a:pt x="22871" y="0"/>
                </a:lnTo>
                <a:lnTo>
                  <a:pt x="22871" y="1825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3612843" y="8311763"/>
            <a:ext cx="22860" cy="8890"/>
          </a:xfrm>
          <a:custGeom>
            <a:avLst/>
            <a:gdLst/>
            <a:ahLst/>
            <a:cxnLst/>
            <a:rect l="l" t="t" r="r" b="b"/>
            <a:pathLst>
              <a:path w="22860" h="8890">
                <a:moveTo>
                  <a:pt x="0" y="0"/>
                </a:moveTo>
                <a:lnTo>
                  <a:pt x="22451" y="0"/>
                </a:lnTo>
                <a:lnTo>
                  <a:pt x="22451" y="8889"/>
                </a:lnTo>
                <a:lnTo>
                  <a:pt x="0" y="88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3612843" y="8320654"/>
            <a:ext cx="84455" cy="15240"/>
          </a:xfrm>
          <a:custGeom>
            <a:avLst/>
            <a:gdLst/>
            <a:ahLst/>
            <a:cxnLst/>
            <a:rect l="l" t="t" r="r" b="b"/>
            <a:pathLst>
              <a:path w="84454" h="15240">
                <a:moveTo>
                  <a:pt x="0" y="0"/>
                </a:moveTo>
                <a:lnTo>
                  <a:pt x="84140" y="0"/>
                </a:lnTo>
                <a:lnTo>
                  <a:pt x="84140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3674112" y="8339457"/>
            <a:ext cx="23495" cy="20955"/>
          </a:xfrm>
          <a:custGeom>
            <a:avLst/>
            <a:gdLst/>
            <a:ahLst/>
            <a:cxnLst/>
            <a:rect l="l" t="t" r="r" b="b"/>
            <a:pathLst>
              <a:path w="23495" h="20954">
                <a:moveTo>
                  <a:pt x="22871" y="20562"/>
                </a:moveTo>
                <a:lnTo>
                  <a:pt x="0" y="20562"/>
                </a:lnTo>
                <a:lnTo>
                  <a:pt x="0" y="0"/>
                </a:lnTo>
                <a:lnTo>
                  <a:pt x="22871" y="0"/>
                </a:lnTo>
                <a:lnTo>
                  <a:pt x="22871" y="2056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3554721" y="8370183"/>
            <a:ext cx="142875" cy="19050"/>
          </a:xfrm>
          <a:custGeom>
            <a:avLst/>
            <a:gdLst/>
            <a:ahLst/>
            <a:cxnLst/>
            <a:rect l="l" t="t" r="r" b="b"/>
            <a:pathLst>
              <a:path w="142875" h="19050">
                <a:moveTo>
                  <a:pt x="0" y="0"/>
                </a:moveTo>
                <a:lnTo>
                  <a:pt x="142262" y="0"/>
                </a:lnTo>
                <a:lnTo>
                  <a:pt x="14226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3674112" y="8389233"/>
            <a:ext cx="23495" cy="15240"/>
          </a:xfrm>
          <a:custGeom>
            <a:avLst/>
            <a:gdLst/>
            <a:ahLst/>
            <a:cxnLst/>
            <a:rect l="l" t="t" r="r" b="b"/>
            <a:pathLst>
              <a:path w="23495" h="15240">
                <a:moveTo>
                  <a:pt x="0" y="0"/>
                </a:moveTo>
                <a:lnTo>
                  <a:pt x="22871" y="0"/>
                </a:lnTo>
                <a:lnTo>
                  <a:pt x="22871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3554721" y="8404473"/>
            <a:ext cx="142875" cy="19050"/>
          </a:xfrm>
          <a:custGeom>
            <a:avLst/>
            <a:gdLst/>
            <a:ahLst/>
            <a:cxnLst/>
            <a:rect l="l" t="t" r="r" b="b"/>
            <a:pathLst>
              <a:path w="142875" h="19050">
                <a:moveTo>
                  <a:pt x="0" y="0"/>
                </a:moveTo>
                <a:lnTo>
                  <a:pt x="142262" y="0"/>
                </a:lnTo>
                <a:lnTo>
                  <a:pt x="14226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3554721" y="8423523"/>
            <a:ext cx="23495" cy="15240"/>
          </a:xfrm>
          <a:custGeom>
            <a:avLst/>
            <a:gdLst/>
            <a:ahLst/>
            <a:cxnLst/>
            <a:rect l="l" t="t" r="r" b="b"/>
            <a:pathLst>
              <a:path w="23495" h="15240">
                <a:moveTo>
                  <a:pt x="0" y="0"/>
                </a:moveTo>
                <a:lnTo>
                  <a:pt x="22871" y="0"/>
                </a:lnTo>
                <a:lnTo>
                  <a:pt x="22871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3554721" y="8438763"/>
            <a:ext cx="144780" cy="17780"/>
          </a:xfrm>
          <a:custGeom>
            <a:avLst/>
            <a:gdLst/>
            <a:ahLst/>
            <a:cxnLst/>
            <a:rect l="l" t="t" r="r" b="b"/>
            <a:pathLst>
              <a:path w="144779" h="17779">
                <a:moveTo>
                  <a:pt x="0" y="0"/>
                </a:moveTo>
                <a:lnTo>
                  <a:pt x="144570" y="0"/>
                </a:lnTo>
                <a:lnTo>
                  <a:pt x="144570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3749440" y="8267313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3875755" y="8287633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5" h="30479">
                <a:moveTo>
                  <a:pt x="0" y="0"/>
                </a:moveTo>
                <a:lnTo>
                  <a:pt x="22871" y="0"/>
                </a:lnTo>
                <a:lnTo>
                  <a:pt x="22871" y="30479"/>
                </a:lnTo>
                <a:lnTo>
                  <a:pt x="0" y="304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3749440" y="8318113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3749440" y="8338433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5" h="30479">
                <a:moveTo>
                  <a:pt x="0" y="0"/>
                </a:moveTo>
                <a:lnTo>
                  <a:pt x="22871" y="0"/>
                </a:lnTo>
                <a:lnTo>
                  <a:pt x="22871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3749440" y="8368913"/>
            <a:ext cx="151765" cy="20320"/>
          </a:xfrm>
          <a:custGeom>
            <a:avLst/>
            <a:gdLst/>
            <a:ahLst/>
            <a:cxnLst/>
            <a:rect l="l" t="t" r="r" b="b"/>
            <a:pathLst>
              <a:path w="151764" h="20320">
                <a:moveTo>
                  <a:pt x="0" y="0"/>
                </a:moveTo>
                <a:lnTo>
                  <a:pt x="151494" y="0"/>
                </a:lnTo>
                <a:lnTo>
                  <a:pt x="151494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3813227" y="8389233"/>
            <a:ext cx="22860" cy="38100"/>
          </a:xfrm>
          <a:custGeom>
            <a:avLst/>
            <a:gdLst/>
            <a:ahLst/>
            <a:cxnLst/>
            <a:rect l="l" t="t" r="r" b="b"/>
            <a:pathLst>
              <a:path w="22860" h="38100">
                <a:moveTo>
                  <a:pt x="0" y="0"/>
                </a:moveTo>
                <a:lnTo>
                  <a:pt x="22661" y="0"/>
                </a:lnTo>
                <a:lnTo>
                  <a:pt x="22661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3739578" y="8427333"/>
            <a:ext cx="168910" cy="19050"/>
          </a:xfrm>
          <a:custGeom>
            <a:avLst/>
            <a:gdLst/>
            <a:ahLst/>
            <a:cxnLst/>
            <a:rect l="l" t="t" r="r" b="b"/>
            <a:pathLst>
              <a:path w="168910" h="19050">
                <a:moveTo>
                  <a:pt x="0" y="0"/>
                </a:moveTo>
                <a:lnTo>
                  <a:pt x="168910" y="0"/>
                </a:lnTo>
                <a:lnTo>
                  <a:pt x="16891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4003137" y="8264549"/>
            <a:ext cx="157159" cy="193459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4204570" y="8264549"/>
            <a:ext cx="157159" cy="192200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4463799" y="8266857"/>
            <a:ext cx="171428" cy="188843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4672996" y="8267313"/>
            <a:ext cx="22860" cy="154940"/>
          </a:xfrm>
          <a:custGeom>
            <a:avLst/>
            <a:gdLst/>
            <a:ahLst/>
            <a:cxnLst/>
            <a:rect l="l" t="t" r="r" b="b"/>
            <a:pathLst>
              <a:path w="22860" h="154940">
                <a:moveTo>
                  <a:pt x="0" y="0"/>
                </a:moveTo>
                <a:lnTo>
                  <a:pt x="22661" y="0"/>
                </a:lnTo>
                <a:lnTo>
                  <a:pt x="22661" y="154940"/>
                </a:lnTo>
                <a:lnTo>
                  <a:pt x="0" y="1549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4672996" y="8335893"/>
            <a:ext cx="92075" cy="19050"/>
          </a:xfrm>
          <a:custGeom>
            <a:avLst/>
            <a:gdLst/>
            <a:ahLst/>
            <a:cxnLst/>
            <a:rect l="l" t="t" r="r" b="b"/>
            <a:pathLst>
              <a:path w="92075" h="19050">
                <a:moveTo>
                  <a:pt x="0" y="0"/>
                </a:moveTo>
                <a:lnTo>
                  <a:pt x="91903" y="0"/>
                </a:lnTo>
                <a:lnTo>
                  <a:pt x="9190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4672996" y="8422254"/>
            <a:ext cx="92075" cy="20320"/>
          </a:xfrm>
          <a:custGeom>
            <a:avLst/>
            <a:gdLst/>
            <a:ahLst/>
            <a:cxnLst/>
            <a:rect l="l" t="t" r="r" b="b"/>
            <a:pathLst>
              <a:path w="92075" h="20320">
                <a:moveTo>
                  <a:pt x="0" y="0"/>
                </a:moveTo>
                <a:lnTo>
                  <a:pt x="91903" y="0"/>
                </a:lnTo>
                <a:lnTo>
                  <a:pt x="91903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4742238" y="8267906"/>
            <a:ext cx="22860" cy="154940"/>
          </a:xfrm>
          <a:custGeom>
            <a:avLst/>
            <a:gdLst/>
            <a:ahLst/>
            <a:cxnLst/>
            <a:rect l="l" t="t" r="r" b="b"/>
            <a:pathLst>
              <a:path w="22860" h="154940">
                <a:moveTo>
                  <a:pt x="0" y="0"/>
                </a:moveTo>
                <a:lnTo>
                  <a:pt x="22661" y="0"/>
                </a:lnTo>
                <a:lnTo>
                  <a:pt x="22661" y="154432"/>
                </a:lnTo>
                <a:lnTo>
                  <a:pt x="0" y="154432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4802039" y="8264549"/>
            <a:ext cx="23495" cy="190500"/>
          </a:xfrm>
          <a:custGeom>
            <a:avLst/>
            <a:gdLst/>
            <a:ahLst/>
            <a:cxnLst/>
            <a:rect l="l" t="t" r="r" b="b"/>
            <a:pathLst>
              <a:path w="23495" h="190500">
                <a:moveTo>
                  <a:pt x="22871" y="190312"/>
                </a:moveTo>
                <a:lnTo>
                  <a:pt x="0" y="190312"/>
                </a:lnTo>
                <a:lnTo>
                  <a:pt x="0" y="0"/>
                </a:lnTo>
                <a:lnTo>
                  <a:pt x="22871" y="0"/>
                </a:lnTo>
                <a:lnTo>
                  <a:pt x="22871" y="19031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4865196" y="8259094"/>
            <a:ext cx="186690" cy="196215"/>
          </a:xfrm>
          <a:custGeom>
            <a:avLst/>
            <a:gdLst/>
            <a:ahLst/>
            <a:cxnLst/>
            <a:rect l="l" t="t" r="r" b="b"/>
            <a:pathLst>
              <a:path w="186689" h="196215">
                <a:moveTo>
                  <a:pt x="65465" y="27277"/>
                </a:moveTo>
                <a:lnTo>
                  <a:pt x="42594" y="27277"/>
                </a:lnTo>
                <a:lnTo>
                  <a:pt x="42594" y="0"/>
                </a:lnTo>
                <a:lnTo>
                  <a:pt x="65465" y="0"/>
                </a:lnTo>
                <a:lnTo>
                  <a:pt x="65465" y="27277"/>
                </a:lnTo>
                <a:close/>
              </a:path>
              <a:path w="186689" h="196215">
                <a:moveTo>
                  <a:pt x="108480" y="47001"/>
                </a:moveTo>
                <a:lnTo>
                  <a:pt x="0" y="47001"/>
                </a:lnTo>
                <a:lnTo>
                  <a:pt x="0" y="27277"/>
                </a:lnTo>
                <a:lnTo>
                  <a:pt x="108480" y="27277"/>
                </a:lnTo>
                <a:lnTo>
                  <a:pt x="108480" y="47001"/>
                </a:lnTo>
                <a:close/>
              </a:path>
              <a:path w="186689" h="196215">
                <a:moveTo>
                  <a:pt x="54974" y="186535"/>
                </a:moveTo>
                <a:lnTo>
                  <a:pt x="19182" y="169539"/>
                </a:lnTo>
                <a:lnTo>
                  <a:pt x="7763" y="124217"/>
                </a:lnTo>
                <a:lnTo>
                  <a:pt x="8986" y="106460"/>
                </a:lnTo>
                <a:lnTo>
                  <a:pt x="27487" y="69872"/>
                </a:lnTo>
                <a:lnTo>
                  <a:pt x="54974" y="61688"/>
                </a:lnTo>
                <a:lnTo>
                  <a:pt x="61970" y="62088"/>
                </a:lnTo>
                <a:lnTo>
                  <a:pt x="91669" y="81412"/>
                </a:lnTo>
                <a:lnTo>
                  <a:pt x="49099" y="81412"/>
                </a:lnTo>
                <a:lnTo>
                  <a:pt x="44483" y="82881"/>
                </a:lnTo>
                <a:lnTo>
                  <a:pt x="30424" y="124217"/>
                </a:lnTo>
                <a:lnTo>
                  <a:pt x="31000" y="136787"/>
                </a:lnTo>
                <a:lnTo>
                  <a:pt x="49099" y="167021"/>
                </a:lnTo>
                <a:lnTo>
                  <a:pt x="91790" y="167021"/>
                </a:lnTo>
                <a:lnTo>
                  <a:pt x="89792" y="170631"/>
                </a:lnTo>
                <a:lnTo>
                  <a:pt x="80363" y="179611"/>
                </a:lnTo>
                <a:lnTo>
                  <a:pt x="74891" y="182640"/>
                </a:lnTo>
                <a:lnTo>
                  <a:pt x="68849" y="184804"/>
                </a:lnTo>
                <a:lnTo>
                  <a:pt x="62216" y="186102"/>
                </a:lnTo>
                <a:lnTo>
                  <a:pt x="54974" y="186535"/>
                </a:lnTo>
                <a:close/>
              </a:path>
              <a:path w="186689" h="196215">
                <a:moveTo>
                  <a:pt x="91790" y="167021"/>
                </a:moveTo>
                <a:lnTo>
                  <a:pt x="60639" y="167021"/>
                </a:lnTo>
                <a:lnTo>
                  <a:pt x="65046" y="165133"/>
                </a:lnTo>
                <a:lnTo>
                  <a:pt x="68613" y="161985"/>
                </a:lnTo>
                <a:lnTo>
                  <a:pt x="73504" y="155789"/>
                </a:lnTo>
                <a:lnTo>
                  <a:pt x="76901" y="147350"/>
                </a:lnTo>
                <a:lnTo>
                  <a:pt x="78883" y="136754"/>
                </a:lnTo>
                <a:lnTo>
                  <a:pt x="79524" y="124217"/>
                </a:lnTo>
                <a:lnTo>
                  <a:pt x="78779" y="110804"/>
                </a:lnTo>
                <a:lnTo>
                  <a:pt x="60220" y="81412"/>
                </a:lnTo>
                <a:lnTo>
                  <a:pt x="91669" y="81412"/>
                </a:lnTo>
                <a:lnTo>
                  <a:pt x="96467" y="89936"/>
                </a:lnTo>
                <a:lnTo>
                  <a:pt x="100742" y="105611"/>
                </a:lnTo>
                <a:lnTo>
                  <a:pt x="102185" y="124217"/>
                </a:lnTo>
                <a:lnTo>
                  <a:pt x="100782" y="142757"/>
                </a:lnTo>
                <a:lnTo>
                  <a:pt x="96624" y="158287"/>
                </a:lnTo>
                <a:lnTo>
                  <a:pt x="91790" y="167021"/>
                </a:lnTo>
                <a:close/>
              </a:path>
              <a:path w="186689" h="196215">
                <a:moveTo>
                  <a:pt x="156530" y="195767"/>
                </a:moveTo>
                <a:lnTo>
                  <a:pt x="133659" y="195767"/>
                </a:lnTo>
                <a:lnTo>
                  <a:pt x="133659" y="5455"/>
                </a:lnTo>
                <a:lnTo>
                  <a:pt x="156530" y="5455"/>
                </a:lnTo>
                <a:lnTo>
                  <a:pt x="156530" y="83091"/>
                </a:lnTo>
                <a:lnTo>
                  <a:pt x="186325" y="83091"/>
                </a:lnTo>
                <a:lnTo>
                  <a:pt x="186325" y="103024"/>
                </a:lnTo>
                <a:lnTo>
                  <a:pt x="156530" y="103024"/>
                </a:lnTo>
                <a:lnTo>
                  <a:pt x="156530" y="195767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5080688" y="8266043"/>
            <a:ext cx="22860" cy="45720"/>
          </a:xfrm>
          <a:custGeom>
            <a:avLst/>
            <a:gdLst/>
            <a:ahLst/>
            <a:cxnLst/>
            <a:rect l="l" t="t" r="r" b="b"/>
            <a:pathLst>
              <a:path w="22860" h="45720">
                <a:moveTo>
                  <a:pt x="0" y="0"/>
                </a:moveTo>
                <a:lnTo>
                  <a:pt x="22661" y="0"/>
                </a:lnTo>
                <a:lnTo>
                  <a:pt x="22661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5080688" y="8311763"/>
            <a:ext cx="147955" cy="20320"/>
          </a:xfrm>
          <a:custGeom>
            <a:avLst/>
            <a:gdLst/>
            <a:ahLst/>
            <a:cxnLst/>
            <a:rect l="l" t="t" r="r" b="b"/>
            <a:pathLst>
              <a:path w="147954" h="20320">
                <a:moveTo>
                  <a:pt x="0" y="0"/>
                </a:moveTo>
                <a:lnTo>
                  <a:pt x="147507" y="0"/>
                </a:lnTo>
                <a:lnTo>
                  <a:pt x="147507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5068098" y="8357502"/>
            <a:ext cx="171450" cy="20320"/>
          </a:xfrm>
          <a:custGeom>
            <a:avLst/>
            <a:gdLst/>
            <a:ahLst/>
            <a:cxnLst/>
            <a:rect l="l" t="t" r="r" b="b"/>
            <a:pathLst>
              <a:path w="171450" h="20320">
                <a:moveTo>
                  <a:pt x="171428" y="19723"/>
                </a:moveTo>
                <a:lnTo>
                  <a:pt x="0" y="19723"/>
                </a:lnTo>
                <a:lnTo>
                  <a:pt x="0" y="0"/>
                </a:lnTo>
                <a:lnTo>
                  <a:pt x="171428" y="0"/>
                </a:lnTo>
                <a:lnTo>
                  <a:pt x="171428" y="1972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5080688" y="8395583"/>
            <a:ext cx="22860" cy="40640"/>
          </a:xfrm>
          <a:custGeom>
            <a:avLst/>
            <a:gdLst/>
            <a:ahLst/>
            <a:cxnLst/>
            <a:rect l="l" t="t" r="r" b="b"/>
            <a:pathLst>
              <a:path w="22860" h="40640">
                <a:moveTo>
                  <a:pt x="0" y="0"/>
                </a:moveTo>
                <a:lnTo>
                  <a:pt x="22661" y="0"/>
                </a:lnTo>
                <a:lnTo>
                  <a:pt x="22661" y="4064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5080688" y="8436223"/>
            <a:ext cx="149860" cy="19050"/>
          </a:xfrm>
          <a:custGeom>
            <a:avLst/>
            <a:gdLst/>
            <a:ahLst/>
            <a:cxnLst/>
            <a:rect l="l" t="t" r="r" b="b"/>
            <a:pathLst>
              <a:path w="149860" h="19050">
                <a:moveTo>
                  <a:pt x="0" y="0"/>
                </a:moveTo>
                <a:lnTo>
                  <a:pt x="149815" y="0"/>
                </a:lnTo>
                <a:lnTo>
                  <a:pt x="14981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5331806" y="8264549"/>
            <a:ext cx="162825" cy="194718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5532820" y="8264549"/>
            <a:ext cx="168910" cy="193459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4262583" y="8498731"/>
            <a:ext cx="171428" cy="188843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4468633" y="8496424"/>
            <a:ext cx="157999" cy="190312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6016769" y="8380486"/>
            <a:ext cx="160517" cy="192200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6217573" y="8381745"/>
            <a:ext cx="168910" cy="180660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6478480" y="8382794"/>
            <a:ext cx="171428" cy="193459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6686208" y="8380486"/>
            <a:ext cx="158208" cy="194718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6946696" y="8375031"/>
            <a:ext cx="157999" cy="195767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7144772" y="8383844"/>
            <a:ext cx="168910" cy="178562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7398336" y="8445532"/>
            <a:ext cx="186115" cy="69662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7679184" y="8381613"/>
            <a:ext cx="23495" cy="68580"/>
          </a:xfrm>
          <a:custGeom>
            <a:avLst/>
            <a:gdLst/>
            <a:ahLst/>
            <a:cxnLst/>
            <a:rect l="l" t="t" r="r" b="b"/>
            <a:pathLst>
              <a:path w="23495" h="68579">
                <a:moveTo>
                  <a:pt x="0" y="0"/>
                </a:moveTo>
                <a:lnTo>
                  <a:pt x="22871" y="0"/>
                </a:lnTo>
                <a:lnTo>
                  <a:pt x="22871" y="68579"/>
                </a:lnTo>
                <a:lnTo>
                  <a:pt x="0" y="685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7679184" y="8450193"/>
            <a:ext cx="151130" cy="20320"/>
          </a:xfrm>
          <a:custGeom>
            <a:avLst/>
            <a:gdLst/>
            <a:ahLst/>
            <a:cxnLst/>
            <a:rect l="l" t="t" r="r" b="b"/>
            <a:pathLst>
              <a:path w="151129" h="20320">
                <a:moveTo>
                  <a:pt x="0" y="0"/>
                </a:moveTo>
                <a:lnTo>
                  <a:pt x="150655" y="0"/>
                </a:lnTo>
                <a:lnTo>
                  <a:pt x="150655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7669322" y="8498199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09" h="20320">
                <a:moveTo>
                  <a:pt x="168910" y="19933"/>
                </a:moveTo>
                <a:lnTo>
                  <a:pt x="0" y="19933"/>
                </a:lnTo>
                <a:lnTo>
                  <a:pt x="0" y="0"/>
                </a:lnTo>
                <a:lnTo>
                  <a:pt x="168910" y="0"/>
                </a:lnTo>
                <a:lnTo>
                  <a:pt x="168910" y="1993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7742132" y="8518132"/>
            <a:ext cx="22860" cy="55880"/>
          </a:xfrm>
          <a:custGeom>
            <a:avLst/>
            <a:gdLst/>
            <a:ahLst/>
            <a:cxnLst/>
            <a:rect l="l" t="t" r="r" b="b"/>
            <a:pathLst>
              <a:path w="22859" h="55879">
                <a:moveTo>
                  <a:pt x="22661" y="55813"/>
                </a:moveTo>
                <a:lnTo>
                  <a:pt x="0" y="55813"/>
                </a:lnTo>
                <a:lnTo>
                  <a:pt x="0" y="0"/>
                </a:lnTo>
                <a:lnTo>
                  <a:pt x="22661" y="0"/>
                </a:lnTo>
                <a:lnTo>
                  <a:pt x="22661" y="5581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7873273" y="8380486"/>
            <a:ext cx="178981" cy="193459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8084988" y="8455184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4" h="28575">
                <a:moveTo>
                  <a:pt x="25808" y="28116"/>
                </a:moveTo>
                <a:lnTo>
                  <a:pt x="0" y="28116"/>
                </a:lnTo>
                <a:lnTo>
                  <a:pt x="0" y="0"/>
                </a:lnTo>
                <a:lnTo>
                  <a:pt x="25808" y="0"/>
                </a:lnTo>
                <a:lnTo>
                  <a:pt x="25808" y="2811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8158637" y="8382883"/>
            <a:ext cx="22860" cy="35560"/>
          </a:xfrm>
          <a:custGeom>
            <a:avLst/>
            <a:gdLst/>
            <a:ahLst/>
            <a:cxnLst/>
            <a:rect l="l" t="t" r="r" b="b"/>
            <a:pathLst>
              <a:path w="22859" h="35559">
                <a:moveTo>
                  <a:pt x="0" y="0"/>
                </a:moveTo>
                <a:lnTo>
                  <a:pt x="22451" y="0"/>
                </a:lnTo>
                <a:lnTo>
                  <a:pt x="22451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8158637" y="8418443"/>
            <a:ext cx="93345" cy="20320"/>
          </a:xfrm>
          <a:custGeom>
            <a:avLst/>
            <a:gdLst/>
            <a:ahLst/>
            <a:cxnLst/>
            <a:rect l="l" t="t" r="r" b="b"/>
            <a:pathLst>
              <a:path w="93345" h="20320">
                <a:moveTo>
                  <a:pt x="0" y="0"/>
                </a:moveTo>
                <a:lnTo>
                  <a:pt x="92953" y="0"/>
                </a:lnTo>
                <a:lnTo>
                  <a:pt x="92953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8158637" y="8438763"/>
            <a:ext cx="22860" cy="33020"/>
          </a:xfrm>
          <a:custGeom>
            <a:avLst/>
            <a:gdLst/>
            <a:ahLst/>
            <a:cxnLst/>
            <a:rect l="l" t="t" r="r" b="b"/>
            <a:pathLst>
              <a:path w="22859" h="33020">
                <a:moveTo>
                  <a:pt x="0" y="0"/>
                </a:moveTo>
                <a:lnTo>
                  <a:pt x="22451" y="0"/>
                </a:lnTo>
                <a:lnTo>
                  <a:pt x="22451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8158637" y="8471783"/>
            <a:ext cx="93345" cy="19050"/>
          </a:xfrm>
          <a:custGeom>
            <a:avLst/>
            <a:gdLst/>
            <a:ahLst/>
            <a:cxnLst/>
            <a:rect l="l" t="t" r="r" b="b"/>
            <a:pathLst>
              <a:path w="93345" h="19050">
                <a:moveTo>
                  <a:pt x="0" y="0"/>
                </a:moveTo>
                <a:lnTo>
                  <a:pt x="92953" y="0"/>
                </a:lnTo>
                <a:lnTo>
                  <a:pt x="9295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8229558" y="8382794"/>
            <a:ext cx="22225" cy="36195"/>
          </a:xfrm>
          <a:custGeom>
            <a:avLst/>
            <a:gdLst/>
            <a:ahLst/>
            <a:cxnLst/>
            <a:rect l="l" t="t" r="r" b="b"/>
            <a:pathLst>
              <a:path w="22225" h="36195">
                <a:moveTo>
                  <a:pt x="22031" y="35880"/>
                </a:moveTo>
                <a:lnTo>
                  <a:pt x="0" y="35880"/>
                </a:lnTo>
                <a:lnTo>
                  <a:pt x="0" y="0"/>
                </a:lnTo>
                <a:lnTo>
                  <a:pt x="22031" y="0"/>
                </a:lnTo>
                <a:lnTo>
                  <a:pt x="22031" y="3588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8229558" y="8438188"/>
            <a:ext cx="22225" cy="33655"/>
          </a:xfrm>
          <a:custGeom>
            <a:avLst/>
            <a:gdLst/>
            <a:ahLst/>
            <a:cxnLst/>
            <a:rect l="l" t="t" r="r" b="b"/>
            <a:pathLst>
              <a:path w="22225" h="33654">
                <a:moveTo>
                  <a:pt x="22031" y="33152"/>
                </a:moveTo>
                <a:lnTo>
                  <a:pt x="0" y="33152"/>
                </a:lnTo>
                <a:lnTo>
                  <a:pt x="0" y="0"/>
                </a:lnTo>
                <a:lnTo>
                  <a:pt x="22031" y="0"/>
                </a:lnTo>
                <a:lnTo>
                  <a:pt x="22031" y="3315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8287051" y="8380343"/>
            <a:ext cx="23495" cy="52069"/>
          </a:xfrm>
          <a:custGeom>
            <a:avLst/>
            <a:gdLst/>
            <a:ahLst/>
            <a:cxnLst/>
            <a:rect l="l" t="t" r="r" b="b"/>
            <a:pathLst>
              <a:path w="23495" h="52070">
                <a:moveTo>
                  <a:pt x="0" y="0"/>
                </a:moveTo>
                <a:lnTo>
                  <a:pt x="22871" y="0"/>
                </a:lnTo>
                <a:lnTo>
                  <a:pt x="22871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8287051" y="8432413"/>
            <a:ext cx="50800" cy="20320"/>
          </a:xfrm>
          <a:custGeom>
            <a:avLst/>
            <a:gdLst/>
            <a:ahLst/>
            <a:cxnLst/>
            <a:rect l="l" t="t" r="r" b="b"/>
            <a:pathLst>
              <a:path w="50800" h="20320">
                <a:moveTo>
                  <a:pt x="0" y="0"/>
                </a:moveTo>
                <a:lnTo>
                  <a:pt x="50568" y="0"/>
                </a:lnTo>
                <a:lnTo>
                  <a:pt x="50568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8287051" y="8452733"/>
            <a:ext cx="23495" cy="60960"/>
          </a:xfrm>
          <a:custGeom>
            <a:avLst/>
            <a:gdLst/>
            <a:ahLst/>
            <a:cxnLst/>
            <a:rect l="l" t="t" r="r" b="b"/>
            <a:pathLst>
              <a:path w="23495" h="60959">
                <a:moveTo>
                  <a:pt x="0" y="0"/>
                </a:moveTo>
                <a:lnTo>
                  <a:pt x="22871" y="0"/>
                </a:lnTo>
                <a:lnTo>
                  <a:pt x="22871" y="60960"/>
                </a:lnTo>
                <a:lnTo>
                  <a:pt x="0" y="609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8169548" y="8508613"/>
            <a:ext cx="22860" cy="43180"/>
          </a:xfrm>
          <a:custGeom>
            <a:avLst/>
            <a:gdLst/>
            <a:ahLst/>
            <a:cxnLst/>
            <a:rect l="l" t="t" r="r" b="b"/>
            <a:pathLst>
              <a:path w="22859" h="43179">
                <a:moveTo>
                  <a:pt x="0" y="0"/>
                </a:moveTo>
                <a:lnTo>
                  <a:pt x="22661" y="0"/>
                </a:lnTo>
                <a:lnTo>
                  <a:pt x="22661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8169548" y="8551793"/>
            <a:ext cx="144145" cy="20320"/>
          </a:xfrm>
          <a:custGeom>
            <a:avLst/>
            <a:gdLst/>
            <a:ahLst/>
            <a:cxnLst/>
            <a:rect l="l" t="t" r="r" b="b"/>
            <a:pathLst>
              <a:path w="144145" h="20320">
                <a:moveTo>
                  <a:pt x="0" y="0"/>
                </a:moveTo>
                <a:lnTo>
                  <a:pt x="143940" y="0"/>
                </a:lnTo>
                <a:lnTo>
                  <a:pt x="143940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8364057" y="8380486"/>
            <a:ext cx="151914" cy="190312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8622379" y="8380486"/>
            <a:ext cx="158418" cy="190312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8823392" y="8380486"/>
            <a:ext cx="178981" cy="194718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88479" y="3379485"/>
            <a:ext cx="377190" cy="395605"/>
          </a:xfrm>
          <a:custGeom>
            <a:avLst/>
            <a:gdLst/>
            <a:ahLst/>
            <a:cxnLst/>
            <a:rect l="l" t="t" r="r" b="b"/>
            <a:pathLst>
              <a:path w="377189" h="395604">
                <a:moveTo>
                  <a:pt x="189852" y="181051"/>
                </a:moveTo>
                <a:lnTo>
                  <a:pt x="148164" y="178104"/>
                </a:lnTo>
                <a:lnTo>
                  <a:pt x="109594" y="169106"/>
                </a:lnTo>
                <a:lnTo>
                  <a:pt x="68732" y="146894"/>
                </a:lnTo>
                <a:lnTo>
                  <a:pt x="45000" y="112790"/>
                </a:lnTo>
                <a:lnTo>
                  <a:pt x="41910" y="90944"/>
                </a:lnTo>
                <a:lnTo>
                  <a:pt x="42695" y="79236"/>
                </a:lnTo>
                <a:lnTo>
                  <a:pt x="61280" y="41255"/>
                </a:lnTo>
                <a:lnTo>
                  <a:pt x="98540" y="16279"/>
                </a:lnTo>
                <a:lnTo>
                  <a:pt x="135159" y="5238"/>
                </a:lnTo>
                <a:lnTo>
                  <a:pt x="175904" y="327"/>
                </a:lnTo>
                <a:lnTo>
                  <a:pt x="189852" y="0"/>
                </a:lnTo>
                <a:lnTo>
                  <a:pt x="203224" y="314"/>
                </a:lnTo>
                <a:lnTo>
                  <a:pt x="242868" y="5029"/>
                </a:lnTo>
                <a:lnTo>
                  <a:pt x="289598" y="21164"/>
                </a:lnTo>
                <a:lnTo>
                  <a:pt x="313995" y="39395"/>
                </a:lnTo>
                <a:lnTo>
                  <a:pt x="190271" y="39395"/>
                </a:lnTo>
                <a:lnTo>
                  <a:pt x="180907" y="39591"/>
                </a:lnTo>
                <a:lnTo>
                  <a:pt x="136783" y="46467"/>
                </a:lnTo>
                <a:lnTo>
                  <a:pt x="99745" y="68103"/>
                </a:lnTo>
                <a:lnTo>
                  <a:pt x="91363" y="82283"/>
                </a:lnTo>
                <a:lnTo>
                  <a:pt x="91363" y="99885"/>
                </a:lnTo>
                <a:lnTo>
                  <a:pt x="121958" y="129292"/>
                </a:lnTo>
                <a:lnTo>
                  <a:pt x="162545" y="139586"/>
                </a:lnTo>
                <a:lnTo>
                  <a:pt x="180671" y="141053"/>
                </a:lnTo>
                <a:lnTo>
                  <a:pt x="189852" y="141236"/>
                </a:lnTo>
                <a:lnTo>
                  <a:pt x="314522" y="141236"/>
                </a:lnTo>
                <a:lnTo>
                  <a:pt x="308143" y="147261"/>
                </a:lnTo>
                <a:lnTo>
                  <a:pt x="267647" y="169159"/>
                </a:lnTo>
                <a:lnTo>
                  <a:pt x="229732" y="178104"/>
                </a:lnTo>
                <a:lnTo>
                  <a:pt x="203224" y="180723"/>
                </a:lnTo>
                <a:lnTo>
                  <a:pt x="189852" y="181051"/>
                </a:lnTo>
                <a:close/>
              </a:path>
              <a:path w="377189" h="395604">
                <a:moveTo>
                  <a:pt x="314522" y="141236"/>
                </a:moveTo>
                <a:lnTo>
                  <a:pt x="189852" y="141236"/>
                </a:lnTo>
                <a:lnTo>
                  <a:pt x="198627" y="141053"/>
                </a:lnTo>
                <a:lnTo>
                  <a:pt x="207349" y="140503"/>
                </a:lnTo>
                <a:lnTo>
                  <a:pt x="248408" y="132134"/>
                </a:lnTo>
                <a:lnTo>
                  <a:pt x="283032" y="107499"/>
                </a:lnTo>
                <a:lnTo>
                  <a:pt x="285826" y="99885"/>
                </a:lnTo>
                <a:lnTo>
                  <a:pt x="285826" y="81724"/>
                </a:lnTo>
                <a:lnTo>
                  <a:pt x="255441" y="51549"/>
                </a:lnTo>
                <a:lnTo>
                  <a:pt x="216321" y="41045"/>
                </a:lnTo>
                <a:lnTo>
                  <a:pt x="190271" y="39395"/>
                </a:lnTo>
                <a:lnTo>
                  <a:pt x="313995" y="39395"/>
                </a:lnTo>
                <a:lnTo>
                  <a:pt x="334494" y="79236"/>
                </a:lnTo>
                <a:lnTo>
                  <a:pt x="335280" y="90944"/>
                </a:lnTo>
                <a:lnTo>
                  <a:pt x="334494" y="102456"/>
                </a:lnTo>
                <a:lnTo>
                  <a:pt x="332136" y="113104"/>
                </a:lnTo>
                <a:lnTo>
                  <a:pt x="328207" y="122887"/>
                </a:lnTo>
                <a:lnTo>
                  <a:pt x="322707" y="131806"/>
                </a:lnTo>
                <a:lnTo>
                  <a:pt x="315922" y="139913"/>
                </a:lnTo>
                <a:lnTo>
                  <a:pt x="314522" y="141236"/>
                </a:lnTo>
                <a:close/>
              </a:path>
              <a:path w="377189" h="395604">
                <a:moveTo>
                  <a:pt x="371043" y="256908"/>
                </a:moveTo>
                <a:lnTo>
                  <a:pt x="0" y="256908"/>
                </a:lnTo>
                <a:lnTo>
                  <a:pt x="0" y="216255"/>
                </a:lnTo>
                <a:lnTo>
                  <a:pt x="377190" y="216255"/>
                </a:lnTo>
                <a:lnTo>
                  <a:pt x="377190" y="250761"/>
                </a:lnTo>
                <a:lnTo>
                  <a:pt x="376351" y="252717"/>
                </a:lnTo>
                <a:lnTo>
                  <a:pt x="372999" y="256070"/>
                </a:lnTo>
                <a:lnTo>
                  <a:pt x="371043" y="256908"/>
                </a:lnTo>
                <a:close/>
              </a:path>
              <a:path w="377189" h="395604">
                <a:moveTo>
                  <a:pt x="130479" y="395211"/>
                </a:moveTo>
                <a:lnTo>
                  <a:pt x="88849" y="395211"/>
                </a:lnTo>
                <a:lnTo>
                  <a:pt x="88849" y="256908"/>
                </a:lnTo>
                <a:lnTo>
                  <a:pt x="136626" y="256908"/>
                </a:lnTo>
                <a:lnTo>
                  <a:pt x="136626" y="389064"/>
                </a:lnTo>
                <a:lnTo>
                  <a:pt x="135788" y="391020"/>
                </a:lnTo>
                <a:lnTo>
                  <a:pt x="132435" y="394373"/>
                </a:lnTo>
                <a:lnTo>
                  <a:pt x="130479" y="395211"/>
                </a:lnTo>
                <a:close/>
              </a:path>
              <a:path w="377189" h="395604">
                <a:moveTo>
                  <a:pt x="281774" y="395211"/>
                </a:moveTo>
                <a:lnTo>
                  <a:pt x="240563" y="395211"/>
                </a:lnTo>
                <a:lnTo>
                  <a:pt x="240563" y="256908"/>
                </a:lnTo>
                <a:lnTo>
                  <a:pt x="287921" y="256908"/>
                </a:lnTo>
                <a:lnTo>
                  <a:pt x="287921" y="389064"/>
                </a:lnTo>
                <a:lnTo>
                  <a:pt x="287083" y="391020"/>
                </a:lnTo>
                <a:lnTo>
                  <a:pt x="283730" y="394373"/>
                </a:lnTo>
                <a:lnTo>
                  <a:pt x="281774" y="3952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52677" y="3375713"/>
            <a:ext cx="401320" cy="399415"/>
          </a:xfrm>
          <a:custGeom>
            <a:avLst/>
            <a:gdLst/>
            <a:ahLst/>
            <a:cxnLst/>
            <a:rect l="l" t="t" r="r" b="b"/>
            <a:pathLst>
              <a:path w="401320" h="399414">
                <a:moveTo>
                  <a:pt x="31432" y="310134"/>
                </a:moveTo>
                <a:lnTo>
                  <a:pt x="0" y="279539"/>
                </a:lnTo>
                <a:lnTo>
                  <a:pt x="10752" y="272965"/>
                </a:lnTo>
                <a:lnTo>
                  <a:pt x="21216" y="265814"/>
                </a:lnTo>
                <a:lnTo>
                  <a:pt x="50737" y="241074"/>
                </a:lnTo>
                <a:lnTo>
                  <a:pt x="82693" y="203970"/>
                </a:lnTo>
                <a:lnTo>
                  <a:pt x="102875" y="165348"/>
                </a:lnTo>
                <a:lnTo>
                  <a:pt x="107708" y="137883"/>
                </a:lnTo>
                <a:lnTo>
                  <a:pt x="107708" y="18440"/>
                </a:lnTo>
                <a:lnTo>
                  <a:pt x="155905" y="18440"/>
                </a:lnTo>
                <a:lnTo>
                  <a:pt x="155905" y="137883"/>
                </a:lnTo>
                <a:lnTo>
                  <a:pt x="156560" y="147051"/>
                </a:lnTo>
                <a:lnTo>
                  <a:pt x="171988" y="186604"/>
                </a:lnTo>
                <a:lnTo>
                  <a:pt x="189774" y="211645"/>
                </a:lnTo>
                <a:lnTo>
                  <a:pt x="132854" y="211645"/>
                </a:lnTo>
                <a:lnTo>
                  <a:pt x="105822" y="244531"/>
                </a:lnTo>
                <a:lnTo>
                  <a:pt x="78672" y="273410"/>
                </a:lnTo>
                <a:lnTo>
                  <a:pt x="43795" y="303061"/>
                </a:lnTo>
                <a:lnTo>
                  <a:pt x="37457" y="307003"/>
                </a:lnTo>
                <a:lnTo>
                  <a:pt x="31432" y="310134"/>
                </a:lnTo>
                <a:close/>
              </a:path>
              <a:path w="401320" h="399414">
                <a:moveTo>
                  <a:pt x="237210" y="305104"/>
                </a:moveTo>
                <a:lnTo>
                  <a:pt x="201927" y="282840"/>
                </a:lnTo>
                <a:lnTo>
                  <a:pt x="172904" y="256999"/>
                </a:lnTo>
                <a:lnTo>
                  <a:pt x="141917" y="223275"/>
                </a:lnTo>
                <a:lnTo>
                  <a:pt x="132854" y="211645"/>
                </a:lnTo>
                <a:lnTo>
                  <a:pt x="189774" y="211645"/>
                </a:lnTo>
                <a:lnTo>
                  <a:pt x="193205" y="215836"/>
                </a:lnTo>
                <a:lnTo>
                  <a:pt x="201587" y="225030"/>
                </a:lnTo>
                <a:lnTo>
                  <a:pt x="239017" y="256829"/>
                </a:lnTo>
                <a:lnTo>
                  <a:pt x="267385" y="271995"/>
                </a:lnTo>
                <a:lnTo>
                  <a:pt x="237210" y="305104"/>
                </a:lnTo>
                <a:close/>
              </a:path>
              <a:path w="401320" h="399414">
                <a:moveTo>
                  <a:pt x="336257" y="398983"/>
                </a:moveTo>
                <a:lnTo>
                  <a:pt x="295046" y="398983"/>
                </a:lnTo>
                <a:lnTo>
                  <a:pt x="295046" y="0"/>
                </a:lnTo>
                <a:lnTo>
                  <a:pt x="342404" y="0"/>
                </a:lnTo>
                <a:lnTo>
                  <a:pt x="342404" y="140398"/>
                </a:lnTo>
                <a:lnTo>
                  <a:pt x="401078" y="140398"/>
                </a:lnTo>
                <a:lnTo>
                  <a:pt x="401078" y="180213"/>
                </a:lnTo>
                <a:lnTo>
                  <a:pt x="342404" y="180213"/>
                </a:lnTo>
                <a:lnTo>
                  <a:pt x="342404" y="392836"/>
                </a:lnTo>
                <a:lnTo>
                  <a:pt x="341566" y="394792"/>
                </a:lnTo>
                <a:lnTo>
                  <a:pt x="338213" y="398145"/>
                </a:lnTo>
                <a:lnTo>
                  <a:pt x="336257" y="398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63129" y="3375713"/>
            <a:ext cx="358775" cy="399415"/>
          </a:xfrm>
          <a:custGeom>
            <a:avLst/>
            <a:gdLst/>
            <a:ahLst/>
            <a:cxnLst/>
            <a:rect l="l" t="t" r="r" b="b"/>
            <a:pathLst>
              <a:path w="358775" h="399414">
                <a:moveTo>
                  <a:pt x="352602" y="398983"/>
                </a:moveTo>
                <a:lnTo>
                  <a:pt x="311391" y="398983"/>
                </a:lnTo>
                <a:lnTo>
                  <a:pt x="311391" y="164287"/>
                </a:lnTo>
                <a:lnTo>
                  <a:pt x="207873" y="164287"/>
                </a:lnTo>
                <a:lnTo>
                  <a:pt x="207873" y="124053"/>
                </a:lnTo>
                <a:lnTo>
                  <a:pt x="311391" y="124053"/>
                </a:lnTo>
                <a:lnTo>
                  <a:pt x="311391" y="0"/>
                </a:lnTo>
                <a:lnTo>
                  <a:pt x="358749" y="0"/>
                </a:lnTo>
                <a:lnTo>
                  <a:pt x="358749" y="392836"/>
                </a:lnTo>
                <a:lnTo>
                  <a:pt x="357911" y="394792"/>
                </a:lnTo>
                <a:lnTo>
                  <a:pt x="354558" y="398145"/>
                </a:lnTo>
                <a:lnTo>
                  <a:pt x="352602" y="398983"/>
                </a:lnTo>
                <a:close/>
              </a:path>
              <a:path w="358775" h="399414">
                <a:moveTo>
                  <a:pt x="31432" y="312229"/>
                </a:moveTo>
                <a:lnTo>
                  <a:pt x="0" y="281635"/>
                </a:lnTo>
                <a:lnTo>
                  <a:pt x="10372" y="275008"/>
                </a:lnTo>
                <a:lnTo>
                  <a:pt x="20535" y="267700"/>
                </a:lnTo>
                <a:lnTo>
                  <a:pt x="49597" y="241925"/>
                </a:lnTo>
                <a:lnTo>
                  <a:pt x="81449" y="203473"/>
                </a:lnTo>
                <a:lnTo>
                  <a:pt x="101919" y="164313"/>
                </a:lnTo>
                <a:lnTo>
                  <a:pt x="106870" y="138303"/>
                </a:lnTo>
                <a:lnTo>
                  <a:pt x="106870" y="18440"/>
                </a:lnTo>
                <a:lnTo>
                  <a:pt x="155067" y="18440"/>
                </a:lnTo>
                <a:lnTo>
                  <a:pt x="155170" y="138303"/>
                </a:lnTo>
                <a:lnTo>
                  <a:pt x="172079" y="184128"/>
                </a:lnTo>
                <a:lnTo>
                  <a:pt x="190784" y="209969"/>
                </a:lnTo>
                <a:lnTo>
                  <a:pt x="132854" y="209969"/>
                </a:lnTo>
                <a:lnTo>
                  <a:pt x="107892" y="243798"/>
                </a:lnTo>
                <a:lnTo>
                  <a:pt x="80126" y="273934"/>
                </a:lnTo>
                <a:lnTo>
                  <a:pt x="50802" y="300049"/>
                </a:lnTo>
                <a:lnTo>
                  <a:pt x="37496" y="309060"/>
                </a:lnTo>
                <a:lnTo>
                  <a:pt x="31432" y="312229"/>
                </a:lnTo>
                <a:close/>
              </a:path>
              <a:path w="358775" h="399414">
                <a:moveTo>
                  <a:pt x="236372" y="307200"/>
                </a:moveTo>
                <a:lnTo>
                  <a:pt x="200801" y="282879"/>
                </a:lnTo>
                <a:lnTo>
                  <a:pt x="171948" y="256253"/>
                </a:lnTo>
                <a:lnTo>
                  <a:pt x="141289" y="221703"/>
                </a:lnTo>
                <a:lnTo>
                  <a:pt x="132854" y="209969"/>
                </a:lnTo>
                <a:lnTo>
                  <a:pt x="190784" y="209969"/>
                </a:lnTo>
                <a:lnTo>
                  <a:pt x="194043" y="213950"/>
                </a:lnTo>
                <a:lnTo>
                  <a:pt x="202595" y="223471"/>
                </a:lnTo>
                <a:lnTo>
                  <a:pt x="239843" y="256803"/>
                </a:lnTo>
                <a:lnTo>
                  <a:pt x="266128" y="272834"/>
                </a:lnTo>
                <a:lnTo>
                  <a:pt x="236372" y="307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97316" y="3375294"/>
            <a:ext cx="308610" cy="399415"/>
          </a:xfrm>
          <a:custGeom>
            <a:avLst/>
            <a:gdLst/>
            <a:ahLst/>
            <a:cxnLst/>
            <a:rect l="l" t="t" r="r" b="b"/>
            <a:pathLst>
              <a:path w="308610" h="399414">
                <a:moveTo>
                  <a:pt x="302310" y="399402"/>
                </a:moveTo>
                <a:lnTo>
                  <a:pt x="260261" y="399402"/>
                </a:lnTo>
                <a:lnTo>
                  <a:pt x="260261" y="0"/>
                </a:lnTo>
                <a:lnTo>
                  <a:pt x="308457" y="0"/>
                </a:lnTo>
                <a:lnTo>
                  <a:pt x="308457" y="393255"/>
                </a:lnTo>
                <a:lnTo>
                  <a:pt x="307619" y="395211"/>
                </a:lnTo>
                <a:lnTo>
                  <a:pt x="304266" y="398564"/>
                </a:lnTo>
                <a:lnTo>
                  <a:pt x="302310" y="399402"/>
                </a:lnTo>
                <a:close/>
              </a:path>
              <a:path w="308610" h="399414">
                <a:moveTo>
                  <a:pt x="184683" y="308457"/>
                </a:moveTo>
                <a:lnTo>
                  <a:pt x="18021" y="308457"/>
                </a:lnTo>
                <a:lnTo>
                  <a:pt x="11874" y="306012"/>
                </a:lnTo>
                <a:lnTo>
                  <a:pt x="2374" y="296233"/>
                </a:lnTo>
                <a:lnTo>
                  <a:pt x="111" y="290576"/>
                </a:lnTo>
                <a:lnTo>
                  <a:pt x="0" y="18021"/>
                </a:lnTo>
                <a:lnTo>
                  <a:pt x="47358" y="18021"/>
                </a:lnTo>
                <a:lnTo>
                  <a:pt x="47358" y="122796"/>
                </a:lnTo>
                <a:lnTo>
                  <a:pt x="203263" y="122796"/>
                </a:lnTo>
                <a:lnTo>
                  <a:pt x="203263" y="163029"/>
                </a:lnTo>
                <a:lnTo>
                  <a:pt x="47358" y="163029"/>
                </a:lnTo>
                <a:lnTo>
                  <a:pt x="47358" y="267246"/>
                </a:lnTo>
                <a:lnTo>
                  <a:pt x="48755" y="268643"/>
                </a:lnTo>
                <a:lnTo>
                  <a:pt x="203263" y="268643"/>
                </a:lnTo>
                <a:lnTo>
                  <a:pt x="203263" y="290576"/>
                </a:lnTo>
                <a:lnTo>
                  <a:pt x="200748" y="296583"/>
                </a:lnTo>
                <a:lnTo>
                  <a:pt x="190690" y="306082"/>
                </a:lnTo>
                <a:lnTo>
                  <a:pt x="184683" y="308457"/>
                </a:lnTo>
                <a:close/>
              </a:path>
              <a:path w="308610" h="399414">
                <a:moveTo>
                  <a:pt x="203263" y="122796"/>
                </a:moveTo>
                <a:lnTo>
                  <a:pt x="155486" y="122796"/>
                </a:lnTo>
                <a:lnTo>
                  <a:pt x="155486" y="18021"/>
                </a:lnTo>
                <a:lnTo>
                  <a:pt x="203263" y="18021"/>
                </a:lnTo>
                <a:lnTo>
                  <a:pt x="203263" y="122796"/>
                </a:lnTo>
                <a:close/>
              </a:path>
              <a:path w="308610" h="399414">
                <a:moveTo>
                  <a:pt x="203263" y="268643"/>
                </a:moveTo>
                <a:lnTo>
                  <a:pt x="154089" y="268643"/>
                </a:lnTo>
                <a:lnTo>
                  <a:pt x="155486" y="267246"/>
                </a:lnTo>
                <a:lnTo>
                  <a:pt x="155486" y="163029"/>
                </a:lnTo>
                <a:lnTo>
                  <a:pt x="203263" y="163029"/>
                </a:lnTo>
                <a:lnTo>
                  <a:pt x="203263" y="2686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460676" y="3392896"/>
            <a:ext cx="377190" cy="325755"/>
          </a:xfrm>
          <a:custGeom>
            <a:avLst/>
            <a:gdLst/>
            <a:ahLst/>
            <a:cxnLst/>
            <a:rect l="l" t="t" r="r" b="b"/>
            <a:pathLst>
              <a:path w="377189" h="325754">
                <a:moveTo>
                  <a:pt x="42329" y="225894"/>
                </a:moveTo>
                <a:lnTo>
                  <a:pt x="10896" y="192366"/>
                </a:lnTo>
                <a:lnTo>
                  <a:pt x="17418" y="190271"/>
                </a:lnTo>
                <a:lnTo>
                  <a:pt x="24412" y="187756"/>
                </a:lnTo>
                <a:lnTo>
                  <a:pt x="64803" y="169368"/>
                </a:lnTo>
                <a:lnTo>
                  <a:pt x="98763" y="149068"/>
                </a:lnTo>
                <a:lnTo>
                  <a:pt x="129907" y="124787"/>
                </a:lnTo>
                <a:lnTo>
                  <a:pt x="157581" y="90735"/>
                </a:lnTo>
                <a:lnTo>
                  <a:pt x="165544" y="62026"/>
                </a:lnTo>
                <a:lnTo>
                  <a:pt x="165544" y="0"/>
                </a:lnTo>
                <a:lnTo>
                  <a:pt x="213321" y="0"/>
                </a:lnTo>
                <a:lnTo>
                  <a:pt x="213321" y="67056"/>
                </a:lnTo>
                <a:lnTo>
                  <a:pt x="214395" y="73159"/>
                </a:lnTo>
                <a:lnTo>
                  <a:pt x="238009" y="110406"/>
                </a:lnTo>
                <a:lnTo>
                  <a:pt x="257010" y="127825"/>
                </a:lnTo>
                <a:lnTo>
                  <a:pt x="189433" y="127825"/>
                </a:lnTo>
                <a:lnTo>
                  <a:pt x="160724" y="156743"/>
                </a:lnTo>
                <a:lnTo>
                  <a:pt x="122586" y="185451"/>
                </a:lnTo>
                <a:lnTo>
                  <a:pt x="81095" y="209759"/>
                </a:lnTo>
                <a:lnTo>
                  <a:pt x="51352" y="222843"/>
                </a:lnTo>
                <a:lnTo>
                  <a:pt x="42329" y="225894"/>
                </a:lnTo>
                <a:close/>
              </a:path>
              <a:path w="377189" h="325754">
                <a:moveTo>
                  <a:pt x="336118" y="221703"/>
                </a:moveTo>
                <a:lnTo>
                  <a:pt x="299237" y="207664"/>
                </a:lnTo>
                <a:lnTo>
                  <a:pt x="257117" y="184613"/>
                </a:lnTo>
                <a:lnTo>
                  <a:pt x="217722" y="156533"/>
                </a:lnTo>
                <a:lnTo>
                  <a:pt x="189433" y="127825"/>
                </a:lnTo>
                <a:lnTo>
                  <a:pt x="257010" y="127825"/>
                </a:lnTo>
                <a:lnTo>
                  <a:pt x="257694" y="128401"/>
                </a:lnTo>
                <a:lnTo>
                  <a:pt x="265067" y="134151"/>
                </a:lnTo>
                <a:lnTo>
                  <a:pt x="297076" y="155486"/>
                </a:lnTo>
                <a:lnTo>
                  <a:pt x="337794" y="176650"/>
                </a:lnTo>
                <a:lnTo>
                  <a:pt x="366293" y="187337"/>
                </a:lnTo>
                <a:lnTo>
                  <a:pt x="336118" y="221703"/>
                </a:lnTo>
                <a:close/>
              </a:path>
              <a:path w="377189" h="325754">
                <a:moveTo>
                  <a:pt x="371043" y="325640"/>
                </a:moveTo>
                <a:lnTo>
                  <a:pt x="0" y="325640"/>
                </a:lnTo>
                <a:lnTo>
                  <a:pt x="0" y="285407"/>
                </a:lnTo>
                <a:lnTo>
                  <a:pt x="377190" y="285407"/>
                </a:lnTo>
                <a:lnTo>
                  <a:pt x="377190" y="319493"/>
                </a:lnTo>
                <a:lnTo>
                  <a:pt x="376351" y="321449"/>
                </a:lnTo>
                <a:lnTo>
                  <a:pt x="372999" y="324802"/>
                </a:lnTo>
                <a:lnTo>
                  <a:pt x="371043" y="3256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70975" y="3690876"/>
            <a:ext cx="46990" cy="106045"/>
          </a:xfrm>
          <a:custGeom>
            <a:avLst/>
            <a:gdLst/>
            <a:ahLst/>
            <a:cxnLst/>
            <a:rect l="l" t="t" r="r" b="b"/>
            <a:pathLst>
              <a:path w="46989" h="106045">
                <a:moveTo>
                  <a:pt x="15506" y="105613"/>
                </a:moveTo>
                <a:lnTo>
                  <a:pt x="1816" y="105613"/>
                </a:lnTo>
                <a:lnTo>
                  <a:pt x="0" y="103797"/>
                </a:lnTo>
                <a:lnTo>
                  <a:pt x="0" y="0"/>
                </a:lnTo>
                <a:lnTo>
                  <a:pt x="46939" y="0"/>
                </a:lnTo>
                <a:lnTo>
                  <a:pt x="46939" y="49453"/>
                </a:lnTo>
                <a:lnTo>
                  <a:pt x="46450" y="51968"/>
                </a:lnTo>
                <a:lnTo>
                  <a:pt x="44494" y="56997"/>
                </a:lnTo>
                <a:lnTo>
                  <a:pt x="42329" y="61188"/>
                </a:lnTo>
                <a:lnTo>
                  <a:pt x="19697" y="101980"/>
                </a:lnTo>
                <a:lnTo>
                  <a:pt x="16833" y="105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59150" y="3385772"/>
            <a:ext cx="377190" cy="389255"/>
          </a:xfrm>
          <a:custGeom>
            <a:avLst/>
            <a:gdLst/>
            <a:ahLst/>
            <a:cxnLst/>
            <a:rect l="l" t="t" r="r" b="b"/>
            <a:pathLst>
              <a:path w="377189" h="389254">
                <a:moveTo>
                  <a:pt x="371043" y="252717"/>
                </a:moveTo>
                <a:lnTo>
                  <a:pt x="0" y="252717"/>
                </a:lnTo>
                <a:lnTo>
                  <a:pt x="0" y="212902"/>
                </a:lnTo>
                <a:lnTo>
                  <a:pt x="377190" y="212902"/>
                </a:lnTo>
                <a:lnTo>
                  <a:pt x="377190" y="246570"/>
                </a:lnTo>
                <a:lnTo>
                  <a:pt x="376351" y="248526"/>
                </a:lnTo>
                <a:lnTo>
                  <a:pt x="372999" y="251879"/>
                </a:lnTo>
                <a:lnTo>
                  <a:pt x="371043" y="252717"/>
                </a:lnTo>
                <a:close/>
              </a:path>
              <a:path w="377189" h="389254">
                <a:moveTo>
                  <a:pt x="206756" y="388924"/>
                </a:moveTo>
                <a:lnTo>
                  <a:pt x="165125" y="388924"/>
                </a:lnTo>
                <a:lnTo>
                  <a:pt x="165125" y="252717"/>
                </a:lnTo>
                <a:lnTo>
                  <a:pt x="212902" y="252717"/>
                </a:lnTo>
                <a:lnTo>
                  <a:pt x="212902" y="382778"/>
                </a:lnTo>
                <a:lnTo>
                  <a:pt x="212064" y="384733"/>
                </a:lnTo>
                <a:lnTo>
                  <a:pt x="208711" y="388086"/>
                </a:lnTo>
                <a:lnTo>
                  <a:pt x="206756" y="388924"/>
                </a:lnTo>
                <a:close/>
              </a:path>
              <a:path w="377189" h="389254">
                <a:moveTo>
                  <a:pt x="309575" y="169735"/>
                </a:moveTo>
                <a:lnTo>
                  <a:pt x="67894" y="169735"/>
                </a:lnTo>
                <a:lnTo>
                  <a:pt x="61956" y="167290"/>
                </a:lnTo>
                <a:lnTo>
                  <a:pt x="51619" y="157511"/>
                </a:lnTo>
                <a:lnTo>
                  <a:pt x="49034" y="151434"/>
                </a:lnTo>
                <a:lnTo>
                  <a:pt x="49034" y="0"/>
                </a:lnTo>
                <a:lnTo>
                  <a:pt x="328574" y="0"/>
                </a:lnTo>
                <a:lnTo>
                  <a:pt x="328574" y="38557"/>
                </a:lnTo>
                <a:lnTo>
                  <a:pt x="95973" y="38557"/>
                </a:lnTo>
                <a:lnTo>
                  <a:pt x="95973" y="129781"/>
                </a:lnTo>
                <a:lnTo>
                  <a:pt x="97370" y="131178"/>
                </a:lnTo>
                <a:lnTo>
                  <a:pt x="328574" y="131178"/>
                </a:lnTo>
                <a:lnTo>
                  <a:pt x="328574" y="151434"/>
                </a:lnTo>
                <a:lnTo>
                  <a:pt x="325989" y="157511"/>
                </a:lnTo>
                <a:lnTo>
                  <a:pt x="315652" y="167290"/>
                </a:lnTo>
                <a:lnTo>
                  <a:pt x="309575" y="169735"/>
                </a:lnTo>
                <a:close/>
              </a:path>
              <a:path w="377189" h="389254">
                <a:moveTo>
                  <a:pt x="328574" y="131178"/>
                </a:moveTo>
                <a:lnTo>
                  <a:pt x="279819" y="131178"/>
                </a:lnTo>
                <a:lnTo>
                  <a:pt x="281216" y="129781"/>
                </a:lnTo>
                <a:lnTo>
                  <a:pt x="281216" y="38557"/>
                </a:lnTo>
                <a:lnTo>
                  <a:pt x="328574" y="38557"/>
                </a:lnTo>
                <a:lnTo>
                  <a:pt x="328574" y="1311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62324" y="3375713"/>
            <a:ext cx="341630" cy="400685"/>
          </a:xfrm>
          <a:custGeom>
            <a:avLst/>
            <a:gdLst/>
            <a:ahLst/>
            <a:cxnLst/>
            <a:rect l="l" t="t" r="r" b="b"/>
            <a:pathLst>
              <a:path w="341629" h="400685">
                <a:moveTo>
                  <a:pt x="322707" y="82981"/>
                </a:moveTo>
                <a:lnTo>
                  <a:pt x="275767" y="82981"/>
                </a:lnTo>
                <a:lnTo>
                  <a:pt x="275767" y="0"/>
                </a:lnTo>
                <a:lnTo>
                  <a:pt x="322707" y="0"/>
                </a:lnTo>
                <a:lnTo>
                  <a:pt x="322707" y="82981"/>
                </a:lnTo>
                <a:close/>
              </a:path>
              <a:path w="341629" h="400685">
                <a:moveTo>
                  <a:pt x="109804" y="211645"/>
                </a:moveTo>
                <a:lnTo>
                  <a:pt x="68941" y="205359"/>
                </a:lnTo>
                <a:lnTo>
                  <a:pt x="33737" y="186499"/>
                </a:lnTo>
                <a:lnTo>
                  <a:pt x="9220" y="154647"/>
                </a:lnTo>
                <a:lnTo>
                  <a:pt x="0" y="109385"/>
                </a:lnTo>
                <a:lnTo>
                  <a:pt x="563" y="97205"/>
                </a:lnTo>
                <a:lnTo>
                  <a:pt x="13895" y="56342"/>
                </a:lnTo>
                <a:lnTo>
                  <a:pt x="40953" y="28066"/>
                </a:lnTo>
                <a:lnTo>
                  <a:pt x="78175" y="12638"/>
                </a:lnTo>
                <a:lnTo>
                  <a:pt x="109804" y="9220"/>
                </a:lnTo>
                <a:lnTo>
                  <a:pt x="119142" y="9508"/>
                </a:lnTo>
                <a:lnTo>
                  <a:pt x="162663" y="19592"/>
                </a:lnTo>
                <a:lnTo>
                  <a:pt x="196715" y="44084"/>
                </a:lnTo>
                <a:lnTo>
                  <a:pt x="201671" y="50292"/>
                </a:lnTo>
                <a:lnTo>
                  <a:pt x="101701" y="50292"/>
                </a:lnTo>
                <a:lnTo>
                  <a:pt x="93948" y="51758"/>
                </a:lnTo>
                <a:lnTo>
                  <a:pt x="61467" y="72015"/>
                </a:lnTo>
                <a:lnTo>
                  <a:pt x="49034" y="100723"/>
                </a:lnTo>
                <a:lnTo>
                  <a:pt x="49034" y="109385"/>
                </a:lnTo>
                <a:lnTo>
                  <a:pt x="63284" y="150806"/>
                </a:lnTo>
                <a:lnTo>
                  <a:pt x="102819" y="170154"/>
                </a:lnTo>
                <a:lnTo>
                  <a:pt x="200981" y="170154"/>
                </a:lnTo>
                <a:lnTo>
                  <a:pt x="200866" y="170324"/>
                </a:lnTo>
                <a:lnTo>
                  <a:pt x="165439" y="199386"/>
                </a:lnTo>
                <a:lnTo>
                  <a:pt x="128925" y="210283"/>
                </a:lnTo>
                <a:lnTo>
                  <a:pt x="119404" y="211304"/>
                </a:lnTo>
                <a:lnTo>
                  <a:pt x="109804" y="211645"/>
                </a:lnTo>
                <a:close/>
              </a:path>
              <a:path w="341629" h="400685">
                <a:moveTo>
                  <a:pt x="200981" y="170154"/>
                </a:moveTo>
                <a:lnTo>
                  <a:pt x="116789" y="170154"/>
                </a:lnTo>
                <a:lnTo>
                  <a:pt x="123844" y="168967"/>
                </a:lnTo>
                <a:lnTo>
                  <a:pt x="138093" y="164217"/>
                </a:lnTo>
                <a:lnTo>
                  <a:pt x="164915" y="136836"/>
                </a:lnTo>
                <a:lnTo>
                  <a:pt x="170573" y="109385"/>
                </a:lnTo>
                <a:lnTo>
                  <a:pt x="170573" y="100723"/>
                </a:lnTo>
                <a:lnTo>
                  <a:pt x="146964" y="61677"/>
                </a:lnTo>
                <a:lnTo>
                  <a:pt x="117906" y="50292"/>
                </a:lnTo>
                <a:lnTo>
                  <a:pt x="201671" y="50292"/>
                </a:lnTo>
                <a:lnTo>
                  <a:pt x="216674" y="82981"/>
                </a:lnTo>
                <a:lnTo>
                  <a:pt x="322707" y="82981"/>
                </a:lnTo>
                <a:lnTo>
                  <a:pt x="322707" y="123215"/>
                </a:lnTo>
                <a:lnTo>
                  <a:pt x="218770" y="123215"/>
                </a:lnTo>
                <a:lnTo>
                  <a:pt x="217041" y="134151"/>
                </a:lnTo>
                <a:lnTo>
                  <a:pt x="214369" y="144327"/>
                </a:lnTo>
                <a:lnTo>
                  <a:pt x="210754" y="153744"/>
                </a:lnTo>
                <a:lnTo>
                  <a:pt x="206197" y="162401"/>
                </a:lnTo>
                <a:lnTo>
                  <a:pt x="200981" y="170154"/>
                </a:lnTo>
                <a:close/>
              </a:path>
              <a:path w="341629" h="400685">
                <a:moveTo>
                  <a:pt x="316560" y="262775"/>
                </a:moveTo>
                <a:lnTo>
                  <a:pt x="275767" y="262775"/>
                </a:lnTo>
                <a:lnTo>
                  <a:pt x="275767" y="123215"/>
                </a:lnTo>
                <a:lnTo>
                  <a:pt x="322707" y="123215"/>
                </a:lnTo>
                <a:lnTo>
                  <a:pt x="322707" y="256628"/>
                </a:lnTo>
                <a:lnTo>
                  <a:pt x="321868" y="258584"/>
                </a:lnTo>
                <a:lnTo>
                  <a:pt x="318516" y="261937"/>
                </a:lnTo>
                <a:lnTo>
                  <a:pt x="316560" y="262775"/>
                </a:lnTo>
                <a:close/>
              </a:path>
              <a:path w="341629" h="400685">
                <a:moveTo>
                  <a:pt x="45681" y="400659"/>
                </a:moveTo>
                <a:lnTo>
                  <a:pt x="19697" y="366293"/>
                </a:lnTo>
                <a:lnTo>
                  <a:pt x="33383" y="363569"/>
                </a:lnTo>
                <a:lnTo>
                  <a:pt x="46782" y="360426"/>
                </a:lnTo>
                <a:lnTo>
                  <a:pt x="85024" y="348494"/>
                </a:lnTo>
                <a:lnTo>
                  <a:pt x="126803" y="327028"/>
                </a:lnTo>
                <a:lnTo>
                  <a:pt x="153613" y="299591"/>
                </a:lnTo>
                <a:lnTo>
                  <a:pt x="160096" y="275348"/>
                </a:lnTo>
                <a:lnTo>
                  <a:pt x="160096" y="244335"/>
                </a:lnTo>
                <a:lnTo>
                  <a:pt x="207873" y="244335"/>
                </a:lnTo>
                <a:lnTo>
                  <a:pt x="207873" y="277025"/>
                </a:lnTo>
                <a:lnTo>
                  <a:pt x="208646" y="285433"/>
                </a:lnTo>
                <a:lnTo>
                  <a:pt x="234329" y="321973"/>
                </a:lnTo>
                <a:lnTo>
                  <a:pt x="245933" y="330250"/>
                </a:lnTo>
                <a:lnTo>
                  <a:pt x="183565" y="330250"/>
                </a:lnTo>
                <a:lnTo>
                  <a:pt x="148832" y="360897"/>
                </a:lnTo>
                <a:lnTo>
                  <a:pt x="112462" y="379756"/>
                </a:lnTo>
                <a:lnTo>
                  <a:pt x="73381" y="393587"/>
                </a:lnTo>
                <a:lnTo>
                  <a:pt x="54627" y="398616"/>
                </a:lnTo>
                <a:lnTo>
                  <a:pt x="45681" y="400659"/>
                </a:lnTo>
                <a:close/>
              </a:path>
              <a:path w="341629" h="400685">
                <a:moveTo>
                  <a:pt x="316839" y="400240"/>
                </a:moveTo>
                <a:lnTo>
                  <a:pt x="279120" y="389343"/>
                </a:lnTo>
                <a:lnTo>
                  <a:pt x="241192" y="373627"/>
                </a:lnTo>
                <a:lnTo>
                  <a:pt x="207664" y="353720"/>
                </a:lnTo>
                <a:lnTo>
                  <a:pt x="183565" y="330250"/>
                </a:lnTo>
                <a:lnTo>
                  <a:pt x="245933" y="330250"/>
                </a:lnTo>
                <a:lnTo>
                  <a:pt x="251879" y="334022"/>
                </a:lnTo>
                <a:lnTo>
                  <a:pt x="261793" y="339497"/>
                </a:lnTo>
                <a:lnTo>
                  <a:pt x="306610" y="357701"/>
                </a:lnTo>
                <a:lnTo>
                  <a:pt x="341147" y="367131"/>
                </a:lnTo>
                <a:lnTo>
                  <a:pt x="316839" y="400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60050" y="3375294"/>
            <a:ext cx="319405" cy="399415"/>
          </a:xfrm>
          <a:custGeom>
            <a:avLst/>
            <a:gdLst/>
            <a:ahLst/>
            <a:cxnLst/>
            <a:rect l="l" t="t" r="r" b="b"/>
            <a:pathLst>
              <a:path w="319404" h="399414">
                <a:moveTo>
                  <a:pt x="109385" y="314744"/>
                </a:moveTo>
                <a:lnTo>
                  <a:pt x="70723" y="307789"/>
                </a:lnTo>
                <a:lnTo>
                  <a:pt x="33135" y="278884"/>
                </a:lnTo>
                <a:lnTo>
                  <a:pt x="9875" y="233451"/>
                </a:lnTo>
                <a:lnTo>
                  <a:pt x="1571" y="191633"/>
                </a:lnTo>
                <a:lnTo>
                  <a:pt x="0" y="161772"/>
                </a:lnTo>
                <a:lnTo>
                  <a:pt x="392" y="148544"/>
                </a:lnTo>
                <a:lnTo>
                  <a:pt x="6286" y="108546"/>
                </a:lnTo>
                <a:lnTo>
                  <a:pt x="19606" y="71142"/>
                </a:lnTo>
                <a:lnTo>
                  <a:pt x="49820" y="31838"/>
                </a:lnTo>
                <a:lnTo>
                  <a:pt x="95436" y="11747"/>
                </a:lnTo>
                <a:lnTo>
                  <a:pt x="109385" y="10896"/>
                </a:lnTo>
                <a:lnTo>
                  <a:pt x="123516" y="11747"/>
                </a:lnTo>
                <a:lnTo>
                  <a:pt x="159467" y="24517"/>
                </a:lnTo>
                <a:lnTo>
                  <a:pt x="188563" y="52806"/>
                </a:lnTo>
                <a:lnTo>
                  <a:pt x="109385" y="52806"/>
                </a:lnTo>
                <a:lnTo>
                  <a:pt x="101500" y="53487"/>
                </a:lnTo>
                <a:lnTo>
                  <a:pt x="70670" y="75961"/>
                </a:lnTo>
                <a:lnTo>
                  <a:pt x="53474" y="116876"/>
                </a:lnTo>
                <a:lnTo>
                  <a:pt x="48196" y="161353"/>
                </a:lnTo>
                <a:lnTo>
                  <a:pt x="48419" y="172512"/>
                </a:lnTo>
                <a:lnTo>
                  <a:pt x="53788" y="213858"/>
                </a:lnTo>
                <a:lnTo>
                  <a:pt x="71404" y="253241"/>
                </a:lnTo>
                <a:lnTo>
                  <a:pt x="109385" y="272834"/>
                </a:lnTo>
                <a:lnTo>
                  <a:pt x="190361" y="272834"/>
                </a:lnTo>
                <a:lnTo>
                  <a:pt x="186041" y="278884"/>
                </a:lnTo>
                <a:lnTo>
                  <a:pt x="148164" y="307789"/>
                </a:lnTo>
                <a:lnTo>
                  <a:pt x="123333" y="313971"/>
                </a:lnTo>
                <a:lnTo>
                  <a:pt x="109385" y="314744"/>
                </a:lnTo>
                <a:close/>
              </a:path>
              <a:path w="319404" h="399414">
                <a:moveTo>
                  <a:pt x="190361" y="272834"/>
                </a:moveTo>
                <a:lnTo>
                  <a:pt x="109385" y="272834"/>
                </a:lnTo>
                <a:lnTo>
                  <a:pt x="116902" y="272270"/>
                </a:lnTo>
                <a:lnTo>
                  <a:pt x="123948" y="270581"/>
                </a:lnTo>
                <a:lnTo>
                  <a:pt x="155905" y="239515"/>
                </a:lnTo>
                <a:lnTo>
                  <a:pt x="168871" y="193886"/>
                </a:lnTo>
                <a:lnTo>
                  <a:pt x="170992" y="161353"/>
                </a:lnTo>
                <a:lnTo>
                  <a:pt x="170783" y="153023"/>
                </a:lnTo>
                <a:lnTo>
                  <a:pt x="163239" y="107918"/>
                </a:lnTo>
                <a:lnTo>
                  <a:pt x="143070" y="69492"/>
                </a:lnTo>
                <a:lnTo>
                  <a:pt x="109385" y="52806"/>
                </a:lnTo>
                <a:lnTo>
                  <a:pt x="188563" y="52806"/>
                </a:lnTo>
                <a:lnTo>
                  <a:pt x="209327" y="95450"/>
                </a:lnTo>
                <a:lnTo>
                  <a:pt x="217631" y="135421"/>
                </a:lnTo>
                <a:lnTo>
                  <a:pt x="219189" y="161772"/>
                </a:lnTo>
                <a:lnTo>
                  <a:pt x="218796" y="176886"/>
                </a:lnTo>
                <a:lnTo>
                  <a:pt x="212902" y="220027"/>
                </a:lnTo>
                <a:lnTo>
                  <a:pt x="199465" y="257864"/>
                </a:lnTo>
                <a:lnTo>
                  <a:pt x="193205" y="268852"/>
                </a:lnTo>
                <a:lnTo>
                  <a:pt x="190361" y="272834"/>
                </a:lnTo>
                <a:close/>
              </a:path>
              <a:path w="319404" h="399414">
                <a:moveTo>
                  <a:pt x="312788" y="399402"/>
                </a:moveTo>
                <a:lnTo>
                  <a:pt x="271157" y="399402"/>
                </a:lnTo>
                <a:lnTo>
                  <a:pt x="271157" y="0"/>
                </a:lnTo>
                <a:lnTo>
                  <a:pt x="318935" y="0"/>
                </a:lnTo>
                <a:lnTo>
                  <a:pt x="318935" y="393255"/>
                </a:lnTo>
                <a:lnTo>
                  <a:pt x="318096" y="395211"/>
                </a:lnTo>
                <a:lnTo>
                  <a:pt x="314744" y="398564"/>
                </a:lnTo>
                <a:lnTo>
                  <a:pt x="312788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351241" y="3375294"/>
            <a:ext cx="361950" cy="399415"/>
          </a:xfrm>
          <a:custGeom>
            <a:avLst/>
            <a:gdLst/>
            <a:ahLst/>
            <a:cxnLst/>
            <a:rect l="l" t="t" r="r" b="b"/>
            <a:pathLst>
              <a:path w="361950" h="399414">
                <a:moveTo>
                  <a:pt x="49414" y="301568"/>
                </a:moveTo>
                <a:lnTo>
                  <a:pt x="25565" y="301332"/>
                </a:lnTo>
                <a:lnTo>
                  <a:pt x="18859" y="301332"/>
                </a:lnTo>
                <a:lnTo>
                  <a:pt x="12922" y="298958"/>
                </a:lnTo>
                <a:lnTo>
                  <a:pt x="2584" y="289458"/>
                </a:lnTo>
                <a:lnTo>
                  <a:pt x="0" y="283451"/>
                </a:lnTo>
                <a:lnTo>
                  <a:pt x="0" y="38417"/>
                </a:lnTo>
                <a:lnTo>
                  <a:pt x="2444" y="32410"/>
                </a:lnTo>
                <a:lnTo>
                  <a:pt x="12223" y="22910"/>
                </a:lnTo>
                <a:lnTo>
                  <a:pt x="18300" y="20535"/>
                </a:lnTo>
                <a:lnTo>
                  <a:pt x="192786" y="20535"/>
                </a:lnTo>
                <a:lnTo>
                  <a:pt x="192786" y="59931"/>
                </a:lnTo>
                <a:lnTo>
                  <a:pt x="48336" y="59931"/>
                </a:lnTo>
                <a:lnTo>
                  <a:pt x="46939" y="61328"/>
                </a:lnTo>
                <a:lnTo>
                  <a:pt x="46939" y="261378"/>
                </a:lnTo>
                <a:lnTo>
                  <a:pt x="48336" y="262775"/>
                </a:lnTo>
                <a:lnTo>
                  <a:pt x="51130" y="262775"/>
                </a:lnTo>
                <a:lnTo>
                  <a:pt x="71076" y="262998"/>
                </a:lnTo>
                <a:lnTo>
                  <a:pt x="234696" y="262998"/>
                </a:lnTo>
                <a:lnTo>
                  <a:pt x="234696" y="292950"/>
                </a:lnTo>
                <a:lnTo>
                  <a:pt x="179322" y="297246"/>
                </a:lnTo>
                <a:lnTo>
                  <a:pt x="125520" y="300075"/>
                </a:lnTo>
                <a:lnTo>
                  <a:pt x="74023" y="301437"/>
                </a:lnTo>
                <a:lnTo>
                  <a:pt x="49414" y="301568"/>
                </a:lnTo>
                <a:close/>
              </a:path>
              <a:path w="361950" h="399414">
                <a:moveTo>
                  <a:pt x="234696" y="262998"/>
                </a:moveTo>
                <a:lnTo>
                  <a:pt x="71076" y="262998"/>
                </a:lnTo>
                <a:lnTo>
                  <a:pt x="91940" y="262828"/>
                </a:lnTo>
                <a:lnTo>
                  <a:pt x="113720" y="262264"/>
                </a:lnTo>
                <a:lnTo>
                  <a:pt x="159925" y="259933"/>
                </a:lnTo>
                <a:lnTo>
                  <a:pt x="209065" y="255847"/>
                </a:lnTo>
                <a:lnTo>
                  <a:pt x="234696" y="253136"/>
                </a:lnTo>
                <a:lnTo>
                  <a:pt x="234696" y="262998"/>
                </a:lnTo>
                <a:close/>
              </a:path>
              <a:path w="361950" h="399414">
                <a:moveTo>
                  <a:pt x="295186" y="399402"/>
                </a:moveTo>
                <a:lnTo>
                  <a:pt x="253974" y="399402"/>
                </a:lnTo>
                <a:lnTo>
                  <a:pt x="253974" y="0"/>
                </a:lnTo>
                <a:lnTo>
                  <a:pt x="301332" y="0"/>
                </a:lnTo>
                <a:lnTo>
                  <a:pt x="301332" y="131597"/>
                </a:lnTo>
                <a:lnTo>
                  <a:pt x="361683" y="131597"/>
                </a:lnTo>
                <a:lnTo>
                  <a:pt x="361683" y="171411"/>
                </a:lnTo>
                <a:lnTo>
                  <a:pt x="301332" y="171411"/>
                </a:lnTo>
                <a:lnTo>
                  <a:pt x="301332" y="393255"/>
                </a:lnTo>
                <a:lnTo>
                  <a:pt x="300494" y="395211"/>
                </a:lnTo>
                <a:lnTo>
                  <a:pt x="297141" y="398564"/>
                </a:lnTo>
                <a:lnTo>
                  <a:pt x="295186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31365" y="3378228"/>
            <a:ext cx="377190" cy="396240"/>
          </a:xfrm>
          <a:custGeom>
            <a:avLst/>
            <a:gdLst/>
            <a:ahLst/>
            <a:cxnLst/>
            <a:rect l="l" t="t" r="r" b="b"/>
            <a:pathLst>
              <a:path w="377190" h="396239">
                <a:moveTo>
                  <a:pt x="371043" y="251879"/>
                </a:moveTo>
                <a:lnTo>
                  <a:pt x="0" y="251879"/>
                </a:lnTo>
                <a:lnTo>
                  <a:pt x="0" y="212483"/>
                </a:lnTo>
                <a:lnTo>
                  <a:pt x="377190" y="212483"/>
                </a:lnTo>
                <a:lnTo>
                  <a:pt x="377190" y="245732"/>
                </a:lnTo>
                <a:lnTo>
                  <a:pt x="376351" y="247688"/>
                </a:lnTo>
                <a:lnTo>
                  <a:pt x="372999" y="251040"/>
                </a:lnTo>
                <a:lnTo>
                  <a:pt x="371043" y="251879"/>
                </a:lnTo>
                <a:close/>
              </a:path>
              <a:path w="377190" h="396239">
                <a:moveTo>
                  <a:pt x="327736" y="179374"/>
                </a:moveTo>
                <a:lnTo>
                  <a:pt x="73202" y="179374"/>
                </a:lnTo>
                <a:lnTo>
                  <a:pt x="67125" y="176930"/>
                </a:lnTo>
                <a:lnTo>
                  <a:pt x="57346" y="167151"/>
                </a:lnTo>
                <a:lnTo>
                  <a:pt x="54902" y="161213"/>
                </a:lnTo>
                <a:lnTo>
                  <a:pt x="54902" y="70827"/>
                </a:lnTo>
                <a:lnTo>
                  <a:pt x="272694" y="70827"/>
                </a:lnTo>
                <a:lnTo>
                  <a:pt x="274091" y="69430"/>
                </a:lnTo>
                <a:lnTo>
                  <a:pt x="274091" y="38557"/>
                </a:lnTo>
                <a:lnTo>
                  <a:pt x="55321" y="38557"/>
                </a:lnTo>
                <a:lnTo>
                  <a:pt x="55321" y="0"/>
                </a:lnTo>
                <a:lnTo>
                  <a:pt x="322707" y="0"/>
                </a:lnTo>
                <a:lnTo>
                  <a:pt x="322707" y="91224"/>
                </a:lnTo>
                <a:lnTo>
                  <a:pt x="320262" y="97370"/>
                </a:lnTo>
                <a:lnTo>
                  <a:pt x="310483" y="106311"/>
                </a:lnTo>
                <a:lnTo>
                  <a:pt x="304406" y="108546"/>
                </a:lnTo>
                <a:lnTo>
                  <a:pt x="103936" y="108546"/>
                </a:lnTo>
                <a:lnTo>
                  <a:pt x="103936" y="139001"/>
                </a:lnTo>
                <a:lnTo>
                  <a:pt x="105333" y="140398"/>
                </a:lnTo>
                <a:lnTo>
                  <a:pt x="327736" y="140398"/>
                </a:lnTo>
                <a:lnTo>
                  <a:pt x="327736" y="179374"/>
                </a:lnTo>
                <a:close/>
              </a:path>
              <a:path w="377190" h="396239">
                <a:moveTo>
                  <a:pt x="326199" y="396049"/>
                </a:moveTo>
                <a:lnTo>
                  <a:pt x="69989" y="396049"/>
                </a:lnTo>
                <a:lnTo>
                  <a:pt x="64052" y="393604"/>
                </a:lnTo>
                <a:lnTo>
                  <a:pt x="53714" y="383825"/>
                </a:lnTo>
                <a:lnTo>
                  <a:pt x="51130" y="377748"/>
                </a:lnTo>
                <a:lnTo>
                  <a:pt x="51130" y="283730"/>
                </a:lnTo>
                <a:lnTo>
                  <a:pt x="99326" y="283730"/>
                </a:lnTo>
                <a:lnTo>
                  <a:pt x="99326" y="353860"/>
                </a:lnTo>
                <a:lnTo>
                  <a:pt x="99745" y="354907"/>
                </a:lnTo>
                <a:lnTo>
                  <a:pt x="101422" y="356304"/>
                </a:lnTo>
                <a:lnTo>
                  <a:pt x="102260" y="356654"/>
                </a:lnTo>
                <a:lnTo>
                  <a:pt x="332346" y="356654"/>
                </a:lnTo>
                <a:lnTo>
                  <a:pt x="332346" y="389902"/>
                </a:lnTo>
                <a:lnTo>
                  <a:pt x="331508" y="391858"/>
                </a:lnTo>
                <a:lnTo>
                  <a:pt x="328155" y="395211"/>
                </a:lnTo>
                <a:lnTo>
                  <a:pt x="326199" y="396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125738" y="3375713"/>
            <a:ext cx="371475" cy="399415"/>
          </a:xfrm>
          <a:custGeom>
            <a:avLst/>
            <a:gdLst/>
            <a:ahLst/>
            <a:cxnLst/>
            <a:rect l="l" t="t" r="r" b="b"/>
            <a:pathLst>
              <a:path w="371475" h="399414">
                <a:moveTo>
                  <a:pt x="309854" y="398983"/>
                </a:moveTo>
                <a:lnTo>
                  <a:pt x="268643" y="398983"/>
                </a:lnTo>
                <a:lnTo>
                  <a:pt x="268643" y="0"/>
                </a:lnTo>
                <a:lnTo>
                  <a:pt x="316001" y="0"/>
                </a:lnTo>
                <a:lnTo>
                  <a:pt x="316001" y="140398"/>
                </a:lnTo>
                <a:lnTo>
                  <a:pt x="371322" y="140398"/>
                </a:lnTo>
                <a:lnTo>
                  <a:pt x="371322" y="180213"/>
                </a:lnTo>
                <a:lnTo>
                  <a:pt x="316001" y="180213"/>
                </a:lnTo>
                <a:lnTo>
                  <a:pt x="316001" y="392836"/>
                </a:lnTo>
                <a:lnTo>
                  <a:pt x="315163" y="394792"/>
                </a:lnTo>
                <a:lnTo>
                  <a:pt x="311810" y="398145"/>
                </a:lnTo>
                <a:lnTo>
                  <a:pt x="309854" y="398983"/>
                </a:lnTo>
                <a:close/>
              </a:path>
              <a:path w="371475" h="399414">
                <a:moveTo>
                  <a:pt x="24726" y="337794"/>
                </a:moveTo>
                <a:lnTo>
                  <a:pt x="0" y="303847"/>
                </a:lnTo>
                <a:lnTo>
                  <a:pt x="11996" y="300782"/>
                </a:lnTo>
                <a:lnTo>
                  <a:pt x="24517" y="297037"/>
                </a:lnTo>
                <a:lnTo>
                  <a:pt x="64724" y="281726"/>
                </a:lnTo>
                <a:lnTo>
                  <a:pt x="102679" y="260470"/>
                </a:lnTo>
                <a:lnTo>
                  <a:pt x="134033" y="233085"/>
                </a:lnTo>
                <a:lnTo>
                  <a:pt x="154438" y="199282"/>
                </a:lnTo>
                <a:lnTo>
                  <a:pt x="158838" y="64541"/>
                </a:lnTo>
                <a:lnTo>
                  <a:pt x="158838" y="61747"/>
                </a:lnTo>
                <a:lnTo>
                  <a:pt x="157302" y="60350"/>
                </a:lnTo>
                <a:lnTo>
                  <a:pt x="10477" y="60350"/>
                </a:lnTo>
                <a:lnTo>
                  <a:pt x="10477" y="20116"/>
                </a:lnTo>
                <a:lnTo>
                  <a:pt x="189572" y="20116"/>
                </a:lnTo>
                <a:lnTo>
                  <a:pt x="195510" y="22701"/>
                </a:lnTo>
                <a:lnTo>
                  <a:pt x="204730" y="33039"/>
                </a:lnTo>
                <a:lnTo>
                  <a:pt x="207035" y="38976"/>
                </a:lnTo>
                <a:lnTo>
                  <a:pt x="207035" y="166382"/>
                </a:lnTo>
                <a:lnTo>
                  <a:pt x="197605" y="217499"/>
                </a:lnTo>
                <a:lnTo>
                  <a:pt x="171097" y="259213"/>
                </a:lnTo>
                <a:lnTo>
                  <a:pt x="133535" y="292374"/>
                </a:lnTo>
                <a:lnTo>
                  <a:pt x="88430" y="317049"/>
                </a:lnTo>
                <a:lnTo>
                  <a:pt x="40495" y="333826"/>
                </a:lnTo>
                <a:lnTo>
                  <a:pt x="24726" y="337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52137" y="4671943"/>
            <a:ext cx="2994025" cy="1092200"/>
          </a:xfrm>
          <a:custGeom>
            <a:avLst/>
            <a:gdLst/>
            <a:ahLst/>
            <a:cxnLst/>
            <a:rect l="l" t="t" r="r" b="b"/>
            <a:pathLst>
              <a:path w="2994025" h="1092200">
                <a:moveTo>
                  <a:pt x="2993970" y="1091845"/>
                </a:moveTo>
                <a:lnTo>
                  <a:pt x="0" y="1091845"/>
                </a:lnTo>
                <a:lnTo>
                  <a:pt x="0" y="0"/>
                </a:lnTo>
                <a:lnTo>
                  <a:pt x="2993970" y="0"/>
                </a:lnTo>
                <a:lnTo>
                  <a:pt x="2993970" y="1091845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946107" y="4671943"/>
            <a:ext cx="3114040" cy="1092200"/>
          </a:xfrm>
          <a:custGeom>
            <a:avLst/>
            <a:gdLst/>
            <a:ahLst/>
            <a:cxnLst/>
            <a:rect l="l" t="t" r="r" b="b"/>
            <a:pathLst>
              <a:path w="3114040" h="1092200">
                <a:moveTo>
                  <a:pt x="3113935" y="1091845"/>
                </a:moveTo>
                <a:lnTo>
                  <a:pt x="0" y="1091845"/>
                </a:lnTo>
                <a:lnTo>
                  <a:pt x="0" y="0"/>
                </a:lnTo>
                <a:lnTo>
                  <a:pt x="3113935" y="0"/>
                </a:lnTo>
                <a:lnTo>
                  <a:pt x="3113935" y="1091845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47790" y="5763789"/>
            <a:ext cx="1704975" cy="3275965"/>
          </a:xfrm>
          <a:custGeom>
            <a:avLst/>
            <a:gdLst/>
            <a:ahLst/>
            <a:cxnLst/>
            <a:rect l="l" t="t" r="r" b="b"/>
            <a:pathLst>
              <a:path w="1704975" h="3275965">
                <a:moveTo>
                  <a:pt x="1704346" y="3275535"/>
                </a:moveTo>
                <a:lnTo>
                  <a:pt x="0" y="3275535"/>
                </a:lnTo>
                <a:lnTo>
                  <a:pt x="0" y="0"/>
                </a:lnTo>
                <a:lnTo>
                  <a:pt x="1704346" y="0"/>
                </a:lnTo>
                <a:lnTo>
                  <a:pt x="1704346" y="32755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52137" y="5763789"/>
            <a:ext cx="2994025" cy="3275965"/>
          </a:xfrm>
          <a:custGeom>
            <a:avLst/>
            <a:gdLst/>
            <a:ahLst/>
            <a:cxnLst/>
            <a:rect l="l" t="t" r="r" b="b"/>
            <a:pathLst>
              <a:path w="2994025" h="3275965">
                <a:moveTo>
                  <a:pt x="2993970" y="3275535"/>
                </a:moveTo>
                <a:lnTo>
                  <a:pt x="0" y="3275535"/>
                </a:lnTo>
                <a:lnTo>
                  <a:pt x="0" y="0"/>
                </a:lnTo>
                <a:lnTo>
                  <a:pt x="2993970" y="0"/>
                </a:lnTo>
                <a:lnTo>
                  <a:pt x="2993970" y="32755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46107" y="5763789"/>
            <a:ext cx="3114040" cy="3275965"/>
          </a:xfrm>
          <a:custGeom>
            <a:avLst/>
            <a:gdLst/>
            <a:ahLst/>
            <a:cxnLst/>
            <a:rect l="l" t="t" r="r" b="b"/>
            <a:pathLst>
              <a:path w="3114040" h="3275965">
                <a:moveTo>
                  <a:pt x="3113935" y="3275535"/>
                </a:moveTo>
                <a:lnTo>
                  <a:pt x="0" y="3275535"/>
                </a:lnTo>
                <a:lnTo>
                  <a:pt x="0" y="0"/>
                </a:lnTo>
                <a:lnTo>
                  <a:pt x="3113935" y="0"/>
                </a:lnTo>
                <a:lnTo>
                  <a:pt x="3113935" y="32755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892833" y="5092516"/>
            <a:ext cx="181561" cy="2068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106196" y="5092516"/>
            <a:ext cx="200507" cy="2045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88931" y="5092516"/>
            <a:ext cx="172314" cy="2045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614473" y="5096123"/>
            <a:ext cx="24765" cy="166370"/>
          </a:xfrm>
          <a:custGeom>
            <a:avLst/>
            <a:gdLst/>
            <a:ahLst/>
            <a:cxnLst/>
            <a:rect l="l" t="t" r="r" b="b"/>
            <a:pathLst>
              <a:path w="24764" h="166370">
                <a:moveTo>
                  <a:pt x="0" y="0"/>
                </a:moveTo>
                <a:lnTo>
                  <a:pt x="24358" y="0"/>
                </a:lnTo>
                <a:lnTo>
                  <a:pt x="24358" y="166370"/>
                </a:lnTo>
                <a:lnTo>
                  <a:pt x="0" y="16637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614473" y="5168513"/>
            <a:ext cx="99060" cy="21590"/>
          </a:xfrm>
          <a:custGeom>
            <a:avLst/>
            <a:gdLst/>
            <a:ahLst/>
            <a:cxnLst/>
            <a:rect l="l" t="t" r="r" b="b"/>
            <a:pathLst>
              <a:path w="99060" h="21589">
                <a:moveTo>
                  <a:pt x="0" y="0"/>
                </a:moveTo>
                <a:lnTo>
                  <a:pt x="98787" y="0"/>
                </a:lnTo>
                <a:lnTo>
                  <a:pt x="98787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14473" y="5262493"/>
            <a:ext cx="99060" cy="20320"/>
          </a:xfrm>
          <a:custGeom>
            <a:avLst/>
            <a:gdLst/>
            <a:ahLst/>
            <a:cxnLst/>
            <a:rect l="l" t="t" r="r" b="b"/>
            <a:pathLst>
              <a:path w="99060" h="20320">
                <a:moveTo>
                  <a:pt x="0" y="0"/>
                </a:moveTo>
                <a:lnTo>
                  <a:pt x="98787" y="0"/>
                </a:lnTo>
                <a:lnTo>
                  <a:pt x="98787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688902" y="5096124"/>
            <a:ext cx="24765" cy="166370"/>
          </a:xfrm>
          <a:custGeom>
            <a:avLst/>
            <a:gdLst/>
            <a:ahLst/>
            <a:cxnLst/>
            <a:rect l="l" t="t" r="r" b="b"/>
            <a:pathLst>
              <a:path w="24764" h="166370">
                <a:moveTo>
                  <a:pt x="0" y="0"/>
                </a:moveTo>
                <a:lnTo>
                  <a:pt x="24358" y="0"/>
                </a:lnTo>
                <a:lnTo>
                  <a:pt x="24358" y="165999"/>
                </a:lnTo>
                <a:lnTo>
                  <a:pt x="0" y="16599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753182" y="5092516"/>
            <a:ext cx="24765" cy="205104"/>
          </a:xfrm>
          <a:custGeom>
            <a:avLst/>
            <a:gdLst/>
            <a:ahLst/>
            <a:cxnLst/>
            <a:rect l="l" t="t" r="r" b="b"/>
            <a:pathLst>
              <a:path w="24764" h="205104">
                <a:moveTo>
                  <a:pt x="24584" y="204567"/>
                </a:moveTo>
                <a:lnTo>
                  <a:pt x="0" y="204567"/>
                </a:lnTo>
                <a:lnTo>
                  <a:pt x="0" y="0"/>
                </a:lnTo>
                <a:lnTo>
                  <a:pt x="24584" y="0"/>
                </a:lnTo>
                <a:lnTo>
                  <a:pt x="24584" y="20456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824002" y="5094997"/>
            <a:ext cx="181561" cy="19306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086369" y="5085298"/>
            <a:ext cx="184268" cy="2151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299731" y="5092516"/>
            <a:ext cx="199605" cy="2054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525274" y="5092516"/>
            <a:ext cx="165773" cy="2045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35930" y="5092290"/>
            <a:ext cx="184268" cy="20682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686366" y="6199753"/>
            <a:ext cx="92710" cy="20320"/>
          </a:xfrm>
          <a:custGeom>
            <a:avLst/>
            <a:gdLst/>
            <a:ahLst/>
            <a:cxnLst/>
            <a:rect l="l" t="t" r="r" b="b"/>
            <a:pathLst>
              <a:path w="92710" h="20320">
                <a:moveTo>
                  <a:pt x="0" y="0"/>
                </a:moveTo>
                <a:lnTo>
                  <a:pt x="92625" y="0"/>
                </a:lnTo>
                <a:lnTo>
                  <a:pt x="92625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686366" y="6220073"/>
            <a:ext cx="22860" cy="134620"/>
          </a:xfrm>
          <a:custGeom>
            <a:avLst/>
            <a:gdLst/>
            <a:ahLst/>
            <a:cxnLst/>
            <a:rect l="l" t="t" r="r" b="b"/>
            <a:pathLst>
              <a:path w="22860" h="134620">
                <a:moveTo>
                  <a:pt x="0" y="0"/>
                </a:moveTo>
                <a:lnTo>
                  <a:pt x="22735" y="0"/>
                </a:lnTo>
                <a:lnTo>
                  <a:pt x="22735" y="134620"/>
                </a:lnTo>
                <a:lnTo>
                  <a:pt x="0" y="1346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686366" y="6354693"/>
            <a:ext cx="92710" cy="19050"/>
          </a:xfrm>
          <a:custGeom>
            <a:avLst/>
            <a:gdLst/>
            <a:ahLst/>
            <a:cxnLst/>
            <a:rect l="l" t="t" r="r" b="b"/>
            <a:pathLst>
              <a:path w="92710" h="19050">
                <a:moveTo>
                  <a:pt x="0" y="0"/>
                </a:moveTo>
                <a:lnTo>
                  <a:pt x="92625" y="0"/>
                </a:lnTo>
                <a:lnTo>
                  <a:pt x="9262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756256" y="6219494"/>
            <a:ext cx="22860" cy="135255"/>
          </a:xfrm>
          <a:custGeom>
            <a:avLst/>
            <a:gdLst/>
            <a:ahLst/>
            <a:cxnLst/>
            <a:rect l="l" t="t" r="r" b="b"/>
            <a:pathLst>
              <a:path w="22860" h="135254">
                <a:moveTo>
                  <a:pt x="22735" y="134727"/>
                </a:moveTo>
                <a:lnTo>
                  <a:pt x="0" y="134727"/>
                </a:lnTo>
                <a:lnTo>
                  <a:pt x="0" y="0"/>
                </a:lnTo>
                <a:lnTo>
                  <a:pt x="22735" y="0"/>
                </a:lnTo>
                <a:lnTo>
                  <a:pt x="22735" y="134727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812673" y="6195916"/>
            <a:ext cx="252824" cy="19282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45077" y="6195916"/>
            <a:ext cx="183777" cy="19282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355168" y="6195916"/>
            <a:ext cx="152410" cy="19093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491953" y="6195916"/>
            <a:ext cx="187145" cy="19093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99517" y="6194653"/>
            <a:ext cx="156831" cy="19409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035495" y="6195916"/>
            <a:ext cx="23495" cy="19685"/>
          </a:xfrm>
          <a:custGeom>
            <a:avLst/>
            <a:gdLst/>
            <a:ahLst/>
            <a:cxnLst/>
            <a:rect l="l" t="t" r="r" b="b"/>
            <a:pathLst>
              <a:path w="23495" h="19685">
                <a:moveTo>
                  <a:pt x="22945" y="19367"/>
                </a:moveTo>
                <a:lnTo>
                  <a:pt x="0" y="19367"/>
                </a:lnTo>
                <a:lnTo>
                  <a:pt x="0" y="0"/>
                </a:lnTo>
                <a:lnTo>
                  <a:pt x="22945" y="0"/>
                </a:lnTo>
                <a:lnTo>
                  <a:pt x="22945" y="19367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904135" y="6198483"/>
            <a:ext cx="22860" cy="25400"/>
          </a:xfrm>
          <a:custGeom>
            <a:avLst/>
            <a:gdLst/>
            <a:ahLst/>
            <a:cxnLst/>
            <a:rect l="l" t="t" r="r" b="b"/>
            <a:pathLst>
              <a:path w="22860" h="25400">
                <a:moveTo>
                  <a:pt x="0" y="0"/>
                </a:moveTo>
                <a:lnTo>
                  <a:pt x="22314" y="0"/>
                </a:lnTo>
                <a:lnTo>
                  <a:pt x="22314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904135" y="6223883"/>
            <a:ext cx="154305" cy="10160"/>
          </a:xfrm>
          <a:custGeom>
            <a:avLst/>
            <a:gdLst/>
            <a:ahLst/>
            <a:cxnLst/>
            <a:rect l="l" t="t" r="r" b="b"/>
            <a:pathLst>
              <a:path w="154304" h="10160">
                <a:moveTo>
                  <a:pt x="0" y="0"/>
                </a:moveTo>
                <a:lnTo>
                  <a:pt x="154305" y="0"/>
                </a:lnTo>
                <a:lnTo>
                  <a:pt x="154305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904135" y="6234043"/>
            <a:ext cx="92710" cy="8890"/>
          </a:xfrm>
          <a:custGeom>
            <a:avLst/>
            <a:gdLst/>
            <a:ahLst/>
            <a:cxnLst/>
            <a:rect l="l" t="t" r="r" b="b"/>
            <a:pathLst>
              <a:path w="92710" h="8889">
                <a:moveTo>
                  <a:pt x="0" y="0"/>
                </a:moveTo>
                <a:lnTo>
                  <a:pt x="92414" y="0"/>
                </a:lnTo>
                <a:lnTo>
                  <a:pt x="92414" y="8890"/>
                </a:lnTo>
                <a:lnTo>
                  <a:pt x="0" y="889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904135" y="6242933"/>
            <a:ext cx="22860" cy="25400"/>
          </a:xfrm>
          <a:custGeom>
            <a:avLst/>
            <a:gdLst/>
            <a:ahLst/>
            <a:cxnLst/>
            <a:rect l="l" t="t" r="r" b="b"/>
            <a:pathLst>
              <a:path w="22860" h="25400">
                <a:moveTo>
                  <a:pt x="0" y="0"/>
                </a:moveTo>
                <a:lnTo>
                  <a:pt x="22314" y="0"/>
                </a:lnTo>
                <a:lnTo>
                  <a:pt x="22314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904135" y="6268333"/>
            <a:ext cx="154305" cy="2540"/>
          </a:xfrm>
          <a:custGeom>
            <a:avLst/>
            <a:gdLst/>
            <a:ahLst/>
            <a:cxnLst/>
            <a:rect l="l" t="t" r="r" b="b"/>
            <a:pathLst>
              <a:path w="154304" h="2539">
                <a:moveTo>
                  <a:pt x="0" y="0"/>
                </a:moveTo>
                <a:lnTo>
                  <a:pt x="154305" y="0"/>
                </a:lnTo>
                <a:lnTo>
                  <a:pt x="154305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904135" y="6270873"/>
            <a:ext cx="92710" cy="15240"/>
          </a:xfrm>
          <a:custGeom>
            <a:avLst/>
            <a:gdLst/>
            <a:ahLst/>
            <a:cxnLst/>
            <a:rect l="l" t="t" r="r" b="b"/>
            <a:pathLst>
              <a:path w="92710" h="15239">
                <a:moveTo>
                  <a:pt x="0" y="0"/>
                </a:moveTo>
                <a:lnTo>
                  <a:pt x="92414" y="0"/>
                </a:lnTo>
                <a:lnTo>
                  <a:pt x="92414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974025" y="6198483"/>
            <a:ext cx="22860" cy="16510"/>
          </a:xfrm>
          <a:custGeom>
            <a:avLst/>
            <a:gdLst/>
            <a:ahLst/>
            <a:cxnLst/>
            <a:rect l="l" t="t" r="r" b="b"/>
            <a:pathLst>
              <a:path w="22860" h="16510">
                <a:moveTo>
                  <a:pt x="0" y="0"/>
                </a:moveTo>
                <a:lnTo>
                  <a:pt x="22524" y="0"/>
                </a:lnTo>
                <a:lnTo>
                  <a:pt x="22524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974025" y="6214993"/>
            <a:ext cx="84455" cy="8890"/>
          </a:xfrm>
          <a:custGeom>
            <a:avLst/>
            <a:gdLst/>
            <a:ahLst/>
            <a:cxnLst/>
            <a:rect l="l" t="t" r="r" b="b"/>
            <a:pathLst>
              <a:path w="84454" h="8889">
                <a:moveTo>
                  <a:pt x="0" y="0"/>
                </a:moveTo>
                <a:lnTo>
                  <a:pt x="84415" y="0"/>
                </a:lnTo>
                <a:lnTo>
                  <a:pt x="84415" y="8890"/>
                </a:lnTo>
                <a:lnTo>
                  <a:pt x="0" y="889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035495" y="6234019"/>
            <a:ext cx="23495" cy="18415"/>
          </a:xfrm>
          <a:custGeom>
            <a:avLst/>
            <a:gdLst/>
            <a:ahLst/>
            <a:cxnLst/>
            <a:rect l="l" t="t" r="r" b="b"/>
            <a:pathLst>
              <a:path w="23495" h="18414">
                <a:moveTo>
                  <a:pt x="22945" y="18314"/>
                </a:moveTo>
                <a:lnTo>
                  <a:pt x="0" y="18314"/>
                </a:lnTo>
                <a:lnTo>
                  <a:pt x="0" y="0"/>
                </a:lnTo>
                <a:lnTo>
                  <a:pt x="22945" y="0"/>
                </a:lnTo>
                <a:lnTo>
                  <a:pt x="22945" y="1831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974025" y="6242933"/>
            <a:ext cx="22860" cy="8890"/>
          </a:xfrm>
          <a:custGeom>
            <a:avLst/>
            <a:gdLst/>
            <a:ahLst/>
            <a:cxnLst/>
            <a:rect l="l" t="t" r="r" b="b"/>
            <a:pathLst>
              <a:path w="22860" h="8889">
                <a:moveTo>
                  <a:pt x="0" y="0"/>
                </a:moveTo>
                <a:lnTo>
                  <a:pt x="22524" y="0"/>
                </a:lnTo>
                <a:lnTo>
                  <a:pt x="22524" y="8890"/>
                </a:lnTo>
                <a:lnTo>
                  <a:pt x="0" y="889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974025" y="6251823"/>
            <a:ext cx="84455" cy="16510"/>
          </a:xfrm>
          <a:custGeom>
            <a:avLst/>
            <a:gdLst/>
            <a:ahLst/>
            <a:cxnLst/>
            <a:rect l="l" t="t" r="r" b="b"/>
            <a:pathLst>
              <a:path w="84454" h="16510">
                <a:moveTo>
                  <a:pt x="0" y="0"/>
                </a:moveTo>
                <a:lnTo>
                  <a:pt x="84415" y="0"/>
                </a:lnTo>
                <a:lnTo>
                  <a:pt x="84415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035495" y="6271069"/>
            <a:ext cx="23495" cy="20955"/>
          </a:xfrm>
          <a:custGeom>
            <a:avLst/>
            <a:gdLst/>
            <a:ahLst/>
            <a:cxnLst/>
            <a:rect l="l" t="t" r="r" b="b"/>
            <a:pathLst>
              <a:path w="23495" h="20954">
                <a:moveTo>
                  <a:pt x="22945" y="20630"/>
                </a:moveTo>
                <a:lnTo>
                  <a:pt x="0" y="20630"/>
                </a:lnTo>
                <a:lnTo>
                  <a:pt x="0" y="0"/>
                </a:lnTo>
                <a:lnTo>
                  <a:pt x="22945" y="0"/>
                </a:lnTo>
                <a:lnTo>
                  <a:pt x="22945" y="2063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915714" y="6302623"/>
            <a:ext cx="142875" cy="17780"/>
          </a:xfrm>
          <a:custGeom>
            <a:avLst/>
            <a:gdLst/>
            <a:ahLst/>
            <a:cxnLst/>
            <a:rect l="l" t="t" r="r" b="b"/>
            <a:pathLst>
              <a:path w="142875" h="17779">
                <a:moveTo>
                  <a:pt x="0" y="0"/>
                </a:moveTo>
                <a:lnTo>
                  <a:pt x="142727" y="0"/>
                </a:lnTo>
                <a:lnTo>
                  <a:pt x="142727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035495" y="6320403"/>
            <a:ext cx="23495" cy="16510"/>
          </a:xfrm>
          <a:custGeom>
            <a:avLst/>
            <a:gdLst/>
            <a:ahLst/>
            <a:cxnLst/>
            <a:rect l="l" t="t" r="r" b="b"/>
            <a:pathLst>
              <a:path w="23495" h="16510">
                <a:moveTo>
                  <a:pt x="0" y="0"/>
                </a:moveTo>
                <a:lnTo>
                  <a:pt x="22945" y="0"/>
                </a:lnTo>
                <a:lnTo>
                  <a:pt x="22945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915714" y="6336913"/>
            <a:ext cx="142875" cy="17780"/>
          </a:xfrm>
          <a:custGeom>
            <a:avLst/>
            <a:gdLst/>
            <a:ahLst/>
            <a:cxnLst/>
            <a:rect l="l" t="t" r="r" b="b"/>
            <a:pathLst>
              <a:path w="142875" h="17779">
                <a:moveTo>
                  <a:pt x="0" y="0"/>
                </a:moveTo>
                <a:lnTo>
                  <a:pt x="142727" y="0"/>
                </a:lnTo>
                <a:lnTo>
                  <a:pt x="142727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915714" y="6354693"/>
            <a:ext cx="23495" cy="15240"/>
          </a:xfrm>
          <a:custGeom>
            <a:avLst/>
            <a:gdLst/>
            <a:ahLst/>
            <a:cxnLst/>
            <a:rect l="l" t="t" r="r" b="b"/>
            <a:pathLst>
              <a:path w="23495" h="15239">
                <a:moveTo>
                  <a:pt x="0" y="0"/>
                </a:moveTo>
                <a:lnTo>
                  <a:pt x="22945" y="0"/>
                </a:lnTo>
                <a:lnTo>
                  <a:pt x="22945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915714" y="6369933"/>
            <a:ext cx="145415" cy="19050"/>
          </a:xfrm>
          <a:custGeom>
            <a:avLst/>
            <a:gdLst/>
            <a:ahLst/>
            <a:cxnLst/>
            <a:rect l="l" t="t" r="r" b="b"/>
            <a:pathLst>
              <a:path w="145414" h="19050">
                <a:moveTo>
                  <a:pt x="0" y="0"/>
                </a:moveTo>
                <a:lnTo>
                  <a:pt x="145042" y="0"/>
                </a:lnTo>
                <a:lnTo>
                  <a:pt x="14504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365872" y="6190443"/>
            <a:ext cx="162094" cy="20082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1243028" y="4667181"/>
          <a:ext cx="7827009" cy="4377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4339"/>
                <a:gridCol w="2994025"/>
                <a:gridCol w="3114040"/>
              </a:tblGrid>
              <a:tr h="1091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1091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1091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1091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4" name="object 64"/>
          <p:cNvSpPr/>
          <p:nvPr/>
        </p:nvSpPr>
        <p:spPr>
          <a:xfrm>
            <a:off x="4160202" y="6195916"/>
            <a:ext cx="164620" cy="19177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766476" y="6195916"/>
            <a:ext cx="183987" cy="19177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571542" y="6195916"/>
            <a:ext cx="153673" cy="19093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030287" y="6198232"/>
            <a:ext cx="171988" cy="19409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235747" y="6195916"/>
            <a:ext cx="156831" cy="19093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085506" y="6079682"/>
            <a:ext cx="157041" cy="19093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286755" y="6074208"/>
            <a:ext cx="160831" cy="19640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550953" y="6079682"/>
            <a:ext cx="156831" cy="19093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749256" y="6078418"/>
            <a:ext cx="164409" cy="19409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012190" y="6079682"/>
            <a:ext cx="164620" cy="19177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217860" y="6074208"/>
            <a:ext cx="162094" cy="20082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423531" y="6079682"/>
            <a:ext cx="153673" cy="19093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616359" y="6074208"/>
            <a:ext cx="186092" cy="19724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145404" y="6081997"/>
            <a:ext cx="171988" cy="18946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888442" y="6079682"/>
            <a:ext cx="159357" cy="19282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355284" y="6082913"/>
            <a:ext cx="22860" cy="154940"/>
          </a:xfrm>
          <a:custGeom>
            <a:avLst/>
            <a:gdLst/>
            <a:ahLst/>
            <a:cxnLst/>
            <a:rect l="l" t="t" r="r" b="b"/>
            <a:pathLst>
              <a:path w="22859" h="154939">
                <a:moveTo>
                  <a:pt x="0" y="0"/>
                </a:moveTo>
                <a:lnTo>
                  <a:pt x="22735" y="0"/>
                </a:lnTo>
                <a:lnTo>
                  <a:pt x="22735" y="154939"/>
                </a:lnTo>
                <a:lnTo>
                  <a:pt x="0" y="1549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8355284" y="6150223"/>
            <a:ext cx="92710" cy="20320"/>
          </a:xfrm>
          <a:custGeom>
            <a:avLst/>
            <a:gdLst/>
            <a:ahLst/>
            <a:cxnLst/>
            <a:rect l="l" t="t" r="r" b="b"/>
            <a:pathLst>
              <a:path w="92709" h="20320">
                <a:moveTo>
                  <a:pt x="0" y="0"/>
                </a:moveTo>
                <a:lnTo>
                  <a:pt x="92204" y="0"/>
                </a:lnTo>
                <a:lnTo>
                  <a:pt x="9220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355284" y="6237853"/>
            <a:ext cx="92710" cy="20320"/>
          </a:xfrm>
          <a:custGeom>
            <a:avLst/>
            <a:gdLst/>
            <a:ahLst/>
            <a:cxnLst/>
            <a:rect l="l" t="t" r="r" b="b"/>
            <a:pathLst>
              <a:path w="92709" h="20320">
                <a:moveTo>
                  <a:pt x="0" y="0"/>
                </a:moveTo>
                <a:lnTo>
                  <a:pt x="92204" y="0"/>
                </a:lnTo>
                <a:lnTo>
                  <a:pt x="92204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8424753" y="6083050"/>
            <a:ext cx="22860" cy="154940"/>
          </a:xfrm>
          <a:custGeom>
            <a:avLst/>
            <a:gdLst/>
            <a:ahLst/>
            <a:cxnLst/>
            <a:rect l="l" t="t" r="r" b="b"/>
            <a:pathLst>
              <a:path w="22859" h="154939">
                <a:moveTo>
                  <a:pt x="0" y="0"/>
                </a:moveTo>
                <a:lnTo>
                  <a:pt x="22735" y="0"/>
                </a:lnTo>
                <a:lnTo>
                  <a:pt x="22735" y="154936"/>
                </a:lnTo>
                <a:lnTo>
                  <a:pt x="0" y="154936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8484749" y="6079682"/>
            <a:ext cx="23495" cy="191135"/>
          </a:xfrm>
          <a:custGeom>
            <a:avLst/>
            <a:gdLst/>
            <a:ahLst/>
            <a:cxnLst/>
            <a:rect l="l" t="t" r="r" b="b"/>
            <a:pathLst>
              <a:path w="23495" h="191135">
                <a:moveTo>
                  <a:pt x="22945" y="190934"/>
                </a:moveTo>
                <a:lnTo>
                  <a:pt x="0" y="190934"/>
                </a:lnTo>
                <a:lnTo>
                  <a:pt x="0" y="0"/>
                </a:lnTo>
                <a:lnTo>
                  <a:pt x="22945" y="0"/>
                </a:lnTo>
                <a:lnTo>
                  <a:pt x="22945" y="19093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8546640" y="6079682"/>
            <a:ext cx="186303" cy="195355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8758204" y="6079682"/>
            <a:ext cx="156620" cy="19093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7315774" y="6312151"/>
            <a:ext cx="183777" cy="19282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682898" y="7290949"/>
            <a:ext cx="168910" cy="191151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7525865" y="6312151"/>
            <a:ext cx="152410" cy="19093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884331" y="7289899"/>
            <a:ext cx="168910" cy="180660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151533" y="7288641"/>
            <a:ext cx="358593" cy="19241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933878" y="7287382"/>
            <a:ext cx="158628" cy="193459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135311" y="7290683"/>
            <a:ext cx="22860" cy="35560"/>
          </a:xfrm>
          <a:custGeom>
            <a:avLst/>
            <a:gdLst/>
            <a:ahLst/>
            <a:cxnLst/>
            <a:rect l="l" t="t" r="r" b="b"/>
            <a:pathLst>
              <a:path w="22860" h="35559">
                <a:moveTo>
                  <a:pt x="0" y="0"/>
                </a:moveTo>
                <a:lnTo>
                  <a:pt x="22451" y="0"/>
                </a:lnTo>
                <a:lnTo>
                  <a:pt x="22451" y="35560"/>
                </a:lnTo>
                <a:lnTo>
                  <a:pt x="0" y="355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135311" y="7326243"/>
            <a:ext cx="93345" cy="20320"/>
          </a:xfrm>
          <a:custGeom>
            <a:avLst/>
            <a:gdLst/>
            <a:ahLst/>
            <a:cxnLst/>
            <a:rect l="l" t="t" r="r" b="b"/>
            <a:pathLst>
              <a:path w="93345" h="20320">
                <a:moveTo>
                  <a:pt x="0" y="0"/>
                </a:moveTo>
                <a:lnTo>
                  <a:pt x="92953" y="0"/>
                </a:lnTo>
                <a:lnTo>
                  <a:pt x="92953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4135311" y="7346563"/>
            <a:ext cx="22860" cy="33020"/>
          </a:xfrm>
          <a:custGeom>
            <a:avLst/>
            <a:gdLst/>
            <a:ahLst/>
            <a:cxnLst/>
            <a:rect l="l" t="t" r="r" b="b"/>
            <a:pathLst>
              <a:path w="22860" h="33020">
                <a:moveTo>
                  <a:pt x="0" y="0"/>
                </a:moveTo>
                <a:lnTo>
                  <a:pt x="22451" y="0"/>
                </a:lnTo>
                <a:lnTo>
                  <a:pt x="22451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4135311" y="7379583"/>
            <a:ext cx="93345" cy="19050"/>
          </a:xfrm>
          <a:custGeom>
            <a:avLst/>
            <a:gdLst/>
            <a:ahLst/>
            <a:cxnLst/>
            <a:rect l="l" t="t" r="r" b="b"/>
            <a:pathLst>
              <a:path w="93345" h="19050">
                <a:moveTo>
                  <a:pt x="0" y="0"/>
                </a:moveTo>
                <a:lnTo>
                  <a:pt x="92953" y="0"/>
                </a:lnTo>
                <a:lnTo>
                  <a:pt x="9295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4206232" y="7290949"/>
            <a:ext cx="22225" cy="36195"/>
          </a:xfrm>
          <a:custGeom>
            <a:avLst/>
            <a:gdLst/>
            <a:ahLst/>
            <a:cxnLst/>
            <a:rect l="l" t="t" r="r" b="b"/>
            <a:pathLst>
              <a:path w="22225" h="36195">
                <a:moveTo>
                  <a:pt x="22031" y="35880"/>
                </a:moveTo>
                <a:lnTo>
                  <a:pt x="0" y="35880"/>
                </a:lnTo>
                <a:lnTo>
                  <a:pt x="0" y="0"/>
                </a:lnTo>
                <a:lnTo>
                  <a:pt x="22031" y="0"/>
                </a:lnTo>
                <a:lnTo>
                  <a:pt x="22031" y="3588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206232" y="7346343"/>
            <a:ext cx="22225" cy="33655"/>
          </a:xfrm>
          <a:custGeom>
            <a:avLst/>
            <a:gdLst/>
            <a:ahLst/>
            <a:cxnLst/>
            <a:rect l="l" t="t" r="r" b="b"/>
            <a:pathLst>
              <a:path w="22225" h="33654">
                <a:moveTo>
                  <a:pt x="22031" y="33152"/>
                </a:moveTo>
                <a:lnTo>
                  <a:pt x="0" y="33152"/>
                </a:lnTo>
                <a:lnTo>
                  <a:pt x="0" y="0"/>
                </a:lnTo>
                <a:lnTo>
                  <a:pt x="22031" y="0"/>
                </a:lnTo>
                <a:lnTo>
                  <a:pt x="22031" y="3315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263725" y="7288143"/>
            <a:ext cx="23495" cy="53340"/>
          </a:xfrm>
          <a:custGeom>
            <a:avLst/>
            <a:gdLst/>
            <a:ahLst/>
            <a:cxnLst/>
            <a:rect l="l" t="t" r="r" b="b"/>
            <a:pathLst>
              <a:path w="23495" h="53340">
                <a:moveTo>
                  <a:pt x="0" y="0"/>
                </a:moveTo>
                <a:lnTo>
                  <a:pt x="22871" y="0"/>
                </a:lnTo>
                <a:lnTo>
                  <a:pt x="22871" y="53339"/>
                </a:lnTo>
                <a:lnTo>
                  <a:pt x="0" y="533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263725" y="7341483"/>
            <a:ext cx="50800" cy="19050"/>
          </a:xfrm>
          <a:custGeom>
            <a:avLst/>
            <a:gdLst/>
            <a:ahLst/>
            <a:cxnLst/>
            <a:rect l="l" t="t" r="r" b="b"/>
            <a:pathLst>
              <a:path w="50800" h="19050">
                <a:moveTo>
                  <a:pt x="0" y="0"/>
                </a:moveTo>
                <a:lnTo>
                  <a:pt x="50568" y="0"/>
                </a:lnTo>
                <a:lnTo>
                  <a:pt x="5056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263725" y="7360533"/>
            <a:ext cx="23495" cy="62230"/>
          </a:xfrm>
          <a:custGeom>
            <a:avLst/>
            <a:gdLst/>
            <a:ahLst/>
            <a:cxnLst/>
            <a:rect l="l" t="t" r="r" b="b"/>
            <a:pathLst>
              <a:path w="23495" h="62229">
                <a:moveTo>
                  <a:pt x="0" y="0"/>
                </a:moveTo>
                <a:lnTo>
                  <a:pt x="22871" y="0"/>
                </a:lnTo>
                <a:lnTo>
                  <a:pt x="22871" y="62230"/>
                </a:lnTo>
                <a:lnTo>
                  <a:pt x="0" y="6223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146222" y="7417683"/>
            <a:ext cx="22860" cy="41910"/>
          </a:xfrm>
          <a:custGeom>
            <a:avLst/>
            <a:gdLst/>
            <a:ahLst/>
            <a:cxnLst/>
            <a:rect l="l" t="t" r="r" b="b"/>
            <a:pathLst>
              <a:path w="22860" h="41909">
                <a:moveTo>
                  <a:pt x="0" y="0"/>
                </a:moveTo>
                <a:lnTo>
                  <a:pt x="22661" y="0"/>
                </a:lnTo>
                <a:lnTo>
                  <a:pt x="22661" y="41910"/>
                </a:lnTo>
                <a:lnTo>
                  <a:pt x="0" y="419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146222" y="7459593"/>
            <a:ext cx="144145" cy="20320"/>
          </a:xfrm>
          <a:custGeom>
            <a:avLst/>
            <a:gdLst/>
            <a:ahLst/>
            <a:cxnLst/>
            <a:rect l="l" t="t" r="r" b="b"/>
            <a:pathLst>
              <a:path w="144145" h="20320">
                <a:moveTo>
                  <a:pt x="0" y="0"/>
                </a:moveTo>
                <a:lnTo>
                  <a:pt x="143940" y="0"/>
                </a:lnTo>
                <a:lnTo>
                  <a:pt x="143940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393701" y="7289899"/>
            <a:ext cx="171428" cy="194508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598911" y="7287382"/>
            <a:ext cx="156320" cy="19345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800344" y="7287382"/>
            <a:ext cx="159677" cy="192410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6280412" y="7288641"/>
            <a:ext cx="156530" cy="19031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481006" y="7283185"/>
            <a:ext cx="160307" cy="195767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6692720" y="7290683"/>
            <a:ext cx="146685" cy="17780"/>
          </a:xfrm>
          <a:custGeom>
            <a:avLst/>
            <a:gdLst/>
            <a:ahLst/>
            <a:cxnLst/>
            <a:rect l="l" t="t" r="r" b="b"/>
            <a:pathLst>
              <a:path w="146684" h="17779">
                <a:moveTo>
                  <a:pt x="0" y="0"/>
                </a:moveTo>
                <a:lnTo>
                  <a:pt x="146458" y="0"/>
                </a:lnTo>
                <a:lnTo>
                  <a:pt x="146458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6816308" y="7308463"/>
            <a:ext cx="23495" cy="11430"/>
          </a:xfrm>
          <a:custGeom>
            <a:avLst/>
            <a:gdLst/>
            <a:ahLst/>
            <a:cxnLst/>
            <a:rect l="l" t="t" r="r" b="b"/>
            <a:pathLst>
              <a:path w="23495" h="11429">
                <a:moveTo>
                  <a:pt x="0" y="0"/>
                </a:moveTo>
                <a:lnTo>
                  <a:pt x="22871" y="0"/>
                </a:lnTo>
                <a:lnTo>
                  <a:pt x="22871" y="11429"/>
                </a:lnTo>
                <a:lnTo>
                  <a:pt x="0" y="1142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6692720" y="7319893"/>
            <a:ext cx="146685" cy="16510"/>
          </a:xfrm>
          <a:custGeom>
            <a:avLst/>
            <a:gdLst/>
            <a:ahLst/>
            <a:cxnLst/>
            <a:rect l="l" t="t" r="r" b="b"/>
            <a:pathLst>
              <a:path w="146684" h="16509">
                <a:moveTo>
                  <a:pt x="0" y="0"/>
                </a:moveTo>
                <a:lnTo>
                  <a:pt x="146458" y="0"/>
                </a:lnTo>
                <a:lnTo>
                  <a:pt x="146458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6692720" y="7336404"/>
            <a:ext cx="22860" cy="11430"/>
          </a:xfrm>
          <a:custGeom>
            <a:avLst/>
            <a:gdLst/>
            <a:ahLst/>
            <a:cxnLst/>
            <a:rect l="l" t="t" r="r" b="b"/>
            <a:pathLst>
              <a:path w="22859" h="11429">
                <a:moveTo>
                  <a:pt x="0" y="0"/>
                </a:moveTo>
                <a:lnTo>
                  <a:pt x="22661" y="0"/>
                </a:lnTo>
                <a:lnTo>
                  <a:pt x="22661" y="11429"/>
                </a:lnTo>
                <a:lnTo>
                  <a:pt x="0" y="1142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6692720" y="7347833"/>
            <a:ext cx="147955" cy="16510"/>
          </a:xfrm>
          <a:custGeom>
            <a:avLst/>
            <a:gdLst/>
            <a:ahLst/>
            <a:cxnLst/>
            <a:rect l="l" t="t" r="r" b="b"/>
            <a:pathLst>
              <a:path w="147954" h="16509">
                <a:moveTo>
                  <a:pt x="0" y="0"/>
                </a:moveTo>
                <a:lnTo>
                  <a:pt x="147507" y="0"/>
                </a:lnTo>
                <a:lnTo>
                  <a:pt x="147507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6680131" y="7376978"/>
            <a:ext cx="171450" cy="17780"/>
          </a:xfrm>
          <a:custGeom>
            <a:avLst/>
            <a:gdLst/>
            <a:ahLst/>
            <a:cxnLst/>
            <a:rect l="l" t="t" r="r" b="b"/>
            <a:pathLst>
              <a:path w="171450" h="17779">
                <a:moveTo>
                  <a:pt x="171428" y="17625"/>
                </a:moveTo>
                <a:lnTo>
                  <a:pt x="0" y="17625"/>
                </a:lnTo>
                <a:lnTo>
                  <a:pt x="0" y="0"/>
                </a:lnTo>
                <a:lnTo>
                  <a:pt x="171428" y="0"/>
                </a:lnTo>
                <a:lnTo>
                  <a:pt x="171428" y="17625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6692720" y="7407523"/>
            <a:ext cx="146685" cy="16510"/>
          </a:xfrm>
          <a:custGeom>
            <a:avLst/>
            <a:gdLst/>
            <a:ahLst/>
            <a:cxnLst/>
            <a:rect l="l" t="t" r="r" b="b"/>
            <a:pathLst>
              <a:path w="146684" h="16509">
                <a:moveTo>
                  <a:pt x="0" y="0"/>
                </a:moveTo>
                <a:lnTo>
                  <a:pt x="146458" y="0"/>
                </a:lnTo>
                <a:lnTo>
                  <a:pt x="146458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6816308" y="7424033"/>
            <a:ext cx="23495" cy="11430"/>
          </a:xfrm>
          <a:custGeom>
            <a:avLst/>
            <a:gdLst/>
            <a:ahLst/>
            <a:cxnLst/>
            <a:rect l="l" t="t" r="r" b="b"/>
            <a:pathLst>
              <a:path w="23495" h="11429">
                <a:moveTo>
                  <a:pt x="0" y="0"/>
                </a:moveTo>
                <a:lnTo>
                  <a:pt x="22871" y="0"/>
                </a:lnTo>
                <a:lnTo>
                  <a:pt x="22871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6692720" y="7435463"/>
            <a:ext cx="146685" cy="16510"/>
          </a:xfrm>
          <a:custGeom>
            <a:avLst/>
            <a:gdLst/>
            <a:ahLst/>
            <a:cxnLst/>
            <a:rect l="l" t="t" r="r" b="b"/>
            <a:pathLst>
              <a:path w="146684" h="16509">
                <a:moveTo>
                  <a:pt x="0" y="0"/>
                </a:moveTo>
                <a:lnTo>
                  <a:pt x="146458" y="0"/>
                </a:lnTo>
                <a:lnTo>
                  <a:pt x="146458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6692720" y="7451973"/>
            <a:ext cx="22860" cy="12700"/>
          </a:xfrm>
          <a:custGeom>
            <a:avLst/>
            <a:gdLst/>
            <a:ahLst/>
            <a:cxnLst/>
            <a:rect l="l" t="t" r="r" b="b"/>
            <a:pathLst>
              <a:path w="22859" h="12700">
                <a:moveTo>
                  <a:pt x="0" y="0"/>
                </a:moveTo>
                <a:lnTo>
                  <a:pt x="22661" y="0"/>
                </a:lnTo>
                <a:lnTo>
                  <a:pt x="22661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6692720" y="7464673"/>
            <a:ext cx="151130" cy="16510"/>
          </a:xfrm>
          <a:custGeom>
            <a:avLst/>
            <a:gdLst/>
            <a:ahLst/>
            <a:cxnLst/>
            <a:rect l="l" t="t" r="r" b="b"/>
            <a:pathLst>
              <a:path w="151129" h="16509">
                <a:moveTo>
                  <a:pt x="0" y="0"/>
                </a:moveTo>
                <a:lnTo>
                  <a:pt x="150655" y="0"/>
                </a:lnTo>
                <a:lnTo>
                  <a:pt x="150655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6945857" y="7287382"/>
            <a:ext cx="156320" cy="193459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7143513" y="7288431"/>
            <a:ext cx="171428" cy="191361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7405828" y="7289899"/>
            <a:ext cx="171428" cy="194508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7612507" y="7288641"/>
            <a:ext cx="179611" cy="19031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7822753" y="7363339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4" h="28575">
                <a:moveTo>
                  <a:pt x="25808" y="28116"/>
                </a:moveTo>
                <a:lnTo>
                  <a:pt x="0" y="28116"/>
                </a:lnTo>
                <a:lnTo>
                  <a:pt x="0" y="0"/>
                </a:lnTo>
                <a:lnTo>
                  <a:pt x="25808" y="0"/>
                </a:lnTo>
                <a:lnTo>
                  <a:pt x="25808" y="2811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7892625" y="7281926"/>
            <a:ext cx="171428" cy="200174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8091120" y="7288641"/>
            <a:ext cx="185696" cy="191151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8355947" y="7289899"/>
            <a:ext cx="171428" cy="194508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8562626" y="7288641"/>
            <a:ext cx="179611" cy="19031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1582561" y="8375031"/>
            <a:ext cx="161146" cy="198915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1781686" y="8380486"/>
            <a:ext cx="160726" cy="192200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2046580" y="8375031"/>
            <a:ext cx="182758" cy="195767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2383141" y="8380486"/>
            <a:ext cx="23495" cy="19685"/>
          </a:xfrm>
          <a:custGeom>
            <a:avLst/>
            <a:gdLst/>
            <a:ahLst/>
            <a:cxnLst/>
            <a:rect l="l" t="t" r="r" b="b"/>
            <a:pathLst>
              <a:path w="23494" h="19684">
                <a:moveTo>
                  <a:pt x="22871" y="19304"/>
                </a:moveTo>
                <a:lnTo>
                  <a:pt x="0" y="19304"/>
                </a:lnTo>
                <a:lnTo>
                  <a:pt x="0" y="0"/>
                </a:lnTo>
                <a:lnTo>
                  <a:pt x="22871" y="0"/>
                </a:lnTo>
                <a:lnTo>
                  <a:pt x="22871" y="19304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2252210" y="8382883"/>
            <a:ext cx="22860" cy="25400"/>
          </a:xfrm>
          <a:custGeom>
            <a:avLst/>
            <a:gdLst/>
            <a:ahLst/>
            <a:cxnLst/>
            <a:rect l="l" t="t" r="r" b="b"/>
            <a:pathLst>
              <a:path w="22860" h="25400">
                <a:moveTo>
                  <a:pt x="0" y="0"/>
                </a:moveTo>
                <a:lnTo>
                  <a:pt x="22241" y="0"/>
                </a:lnTo>
                <a:lnTo>
                  <a:pt x="22241" y="25399"/>
                </a:lnTo>
                <a:lnTo>
                  <a:pt x="0" y="25399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2252210" y="8408283"/>
            <a:ext cx="154305" cy="10160"/>
          </a:xfrm>
          <a:custGeom>
            <a:avLst/>
            <a:gdLst/>
            <a:ahLst/>
            <a:cxnLst/>
            <a:rect l="l" t="t" r="r" b="b"/>
            <a:pathLst>
              <a:path w="154305" h="10159">
                <a:moveTo>
                  <a:pt x="0" y="0"/>
                </a:moveTo>
                <a:lnTo>
                  <a:pt x="153802" y="0"/>
                </a:lnTo>
                <a:lnTo>
                  <a:pt x="153802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2252210" y="8418443"/>
            <a:ext cx="92710" cy="8890"/>
          </a:xfrm>
          <a:custGeom>
            <a:avLst/>
            <a:gdLst/>
            <a:ahLst/>
            <a:cxnLst/>
            <a:rect l="l" t="t" r="r" b="b"/>
            <a:pathLst>
              <a:path w="92710" h="8890">
                <a:moveTo>
                  <a:pt x="0" y="0"/>
                </a:moveTo>
                <a:lnTo>
                  <a:pt x="92113" y="0"/>
                </a:lnTo>
                <a:lnTo>
                  <a:pt x="92113" y="8889"/>
                </a:lnTo>
                <a:lnTo>
                  <a:pt x="0" y="8889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2252210" y="8427333"/>
            <a:ext cx="22860" cy="25400"/>
          </a:xfrm>
          <a:custGeom>
            <a:avLst/>
            <a:gdLst/>
            <a:ahLst/>
            <a:cxnLst/>
            <a:rect l="l" t="t" r="r" b="b"/>
            <a:pathLst>
              <a:path w="22860" h="25400">
                <a:moveTo>
                  <a:pt x="0" y="0"/>
                </a:moveTo>
                <a:lnTo>
                  <a:pt x="22241" y="0"/>
                </a:lnTo>
                <a:lnTo>
                  <a:pt x="22241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2252210" y="8452733"/>
            <a:ext cx="154305" cy="2540"/>
          </a:xfrm>
          <a:custGeom>
            <a:avLst/>
            <a:gdLst/>
            <a:ahLst/>
            <a:cxnLst/>
            <a:rect l="l" t="t" r="r" b="b"/>
            <a:pathLst>
              <a:path w="154305" h="2540">
                <a:moveTo>
                  <a:pt x="0" y="0"/>
                </a:moveTo>
                <a:lnTo>
                  <a:pt x="153802" y="0"/>
                </a:lnTo>
                <a:lnTo>
                  <a:pt x="15380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2252210" y="8455273"/>
            <a:ext cx="92710" cy="15240"/>
          </a:xfrm>
          <a:custGeom>
            <a:avLst/>
            <a:gdLst/>
            <a:ahLst/>
            <a:cxnLst/>
            <a:rect l="l" t="t" r="r" b="b"/>
            <a:pathLst>
              <a:path w="92710" h="15240">
                <a:moveTo>
                  <a:pt x="0" y="0"/>
                </a:moveTo>
                <a:lnTo>
                  <a:pt x="92113" y="0"/>
                </a:lnTo>
                <a:lnTo>
                  <a:pt x="92113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2321872" y="8382883"/>
            <a:ext cx="22860" cy="16510"/>
          </a:xfrm>
          <a:custGeom>
            <a:avLst/>
            <a:gdLst/>
            <a:ahLst/>
            <a:cxnLst/>
            <a:rect l="l" t="t" r="r" b="b"/>
            <a:pathLst>
              <a:path w="22860" h="16509">
                <a:moveTo>
                  <a:pt x="0" y="0"/>
                </a:moveTo>
                <a:lnTo>
                  <a:pt x="22451" y="0"/>
                </a:lnTo>
                <a:lnTo>
                  <a:pt x="22451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2321872" y="8399393"/>
            <a:ext cx="84455" cy="8890"/>
          </a:xfrm>
          <a:custGeom>
            <a:avLst/>
            <a:gdLst/>
            <a:ahLst/>
            <a:cxnLst/>
            <a:rect l="l" t="t" r="r" b="b"/>
            <a:pathLst>
              <a:path w="84455" h="8890">
                <a:moveTo>
                  <a:pt x="0" y="0"/>
                </a:moveTo>
                <a:lnTo>
                  <a:pt x="84140" y="0"/>
                </a:lnTo>
                <a:lnTo>
                  <a:pt x="84140" y="8889"/>
                </a:lnTo>
                <a:lnTo>
                  <a:pt x="0" y="8889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2383141" y="8418465"/>
            <a:ext cx="23495" cy="18415"/>
          </a:xfrm>
          <a:custGeom>
            <a:avLst/>
            <a:gdLst/>
            <a:ahLst/>
            <a:cxnLst/>
            <a:rect l="l" t="t" r="r" b="b"/>
            <a:pathLst>
              <a:path w="23494" h="18415">
                <a:moveTo>
                  <a:pt x="22871" y="18254"/>
                </a:moveTo>
                <a:lnTo>
                  <a:pt x="0" y="18254"/>
                </a:lnTo>
                <a:lnTo>
                  <a:pt x="0" y="0"/>
                </a:lnTo>
                <a:lnTo>
                  <a:pt x="22871" y="0"/>
                </a:lnTo>
                <a:lnTo>
                  <a:pt x="22871" y="18254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2321872" y="8427333"/>
            <a:ext cx="22860" cy="8890"/>
          </a:xfrm>
          <a:custGeom>
            <a:avLst/>
            <a:gdLst/>
            <a:ahLst/>
            <a:cxnLst/>
            <a:rect l="l" t="t" r="r" b="b"/>
            <a:pathLst>
              <a:path w="22860" h="8890">
                <a:moveTo>
                  <a:pt x="0" y="0"/>
                </a:moveTo>
                <a:lnTo>
                  <a:pt x="22451" y="0"/>
                </a:lnTo>
                <a:lnTo>
                  <a:pt x="22451" y="8890"/>
                </a:lnTo>
                <a:lnTo>
                  <a:pt x="0" y="889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2321872" y="8436223"/>
            <a:ext cx="84455" cy="16510"/>
          </a:xfrm>
          <a:custGeom>
            <a:avLst/>
            <a:gdLst/>
            <a:ahLst/>
            <a:cxnLst/>
            <a:rect l="l" t="t" r="r" b="b"/>
            <a:pathLst>
              <a:path w="84455" h="16509">
                <a:moveTo>
                  <a:pt x="0" y="0"/>
                </a:moveTo>
                <a:lnTo>
                  <a:pt x="84140" y="0"/>
                </a:lnTo>
                <a:lnTo>
                  <a:pt x="84140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2383141" y="8455394"/>
            <a:ext cx="23495" cy="20955"/>
          </a:xfrm>
          <a:custGeom>
            <a:avLst/>
            <a:gdLst/>
            <a:ahLst/>
            <a:cxnLst/>
            <a:rect l="l" t="t" r="r" b="b"/>
            <a:pathLst>
              <a:path w="23494" h="20954">
                <a:moveTo>
                  <a:pt x="22871" y="20562"/>
                </a:moveTo>
                <a:lnTo>
                  <a:pt x="0" y="20562"/>
                </a:lnTo>
                <a:lnTo>
                  <a:pt x="0" y="0"/>
                </a:lnTo>
                <a:lnTo>
                  <a:pt x="22871" y="0"/>
                </a:lnTo>
                <a:lnTo>
                  <a:pt x="22871" y="20562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2263750" y="8487023"/>
            <a:ext cx="142875" cy="17780"/>
          </a:xfrm>
          <a:custGeom>
            <a:avLst/>
            <a:gdLst/>
            <a:ahLst/>
            <a:cxnLst/>
            <a:rect l="l" t="t" r="r" b="b"/>
            <a:pathLst>
              <a:path w="142875" h="17779">
                <a:moveTo>
                  <a:pt x="0" y="0"/>
                </a:moveTo>
                <a:lnTo>
                  <a:pt x="142262" y="0"/>
                </a:lnTo>
                <a:lnTo>
                  <a:pt x="142262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2383141" y="8504804"/>
            <a:ext cx="23495" cy="15240"/>
          </a:xfrm>
          <a:custGeom>
            <a:avLst/>
            <a:gdLst/>
            <a:ahLst/>
            <a:cxnLst/>
            <a:rect l="l" t="t" r="r" b="b"/>
            <a:pathLst>
              <a:path w="23494" h="15240">
                <a:moveTo>
                  <a:pt x="0" y="0"/>
                </a:moveTo>
                <a:lnTo>
                  <a:pt x="22871" y="0"/>
                </a:lnTo>
                <a:lnTo>
                  <a:pt x="22871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2263750" y="8520043"/>
            <a:ext cx="142875" cy="19050"/>
          </a:xfrm>
          <a:custGeom>
            <a:avLst/>
            <a:gdLst/>
            <a:ahLst/>
            <a:cxnLst/>
            <a:rect l="l" t="t" r="r" b="b"/>
            <a:pathLst>
              <a:path w="142875" h="19050">
                <a:moveTo>
                  <a:pt x="0" y="0"/>
                </a:moveTo>
                <a:lnTo>
                  <a:pt x="142262" y="0"/>
                </a:lnTo>
                <a:lnTo>
                  <a:pt x="14226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2263750" y="8539093"/>
            <a:ext cx="23495" cy="15240"/>
          </a:xfrm>
          <a:custGeom>
            <a:avLst/>
            <a:gdLst/>
            <a:ahLst/>
            <a:cxnLst/>
            <a:rect l="l" t="t" r="r" b="b"/>
            <a:pathLst>
              <a:path w="23494" h="15240">
                <a:moveTo>
                  <a:pt x="0" y="0"/>
                </a:moveTo>
                <a:lnTo>
                  <a:pt x="22871" y="0"/>
                </a:lnTo>
                <a:lnTo>
                  <a:pt x="22871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2263750" y="8554333"/>
            <a:ext cx="144780" cy="17780"/>
          </a:xfrm>
          <a:custGeom>
            <a:avLst/>
            <a:gdLst/>
            <a:ahLst/>
            <a:cxnLst/>
            <a:rect l="l" t="t" r="r" b="b"/>
            <a:pathLst>
              <a:path w="144780" h="17779">
                <a:moveTo>
                  <a:pt x="0" y="0"/>
                </a:moveTo>
                <a:lnTo>
                  <a:pt x="144570" y="0"/>
                </a:lnTo>
                <a:lnTo>
                  <a:pt x="144570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2450286" y="8380486"/>
            <a:ext cx="157159" cy="192200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3187498" y="8259513"/>
            <a:ext cx="66040" cy="55880"/>
          </a:xfrm>
          <a:custGeom>
            <a:avLst/>
            <a:gdLst/>
            <a:ahLst/>
            <a:cxnLst/>
            <a:rect l="l" t="t" r="r" b="b"/>
            <a:pathLst>
              <a:path w="66039" h="55879">
                <a:moveTo>
                  <a:pt x="64416" y="55813"/>
                </a:moveTo>
                <a:lnTo>
                  <a:pt x="38608" y="55813"/>
                </a:lnTo>
                <a:lnTo>
                  <a:pt x="38608" y="26228"/>
                </a:lnTo>
                <a:lnTo>
                  <a:pt x="40325" y="15727"/>
                </a:lnTo>
                <a:lnTo>
                  <a:pt x="45427" y="7684"/>
                </a:lnTo>
                <a:lnTo>
                  <a:pt x="53833" y="2357"/>
                </a:lnTo>
                <a:lnTo>
                  <a:pt x="65465" y="0"/>
                </a:lnTo>
                <a:lnTo>
                  <a:pt x="65465" y="11540"/>
                </a:lnTo>
                <a:lnTo>
                  <a:pt x="54974" y="11960"/>
                </a:lnTo>
                <a:lnTo>
                  <a:pt x="51827" y="17205"/>
                </a:lnTo>
                <a:lnTo>
                  <a:pt x="51827" y="27697"/>
                </a:lnTo>
                <a:lnTo>
                  <a:pt x="64416" y="27697"/>
                </a:lnTo>
                <a:lnTo>
                  <a:pt x="64416" y="55813"/>
                </a:lnTo>
                <a:close/>
              </a:path>
              <a:path w="66039" h="55879">
                <a:moveTo>
                  <a:pt x="25808" y="55813"/>
                </a:moveTo>
                <a:lnTo>
                  <a:pt x="0" y="55813"/>
                </a:lnTo>
                <a:lnTo>
                  <a:pt x="0" y="26228"/>
                </a:lnTo>
                <a:lnTo>
                  <a:pt x="1717" y="15727"/>
                </a:lnTo>
                <a:lnTo>
                  <a:pt x="6819" y="7684"/>
                </a:lnTo>
                <a:lnTo>
                  <a:pt x="15225" y="2357"/>
                </a:lnTo>
                <a:lnTo>
                  <a:pt x="26857" y="0"/>
                </a:lnTo>
                <a:lnTo>
                  <a:pt x="26857" y="11540"/>
                </a:lnTo>
                <a:lnTo>
                  <a:pt x="16366" y="11960"/>
                </a:lnTo>
                <a:lnTo>
                  <a:pt x="13219" y="17205"/>
                </a:lnTo>
                <a:lnTo>
                  <a:pt x="13219" y="27697"/>
                </a:lnTo>
                <a:lnTo>
                  <a:pt x="25808" y="27697"/>
                </a:lnTo>
                <a:lnTo>
                  <a:pt x="25808" y="5581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3290942" y="8264549"/>
            <a:ext cx="156110" cy="190312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3491116" y="8264549"/>
            <a:ext cx="179611" cy="19031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3751712" y="8267313"/>
            <a:ext cx="22860" cy="30480"/>
          </a:xfrm>
          <a:custGeom>
            <a:avLst/>
            <a:gdLst/>
            <a:ahLst/>
            <a:cxnLst/>
            <a:rect l="l" t="t" r="r" b="b"/>
            <a:pathLst>
              <a:path w="22860" h="30479">
                <a:moveTo>
                  <a:pt x="0" y="0"/>
                </a:moveTo>
                <a:lnTo>
                  <a:pt x="22451" y="0"/>
                </a:lnTo>
                <a:lnTo>
                  <a:pt x="22451" y="30479"/>
                </a:lnTo>
                <a:lnTo>
                  <a:pt x="0" y="304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3751712" y="8297793"/>
            <a:ext cx="93345" cy="19050"/>
          </a:xfrm>
          <a:custGeom>
            <a:avLst/>
            <a:gdLst/>
            <a:ahLst/>
            <a:cxnLst/>
            <a:rect l="l" t="t" r="r" b="b"/>
            <a:pathLst>
              <a:path w="93345" h="19050">
                <a:moveTo>
                  <a:pt x="0" y="0"/>
                </a:moveTo>
                <a:lnTo>
                  <a:pt x="92953" y="0"/>
                </a:lnTo>
                <a:lnTo>
                  <a:pt x="9295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3751712" y="8316843"/>
            <a:ext cx="22860" cy="29209"/>
          </a:xfrm>
          <a:custGeom>
            <a:avLst/>
            <a:gdLst/>
            <a:ahLst/>
            <a:cxnLst/>
            <a:rect l="l" t="t" r="r" b="b"/>
            <a:pathLst>
              <a:path w="22860" h="29209">
                <a:moveTo>
                  <a:pt x="0" y="0"/>
                </a:moveTo>
                <a:lnTo>
                  <a:pt x="22451" y="0"/>
                </a:lnTo>
                <a:lnTo>
                  <a:pt x="22451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3751712" y="8346054"/>
            <a:ext cx="93345" cy="19050"/>
          </a:xfrm>
          <a:custGeom>
            <a:avLst/>
            <a:gdLst/>
            <a:ahLst/>
            <a:cxnLst/>
            <a:rect l="l" t="t" r="r" b="b"/>
            <a:pathLst>
              <a:path w="93345" h="19050">
                <a:moveTo>
                  <a:pt x="0" y="0"/>
                </a:moveTo>
                <a:lnTo>
                  <a:pt x="92953" y="0"/>
                </a:lnTo>
                <a:lnTo>
                  <a:pt x="92953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3822634" y="8266857"/>
            <a:ext cx="22225" cy="30480"/>
          </a:xfrm>
          <a:custGeom>
            <a:avLst/>
            <a:gdLst/>
            <a:ahLst/>
            <a:cxnLst/>
            <a:rect l="l" t="t" r="r" b="b"/>
            <a:pathLst>
              <a:path w="22225" h="30479">
                <a:moveTo>
                  <a:pt x="22031" y="30424"/>
                </a:moveTo>
                <a:lnTo>
                  <a:pt x="0" y="30424"/>
                </a:lnTo>
                <a:lnTo>
                  <a:pt x="0" y="0"/>
                </a:lnTo>
                <a:lnTo>
                  <a:pt x="22031" y="0"/>
                </a:lnTo>
                <a:lnTo>
                  <a:pt x="22031" y="3042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3822634" y="8316796"/>
            <a:ext cx="22225" cy="29845"/>
          </a:xfrm>
          <a:custGeom>
            <a:avLst/>
            <a:gdLst/>
            <a:ahLst/>
            <a:cxnLst/>
            <a:rect l="l" t="t" r="r" b="b"/>
            <a:pathLst>
              <a:path w="22225" h="29845">
                <a:moveTo>
                  <a:pt x="22031" y="29375"/>
                </a:moveTo>
                <a:lnTo>
                  <a:pt x="0" y="29375"/>
                </a:lnTo>
                <a:lnTo>
                  <a:pt x="0" y="0"/>
                </a:lnTo>
                <a:lnTo>
                  <a:pt x="22031" y="0"/>
                </a:lnTo>
                <a:lnTo>
                  <a:pt x="22031" y="29375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3762623" y="8264339"/>
            <a:ext cx="358173" cy="192410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4212794" y="8265808"/>
            <a:ext cx="168910" cy="192200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4477696" y="8263290"/>
            <a:ext cx="166182" cy="193669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4687942" y="8266043"/>
            <a:ext cx="22860" cy="45720"/>
          </a:xfrm>
          <a:custGeom>
            <a:avLst/>
            <a:gdLst/>
            <a:ahLst/>
            <a:cxnLst/>
            <a:rect l="l" t="t" r="r" b="b"/>
            <a:pathLst>
              <a:path w="22860" h="45720">
                <a:moveTo>
                  <a:pt x="0" y="0"/>
                </a:moveTo>
                <a:lnTo>
                  <a:pt x="22661" y="0"/>
                </a:lnTo>
                <a:lnTo>
                  <a:pt x="22661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4687942" y="8311763"/>
            <a:ext cx="147955" cy="20320"/>
          </a:xfrm>
          <a:custGeom>
            <a:avLst/>
            <a:gdLst/>
            <a:ahLst/>
            <a:cxnLst/>
            <a:rect l="l" t="t" r="r" b="b"/>
            <a:pathLst>
              <a:path w="147954" h="20320">
                <a:moveTo>
                  <a:pt x="0" y="0"/>
                </a:moveTo>
                <a:lnTo>
                  <a:pt x="147507" y="0"/>
                </a:lnTo>
                <a:lnTo>
                  <a:pt x="147507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4675352" y="8357502"/>
            <a:ext cx="171450" cy="20320"/>
          </a:xfrm>
          <a:custGeom>
            <a:avLst/>
            <a:gdLst/>
            <a:ahLst/>
            <a:cxnLst/>
            <a:rect l="l" t="t" r="r" b="b"/>
            <a:pathLst>
              <a:path w="171450" h="20320">
                <a:moveTo>
                  <a:pt x="171428" y="19723"/>
                </a:moveTo>
                <a:lnTo>
                  <a:pt x="0" y="19723"/>
                </a:lnTo>
                <a:lnTo>
                  <a:pt x="0" y="0"/>
                </a:lnTo>
                <a:lnTo>
                  <a:pt x="171428" y="0"/>
                </a:lnTo>
                <a:lnTo>
                  <a:pt x="171428" y="1972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4687942" y="8395583"/>
            <a:ext cx="22860" cy="40640"/>
          </a:xfrm>
          <a:custGeom>
            <a:avLst/>
            <a:gdLst/>
            <a:ahLst/>
            <a:cxnLst/>
            <a:rect l="l" t="t" r="r" b="b"/>
            <a:pathLst>
              <a:path w="22860" h="40640">
                <a:moveTo>
                  <a:pt x="0" y="0"/>
                </a:moveTo>
                <a:lnTo>
                  <a:pt x="22661" y="0"/>
                </a:lnTo>
                <a:lnTo>
                  <a:pt x="22661" y="4064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4687942" y="8436223"/>
            <a:ext cx="149860" cy="19050"/>
          </a:xfrm>
          <a:custGeom>
            <a:avLst/>
            <a:gdLst/>
            <a:ahLst/>
            <a:cxnLst/>
            <a:rect l="l" t="t" r="r" b="b"/>
            <a:pathLst>
              <a:path w="149860" h="19050">
                <a:moveTo>
                  <a:pt x="0" y="0"/>
                </a:moveTo>
                <a:lnTo>
                  <a:pt x="149815" y="0"/>
                </a:lnTo>
                <a:lnTo>
                  <a:pt x="14981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5138532" y="8263290"/>
            <a:ext cx="163874" cy="193459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4940876" y="8264549"/>
            <a:ext cx="156320" cy="19031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5545595" y="8263290"/>
            <a:ext cx="156320" cy="193459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5338707" y="8264549"/>
            <a:ext cx="186535" cy="190312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4253207" y="8496213"/>
            <a:ext cx="171428" cy="191361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4451283" y="8506914"/>
            <a:ext cx="96310" cy="167231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4576759" y="8491387"/>
            <a:ext cx="66040" cy="55880"/>
          </a:xfrm>
          <a:custGeom>
            <a:avLst/>
            <a:gdLst/>
            <a:ahLst/>
            <a:cxnLst/>
            <a:rect l="l" t="t" r="r" b="b"/>
            <a:pathLst>
              <a:path w="66039" h="55879">
                <a:moveTo>
                  <a:pt x="0" y="55813"/>
                </a:moveTo>
                <a:lnTo>
                  <a:pt x="0" y="44273"/>
                </a:lnTo>
                <a:lnTo>
                  <a:pt x="10491" y="43853"/>
                </a:lnTo>
                <a:lnTo>
                  <a:pt x="13638" y="38608"/>
                </a:lnTo>
                <a:lnTo>
                  <a:pt x="13638" y="28116"/>
                </a:lnTo>
                <a:lnTo>
                  <a:pt x="1049" y="28116"/>
                </a:lnTo>
                <a:lnTo>
                  <a:pt x="1049" y="0"/>
                </a:lnTo>
                <a:lnTo>
                  <a:pt x="26857" y="0"/>
                </a:lnTo>
                <a:lnTo>
                  <a:pt x="26857" y="29585"/>
                </a:lnTo>
                <a:lnTo>
                  <a:pt x="25139" y="40086"/>
                </a:lnTo>
                <a:lnTo>
                  <a:pt x="20038" y="48128"/>
                </a:lnTo>
                <a:lnTo>
                  <a:pt x="11632" y="53456"/>
                </a:lnTo>
                <a:lnTo>
                  <a:pt x="0" y="55813"/>
                </a:lnTo>
                <a:close/>
              </a:path>
              <a:path w="66039" h="55879">
                <a:moveTo>
                  <a:pt x="38608" y="55813"/>
                </a:moveTo>
                <a:lnTo>
                  <a:pt x="38608" y="44273"/>
                </a:lnTo>
                <a:lnTo>
                  <a:pt x="49099" y="43853"/>
                </a:lnTo>
                <a:lnTo>
                  <a:pt x="52246" y="38608"/>
                </a:lnTo>
                <a:lnTo>
                  <a:pt x="52246" y="28116"/>
                </a:lnTo>
                <a:lnTo>
                  <a:pt x="39657" y="28116"/>
                </a:lnTo>
                <a:lnTo>
                  <a:pt x="39657" y="0"/>
                </a:lnTo>
                <a:lnTo>
                  <a:pt x="65465" y="0"/>
                </a:lnTo>
                <a:lnTo>
                  <a:pt x="65465" y="29585"/>
                </a:lnTo>
                <a:lnTo>
                  <a:pt x="63747" y="40086"/>
                </a:lnTo>
                <a:lnTo>
                  <a:pt x="58646" y="48128"/>
                </a:lnTo>
                <a:lnTo>
                  <a:pt x="50240" y="53456"/>
                </a:lnTo>
                <a:lnTo>
                  <a:pt x="38608" y="5581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6541781" y="8143576"/>
            <a:ext cx="66040" cy="55880"/>
          </a:xfrm>
          <a:custGeom>
            <a:avLst/>
            <a:gdLst/>
            <a:ahLst/>
            <a:cxnLst/>
            <a:rect l="l" t="t" r="r" b="b"/>
            <a:pathLst>
              <a:path w="66040" h="55879">
                <a:moveTo>
                  <a:pt x="64416" y="55813"/>
                </a:moveTo>
                <a:lnTo>
                  <a:pt x="38608" y="55813"/>
                </a:lnTo>
                <a:lnTo>
                  <a:pt x="38608" y="26228"/>
                </a:lnTo>
                <a:lnTo>
                  <a:pt x="40325" y="15727"/>
                </a:lnTo>
                <a:lnTo>
                  <a:pt x="45427" y="7684"/>
                </a:lnTo>
                <a:lnTo>
                  <a:pt x="53833" y="2357"/>
                </a:lnTo>
                <a:lnTo>
                  <a:pt x="65465" y="0"/>
                </a:lnTo>
                <a:lnTo>
                  <a:pt x="65465" y="11540"/>
                </a:lnTo>
                <a:lnTo>
                  <a:pt x="54974" y="11960"/>
                </a:lnTo>
                <a:lnTo>
                  <a:pt x="51827" y="17205"/>
                </a:lnTo>
                <a:lnTo>
                  <a:pt x="51827" y="27697"/>
                </a:lnTo>
                <a:lnTo>
                  <a:pt x="64416" y="27697"/>
                </a:lnTo>
                <a:lnTo>
                  <a:pt x="64416" y="55813"/>
                </a:lnTo>
                <a:close/>
              </a:path>
              <a:path w="66040" h="55879">
                <a:moveTo>
                  <a:pt x="25808" y="55813"/>
                </a:moveTo>
                <a:lnTo>
                  <a:pt x="0" y="55813"/>
                </a:lnTo>
                <a:lnTo>
                  <a:pt x="0" y="26228"/>
                </a:lnTo>
                <a:lnTo>
                  <a:pt x="1717" y="15727"/>
                </a:lnTo>
                <a:lnTo>
                  <a:pt x="6819" y="7684"/>
                </a:lnTo>
                <a:lnTo>
                  <a:pt x="15225" y="2357"/>
                </a:lnTo>
                <a:lnTo>
                  <a:pt x="26857" y="0"/>
                </a:lnTo>
                <a:lnTo>
                  <a:pt x="26857" y="11540"/>
                </a:lnTo>
                <a:lnTo>
                  <a:pt x="16366" y="11960"/>
                </a:lnTo>
                <a:lnTo>
                  <a:pt x="13219" y="17205"/>
                </a:lnTo>
                <a:lnTo>
                  <a:pt x="13219" y="27697"/>
                </a:lnTo>
                <a:lnTo>
                  <a:pt x="25808" y="27697"/>
                </a:lnTo>
                <a:lnTo>
                  <a:pt x="25808" y="55813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6644176" y="8148612"/>
            <a:ext cx="154222" cy="190312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6904001" y="8148612"/>
            <a:ext cx="156530" cy="190312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7104595" y="8143157"/>
            <a:ext cx="160307" cy="195767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7316310" y="8150473"/>
            <a:ext cx="146685" cy="17780"/>
          </a:xfrm>
          <a:custGeom>
            <a:avLst/>
            <a:gdLst/>
            <a:ahLst/>
            <a:cxnLst/>
            <a:rect l="l" t="t" r="r" b="b"/>
            <a:pathLst>
              <a:path w="146684" h="17779">
                <a:moveTo>
                  <a:pt x="0" y="0"/>
                </a:moveTo>
                <a:lnTo>
                  <a:pt x="146458" y="0"/>
                </a:lnTo>
                <a:lnTo>
                  <a:pt x="146458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7439898" y="8168254"/>
            <a:ext cx="23495" cy="11430"/>
          </a:xfrm>
          <a:custGeom>
            <a:avLst/>
            <a:gdLst/>
            <a:ahLst/>
            <a:cxnLst/>
            <a:rect l="l" t="t" r="r" b="b"/>
            <a:pathLst>
              <a:path w="23495" h="11429">
                <a:moveTo>
                  <a:pt x="0" y="0"/>
                </a:moveTo>
                <a:lnTo>
                  <a:pt x="22871" y="0"/>
                </a:lnTo>
                <a:lnTo>
                  <a:pt x="22871" y="11429"/>
                </a:lnTo>
                <a:lnTo>
                  <a:pt x="0" y="11429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7316310" y="8179683"/>
            <a:ext cx="146685" cy="16510"/>
          </a:xfrm>
          <a:custGeom>
            <a:avLst/>
            <a:gdLst/>
            <a:ahLst/>
            <a:cxnLst/>
            <a:rect l="l" t="t" r="r" b="b"/>
            <a:pathLst>
              <a:path w="146684" h="16509">
                <a:moveTo>
                  <a:pt x="0" y="0"/>
                </a:moveTo>
                <a:lnTo>
                  <a:pt x="146458" y="0"/>
                </a:lnTo>
                <a:lnTo>
                  <a:pt x="146458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7316310" y="8196193"/>
            <a:ext cx="22860" cy="11430"/>
          </a:xfrm>
          <a:custGeom>
            <a:avLst/>
            <a:gdLst/>
            <a:ahLst/>
            <a:cxnLst/>
            <a:rect l="l" t="t" r="r" b="b"/>
            <a:pathLst>
              <a:path w="22859" h="11429">
                <a:moveTo>
                  <a:pt x="0" y="0"/>
                </a:moveTo>
                <a:lnTo>
                  <a:pt x="22661" y="0"/>
                </a:lnTo>
                <a:lnTo>
                  <a:pt x="22661" y="11429"/>
                </a:lnTo>
                <a:lnTo>
                  <a:pt x="0" y="11429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7316310" y="8207623"/>
            <a:ext cx="147955" cy="17780"/>
          </a:xfrm>
          <a:custGeom>
            <a:avLst/>
            <a:gdLst/>
            <a:ahLst/>
            <a:cxnLst/>
            <a:rect l="l" t="t" r="r" b="b"/>
            <a:pathLst>
              <a:path w="147954" h="17779">
                <a:moveTo>
                  <a:pt x="0" y="0"/>
                </a:moveTo>
                <a:lnTo>
                  <a:pt x="147507" y="0"/>
                </a:lnTo>
                <a:lnTo>
                  <a:pt x="147507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7303720" y="8236949"/>
            <a:ext cx="171450" cy="17780"/>
          </a:xfrm>
          <a:custGeom>
            <a:avLst/>
            <a:gdLst/>
            <a:ahLst/>
            <a:cxnLst/>
            <a:rect l="l" t="t" r="r" b="b"/>
            <a:pathLst>
              <a:path w="171450" h="17779">
                <a:moveTo>
                  <a:pt x="171428" y="17625"/>
                </a:moveTo>
                <a:lnTo>
                  <a:pt x="0" y="17625"/>
                </a:lnTo>
                <a:lnTo>
                  <a:pt x="0" y="0"/>
                </a:lnTo>
                <a:lnTo>
                  <a:pt x="171428" y="0"/>
                </a:lnTo>
                <a:lnTo>
                  <a:pt x="171428" y="17625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7316310" y="8267313"/>
            <a:ext cx="146685" cy="16510"/>
          </a:xfrm>
          <a:custGeom>
            <a:avLst/>
            <a:gdLst/>
            <a:ahLst/>
            <a:cxnLst/>
            <a:rect l="l" t="t" r="r" b="b"/>
            <a:pathLst>
              <a:path w="146684" h="16509">
                <a:moveTo>
                  <a:pt x="0" y="0"/>
                </a:moveTo>
                <a:lnTo>
                  <a:pt x="146458" y="0"/>
                </a:lnTo>
                <a:lnTo>
                  <a:pt x="146458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7439898" y="8283823"/>
            <a:ext cx="23495" cy="12700"/>
          </a:xfrm>
          <a:custGeom>
            <a:avLst/>
            <a:gdLst/>
            <a:ahLst/>
            <a:cxnLst/>
            <a:rect l="l" t="t" r="r" b="b"/>
            <a:pathLst>
              <a:path w="23495" h="12700">
                <a:moveTo>
                  <a:pt x="0" y="0"/>
                </a:moveTo>
                <a:lnTo>
                  <a:pt x="22871" y="0"/>
                </a:lnTo>
                <a:lnTo>
                  <a:pt x="22871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7316310" y="8296523"/>
            <a:ext cx="146685" cy="15240"/>
          </a:xfrm>
          <a:custGeom>
            <a:avLst/>
            <a:gdLst/>
            <a:ahLst/>
            <a:cxnLst/>
            <a:rect l="l" t="t" r="r" b="b"/>
            <a:pathLst>
              <a:path w="146684" h="15240">
                <a:moveTo>
                  <a:pt x="0" y="0"/>
                </a:moveTo>
                <a:lnTo>
                  <a:pt x="146458" y="0"/>
                </a:lnTo>
                <a:lnTo>
                  <a:pt x="146458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7316310" y="8311763"/>
            <a:ext cx="22860" cy="12700"/>
          </a:xfrm>
          <a:custGeom>
            <a:avLst/>
            <a:gdLst/>
            <a:ahLst/>
            <a:cxnLst/>
            <a:rect l="l" t="t" r="r" b="b"/>
            <a:pathLst>
              <a:path w="22859" h="12700">
                <a:moveTo>
                  <a:pt x="0" y="0"/>
                </a:moveTo>
                <a:lnTo>
                  <a:pt x="22661" y="0"/>
                </a:lnTo>
                <a:lnTo>
                  <a:pt x="22661" y="12699"/>
                </a:lnTo>
                <a:lnTo>
                  <a:pt x="0" y="12699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7316310" y="8324463"/>
            <a:ext cx="151130" cy="16510"/>
          </a:xfrm>
          <a:custGeom>
            <a:avLst/>
            <a:gdLst/>
            <a:ahLst/>
            <a:cxnLst/>
            <a:rect l="l" t="t" r="r" b="b"/>
            <a:pathLst>
              <a:path w="151129" h="16509">
                <a:moveTo>
                  <a:pt x="0" y="0"/>
                </a:moveTo>
                <a:lnTo>
                  <a:pt x="150655" y="0"/>
                </a:lnTo>
                <a:lnTo>
                  <a:pt x="150655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7569596" y="8147353"/>
            <a:ext cx="156320" cy="193459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7771028" y="8147353"/>
            <a:ext cx="166182" cy="193669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7981274" y="8150473"/>
            <a:ext cx="22860" cy="45720"/>
          </a:xfrm>
          <a:custGeom>
            <a:avLst/>
            <a:gdLst/>
            <a:ahLst/>
            <a:cxnLst/>
            <a:rect l="l" t="t" r="r" b="b"/>
            <a:pathLst>
              <a:path w="22859" h="45720">
                <a:moveTo>
                  <a:pt x="0" y="0"/>
                </a:moveTo>
                <a:lnTo>
                  <a:pt x="22661" y="0"/>
                </a:lnTo>
                <a:lnTo>
                  <a:pt x="22661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7981274" y="8196193"/>
            <a:ext cx="147955" cy="20320"/>
          </a:xfrm>
          <a:custGeom>
            <a:avLst/>
            <a:gdLst/>
            <a:ahLst/>
            <a:cxnLst/>
            <a:rect l="l" t="t" r="r" b="b"/>
            <a:pathLst>
              <a:path w="147954" h="20320">
                <a:moveTo>
                  <a:pt x="0" y="0"/>
                </a:moveTo>
                <a:lnTo>
                  <a:pt x="147507" y="0"/>
                </a:lnTo>
                <a:lnTo>
                  <a:pt x="147507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7968684" y="8241565"/>
            <a:ext cx="171450" cy="20320"/>
          </a:xfrm>
          <a:custGeom>
            <a:avLst/>
            <a:gdLst/>
            <a:ahLst/>
            <a:cxnLst/>
            <a:rect l="l" t="t" r="r" b="b"/>
            <a:pathLst>
              <a:path w="171450" h="20320">
                <a:moveTo>
                  <a:pt x="171428" y="19723"/>
                </a:moveTo>
                <a:lnTo>
                  <a:pt x="0" y="19723"/>
                </a:lnTo>
                <a:lnTo>
                  <a:pt x="0" y="0"/>
                </a:lnTo>
                <a:lnTo>
                  <a:pt x="171428" y="0"/>
                </a:lnTo>
                <a:lnTo>
                  <a:pt x="171428" y="19723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7981274" y="8278743"/>
            <a:ext cx="22860" cy="41910"/>
          </a:xfrm>
          <a:custGeom>
            <a:avLst/>
            <a:gdLst/>
            <a:ahLst/>
            <a:cxnLst/>
            <a:rect l="l" t="t" r="r" b="b"/>
            <a:pathLst>
              <a:path w="22859" h="41909">
                <a:moveTo>
                  <a:pt x="0" y="0"/>
                </a:moveTo>
                <a:lnTo>
                  <a:pt x="22661" y="0"/>
                </a:lnTo>
                <a:lnTo>
                  <a:pt x="22661" y="41910"/>
                </a:lnTo>
                <a:lnTo>
                  <a:pt x="0" y="4191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7981274" y="8320654"/>
            <a:ext cx="149860" cy="19050"/>
          </a:xfrm>
          <a:custGeom>
            <a:avLst/>
            <a:gdLst/>
            <a:ahLst/>
            <a:cxnLst/>
            <a:rect l="l" t="t" r="r" b="b"/>
            <a:pathLst>
              <a:path w="149859" h="19050">
                <a:moveTo>
                  <a:pt x="0" y="0"/>
                </a:moveTo>
                <a:lnTo>
                  <a:pt x="149815" y="0"/>
                </a:lnTo>
                <a:lnTo>
                  <a:pt x="149815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8176623" y="8148612"/>
            <a:ext cx="156110" cy="190312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8435714" y="8298638"/>
            <a:ext cx="26670" cy="55244"/>
          </a:xfrm>
          <a:custGeom>
            <a:avLst/>
            <a:gdLst/>
            <a:ahLst/>
            <a:cxnLst/>
            <a:rect l="l" t="t" r="r" b="b"/>
            <a:pathLst>
              <a:path w="26670" h="55245">
                <a:moveTo>
                  <a:pt x="0" y="54764"/>
                </a:moveTo>
                <a:lnTo>
                  <a:pt x="0" y="43224"/>
                </a:lnTo>
                <a:lnTo>
                  <a:pt x="9232" y="42804"/>
                </a:lnTo>
                <a:lnTo>
                  <a:pt x="13638" y="37768"/>
                </a:lnTo>
                <a:lnTo>
                  <a:pt x="13638" y="27697"/>
                </a:lnTo>
                <a:lnTo>
                  <a:pt x="839" y="27697"/>
                </a:lnTo>
                <a:lnTo>
                  <a:pt x="839" y="0"/>
                </a:lnTo>
                <a:lnTo>
                  <a:pt x="26647" y="0"/>
                </a:lnTo>
                <a:lnTo>
                  <a:pt x="26647" y="29795"/>
                </a:lnTo>
                <a:lnTo>
                  <a:pt x="24874" y="39893"/>
                </a:lnTo>
                <a:lnTo>
                  <a:pt x="19697" y="47473"/>
                </a:lnTo>
                <a:lnTo>
                  <a:pt x="11333" y="52456"/>
                </a:lnTo>
                <a:lnTo>
                  <a:pt x="0" y="54764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6128519" y="8380486"/>
            <a:ext cx="156320" cy="190312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6326595" y="8382794"/>
            <a:ext cx="171428" cy="189892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6594217" y="8380486"/>
            <a:ext cx="154222" cy="190312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6793342" y="8380486"/>
            <a:ext cx="162615" cy="191151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7055718" y="8380486"/>
            <a:ext cx="156320" cy="190312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7253375" y="8379227"/>
            <a:ext cx="163874" cy="193459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7455227" y="8380276"/>
            <a:ext cx="171428" cy="192410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7721103" y="8380276"/>
            <a:ext cx="369084" cy="192410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8182184" y="8381745"/>
            <a:ext cx="168910" cy="192200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8447086" y="8379227"/>
            <a:ext cx="166182" cy="193669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8646001" y="8383844"/>
            <a:ext cx="168910" cy="178562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8849742" y="8530512"/>
            <a:ext cx="26670" cy="55244"/>
          </a:xfrm>
          <a:custGeom>
            <a:avLst/>
            <a:gdLst/>
            <a:ahLst/>
            <a:cxnLst/>
            <a:rect l="l" t="t" r="r" b="b"/>
            <a:pathLst>
              <a:path w="26670" h="55245">
                <a:moveTo>
                  <a:pt x="0" y="54764"/>
                </a:moveTo>
                <a:lnTo>
                  <a:pt x="0" y="43224"/>
                </a:lnTo>
                <a:lnTo>
                  <a:pt x="9232" y="42804"/>
                </a:lnTo>
                <a:lnTo>
                  <a:pt x="13638" y="37768"/>
                </a:lnTo>
                <a:lnTo>
                  <a:pt x="13638" y="27697"/>
                </a:lnTo>
                <a:lnTo>
                  <a:pt x="839" y="27697"/>
                </a:lnTo>
                <a:lnTo>
                  <a:pt x="839" y="0"/>
                </a:lnTo>
                <a:lnTo>
                  <a:pt x="26647" y="0"/>
                </a:lnTo>
                <a:lnTo>
                  <a:pt x="26647" y="29795"/>
                </a:lnTo>
                <a:lnTo>
                  <a:pt x="24874" y="39893"/>
                </a:lnTo>
                <a:lnTo>
                  <a:pt x="19697" y="47473"/>
                </a:lnTo>
                <a:lnTo>
                  <a:pt x="11333" y="52456"/>
                </a:lnTo>
                <a:lnTo>
                  <a:pt x="0" y="54764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6482606" y="8615293"/>
            <a:ext cx="149225" cy="19050"/>
          </a:xfrm>
          <a:custGeom>
            <a:avLst/>
            <a:gdLst/>
            <a:ahLst/>
            <a:cxnLst/>
            <a:rect l="l" t="t" r="r" b="b"/>
            <a:pathLst>
              <a:path w="149225" h="19050">
                <a:moveTo>
                  <a:pt x="0" y="0"/>
                </a:moveTo>
                <a:lnTo>
                  <a:pt x="149186" y="0"/>
                </a:lnTo>
                <a:lnTo>
                  <a:pt x="14918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6482606" y="8634343"/>
            <a:ext cx="23495" cy="53340"/>
          </a:xfrm>
          <a:custGeom>
            <a:avLst/>
            <a:gdLst/>
            <a:ahLst/>
            <a:cxnLst/>
            <a:rect l="l" t="t" r="r" b="b"/>
            <a:pathLst>
              <a:path w="23495" h="53340">
                <a:moveTo>
                  <a:pt x="0" y="0"/>
                </a:moveTo>
                <a:lnTo>
                  <a:pt x="22871" y="0"/>
                </a:lnTo>
                <a:lnTo>
                  <a:pt x="22871" y="53339"/>
                </a:lnTo>
                <a:lnTo>
                  <a:pt x="0" y="53339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6482606" y="8687683"/>
            <a:ext cx="149225" cy="19050"/>
          </a:xfrm>
          <a:custGeom>
            <a:avLst/>
            <a:gdLst/>
            <a:ahLst/>
            <a:cxnLst/>
            <a:rect l="l" t="t" r="r" b="b"/>
            <a:pathLst>
              <a:path w="149225" h="19050">
                <a:moveTo>
                  <a:pt x="0" y="0"/>
                </a:moveTo>
                <a:lnTo>
                  <a:pt x="149186" y="0"/>
                </a:lnTo>
                <a:lnTo>
                  <a:pt x="14918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6608922" y="8634602"/>
            <a:ext cx="23495" cy="52705"/>
          </a:xfrm>
          <a:custGeom>
            <a:avLst/>
            <a:gdLst/>
            <a:ahLst/>
            <a:cxnLst/>
            <a:rect l="l" t="t" r="r" b="b"/>
            <a:pathLst>
              <a:path w="23495" h="52704">
                <a:moveTo>
                  <a:pt x="22871" y="52666"/>
                </a:moveTo>
                <a:lnTo>
                  <a:pt x="0" y="52666"/>
                </a:lnTo>
                <a:lnTo>
                  <a:pt x="0" y="0"/>
                </a:lnTo>
                <a:lnTo>
                  <a:pt x="22871" y="0"/>
                </a:lnTo>
                <a:lnTo>
                  <a:pt x="22871" y="52666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6472744" y="8734480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09" h="20320">
                <a:moveTo>
                  <a:pt x="168910" y="20143"/>
                </a:moveTo>
                <a:lnTo>
                  <a:pt x="0" y="20143"/>
                </a:lnTo>
                <a:lnTo>
                  <a:pt x="0" y="0"/>
                </a:lnTo>
                <a:lnTo>
                  <a:pt x="168910" y="0"/>
                </a:lnTo>
                <a:lnTo>
                  <a:pt x="168910" y="20143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6545553" y="8754622"/>
            <a:ext cx="22860" cy="51435"/>
          </a:xfrm>
          <a:custGeom>
            <a:avLst/>
            <a:gdLst/>
            <a:ahLst/>
            <a:cxnLst/>
            <a:rect l="l" t="t" r="r" b="b"/>
            <a:pathLst>
              <a:path w="22859" h="51434">
                <a:moveTo>
                  <a:pt x="22661" y="51197"/>
                </a:moveTo>
                <a:lnTo>
                  <a:pt x="0" y="51197"/>
                </a:lnTo>
                <a:lnTo>
                  <a:pt x="0" y="0"/>
                </a:lnTo>
                <a:lnTo>
                  <a:pt x="22661" y="0"/>
                </a:lnTo>
                <a:lnTo>
                  <a:pt x="22661" y="51197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6676695" y="8611101"/>
            <a:ext cx="159677" cy="193669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6874351" y="8612151"/>
            <a:ext cx="171428" cy="192410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7136300" y="8614668"/>
            <a:ext cx="171428" cy="188843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7345497" y="8615293"/>
            <a:ext cx="22860" cy="154940"/>
          </a:xfrm>
          <a:custGeom>
            <a:avLst/>
            <a:gdLst/>
            <a:ahLst/>
            <a:cxnLst/>
            <a:rect l="l" t="t" r="r" b="b"/>
            <a:pathLst>
              <a:path w="22859" h="154940">
                <a:moveTo>
                  <a:pt x="0" y="0"/>
                </a:moveTo>
                <a:lnTo>
                  <a:pt x="22661" y="0"/>
                </a:lnTo>
                <a:lnTo>
                  <a:pt x="22661" y="154940"/>
                </a:lnTo>
                <a:lnTo>
                  <a:pt x="0" y="15494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7345497" y="8682604"/>
            <a:ext cx="92075" cy="20320"/>
          </a:xfrm>
          <a:custGeom>
            <a:avLst/>
            <a:gdLst/>
            <a:ahLst/>
            <a:cxnLst/>
            <a:rect l="l" t="t" r="r" b="b"/>
            <a:pathLst>
              <a:path w="92075" h="20320">
                <a:moveTo>
                  <a:pt x="0" y="0"/>
                </a:moveTo>
                <a:lnTo>
                  <a:pt x="91903" y="0"/>
                </a:lnTo>
                <a:lnTo>
                  <a:pt x="91903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7345497" y="8770233"/>
            <a:ext cx="92075" cy="19050"/>
          </a:xfrm>
          <a:custGeom>
            <a:avLst/>
            <a:gdLst/>
            <a:ahLst/>
            <a:cxnLst/>
            <a:rect l="l" t="t" r="r" b="b"/>
            <a:pathLst>
              <a:path w="92075" h="19050">
                <a:moveTo>
                  <a:pt x="0" y="0"/>
                </a:moveTo>
                <a:lnTo>
                  <a:pt x="91903" y="0"/>
                </a:lnTo>
                <a:lnTo>
                  <a:pt x="9190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7414740" y="8615718"/>
            <a:ext cx="22860" cy="154940"/>
          </a:xfrm>
          <a:custGeom>
            <a:avLst/>
            <a:gdLst/>
            <a:ahLst/>
            <a:cxnLst/>
            <a:rect l="l" t="t" r="r" b="b"/>
            <a:pathLst>
              <a:path w="22859" h="154940">
                <a:moveTo>
                  <a:pt x="0" y="0"/>
                </a:moveTo>
                <a:lnTo>
                  <a:pt x="22661" y="0"/>
                </a:lnTo>
                <a:lnTo>
                  <a:pt x="22661" y="154432"/>
                </a:lnTo>
                <a:lnTo>
                  <a:pt x="0" y="154432"/>
                </a:lnTo>
                <a:lnTo>
                  <a:pt x="0" y="0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7474540" y="8612361"/>
            <a:ext cx="23495" cy="190500"/>
          </a:xfrm>
          <a:custGeom>
            <a:avLst/>
            <a:gdLst/>
            <a:ahLst/>
            <a:cxnLst/>
            <a:rect l="l" t="t" r="r" b="b"/>
            <a:pathLst>
              <a:path w="23495" h="190500">
                <a:moveTo>
                  <a:pt x="22871" y="190312"/>
                </a:moveTo>
                <a:lnTo>
                  <a:pt x="0" y="190312"/>
                </a:lnTo>
                <a:lnTo>
                  <a:pt x="0" y="0"/>
                </a:lnTo>
                <a:lnTo>
                  <a:pt x="22871" y="0"/>
                </a:lnTo>
                <a:lnTo>
                  <a:pt x="22871" y="190312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7541475" y="8606905"/>
            <a:ext cx="160307" cy="195767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7744797" y="8612361"/>
            <a:ext cx="180240" cy="190312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8001160" y="8606905"/>
            <a:ext cx="186325" cy="195767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8210356" y="8612360"/>
            <a:ext cx="288091" cy="190312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8527614" y="8607325"/>
            <a:ext cx="66040" cy="55880"/>
          </a:xfrm>
          <a:custGeom>
            <a:avLst/>
            <a:gdLst/>
            <a:ahLst/>
            <a:cxnLst/>
            <a:rect l="l" t="t" r="r" b="b"/>
            <a:pathLst>
              <a:path w="66040" h="55879">
                <a:moveTo>
                  <a:pt x="0" y="55813"/>
                </a:moveTo>
                <a:lnTo>
                  <a:pt x="0" y="44273"/>
                </a:lnTo>
                <a:lnTo>
                  <a:pt x="10491" y="43853"/>
                </a:lnTo>
                <a:lnTo>
                  <a:pt x="13638" y="38608"/>
                </a:lnTo>
                <a:lnTo>
                  <a:pt x="13638" y="28116"/>
                </a:lnTo>
                <a:lnTo>
                  <a:pt x="1049" y="28116"/>
                </a:lnTo>
                <a:lnTo>
                  <a:pt x="1049" y="0"/>
                </a:lnTo>
                <a:lnTo>
                  <a:pt x="26857" y="0"/>
                </a:lnTo>
                <a:lnTo>
                  <a:pt x="26857" y="29585"/>
                </a:lnTo>
                <a:lnTo>
                  <a:pt x="25139" y="40086"/>
                </a:lnTo>
                <a:lnTo>
                  <a:pt x="20038" y="48128"/>
                </a:lnTo>
                <a:lnTo>
                  <a:pt x="11632" y="53456"/>
                </a:lnTo>
                <a:lnTo>
                  <a:pt x="0" y="55813"/>
                </a:lnTo>
                <a:close/>
              </a:path>
              <a:path w="66040" h="55879">
                <a:moveTo>
                  <a:pt x="38608" y="55813"/>
                </a:moveTo>
                <a:lnTo>
                  <a:pt x="38608" y="44273"/>
                </a:lnTo>
                <a:lnTo>
                  <a:pt x="49099" y="43853"/>
                </a:lnTo>
                <a:lnTo>
                  <a:pt x="52246" y="38608"/>
                </a:lnTo>
                <a:lnTo>
                  <a:pt x="52246" y="28116"/>
                </a:lnTo>
                <a:lnTo>
                  <a:pt x="39657" y="28116"/>
                </a:lnTo>
                <a:lnTo>
                  <a:pt x="39657" y="0"/>
                </a:lnTo>
                <a:lnTo>
                  <a:pt x="65465" y="0"/>
                </a:lnTo>
                <a:lnTo>
                  <a:pt x="65465" y="29585"/>
                </a:lnTo>
                <a:lnTo>
                  <a:pt x="63747" y="40086"/>
                </a:lnTo>
                <a:lnTo>
                  <a:pt x="58646" y="48128"/>
                </a:lnTo>
                <a:lnTo>
                  <a:pt x="50240" y="53456"/>
                </a:lnTo>
                <a:lnTo>
                  <a:pt x="38608" y="55813"/>
                </a:lnTo>
                <a:close/>
              </a:path>
            </a:pathLst>
          </a:custGeom>
          <a:solidFill>
            <a:srgbClr val="FC523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028700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2067" y="486427"/>
            <a:ext cx="9682286" cy="9513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6250" y="560610"/>
            <a:ext cx="9334487" cy="91657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5074" y="2418943"/>
            <a:ext cx="8534399" cy="6961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63325" y="684435"/>
            <a:ext cx="2212097" cy="7252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0026" y="898444"/>
            <a:ext cx="174214" cy="1742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60683" y="898444"/>
            <a:ext cx="174214" cy="1742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41341" y="898444"/>
            <a:ext cx="174214" cy="17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1975" y="1304692"/>
            <a:ext cx="9163052" cy="8358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89484" y="1496576"/>
            <a:ext cx="7135034" cy="4520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15916" y="834905"/>
            <a:ext cx="238125" cy="20320"/>
          </a:xfrm>
          <a:custGeom>
            <a:avLst/>
            <a:gdLst/>
            <a:ahLst/>
            <a:cxnLst/>
            <a:rect l="l" t="t" r="r" b="b"/>
            <a:pathLst>
              <a:path w="238125" h="20319">
                <a:moveTo>
                  <a:pt x="0" y="0"/>
                </a:moveTo>
                <a:lnTo>
                  <a:pt x="238124" y="0"/>
                </a:lnTo>
                <a:lnTo>
                  <a:pt x="23812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15916" y="85522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0" y="0"/>
                </a:moveTo>
                <a:lnTo>
                  <a:pt x="20180" y="0"/>
                </a:lnTo>
                <a:lnTo>
                  <a:pt x="20180" y="198119"/>
                </a:lnTo>
                <a:lnTo>
                  <a:pt x="0" y="19811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15916" y="1053345"/>
            <a:ext cx="238125" cy="19050"/>
          </a:xfrm>
          <a:custGeom>
            <a:avLst/>
            <a:gdLst/>
            <a:ahLst/>
            <a:cxnLst/>
            <a:rect l="l" t="t" r="r" b="b"/>
            <a:pathLst>
              <a:path w="238125" h="19050">
                <a:moveTo>
                  <a:pt x="0" y="0"/>
                </a:moveTo>
                <a:lnTo>
                  <a:pt x="238124" y="0"/>
                </a:lnTo>
                <a:lnTo>
                  <a:pt x="238124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033861" y="855085"/>
            <a:ext cx="20320" cy="198120"/>
          </a:xfrm>
          <a:custGeom>
            <a:avLst/>
            <a:gdLst/>
            <a:ahLst/>
            <a:cxnLst/>
            <a:rect l="l" t="t" r="r" b="b"/>
            <a:pathLst>
              <a:path w="20320" h="198119">
                <a:moveTo>
                  <a:pt x="20180" y="197764"/>
                </a:moveTo>
                <a:lnTo>
                  <a:pt x="0" y="197764"/>
                </a:lnTo>
                <a:lnTo>
                  <a:pt x="0" y="0"/>
                </a:lnTo>
                <a:lnTo>
                  <a:pt x="20180" y="0"/>
                </a:lnTo>
                <a:lnTo>
                  <a:pt x="20180" y="197764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409288" y="1052849"/>
            <a:ext cx="218440" cy="20320"/>
          </a:xfrm>
          <a:custGeom>
            <a:avLst/>
            <a:gdLst/>
            <a:ahLst/>
            <a:cxnLst/>
            <a:rect l="l" t="t" r="r" b="b"/>
            <a:pathLst>
              <a:path w="218440" h="20319">
                <a:moveTo>
                  <a:pt x="217944" y="20180"/>
                </a:moveTo>
                <a:lnTo>
                  <a:pt x="0" y="20180"/>
                </a:lnTo>
                <a:lnTo>
                  <a:pt x="0" y="0"/>
                </a:lnTo>
                <a:lnTo>
                  <a:pt x="217944" y="0"/>
                </a:lnTo>
                <a:lnTo>
                  <a:pt x="217944" y="20180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235292" y="837797"/>
            <a:ext cx="232590" cy="23259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3229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6301" y="286990"/>
                </a:moveTo>
                <a:lnTo>
                  <a:pt x="10195" y="286990"/>
                </a:lnTo>
                <a:lnTo>
                  <a:pt x="7214" y="285881"/>
                </a:lnTo>
                <a:lnTo>
                  <a:pt x="166" y="279107"/>
                </a:lnTo>
                <a:lnTo>
                  <a:pt x="11" y="271547"/>
                </a:lnTo>
                <a:lnTo>
                  <a:pt x="122471" y="144115"/>
                </a:lnTo>
                <a:lnTo>
                  <a:pt x="0" y="16683"/>
                </a:lnTo>
                <a:lnTo>
                  <a:pt x="155" y="9134"/>
                </a:lnTo>
                <a:lnTo>
                  <a:pt x="9647" y="0"/>
                </a:lnTo>
                <a:lnTo>
                  <a:pt x="17184" y="155"/>
                </a:lnTo>
                <a:lnTo>
                  <a:pt x="152021" y="140454"/>
                </a:lnTo>
                <a:lnTo>
                  <a:pt x="152021" y="147740"/>
                </a:lnTo>
                <a:lnTo>
                  <a:pt x="19414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01482" y="1564170"/>
            <a:ext cx="152400" cy="287020"/>
          </a:xfrm>
          <a:custGeom>
            <a:avLst/>
            <a:gdLst/>
            <a:ahLst/>
            <a:cxnLst/>
            <a:rect l="l" t="t" r="r" b="b"/>
            <a:pathLst>
              <a:path w="152400" h="287019">
                <a:moveTo>
                  <a:pt x="135719" y="286990"/>
                </a:moveTo>
                <a:lnTo>
                  <a:pt x="141825" y="286990"/>
                </a:lnTo>
                <a:lnTo>
                  <a:pt x="144806" y="285881"/>
                </a:lnTo>
                <a:lnTo>
                  <a:pt x="151854" y="279107"/>
                </a:lnTo>
                <a:lnTo>
                  <a:pt x="152009" y="271547"/>
                </a:lnTo>
                <a:lnTo>
                  <a:pt x="29550" y="144115"/>
                </a:lnTo>
                <a:lnTo>
                  <a:pt x="152021" y="16683"/>
                </a:lnTo>
                <a:lnTo>
                  <a:pt x="151866" y="9134"/>
                </a:lnTo>
                <a:lnTo>
                  <a:pt x="142374" y="0"/>
                </a:lnTo>
                <a:lnTo>
                  <a:pt x="134837" y="155"/>
                </a:lnTo>
                <a:lnTo>
                  <a:pt x="0" y="140454"/>
                </a:lnTo>
                <a:lnTo>
                  <a:pt x="0" y="147740"/>
                </a:lnTo>
                <a:lnTo>
                  <a:pt x="132607" y="285761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26355" y="1565410"/>
            <a:ext cx="314960" cy="314960"/>
          </a:xfrm>
          <a:custGeom>
            <a:avLst/>
            <a:gdLst/>
            <a:ahLst/>
            <a:cxnLst/>
            <a:rect l="l" t="t" r="r" b="b"/>
            <a:pathLst>
              <a:path w="314960" h="314960">
                <a:moveTo>
                  <a:pt x="72486" y="288184"/>
                </a:moveTo>
                <a:lnTo>
                  <a:pt x="157182" y="288184"/>
                </a:lnTo>
                <a:lnTo>
                  <a:pt x="106246" y="277874"/>
                </a:lnTo>
                <a:lnTo>
                  <a:pt x="64604" y="249775"/>
                </a:lnTo>
                <a:lnTo>
                  <a:pt x="36502" y="208133"/>
                </a:lnTo>
                <a:lnTo>
                  <a:pt x="26193" y="157182"/>
                </a:lnTo>
                <a:lnTo>
                  <a:pt x="36502" y="106257"/>
                </a:lnTo>
                <a:lnTo>
                  <a:pt x="64604" y="64615"/>
                </a:lnTo>
                <a:lnTo>
                  <a:pt x="106246" y="36513"/>
                </a:lnTo>
                <a:lnTo>
                  <a:pt x="157186" y="26201"/>
                </a:lnTo>
                <a:lnTo>
                  <a:pt x="242130" y="26201"/>
                </a:lnTo>
                <a:lnTo>
                  <a:pt x="231889" y="18917"/>
                </a:lnTo>
                <a:lnTo>
                  <a:pt x="196107" y="4892"/>
                </a:lnTo>
                <a:lnTo>
                  <a:pt x="157183" y="0"/>
                </a:lnTo>
                <a:lnTo>
                  <a:pt x="107556" y="8027"/>
                </a:lnTo>
                <a:lnTo>
                  <a:pt x="72463" y="26201"/>
                </a:lnTo>
                <a:lnTo>
                  <a:pt x="157186" y="26201"/>
                </a:lnTo>
                <a:lnTo>
                  <a:pt x="72462" y="26202"/>
                </a:lnTo>
                <a:lnTo>
                  <a:pt x="64414" y="30370"/>
                </a:lnTo>
                <a:lnTo>
                  <a:pt x="30369" y="64416"/>
                </a:lnTo>
                <a:lnTo>
                  <a:pt x="8027" y="107556"/>
                </a:lnTo>
                <a:lnTo>
                  <a:pt x="0" y="157199"/>
                </a:lnTo>
                <a:lnTo>
                  <a:pt x="8023" y="206813"/>
                </a:lnTo>
                <a:lnTo>
                  <a:pt x="30364" y="249957"/>
                </a:lnTo>
                <a:lnTo>
                  <a:pt x="64411" y="284002"/>
                </a:lnTo>
                <a:lnTo>
                  <a:pt x="72486" y="288184"/>
                </a:lnTo>
                <a:close/>
              </a:path>
              <a:path w="314960" h="314960">
                <a:moveTo>
                  <a:pt x="209590" y="117891"/>
                </a:moveTo>
                <a:lnTo>
                  <a:pt x="314375" y="117891"/>
                </a:lnTo>
                <a:lnTo>
                  <a:pt x="314364" y="13095"/>
                </a:lnTo>
                <a:lnTo>
                  <a:pt x="288173" y="13095"/>
                </a:lnTo>
                <a:lnTo>
                  <a:pt x="288173" y="70435"/>
                </a:lnTo>
                <a:lnTo>
                  <a:pt x="254056" y="70438"/>
                </a:lnTo>
                <a:lnTo>
                  <a:pt x="270372" y="91692"/>
                </a:lnTo>
                <a:lnTo>
                  <a:pt x="209590" y="91692"/>
                </a:lnTo>
                <a:lnTo>
                  <a:pt x="209590" y="117891"/>
                </a:lnTo>
                <a:close/>
              </a:path>
              <a:path w="314960" h="314960">
                <a:moveTo>
                  <a:pt x="254056" y="70438"/>
                </a:moveTo>
                <a:lnTo>
                  <a:pt x="288173" y="70438"/>
                </a:lnTo>
                <a:lnTo>
                  <a:pt x="263065" y="41092"/>
                </a:lnTo>
                <a:lnTo>
                  <a:pt x="242131" y="26202"/>
                </a:lnTo>
                <a:lnTo>
                  <a:pt x="157193" y="26202"/>
                </a:lnTo>
                <a:lnTo>
                  <a:pt x="191493" y="30789"/>
                </a:lnTo>
                <a:lnTo>
                  <a:pt x="222746" y="43893"/>
                </a:lnTo>
                <a:lnTo>
                  <a:pt x="249515" y="64523"/>
                </a:lnTo>
                <a:lnTo>
                  <a:pt x="254056" y="70438"/>
                </a:lnTo>
                <a:close/>
              </a:path>
              <a:path w="314960" h="314960">
                <a:moveTo>
                  <a:pt x="157186" y="314367"/>
                </a:moveTo>
                <a:lnTo>
                  <a:pt x="201094" y="308146"/>
                </a:lnTo>
                <a:lnTo>
                  <a:pt x="240450" y="290559"/>
                </a:lnTo>
                <a:lnTo>
                  <a:pt x="273310" y="263220"/>
                </a:lnTo>
                <a:lnTo>
                  <a:pt x="297733" y="227745"/>
                </a:lnTo>
                <a:lnTo>
                  <a:pt x="311774" y="185748"/>
                </a:lnTo>
                <a:lnTo>
                  <a:pt x="313079" y="178634"/>
                </a:lnTo>
                <a:lnTo>
                  <a:pt x="308375" y="171816"/>
                </a:lnTo>
                <a:lnTo>
                  <a:pt x="293995" y="169215"/>
                </a:lnTo>
                <a:lnTo>
                  <a:pt x="287309" y="173931"/>
                </a:lnTo>
                <a:lnTo>
                  <a:pt x="286014" y="181026"/>
                </a:lnTo>
                <a:lnTo>
                  <a:pt x="269969" y="223969"/>
                </a:lnTo>
                <a:lnTo>
                  <a:pt x="241042" y="257893"/>
                </a:lnTo>
                <a:lnTo>
                  <a:pt x="202394" y="280173"/>
                </a:lnTo>
                <a:lnTo>
                  <a:pt x="157182" y="288184"/>
                </a:lnTo>
                <a:lnTo>
                  <a:pt x="72486" y="288184"/>
                </a:lnTo>
                <a:lnTo>
                  <a:pt x="107554" y="306341"/>
                </a:lnTo>
                <a:lnTo>
                  <a:pt x="157186" y="314367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922903" y="1591280"/>
            <a:ext cx="274320" cy="263525"/>
          </a:xfrm>
          <a:custGeom>
            <a:avLst/>
            <a:gdLst/>
            <a:ahLst/>
            <a:cxnLst/>
            <a:rect l="l" t="t" r="r" b="b"/>
            <a:pathLst>
              <a:path w="274320" h="263525">
                <a:moveTo>
                  <a:pt x="71829" y="262977"/>
                </a:moveTo>
                <a:lnTo>
                  <a:pt x="42377" y="237922"/>
                </a:lnTo>
                <a:lnTo>
                  <a:pt x="42302" y="236333"/>
                </a:lnTo>
                <a:lnTo>
                  <a:pt x="56658" y="168590"/>
                </a:lnTo>
                <a:lnTo>
                  <a:pt x="5049" y="122060"/>
                </a:lnTo>
                <a:lnTo>
                  <a:pt x="2340" y="117554"/>
                </a:lnTo>
                <a:lnTo>
                  <a:pt x="0" y="107905"/>
                </a:lnTo>
                <a:lnTo>
                  <a:pt x="192" y="103008"/>
                </a:lnTo>
                <a:lnTo>
                  <a:pt x="87391" y="73955"/>
                </a:lnTo>
                <a:lnTo>
                  <a:pt x="115676" y="10509"/>
                </a:lnTo>
                <a:lnTo>
                  <a:pt x="119114" y="6537"/>
                </a:lnTo>
                <a:lnTo>
                  <a:pt x="127605" y="1315"/>
                </a:lnTo>
                <a:lnTo>
                  <a:pt x="132306" y="0"/>
                </a:lnTo>
                <a:lnTo>
                  <a:pt x="141955" y="0"/>
                </a:lnTo>
                <a:lnTo>
                  <a:pt x="146670" y="1315"/>
                </a:lnTo>
                <a:lnTo>
                  <a:pt x="155121" y="6537"/>
                </a:lnTo>
                <a:lnTo>
                  <a:pt x="158572" y="10509"/>
                </a:lnTo>
                <a:lnTo>
                  <a:pt x="164490" y="23779"/>
                </a:lnTo>
                <a:lnTo>
                  <a:pt x="136278" y="23779"/>
                </a:lnTo>
                <a:lnTo>
                  <a:pt x="135640" y="24195"/>
                </a:lnTo>
                <a:lnTo>
                  <a:pt x="104607" y="93775"/>
                </a:lnTo>
                <a:lnTo>
                  <a:pt x="100921" y="96445"/>
                </a:lnTo>
                <a:lnTo>
                  <a:pt x="25156" y="104441"/>
                </a:lnTo>
                <a:lnTo>
                  <a:pt x="24570" y="104922"/>
                </a:lnTo>
                <a:lnTo>
                  <a:pt x="24023" y="106602"/>
                </a:lnTo>
                <a:lnTo>
                  <a:pt x="24218" y="107345"/>
                </a:lnTo>
                <a:lnTo>
                  <a:pt x="80806" y="158341"/>
                </a:lnTo>
                <a:lnTo>
                  <a:pt x="82208" y="162665"/>
                </a:lnTo>
                <a:lnTo>
                  <a:pt x="66404" y="237219"/>
                </a:lnTo>
                <a:lnTo>
                  <a:pt x="66690" y="237922"/>
                </a:lnTo>
                <a:lnTo>
                  <a:pt x="68117" y="238938"/>
                </a:lnTo>
                <a:lnTo>
                  <a:pt x="68873" y="238977"/>
                </a:lnTo>
                <a:lnTo>
                  <a:pt x="116538" y="238977"/>
                </a:lnTo>
                <a:lnTo>
                  <a:pt x="76960" y="261792"/>
                </a:lnTo>
                <a:lnTo>
                  <a:pt x="71829" y="262977"/>
                </a:lnTo>
                <a:close/>
              </a:path>
              <a:path w="274320" h="263525">
                <a:moveTo>
                  <a:pt x="231830" y="239211"/>
                </a:moveTo>
                <a:lnTo>
                  <a:pt x="205831" y="239211"/>
                </a:lnTo>
                <a:lnTo>
                  <a:pt x="207633" y="237909"/>
                </a:lnTo>
                <a:lnTo>
                  <a:pt x="207886" y="237206"/>
                </a:lnTo>
                <a:lnTo>
                  <a:pt x="192079" y="162665"/>
                </a:lnTo>
                <a:lnTo>
                  <a:pt x="193513" y="158328"/>
                </a:lnTo>
                <a:lnTo>
                  <a:pt x="250082" y="107332"/>
                </a:lnTo>
                <a:lnTo>
                  <a:pt x="250277" y="106602"/>
                </a:lnTo>
                <a:lnTo>
                  <a:pt x="249730" y="104922"/>
                </a:lnTo>
                <a:lnTo>
                  <a:pt x="249144" y="104441"/>
                </a:lnTo>
                <a:lnTo>
                  <a:pt x="173374" y="96445"/>
                </a:lnTo>
                <a:lnTo>
                  <a:pt x="169701" y="93775"/>
                </a:lnTo>
                <a:lnTo>
                  <a:pt x="138674" y="24195"/>
                </a:lnTo>
                <a:lnTo>
                  <a:pt x="138049" y="23779"/>
                </a:lnTo>
                <a:lnTo>
                  <a:pt x="164490" y="23779"/>
                </a:lnTo>
                <a:lnTo>
                  <a:pt x="186870" y="73968"/>
                </a:lnTo>
                <a:lnTo>
                  <a:pt x="255981" y="81273"/>
                </a:lnTo>
                <a:lnTo>
                  <a:pt x="260813" y="83331"/>
                </a:lnTo>
                <a:lnTo>
                  <a:pt x="268379" y="89751"/>
                </a:lnTo>
                <a:lnTo>
                  <a:pt x="271087" y="93827"/>
                </a:lnTo>
                <a:lnTo>
                  <a:pt x="274078" y="103008"/>
                </a:lnTo>
                <a:lnTo>
                  <a:pt x="274278" y="107905"/>
                </a:lnTo>
                <a:lnTo>
                  <a:pt x="273171" y="112593"/>
                </a:lnTo>
                <a:lnTo>
                  <a:pt x="271947" y="117606"/>
                </a:lnTo>
                <a:lnTo>
                  <a:pt x="269238" y="122112"/>
                </a:lnTo>
                <a:lnTo>
                  <a:pt x="217656" y="168616"/>
                </a:lnTo>
                <a:lnTo>
                  <a:pt x="232006" y="236333"/>
                </a:lnTo>
                <a:lnTo>
                  <a:pt x="231942" y="237922"/>
                </a:lnTo>
                <a:lnTo>
                  <a:pt x="231830" y="239211"/>
                </a:lnTo>
                <a:close/>
              </a:path>
              <a:path w="274320" h="263525">
                <a:moveTo>
                  <a:pt x="116538" y="238977"/>
                </a:moveTo>
                <a:lnTo>
                  <a:pt x="68873" y="238977"/>
                </a:lnTo>
                <a:lnTo>
                  <a:pt x="131212" y="203035"/>
                </a:lnTo>
                <a:lnTo>
                  <a:pt x="133035" y="202006"/>
                </a:lnTo>
                <a:lnTo>
                  <a:pt x="135080" y="201459"/>
                </a:lnTo>
                <a:lnTo>
                  <a:pt x="139234" y="201459"/>
                </a:lnTo>
                <a:lnTo>
                  <a:pt x="141278" y="202006"/>
                </a:lnTo>
                <a:lnTo>
                  <a:pt x="184796" y="227087"/>
                </a:lnTo>
                <a:lnTo>
                  <a:pt x="137163" y="227087"/>
                </a:lnTo>
                <a:lnTo>
                  <a:pt x="116538" y="238977"/>
                </a:lnTo>
                <a:close/>
              </a:path>
              <a:path w="274320" h="263525">
                <a:moveTo>
                  <a:pt x="206391" y="262652"/>
                </a:moveTo>
                <a:lnTo>
                  <a:pt x="201221" y="262652"/>
                </a:lnTo>
                <a:lnTo>
                  <a:pt x="196755" y="261441"/>
                </a:lnTo>
                <a:lnTo>
                  <a:pt x="137163" y="227087"/>
                </a:lnTo>
                <a:lnTo>
                  <a:pt x="184796" y="227087"/>
                </a:lnTo>
                <a:lnTo>
                  <a:pt x="205831" y="239211"/>
                </a:lnTo>
                <a:lnTo>
                  <a:pt x="231830" y="239211"/>
                </a:lnTo>
                <a:lnTo>
                  <a:pt x="207029" y="262626"/>
                </a:lnTo>
                <a:lnTo>
                  <a:pt x="206391" y="262652"/>
                </a:lnTo>
                <a:close/>
              </a:path>
            </a:pathLst>
          </a:custGeom>
          <a:solidFill>
            <a:srgbClr val="AC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29684" y="814138"/>
            <a:ext cx="379901" cy="37990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352241" y="2761312"/>
            <a:ext cx="1582514" cy="45499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78354" y="2888896"/>
            <a:ext cx="190500" cy="1905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500479" y="4354511"/>
            <a:ext cx="572135" cy="623570"/>
          </a:xfrm>
          <a:custGeom>
            <a:avLst/>
            <a:gdLst/>
            <a:ahLst/>
            <a:cxnLst/>
            <a:rect l="l" t="t" r="r" b="b"/>
            <a:pathLst>
              <a:path w="572135" h="623570">
                <a:moveTo>
                  <a:pt x="288290" y="623570"/>
                </a:moveTo>
                <a:lnTo>
                  <a:pt x="244237" y="621744"/>
                </a:lnTo>
                <a:lnTo>
                  <a:pt x="203517" y="616267"/>
                </a:lnTo>
                <a:lnTo>
                  <a:pt x="151011" y="600849"/>
                </a:lnTo>
                <a:lnTo>
                  <a:pt x="111045" y="576580"/>
                </a:lnTo>
                <a:lnTo>
                  <a:pt x="85129" y="543679"/>
                </a:lnTo>
                <a:lnTo>
                  <a:pt x="76200" y="501650"/>
                </a:lnTo>
                <a:lnTo>
                  <a:pt x="77132" y="486588"/>
                </a:lnTo>
                <a:lnTo>
                  <a:pt x="91122" y="447357"/>
                </a:lnTo>
                <a:lnTo>
                  <a:pt x="120650" y="416699"/>
                </a:lnTo>
                <a:lnTo>
                  <a:pt x="164147" y="394414"/>
                </a:lnTo>
                <a:lnTo>
                  <a:pt x="220484" y="381020"/>
                </a:lnTo>
                <a:lnTo>
                  <a:pt x="264457" y="377051"/>
                </a:lnTo>
                <a:lnTo>
                  <a:pt x="288290" y="376555"/>
                </a:lnTo>
                <a:lnTo>
                  <a:pt x="310415" y="377071"/>
                </a:lnTo>
                <a:lnTo>
                  <a:pt x="352167" y="381198"/>
                </a:lnTo>
                <a:lnTo>
                  <a:pt x="390326" y="389413"/>
                </a:lnTo>
                <a:lnTo>
                  <a:pt x="437832" y="408940"/>
                </a:lnTo>
                <a:lnTo>
                  <a:pt x="472495" y="436880"/>
                </a:lnTo>
                <a:lnTo>
                  <a:pt x="288925" y="436880"/>
                </a:lnTo>
                <a:lnTo>
                  <a:pt x="254674" y="438011"/>
                </a:lnTo>
                <a:lnTo>
                  <a:pt x="201652" y="447060"/>
                </a:lnTo>
                <a:lnTo>
                  <a:pt x="158591" y="475694"/>
                </a:lnTo>
                <a:lnTo>
                  <a:pt x="150495" y="501650"/>
                </a:lnTo>
                <a:lnTo>
                  <a:pt x="152578" y="514429"/>
                </a:lnTo>
                <a:lnTo>
                  <a:pt x="183832" y="546100"/>
                </a:lnTo>
                <a:lnTo>
                  <a:pt x="226615" y="559435"/>
                </a:lnTo>
                <a:lnTo>
                  <a:pt x="288290" y="563880"/>
                </a:lnTo>
                <a:lnTo>
                  <a:pt x="473521" y="563880"/>
                </a:lnTo>
                <a:lnTo>
                  <a:pt x="464899" y="573008"/>
                </a:lnTo>
                <a:lnTo>
                  <a:pt x="427236" y="598031"/>
                </a:lnTo>
                <a:lnTo>
                  <a:pt x="375920" y="614997"/>
                </a:lnTo>
                <a:lnTo>
                  <a:pt x="334645" y="621427"/>
                </a:lnTo>
                <a:lnTo>
                  <a:pt x="312102" y="623034"/>
                </a:lnTo>
                <a:lnTo>
                  <a:pt x="288290" y="623570"/>
                </a:lnTo>
                <a:close/>
              </a:path>
              <a:path w="572135" h="623570">
                <a:moveTo>
                  <a:pt x="473521" y="563880"/>
                </a:moveTo>
                <a:lnTo>
                  <a:pt x="288290" y="563880"/>
                </a:lnTo>
                <a:lnTo>
                  <a:pt x="320357" y="562769"/>
                </a:lnTo>
                <a:lnTo>
                  <a:pt x="347980" y="559435"/>
                </a:lnTo>
                <a:lnTo>
                  <a:pt x="389890" y="546100"/>
                </a:lnTo>
                <a:lnTo>
                  <a:pt x="420846" y="514429"/>
                </a:lnTo>
                <a:lnTo>
                  <a:pt x="422910" y="501650"/>
                </a:lnTo>
                <a:lnTo>
                  <a:pt x="420767" y="488017"/>
                </a:lnTo>
                <a:lnTo>
                  <a:pt x="388620" y="454977"/>
                </a:lnTo>
                <a:lnTo>
                  <a:pt x="346551" y="441404"/>
                </a:lnTo>
                <a:lnTo>
                  <a:pt x="288925" y="436880"/>
                </a:lnTo>
                <a:lnTo>
                  <a:pt x="472495" y="436880"/>
                </a:lnTo>
                <a:lnTo>
                  <a:pt x="492680" y="472995"/>
                </a:lnTo>
                <a:lnTo>
                  <a:pt x="496570" y="501650"/>
                </a:lnTo>
                <a:lnTo>
                  <a:pt x="495677" y="515282"/>
                </a:lnTo>
                <a:lnTo>
                  <a:pt x="492998" y="528240"/>
                </a:lnTo>
                <a:lnTo>
                  <a:pt x="488533" y="540524"/>
                </a:lnTo>
                <a:lnTo>
                  <a:pt x="482282" y="552132"/>
                </a:lnTo>
                <a:lnTo>
                  <a:pt x="474365" y="562987"/>
                </a:lnTo>
                <a:lnTo>
                  <a:pt x="473521" y="563880"/>
                </a:lnTo>
                <a:close/>
              </a:path>
              <a:path w="572135" h="623570">
                <a:moveTo>
                  <a:pt x="502285" y="221615"/>
                </a:moveTo>
                <a:lnTo>
                  <a:pt x="119380" y="221615"/>
                </a:lnTo>
                <a:lnTo>
                  <a:pt x="112236" y="220980"/>
                </a:lnTo>
                <a:lnTo>
                  <a:pt x="81399" y="191928"/>
                </a:lnTo>
                <a:lnTo>
                  <a:pt x="80645" y="183515"/>
                </a:lnTo>
                <a:lnTo>
                  <a:pt x="80645" y="0"/>
                </a:lnTo>
                <a:lnTo>
                  <a:pt x="153035" y="0"/>
                </a:lnTo>
                <a:lnTo>
                  <a:pt x="153035" y="160443"/>
                </a:lnTo>
                <a:lnTo>
                  <a:pt x="155151" y="162560"/>
                </a:lnTo>
                <a:lnTo>
                  <a:pt x="502285" y="162560"/>
                </a:lnTo>
                <a:lnTo>
                  <a:pt x="502285" y="221615"/>
                </a:lnTo>
                <a:close/>
              </a:path>
              <a:path w="572135" h="623570">
                <a:moveTo>
                  <a:pt x="327025" y="285115"/>
                </a:moveTo>
                <a:lnTo>
                  <a:pt x="254635" y="285115"/>
                </a:lnTo>
                <a:lnTo>
                  <a:pt x="254635" y="221615"/>
                </a:lnTo>
                <a:lnTo>
                  <a:pt x="327025" y="221615"/>
                </a:lnTo>
                <a:lnTo>
                  <a:pt x="327025" y="285115"/>
                </a:lnTo>
                <a:close/>
              </a:path>
              <a:path w="572135" h="623570">
                <a:moveTo>
                  <a:pt x="562821" y="344805"/>
                </a:moveTo>
                <a:lnTo>
                  <a:pt x="0" y="344805"/>
                </a:lnTo>
                <a:lnTo>
                  <a:pt x="0" y="285115"/>
                </a:lnTo>
                <a:lnTo>
                  <a:pt x="572135" y="285115"/>
                </a:lnTo>
                <a:lnTo>
                  <a:pt x="572135" y="335491"/>
                </a:lnTo>
                <a:lnTo>
                  <a:pt x="570865" y="338455"/>
                </a:lnTo>
                <a:lnTo>
                  <a:pt x="565785" y="343535"/>
                </a:lnTo>
                <a:lnTo>
                  <a:pt x="562821" y="344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98650" y="4360861"/>
            <a:ext cx="562610" cy="604520"/>
          </a:xfrm>
          <a:custGeom>
            <a:avLst/>
            <a:gdLst/>
            <a:ahLst/>
            <a:cxnLst/>
            <a:rect l="l" t="t" r="r" b="b"/>
            <a:pathLst>
              <a:path w="562610" h="604520">
                <a:moveTo>
                  <a:pt x="469476" y="604520"/>
                </a:moveTo>
                <a:lnTo>
                  <a:pt x="407035" y="604520"/>
                </a:lnTo>
                <a:lnTo>
                  <a:pt x="407035" y="0"/>
                </a:lnTo>
                <a:lnTo>
                  <a:pt x="478790" y="0"/>
                </a:lnTo>
                <a:lnTo>
                  <a:pt x="478790" y="212725"/>
                </a:lnTo>
                <a:lnTo>
                  <a:pt x="562610" y="212725"/>
                </a:lnTo>
                <a:lnTo>
                  <a:pt x="562610" y="273050"/>
                </a:lnTo>
                <a:lnTo>
                  <a:pt x="478790" y="273050"/>
                </a:lnTo>
                <a:lnTo>
                  <a:pt x="478790" y="595206"/>
                </a:lnTo>
                <a:lnTo>
                  <a:pt x="477520" y="598170"/>
                </a:lnTo>
                <a:lnTo>
                  <a:pt x="472440" y="603250"/>
                </a:lnTo>
                <a:lnTo>
                  <a:pt x="469476" y="604520"/>
                </a:lnTo>
                <a:close/>
              </a:path>
              <a:path w="562610" h="604520">
                <a:moveTo>
                  <a:pt x="37465" y="511810"/>
                </a:moveTo>
                <a:lnTo>
                  <a:pt x="0" y="460375"/>
                </a:lnTo>
                <a:lnTo>
                  <a:pt x="18176" y="455731"/>
                </a:lnTo>
                <a:lnTo>
                  <a:pt x="37147" y="450056"/>
                </a:lnTo>
                <a:lnTo>
                  <a:pt x="77470" y="435610"/>
                </a:lnTo>
                <a:lnTo>
                  <a:pt x="117951" y="417115"/>
                </a:lnTo>
                <a:lnTo>
                  <a:pt x="155575" y="394652"/>
                </a:lnTo>
                <a:lnTo>
                  <a:pt x="188753" y="368062"/>
                </a:lnTo>
                <a:lnTo>
                  <a:pt x="215900" y="337185"/>
                </a:lnTo>
                <a:lnTo>
                  <a:pt x="233997" y="301942"/>
                </a:lnTo>
                <a:lnTo>
                  <a:pt x="240030" y="262255"/>
                </a:lnTo>
                <a:lnTo>
                  <a:pt x="240665" y="97790"/>
                </a:lnTo>
                <a:lnTo>
                  <a:pt x="240665" y="93556"/>
                </a:lnTo>
                <a:lnTo>
                  <a:pt x="238336" y="91440"/>
                </a:lnTo>
                <a:lnTo>
                  <a:pt x="15875" y="91440"/>
                </a:lnTo>
                <a:lnTo>
                  <a:pt x="15875" y="30480"/>
                </a:lnTo>
                <a:lnTo>
                  <a:pt x="276225" y="30480"/>
                </a:lnTo>
                <a:lnTo>
                  <a:pt x="284103" y="31214"/>
                </a:lnTo>
                <a:lnTo>
                  <a:pt x="313035" y="61813"/>
                </a:lnTo>
                <a:lnTo>
                  <a:pt x="313690" y="69215"/>
                </a:lnTo>
                <a:lnTo>
                  <a:pt x="313690" y="252095"/>
                </a:lnTo>
                <a:lnTo>
                  <a:pt x="307340" y="305355"/>
                </a:lnTo>
                <a:lnTo>
                  <a:pt x="288290" y="352107"/>
                </a:lnTo>
                <a:lnTo>
                  <a:pt x="259238" y="392747"/>
                </a:lnTo>
                <a:lnTo>
                  <a:pt x="222885" y="427672"/>
                </a:lnTo>
                <a:lnTo>
                  <a:pt x="180657" y="456882"/>
                </a:lnTo>
                <a:lnTo>
                  <a:pt x="133985" y="480377"/>
                </a:lnTo>
                <a:lnTo>
                  <a:pt x="85407" y="498554"/>
                </a:lnTo>
                <a:lnTo>
                  <a:pt x="61356" y="505797"/>
                </a:lnTo>
                <a:lnTo>
                  <a:pt x="37465" y="5118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696820" y="4360861"/>
            <a:ext cx="513715" cy="604520"/>
          </a:xfrm>
          <a:custGeom>
            <a:avLst/>
            <a:gdLst/>
            <a:ahLst/>
            <a:cxnLst/>
            <a:rect l="l" t="t" r="r" b="b"/>
            <a:pathLst>
              <a:path w="513714" h="604520">
                <a:moveTo>
                  <a:pt x="190500" y="337185"/>
                </a:moveTo>
                <a:lnTo>
                  <a:pt x="140851" y="331112"/>
                </a:lnTo>
                <a:lnTo>
                  <a:pt x="95805" y="313213"/>
                </a:lnTo>
                <a:lnTo>
                  <a:pt x="58876" y="284499"/>
                </a:lnTo>
                <a:lnTo>
                  <a:pt x="32385" y="244792"/>
                </a:lnTo>
                <a:lnTo>
                  <a:pt x="19288" y="194369"/>
                </a:lnTo>
                <a:lnTo>
                  <a:pt x="18415" y="175260"/>
                </a:lnTo>
                <a:lnTo>
                  <a:pt x="19248" y="157559"/>
                </a:lnTo>
                <a:lnTo>
                  <a:pt x="31750" y="109220"/>
                </a:lnTo>
                <a:lnTo>
                  <a:pt x="57467" y="69453"/>
                </a:lnTo>
                <a:lnTo>
                  <a:pt x="94059" y="39846"/>
                </a:lnTo>
                <a:lnTo>
                  <a:pt x="139481" y="21034"/>
                </a:lnTo>
                <a:lnTo>
                  <a:pt x="190500" y="14605"/>
                </a:lnTo>
                <a:lnTo>
                  <a:pt x="208002" y="15279"/>
                </a:lnTo>
                <a:lnTo>
                  <a:pt x="257175" y="25400"/>
                </a:lnTo>
                <a:lnTo>
                  <a:pt x="299204" y="47128"/>
                </a:lnTo>
                <a:lnTo>
                  <a:pt x="328260" y="75565"/>
                </a:lnTo>
                <a:lnTo>
                  <a:pt x="190500" y="75565"/>
                </a:lnTo>
                <a:lnTo>
                  <a:pt x="179586" y="76061"/>
                </a:lnTo>
                <a:lnTo>
                  <a:pt x="139997" y="87808"/>
                </a:lnTo>
                <a:lnTo>
                  <a:pt x="109140" y="111740"/>
                </a:lnTo>
                <a:lnTo>
                  <a:pt x="90189" y="145395"/>
                </a:lnTo>
                <a:lnTo>
                  <a:pt x="85725" y="174625"/>
                </a:lnTo>
                <a:lnTo>
                  <a:pt x="86260" y="186928"/>
                </a:lnTo>
                <a:lnTo>
                  <a:pt x="98960" y="228223"/>
                </a:lnTo>
                <a:lnTo>
                  <a:pt x="125035" y="257234"/>
                </a:lnTo>
                <a:lnTo>
                  <a:pt x="160317" y="273288"/>
                </a:lnTo>
                <a:lnTo>
                  <a:pt x="190500" y="276860"/>
                </a:lnTo>
                <a:lnTo>
                  <a:pt x="328985" y="276860"/>
                </a:lnTo>
                <a:lnTo>
                  <a:pt x="321806" y="285750"/>
                </a:lnTo>
                <a:lnTo>
                  <a:pt x="285670" y="314325"/>
                </a:lnTo>
                <a:lnTo>
                  <a:pt x="240744" y="331470"/>
                </a:lnTo>
                <a:lnTo>
                  <a:pt x="207724" y="336550"/>
                </a:lnTo>
                <a:lnTo>
                  <a:pt x="190500" y="337185"/>
                </a:lnTo>
                <a:close/>
              </a:path>
              <a:path w="513714" h="604520">
                <a:moveTo>
                  <a:pt x="328985" y="276860"/>
                </a:moveTo>
                <a:lnTo>
                  <a:pt x="190500" y="276860"/>
                </a:lnTo>
                <a:lnTo>
                  <a:pt x="200005" y="276483"/>
                </a:lnTo>
                <a:lnTo>
                  <a:pt x="209470" y="275352"/>
                </a:lnTo>
                <a:lnTo>
                  <a:pt x="245983" y="263207"/>
                </a:lnTo>
                <a:lnTo>
                  <a:pt x="280312" y="229909"/>
                </a:lnTo>
                <a:lnTo>
                  <a:pt x="293449" y="187503"/>
                </a:lnTo>
                <a:lnTo>
                  <a:pt x="294005" y="174625"/>
                </a:lnTo>
                <a:lnTo>
                  <a:pt x="293509" y="164028"/>
                </a:lnTo>
                <a:lnTo>
                  <a:pt x="281721" y="125749"/>
                </a:lnTo>
                <a:lnTo>
                  <a:pt x="248920" y="91598"/>
                </a:lnTo>
                <a:lnTo>
                  <a:pt x="211455" y="77390"/>
                </a:lnTo>
                <a:lnTo>
                  <a:pt x="190500" y="75565"/>
                </a:lnTo>
                <a:lnTo>
                  <a:pt x="328260" y="75565"/>
                </a:lnTo>
                <a:lnTo>
                  <a:pt x="353179" y="122753"/>
                </a:lnTo>
                <a:lnTo>
                  <a:pt x="360680" y="175260"/>
                </a:lnTo>
                <a:lnTo>
                  <a:pt x="359846" y="194667"/>
                </a:lnTo>
                <a:lnTo>
                  <a:pt x="347325" y="245784"/>
                </a:lnTo>
                <a:lnTo>
                  <a:pt x="331549" y="273685"/>
                </a:lnTo>
                <a:lnTo>
                  <a:pt x="328985" y="276860"/>
                </a:lnTo>
                <a:close/>
              </a:path>
              <a:path w="513714" h="604520">
                <a:moveTo>
                  <a:pt x="504401" y="604520"/>
                </a:moveTo>
                <a:lnTo>
                  <a:pt x="441325" y="604520"/>
                </a:lnTo>
                <a:lnTo>
                  <a:pt x="441325" y="0"/>
                </a:lnTo>
                <a:lnTo>
                  <a:pt x="513715" y="0"/>
                </a:lnTo>
                <a:lnTo>
                  <a:pt x="513715" y="595206"/>
                </a:lnTo>
                <a:lnTo>
                  <a:pt x="512445" y="598170"/>
                </a:lnTo>
                <a:lnTo>
                  <a:pt x="507365" y="603250"/>
                </a:lnTo>
                <a:lnTo>
                  <a:pt x="504401" y="604520"/>
                </a:lnTo>
                <a:close/>
              </a:path>
              <a:path w="513714" h="604520">
                <a:moveTo>
                  <a:pt x="176530" y="478155"/>
                </a:moveTo>
                <a:lnTo>
                  <a:pt x="0" y="478155"/>
                </a:lnTo>
                <a:lnTo>
                  <a:pt x="0" y="417830"/>
                </a:lnTo>
                <a:lnTo>
                  <a:pt x="212169" y="417730"/>
                </a:lnTo>
                <a:lnTo>
                  <a:pt x="227647" y="417433"/>
                </a:lnTo>
                <a:lnTo>
                  <a:pt x="274776" y="415369"/>
                </a:lnTo>
                <a:lnTo>
                  <a:pt x="319722" y="411797"/>
                </a:lnTo>
                <a:lnTo>
                  <a:pt x="360739" y="406975"/>
                </a:lnTo>
                <a:lnTo>
                  <a:pt x="405884" y="399058"/>
                </a:lnTo>
                <a:lnTo>
                  <a:pt x="414655" y="396875"/>
                </a:lnTo>
                <a:lnTo>
                  <a:pt x="414655" y="453813"/>
                </a:lnTo>
                <a:lnTo>
                  <a:pt x="373499" y="467062"/>
                </a:lnTo>
                <a:lnTo>
                  <a:pt x="332898" y="472122"/>
                </a:lnTo>
                <a:lnTo>
                  <a:pt x="287238" y="475674"/>
                </a:lnTo>
                <a:lnTo>
                  <a:pt x="207089" y="477996"/>
                </a:lnTo>
                <a:lnTo>
                  <a:pt x="176530" y="4781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447578" y="4360226"/>
            <a:ext cx="505459" cy="605155"/>
          </a:xfrm>
          <a:custGeom>
            <a:avLst/>
            <a:gdLst/>
            <a:ahLst/>
            <a:cxnLst/>
            <a:rect l="l" t="t" r="r" b="b"/>
            <a:pathLst>
              <a:path w="505460" h="605154">
                <a:moveTo>
                  <a:pt x="371475" y="90170"/>
                </a:moveTo>
                <a:lnTo>
                  <a:pt x="6984" y="90170"/>
                </a:lnTo>
                <a:lnTo>
                  <a:pt x="6984" y="31115"/>
                </a:lnTo>
                <a:lnTo>
                  <a:pt x="371475" y="31115"/>
                </a:lnTo>
                <a:lnTo>
                  <a:pt x="371475" y="90170"/>
                </a:lnTo>
                <a:close/>
              </a:path>
              <a:path w="505460" h="605154">
                <a:moveTo>
                  <a:pt x="136101" y="396240"/>
                </a:moveTo>
                <a:lnTo>
                  <a:pt x="67945" y="396240"/>
                </a:lnTo>
                <a:lnTo>
                  <a:pt x="66000" y="390604"/>
                </a:lnTo>
                <a:lnTo>
                  <a:pt x="64611" y="384492"/>
                </a:lnTo>
                <a:lnTo>
                  <a:pt x="63821" y="378248"/>
                </a:lnTo>
                <a:lnTo>
                  <a:pt x="63699" y="375920"/>
                </a:lnTo>
                <a:lnTo>
                  <a:pt x="63500" y="370840"/>
                </a:lnTo>
                <a:lnTo>
                  <a:pt x="63500" y="90170"/>
                </a:lnTo>
                <a:lnTo>
                  <a:pt x="133985" y="90170"/>
                </a:lnTo>
                <a:lnTo>
                  <a:pt x="133985" y="394123"/>
                </a:lnTo>
                <a:lnTo>
                  <a:pt x="136101" y="396240"/>
                </a:lnTo>
                <a:close/>
              </a:path>
              <a:path w="505460" h="605154">
                <a:moveTo>
                  <a:pt x="182245" y="454660"/>
                </a:moveTo>
                <a:lnTo>
                  <a:pt x="0" y="454660"/>
                </a:lnTo>
                <a:lnTo>
                  <a:pt x="0" y="396240"/>
                </a:lnTo>
                <a:lnTo>
                  <a:pt x="241723" y="396240"/>
                </a:lnTo>
                <a:lnTo>
                  <a:pt x="243840" y="394123"/>
                </a:lnTo>
                <a:lnTo>
                  <a:pt x="243840" y="90170"/>
                </a:lnTo>
                <a:lnTo>
                  <a:pt x="314960" y="90170"/>
                </a:lnTo>
                <a:lnTo>
                  <a:pt x="314901" y="378638"/>
                </a:lnTo>
                <a:lnTo>
                  <a:pt x="313901" y="385233"/>
                </a:lnTo>
                <a:lnTo>
                  <a:pt x="311785" y="391160"/>
                </a:lnTo>
                <a:lnTo>
                  <a:pt x="390525" y="391160"/>
                </a:lnTo>
                <a:lnTo>
                  <a:pt x="390525" y="436880"/>
                </a:lnTo>
                <a:lnTo>
                  <a:pt x="380484" y="439598"/>
                </a:lnTo>
                <a:lnTo>
                  <a:pt x="330398" y="447734"/>
                </a:lnTo>
                <a:lnTo>
                  <a:pt x="287655" y="451485"/>
                </a:lnTo>
                <a:lnTo>
                  <a:pt x="244554" y="453628"/>
                </a:lnTo>
                <a:lnTo>
                  <a:pt x="204470" y="454501"/>
                </a:lnTo>
                <a:lnTo>
                  <a:pt x="182245" y="454660"/>
                </a:lnTo>
                <a:close/>
              </a:path>
              <a:path w="505460" h="605154">
                <a:moveTo>
                  <a:pt x="390525" y="391160"/>
                </a:moveTo>
                <a:lnTo>
                  <a:pt x="311785" y="391160"/>
                </a:lnTo>
                <a:lnTo>
                  <a:pt x="321945" y="389830"/>
                </a:lnTo>
                <a:lnTo>
                  <a:pt x="332105" y="388382"/>
                </a:lnTo>
                <a:lnTo>
                  <a:pt x="372110" y="381079"/>
                </a:lnTo>
                <a:lnTo>
                  <a:pt x="390525" y="375920"/>
                </a:lnTo>
                <a:lnTo>
                  <a:pt x="390525" y="391160"/>
                </a:lnTo>
                <a:close/>
              </a:path>
              <a:path w="505460" h="605154">
                <a:moveTo>
                  <a:pt x="496146" y="605155"/>
                </a:moveTo>
                <a:lnTo>
                  <a:pt x="432435" y="605155"/>
                </a:lnTo>
                <a:lnTo>
                  <a:pt x="432435" y="0"/>
                </a:lnTo>
                <a:lnTo>
                  <a:pt x="505460" y="0"/>
                </a:lnTo>
                <a:lnTo>
                  <a:pt x="505460" y="595841"/>
                </a:lnTo>
                <a:lnTo>
                  <a:pt x="504190" y="598805"/>
                </a:lnTo>
                <a:lnTo>
                  <a:pt x="499110" y="603885"/>
                </a:lnTo>
                <a:lnTo>
                  <a:pt x="496146" y="6051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031143" y="4360226"/>
            <a:ext cx="553085" cy="605155"/>
          </a:xfrm>
          <a:custGeom>
            <a:avLst/>
            <a:gdLst/>
            <a:ahLst/>
            <a:cxnLst/>
            <a:rect l="l" t="t" r="r" b="b"/>
            <a:pathLst>
              <a:path w="553085" h="605154">
                <a:moveTo>
                  <a:pt x="160655" y="492760"/>
                </a:moveTo>
                <a:lnTo>
                  <a:pt x="116066" y="486152"/>
                </a:lnTo>
                <a:lnTo>
                  <a:pt x="78025" y="467122"/>
                </a:lnTo>
                <a:lnTo>
                  <a:pt x="48140" y="438289"/>
                </a:lnTo>
                <a:lnTo>
                  <a:pt x="27305" y="400367"/>
                </a:lnTo>
                <a:lnTo>
                  <a:pt x="17184" y="355302"/>
                </a:lnTo>
                <a:lnTo>
                  <a:pt x="16510" y="339090"/>
                </a:lnTo>
                <a:lnTo>
                  <a:pt x="17164" y="322600"/>
                </a:lnTo>
                <a:lnTo>
                  <a:pt x="26987" y="277177"/>
                </a:lnTo>
                <a:lnTo>
                  <a:pt x="47525" y="239077"/>
                </a:lnTo>
                <a:lnTo>
                  <a:pt x="77470" y="209946"/>
                </a:lnTo>
                <a:lnTo>
                  <a:pt x="115887" y="191214"/>
                </a:lnTo>
                <a:lnTo>
                  <a:pt x="160655" y="184785"/>
                </a:lnTo>
                <a:lnTo>
                  <a:pt x="176768" y="185499"/>
                </a:lnTo>
                <a:lnTo>
                  <a:pt x="220345" y="196215"/>
                </a:lnTo>
                <a:lnTo>
                  <a:pt x="256063" y="218539"/>
                </a:lnTo>
                <a:lnTo>
                  <a:pt x="278220" y="243840"/>
                </a:lnTo>
                <a:lnTo>
                  <a:pt x="160655" y="243840"/>
                </a:lnTo>
                <a:lnTo>
                  <a:pt x="151705" y="244356"/>
                </a:lnTo>
                <a:lnTo>
                  <a:pt x="114855" y="261620"/>
                </a:lnTo>
                <a:lnTo>
                  <a:pt x="92352" y="295830"/>
                </a:lnTo>
                <a:lnTo>
                  <a:pt x="84455" y="339090"/>
                </a:lnTo>
                <a:lnTo>
                  <a:pt x="84812" y="349071"/>
                </a:lnTo>
                <a:lnTo>
                  <a:pt x="96996" y="393065"/>
                </a:lnTo>
                <a:lnTo>
                  <a:pt x="123428" y="422255"/>
                </a:lnTo>
                <a:lnTo>
                  <a:pt x="160655" y="433070"/>
                </a:lnTo>
                <a:lnTo>
                  <a:pt x="277228" y="433070"/>
                </a:lnTo>
                <a:lnTo>
                  <a:pt x="274419" y="437217"/>
                </a:lnTo>
                <a:lnTo>
                  <a:pt x="244475" y="466487"/>
                </a:lnTo>
                <a:lnTo>
                  <a:pt x="206017" y="485973"/>
                </a:lnTo>
                <a:lnTo>
                  <a:pt x="176490" y="492006"/>
                </a:lnTo>
                <a:lnTo>
                  <a:pt x="160655" y="492760"/>
                </a:lnTo>
                <a:close/>
              </a:path>
              <a:path w="553085" h="605154">
                <a:moveTo>
                  <a:pt x="277228" y="433070"/>
                </a:moveTo>
                <a:lnTo>
                  <a:pt x="160655" y="433070"/>
                </a:lnTo>
                <a:lnTo>
                  <a:pt x="169029" y="432633"/>
                </a:lnTo>
                <a:lnTo>
                  <a:pt x="177006" y="431323"/>
                </a:lnTo>
                <a:lnTo>
                  <a:pt x="210581" y="412571"/>
                </a:lnTo>
                <a:lnTo>
                  <a:pt x="231457" y="376872"/>
                </a:lnTo>
                <a:lnTo>
                  <a:pt x="236855" y="339090"/>
                </a:lnTo>
                <a:lnTo>
                  <a:pt x="236537" y="330239"/>
                </a:lnTo>
                <a:lnTo>
                  <a:pt x="225583" y="287972"/>
                </a:lnTo>
                <a:lnTo>
                  <a:pt x="200203" y="256540"/>
                </a:lnTo>
                <a:lnTo>
                  <a:pt x="160655" y="243840"/>
                </a:lnTo>
                <a:lnTo>
                  <a:pt x="278220" y="243840"/>
                </a:lnTo>
                <a:lnTo>
                  <a:pt x="299720" y="291643"/>
                </a:lnTo>
                <a:lnTo>
                  <a:pt x="305435" y="339090"/>
                </a:lnTo>
                <a:lnTo>
                  <a:pt x="304780" y="355004"/>
                </a:lnTo>
                <a:lnTo>
                  <a:pt x="294957" y="399415"/>
                </a:lnTo>
                <a:lnTo>
                  <a:pt x="282337" y="425529"/>
                </a:lnTo>
                <a:lnTo>
                  <a:pt x="277228" y="433070"/>
                </a:lnTo>
                <a:close/>
              </a:path>
              <a:path w="553085" h="605154">
                <a:moveTo>
                  <a:pt x="195580" y="91440"/>
                </a:moveTo>
                <a:lnTo>
                  <a:pt x="122555" y="91440"/>
                </a:lnTo>
                <a:lnTo>
                  <a:pt x="122555" y="5715"/>
                </a:lnTo>
                <a:lnTo>
                  <a:pt x="195580" y="5715"/>
                </a:lnTo>
                <a:lnTo>
                  <a:pt x="195580" y="91440"/>
                </a:lnTo>
                <a:close/>
              </a:path>
              <a:path w="553085" h="605154">
                <a:moveTo>
                  <a:pt x="317500" y="150495"/>
                </a:moveTo>
                <a:lnTo>
                  <a:pt x="0" y="150495"/>
                </a:lnTo>
                <a:lnTo>
                  <a:pt x="0" y="91440"/>
                </a:lnTo>
                <a:lnTo>
                  <a:pt x="317500" y="91440"/>
                </a:lnTo>
                <a:lnTo>
                  <a:pt x="317500" y="150495"/>
                </a:lnTo>
                <a:close/>
              </a:path>
              <a:path w="553085" h="605154">
                <a:moveTo>
                  <a:pt x="405130" y="590550"/>
                </a:moveTo>
                <a:lnTo>
                  <a:pt x="346075" y="590550"/>
                </a:lnTo>
                <a:lnTo>
                  <a:pt x="346075" y="0"/>
                </a:lnTo>
                <a:lnTo>
                  <a:pt x="416560" y="0"/>
                </a:lnTo>
                <a:lnTo>
                  <a:pt x="416560" y="237490"/>
                </a:lnTo>
                <a:lnTo>
                  <a:pt x="553085" y="237490"/>
                </a:lnTo>
                <a:lnTo>
                  <a:pt x="553085" y="301625"/>
                </a:lnTo>
                <a:lnTo>
                  <a:pt x="416560" y="301625"/>
                </a:lnTo>
                <a:lnTo>
                  <a:pt x="416560" y="577850"/>
                </a:lnTo>
                <a:lnTo>
                  <a:pt x="416136" y="583776"/>
                </a:lnTo>
                <a:lnTo>
                  <a:pt x="414231" y="587375"/>
                </a:lnTo>
                <a:lnTo>
                  <a:pt x="407458" y="589915"/>
                </a:lnTo>
                <a:lnTo>
                  <a:pt x="405130" y="590550"/>
                </a:lnTo>
                <a:close/>
              </a:path>
              <a:path w="553085" h="605154">
                <a:moveTo>
                  <a:pt x="553085" y="237490"/>
                </a:moveTo>
                <a:lnTo>
                  <a:pt x="481965" y="237490"/>
                </a:lnTo>
                <a:lnTo>
                  <a:pt x="481965" y="0"/>
                </a:lnTo>
                <a:lnTo>
                  <a:pt x="553085" y="0"/>
                </a:lnTo>
                <a:lnTo>
                  <a:pt x="553085" y="237490"/>
                </a:lnTo>
                <a:close/>
              </a:path>
              <a:path w="553085" h="605154">
                <a:moveTo>
                  <a:pt x="541231" y="605155"/>
                </a:moveTo>
                <a:lnTo>
                  <a:pt x="481965" y="605155"/>
                </a:lnTo>
                <a:lnTo>
                  <a:pt x="481965" y="301625"/>
                </a:lnTo>
                <a:lnTo>
                  <a:pt x="553085" y="301625"/>
                </a:lnTo>
                <a:lnTo>
                  <a:pt x="553085" y="592455"/>
                </a:lnTo>
                <a:lnTo>
                  <a:pt x="552661" y="598381"/>
                </a:lnTo>
                <a:lnTo>
                  <a:pt x="550651" y="601980"/>
                </a:lnTo>
                <a:lnTo>
                  <a:pt x="543454" y="604520"/>
                </a:lnTo>
                <a:lnTo>
                  <a:pt x="541231" y="6051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808869" y="4360861"/>
            <a:ext cx="556895" cy="609600"/>
          </a:xfrm>
          <a:custGeom>
            <a:avLst/>
            <a:gdLst/>
            <a:ahLst/>
            <a:cxnLst/>
            <a:rect l="l" t="t" r="r" b="b"/>
            <a:pathLst>
              <a:path w="556895" h="609600">
                <a:moveTo>
                  <a:pt x="462491" y="317500"/>
                </a:moveTo>
                <a:lnTo>
                  <a:pt x="400050" y="317500"/>
                </a:lnTo>
                <a:lnTo>
                  <a:pt x="400050" y="0"/>
                </a:lnTo>
                <a:lnTo>
                  <a:pt x="471805" y="0"/>
                </a:lnTo>
                <a:lnTo>
                  <a:pt x="471805" y="108585"/>
                </a:lnTo>
                <a:lnTo>
                  <a:pt x="556895" y="108585"/>
                </a:lnTo>
                <a:lnTo>
                  <a:pt x="556895" y="169545"/>
                </a:lnTo>
                <a:lnTo>
                  <a:pt x="471805" y="169545"/>
                </a:lnTo>
                <a:lnTo>
                  <a:pt x="471805" y="308186"/>
                </a:lnTo>
                <a:lnTo>
                  <a:pt x="470535" y="311150"/>
                </a:lnTo>
                <a:lnTo>
                  <a:pt x="465455" y="316230"/>
                </a:lnTo>
                <a:lnTo>
                  <a:pt x="462491" y="317500"/>
                </a:lnTo>
                <a:close/>
              </a:path>
              <a:path w="556895" h="609600">
                <a:moveTo>
                  <a:pt x="262255" y="309245"/>
                </a:moveTo>
                <a:lnTo>
                  <a:pt x="38735" y="309245"/>
                </a:lnTo>
                <a:lnTo>
                  <a:pt x="30559" y="308550"/>
                </a:lnTo>
                <a:lnTo>
                  <a:pt x="674" y="278784"/>
                </a:lnTo>
                <a:lnTo>
                  <a:pt x="0" y="271145"/>
                </a:lnTo>
                <a:lnTo>
                  <a:pt x="0" y="11430"/>
                </a:lnTo>
                <a:lnTo>
                  <a:pt x="69850" y="11430"/>
                </a:lnTo>
                <a:lnTo>
                  <a:pt x="69850" y="104775"/>
                </a:lnTo>
                <a:lnTo>
                  <a:pt x="300990" y="104775"/>
                </a:lnTo>
                <a:lnTo>
                  <a:pt x="300990" y="160020"/>
                </a:lnTo>
                <a:lnTo>
                  <a:pt x="69850" y="160020"/>
                </a:lnTo>
                <a:lnTo>
                  <a:pt x="69850" y="251883"/>
                </a:lnTo>
                <a:lnTo>
                  <a:pt x="71966" y="254000"/>
                </a:lnTo>
                <a:lnTo>
                  <a:pt x="300990" y="254000"/>
                </a:lnTo>
                <a:lnTo>
                  <a:pt x="300990" y="271145"/>
                </a:lnTo>
                <a:lnTo>
                  <a:pt x="277018" y="306546"/>
                </a:lnTo>
                <a:lnTo>
                  <a:pt x="269914" y="308570"/>
                </a:lnTo>
                <a:lnTo>
                  <a:pt x="262255" y="309245"/>
                </a:lnTo>
                <a:close/>
              </a:path>
              <a:path w="556895" h="609600">
                <a:moveTo>
                  <a:pt x="300990" y="104775"/>
                </a:moveTo>
                <a:lnTo>
                  <a:pt x="231140" y="104775"/>
                </a:lnTo>
                <a:lnTo>
                  <a:pt x="231140" y="11430"/>
                </a:lnTo>
                <a:lnTo>
                  <a:pt x="300990" y="11430"/>
                </a:lnTo>
                <a:lnTo>
                  <a:pt x="300990" y="104775"/>
                </a:lnTo>
                <a:close/>
              </a:path>
              <a:path w="556895" h="609600">
                <a:moveTo>
                  <a:pt x="300990" y="254000"/>
                </a:moveTo>
                <a:lnTo>
                  <a:pt x="229023" y="254000"/>
                </a:lnTo>
                <a:lnTo>
                  <a:pt x="231140" y="251883"/>
                </a:lnTo>
                <a:lnTo>
                  <a:pt x="231140" y="160020"/>
                </a:lnTo>
                <a:lnTo>
                  <a:pt x="300990" y="160020"/>
                </a:lnTo>
                <a:lnTo>
                  <a:pt x="300990" y="254000"/>
                </a:lnTo>
                <a:close/>
              </a:path>
              <a:path w="556895" h="609600">
                <a:moveTo>
                  <a:pt x="477731" y="609600"/>
                </a:moveTo>
                <a:lnTo>
                  <a:pt x="118110" y="609600"/>
                </a:lnTo>
                <a:lnTo>
                  <a:pt x="101163" y="607219"/>
                </a:lnTo>
                <a:lnTo>
                  <a:pt x="89058" y="600075"/>
                </a:lnTo>
                <a:lnTo>
                  <a:pt x="81795" y="588169"/>
                </a:lnTo>
                <a:lnTo>
                  <a:pt x="79375" y="571500"/>
                </a:lnTo>
                <a:lnTo>
                  <a:pt x="79375" y="451485"/>
                </a:lnTo>
                <a:lnTo>
                  <a:pt x="398568" y="451485"/>
                </a:lnTo>
                <a:lnTo>
                  <a:pt x="400685" y="449368"/>
                </a:lnTo>
                <a:lnTo>
                  <a:pt x="400685" y="405765"/>
                </a:lnTo>
                <a:lnTo>
                  <a:pt x="79375" y="405765"/>
                </a:lnTo>
                <a:lnTo>
                  <a:pt x="79375" y="349250"/>
                </a:lnTo>
                <a:lnTo>
                  <a:pt x="473075" y="349250"/>
                </a:lnTo>
                <a:lnTo>
                  <a:pt x="473075" y="467360"/>
                </a:lnTo>
                <a:lnTo>
                  <a:pt x="449500" y="502920"/>
                </a:lnTo>
                <a:lnTo>
                  <a:pt x="434340" y="505460"/>
                </a:lnTo>
                <a:lnTo>
                  <a:pt x="151765" y="505460"/>
                </a:lnTo>
                <a:lnTo>
                  <a:pt x="151765" y="549698"/>
                </a:lnTo>
                <a:lnTo>
                  <a:pt x="153881" y="551815"/>
                </a:lnTo>
                <a:lnTo>
                  <a:pt x="487045" y="551815"/>
                </a:lnTo>
                <a:lnTo>
                  <a:pt x="487045" y="600286"/>
                </a:lnTo>
                <a:lnTo>
                  <a:pt x="485775" y="603250"/>
                </a:lnTo>
                <a:lnTo>
                  <a:pt x="480695" y="608330"/>
                </a:lnTo>
                <a:lnTo>
                  <a:pt x="477731" y="609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359414" y="4360861"/>
            <a:ext cx="554355" cy="616585"/>
          </a:xfrm>
          <a:custGeom>
            <a:avLst/>
            <a:gdLst/>
            <a:ahLst/>
            <a:cxnLst/>
            <a:rect l="l" t="t" r="r" b="b"/>
            <a:pathLst>
              <a:path w="554354" h="616585">
                <a:moveTo>
                  <a:pt x="348615" y="616585"/>
                </a:moveTo>
                <a:lnTo>
                  <a:pt x="307022" y="614680"/>
                </a:lnTo>
                <a:lnTo>
                  <a:pt x="261620" y="607695"/>
                </a:lnTo>
                <a:lnTo>
                  <a:pt x="217487" y="593407"/>
                </a:lnTo>
                <a:lnTo>
                  <a:pt x="180022" y="570230"/>
                </a:lnTo>
                <a:lnTo>
                  <a:pt x="153987" y="536575"/>
                </a:lnTo>
                <a:lnTo>
                  <a:pt x="144145" y="490220"/>
                </a:lnTo>
                <a:lnTo>
                  <a:pt x="145474" y="471150"/>
                </a:lnTo>
                <a:lnTo>
                  <a:pt x="165417" y="425132"/>
                </a:lnTo>
                <a:lnTo>
                  <a:pt x="202862" y="393759"/>
                </a:lnTo>
                <a:lnTo>
                  <a:pt x="250031" y="374332"/>
                </a:lnTo>
                <a:lnTo>
                  <a:pt x="301823" y="364807"/>
                </a:lnTo>
                <a:lnTo>
                  <a:pt x="348615" y="361950"/>
                </a:lnTo>
                <a:lnTo>
                  <a:pt x="358636" y="362069"/>
                </a:lnTo>
                <a:lnTo>
                  <a:pt x="402133" y="365025"/>
                </a:lnTo>
                <a:lnTo>
                  <a:pt x="447576" y="374094"/>
                </a:lnTo>
                <a:lnTo>
                  <a:pt x="490696" y="390683"/>
                </a:lnTo>
                <a:lnTo>
                  <a:pt x="525542" y="416758"/>
                </a:lnTo>
                <a:lnTo>
                  <a:pt x="529111" y="421005"/>
                </a:lnTo>
                <a:lnTo>
                  <a:pt x="349250" y="421005"/>
                </a:lnTo>
                <a:lnTo>
                  <a:pt x="338316" y="421203"/>
                </a:lnTo>
                <a:lnTo>
                  <a:pt x="292179" y="426045"/>
                </a:lnTo>
                <a:lnTo>
                  <a:pt x="250467" y="439142"/>
                </a:lnTo>
                <a:lnTo>
                  <a:pt x="217249" y="471170"/>
                </a:lnTo>
                <a:lnTo>
                  <a:pt x="213995" y="490220"/>
                </a:lnTo>
                <a:lnTo>
                  <a:pt x="214808" y="500201"/>
                </a:lnTo>
                <a:lnTo>
                  <a:pt x="241776" y="535781"/>
                </a:lnTo>
                <a:lnTo>
                  <a:pt x="280987" y="550704"/>
                </a:lnTo>
                <a:lnTo>
                  <a:pt x="327104" y="556815"/>
                </a:lnTo>
                <a:lnTo>
                  <a:pt x="349250" y="557530"/>
                </a:lnTo>
                <a:lnTo>
                  <a:pt x="530134" y="557530"/>
                </a:lnTo>
                <a:lnTo>
                  <a:pt x="525542" y="562888"/>
                </a:lnTo>
                <a:lnTo>
                  <a:pt x="490696" y="588327"/>
                </a:lnTo>
                <a:lnTo>
                  <a:pt x="447576" y="604460"/>
                </a:lnTo>
                <a:lnTo>
                  <a:pt x="401955" y="613509"/>
                </a:lnTo>
                <a:lnTo>
                  <a:pt x="358378" y="616466"/>
                </a:lnTo>
                <a:lnTo>
                  <a:pt x="348615" y="616585"/>
                </a:lnTo>
                <a:close/>
              </a:path>
              <a:path w="554354" h="616585">
                <a:moveTo>
                  <a:pt x="530134" y="557530"/>
                </a:moveTo>
                <a:lnTo>
                  <a:pt x="349250" y="557530"/>
                </a:lnTo>
                <a:lnTo>
                  <a:pt x="359906" y="557371"/>
                </a:lnTo>
                <a:lnTo>
                  <a:pt x="370919" y="556895"/>
                </a:lnTo>
                <a:lnTo>
                  <a:pt x="416798" y="551180"/>
                </a:lnTo>
                <a:lnTo>
                  <a:pt x="455533" y="535860"/>
                </a:lnTo>
                <a:lnTo>
                  <a:pt x="482421" y="500201"/>
                </a:lnTo>
                <a:lnTo>
                  <a:pt x="483235" y="490220"/>
                </a:lnTo>
                <a:lnTo>
                  <a:pt x="482421" y="480219"/>
                </a:lnTo>
                <a:lnTo>
                  <a:pt x="455533" y="444023"/>
                </a:lnTo>
                <a:lnTo>
                  <a:pt x="416798" y="428466"/>
                </a:lnTo>
                <a:lnTo>
                  <a:pt x="370919" y="421798"/>
                </a:lnTo>
                <a:lnTo>
                  <a:pt x="349250" y="421005"/>
                </a:lnTo>
                <a:lnTo>
                  <a:pt x="529111" y="421005"/>
                </a:lnTo>
                <a:lnTo>
                  <a:pt x="551259" y="465217"/>
                </a:lnTo>
                <a:lnTo>
                  <a:pt x="553720" y="490220"/>
                </a:lnTo>
                <a:lnTo>
                  <a:pt x="553105" y="503118"/>
                </a:lnTo>
                <a:lnTo>
                  <a:pt x="538559" y="546060"/>
                </a:lnTo>
                <a:lnTo>
                  <a:pt x="532447" y="554831"/>
                </a:lnTo>
                <a:lnTo>
                  <a:pt x="530134" y="557530"/>
                </a:lnTo>
                <a:close/>
              </a:path>
              <a:path w="554354" h="616585">
                <a:moveTo>
                  <a:pt x="412326" y="339090"/>
                </a:moveTo>
                <a:lnTo>
                  <a:pt x="350520" y="339090"/>
                </a:lnTo>
                <a:lnTo>
                  <a:pt x="350520" y="0"/>
                </a:lnTo>
                <a:lnTo>
                  <a:pt x="421640" y="0"/>
                </a:lnTo>
                <a:lnTo>
                  <a:pt x="421640" y="120015"/>
                </a:lnTo>
                <a:lnTo>
                  <a:pt x="554355" y="120015"/>
                </a:lnTo>
                <a:lnTo>
                  <a:pt x="554355" y="182245"/>
                </a:lnTo>
                <a:lnTo>
                  <a:pt x="421640" y="182245"/>
                </a:lnTo>
                <a:lnTo>
                  <a:pt x="421640" y="329776"/>
                </a:lnTo>
                <a:lnTo>
                  <a:pt x="420370" y="332740"/>
                </a:lnTo>
                <a:lnTo>
                  <a:pt x="415290" y="337820"/>
                </a:lnTo>
                <a:lnTo>
                  <a:pt x="412326" y="339090"/>
                </a:lnTo>
                <a:close/>
              </a:path>
              <a:path w="554354" h="616585">
                <a:moveTo>
                  <a:pt x="554355" y="120015"/>
                </a:moveTo>
                <a:lnTo>
                  <a:pt x="483235" y="120015"/>
                </a:lnTo>
                <a:lnTo>
                  <a:pt x="483235" y="0"/>
                </a:lnTo>
                <a:lnTo>
                  <a:pt x="554355" y="0"/>
                </a:lnTo>
                <a:lnTo>
                  <a:pt x="554355" y="120015"/>
                </a:lnTo>
                <a:close/>
              </a:path>
              <a:path w="554354" h="616585">
                <a:moveTo>
                  <a:pt x="545041" y="356870"/>
                </a:moveTo>
                <a:lnTo>
                  <a:pt x="483235" y="356870"/>
                </a:lnTo>
                <a:lnTo>
                  <a:pt x="483235" y="182245"/>
                </a:lnTo>
                <a:lnTo>
                  <a:pt x="554355" y="182245"/>
                </a:lnTo>
                <a:lnTo>
                  <a:pt x="554355" y="347556"/>
                </a:lnTo>
                <a:lnTo>
                  <a:pt x="553085" y="350520"/>
                </a:lnTo>
                <a:lnTo>
                  <a:pt x="548005" y="355600"/>
                </a:lnTo>
                <a:lnTo>
                  <a:pt x="545041" y="356870"/>
                </a:lnTo>
                <a:close/>
              </a:path>
              <a:path w="554354" h="616585">
                <a:moveTo>
                  <a:pt x="47625" y="346710"/>
                </a:moveTo>
                <a:lnTo>
                  <a:pt x="0" y="299720"/>
                </a:lnTo>
                <a:lnTo>
                  <a:pt x="14029" y="293350"/>
                </a:lnTo>
                <a:lnTo>
                  <a:pt x="27543" y="286305"/>
                </a:lnTo>
                <a:lnTo>
                  <a:pt x="64849" y="261243"/>
                </a:lnTo>
                <a:lnTo>
                  <a:pt x="95567" y="231775"/>
                </a:lnTo>
                <a:lnTo>
                  <a:pt x="118248" y="198378"/>
                </a:lnTo>
                <a:lnTo>
                  <a:pt x="131445" y="161528"/>
                </a:lnTo>
                <a:lnTo>
                  <a:pt x="133985" y="10795"/>
                </a:lnTo>
                <a:lnTo>
                  <a:pt x="205740" y="10795"/>
                </a:lnTo>
                <a:lnTo>
                  <a:pt x="205740" y="136525"/>
                </a:lnTo>
                <a:lnTo>
                  <a:pt x="206414" y="149344"/>
                </a:lnTo>
                <a:lnTo>
                  <a:pt x="222369" y="196631"/>
                </a:lnTo>
                <a:lnTo>
                  <a:pt x="245110" y="227647"/>
                </a:lnTo>
                <a:lnTo>
                  <a:pt x="256180" y="238760"/>
                </a:lnTo>
                <a:lnTo>
                  <a:pt x="172085" y="238760"/>
                </a:lnTo>
                <a:lnTo>
                  <a:pt x="147081" y="271383"/>
                </a:lnTo>
                <a:lnTo>
                  <a:pt x="116522" y="301942"/>
                </a:lnTo>
                <a:lnTo>
                  <a:pt x="82629" y="327898"/>
                </a:lnTo>
                <a:lnTo>
                  <a:pt x="65266" y="338197"/>
                </a:lnTo>
                <a:lnTo>
                  <a:pt x="47625" y="346710"/>
                </a:lnTo>
                <a:close/>
              </a:path>
              <a:path w="554354" h="616585">
                <a:moveTo>
                  <a:pt x="292735" y="335280"/>
                </a:moveTo>
                <a:lnTo>
                  <a:pt x="256460" y="315277"/>
                </a:lnTo>
                <a:lnTo>
                  <a:pt x="223837" y="292100"/>
                </a:lnTo>
                <a:lnTo>
                  <a:pt x="195500" y="266382"/>
                </a:lnTo>
                <a:lnTo>
                  <a:pt x="172085" y="238760"/>
                </a:lnTo>
                <a:lnTo>
                  <a:pt x="256180" y="238760"/>
                </a:lnTo>
                <a:lnTo>
                  <a:pt x="264160" y="245983"/>
                </a:lnTo>
                <a:lnTo>
                  <a:pt x="274637" y="254377"/>
                </a:lnTo>
                <a:lnTo>
                  <a:pt x="308927" y="276383"/>
                </a:lnTo>
                <a:lnTo>
                  <a:pt x="332740" y="288290"/>
                </a:lnTo>
                <a:lnTo>
                  <a:pt x="292735" y="3352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123805" y="4360861"/>
            <a:ext cx="530860" cy="604520"/>
          </a:xfrm>
          <a:custGeom>
            <a:avLst/>
            <a:gdLst/>
            <a:ahLst/>
            <a:cxnLst/>
            <a:rect l="l" t="t" r="r" b="b"/>
            <a:pathLst>
              <a:path w="530859" h="604520">
                <a:moveTo>
                  <a:pt x="47625" y="473710"/>
                </a:moveTo>
                <a:lnTo>
                  <a:pt x="0" y="427355"/>
                </a:lnTo>
                <a:lnTo>
                  <a:pt x="16351" y="417473"/>
                </a:lnTo>
                <a:lnTo>
                  <a:pt x="32385" y="406876"/>
                </a:lnTo>
                <a:lnTo>
                  <a:pt x="63500" y="383540"/>
                </a:lnTo>
                <a:lnTo>
                  <a:pt x="92154" y="358219"/>
                </a:lnTo>
                <a:lnTo>
                  <a:pt x="128170" y="318214"/>
                </a:lnTo>
                <a:lnTo>
                  <a:pt x="154305" y="276542"/>
                </a:lnTo>
                <a:lnTo>
                  <a:pt x="167401" y="235049"/>
                </a:lnTo>
                <a:lnTo>
                  <a:pt x="168275" y="221615"/>
                </a:lnTo>
                <a:lnTo>
                  <a:pt x="168275" y="26670"/>
                </a:lnTo>
                <a:lnTo>
                  <a:pt x="241935" y="26670"/>
                </a:lnTo>
                <a:lnTo>
                  <a:pt x="241935" y="224155"/>
                </a:lnTo>
                <a:lnTo>
                  <a:pt x="242986" y="236418"/>
                </a:lnTo>
                <a:lnTo>
                  <a:pt x="258762" y="275590"/>
                </a:lnTo>
                <a:lnTo>
                  <a:pt x="289004" y="315833"/>
                </a:lnTo>
                <a:lnTo>
                  <a:pt x="302615" y="330200"/>
                </a:lnTo>
                <a:lnTo>
                  <a:pt x="207645" y="330200"/>
                </a:lnTo>
                <a:lnTo>
                  <a:pt x="174942" y="367982"/>
                </a:lnTo>
                <a:lnTo>
                  <a:pt x="143510" y="399534"/>
                </a:lnTo>
                <a:lnTo>
                  <a:pt x="109855" y="429736"/>
                </a:lnTo>
                <a:lnTo>
                  <a:pt x="76378" y="456148"/>
                </a:lnTo>
                <a:lnTo>
                  <a:pt x="56534" y="469007"/>
                </a:lnTo>
                <a:lnTo>
                  <a:pt x="47625" y="473710"/>
                </a:lnTo>
                <a:close/>
              </a:path>
              <a:path w="530859" h="604520">
                <a:moveTo>
                  <a:pt x="371475" y="466090"/>
                </a:moveTo>
                <a:lnTo>
                  <a:pt x="328295" y="440372"/>
                </a:lnTo>
                <a:lnTo>
                  <a:pt x="293409" y="414476"/>
                </a:lnTo>
                <a:lnTo>
                  <a:pt x="259873" y="385921"/>
                </a:lnTo>
                <a:lnTo>
                  <a:pt x="230028" y="356751"/>
                </a:lnTo>
                <a:lnTo>
                  <a:pt x="207645" y="330200"/>
                </a:lnTo>
                <a:lnTo>
                  <a:pt x="302615" y="330200"/>
                </a:lnTo>
                <a:lnTo>
                  <a:pt x="314464" y="341709"/>
                </a:lnTo>
                <a:lnTo>
                  <a:pt x="328215" y="354012"/>
                </a:lnTo>
                <a:lnTo>
                  <a:pt x="372586" y="387786"/>
                </a:lnTo>
                <a:lnTo>
                  <a:pt x="415925" y="413385"/>
                </a:lnTo>
                <a:lnTo>
                  <a:pt x="371475" y="466090"/>
                </a:lnTo>
                <a:close/>
              </a:path>
              <a:path w="530859" h="604520">
                <a:moveTo>
                  <a:pt x="521546" y="604520"/>
                </a:moveTo>
                <a:lnTo>
                  <a:pt x="459740" y="604520"/>
                </a:lnTo>
                <a:lnTo>
                  <a:pt x="459740" y="0"/>
                </a:lnTo>
                <a:lnTo>
                  <a:pt x="530860" y="0"/>
                </a:lnTo>
                <a:lnTo>
                  <a:pt x="530860" y="595206"/>
                </a:lnTo>
                <a:lnTo>
                  <a:pt x="529590" y="598170"/>
                </a:lnTo>
                <a:lnTo>
                  <a:pt x="524510" y="603250"/>
                </a:lnTo>
                <a:lnTo>
                  <a:pt x="521546" y="6045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70235" y="4838381"/>
            <a:ext cx="71120" cy="16002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417903" y="5252987"/>
            <a:ext cx="572135" cy="603250"/>
          </a:xfrm>
          <a:custGeom>
            <a:avLst/>
            <a:gdLst/>
            <a:ahLst/>
            <a:cxnLst/>
            <a:rect l="l" t="t" r="r" b="b"/>
            <a:pathLst>
              <a:path w="572135" h="603250">
                <a:moveTo>
                  <a:pt x="287655" y="236220"/>
                </a:moveTo>
                <a:lnTo>
                  <a:pt x="245110" y="234712"/>
                </a:lnTo>
                <a:lnTo>
                  <a:pt x="205105" y="230187"/>
                </a:lnTo>
                <a:lnTo>
                  <a:pt x="152717" y="216674"/>
                </a:lnTo>
                <a:lnTo>
                  <a:pt x="112156" y="194151"/>
                </a:lnTo>
                <a:lnTo>
                  <a:pt x="85030" y="162282"/>
                </a:lnTo>
                <a:lnTo>
                  <a:pt x="75565" y="120015"/>
                </a:lnTo>
                <a:lnTo>
                  <a:pt x="76656" y="104973"/>
                </a:lnTo>
                <a:lnTo>
                  <a:pt x="93027" y="66040"/>
                </a:lnTo>
                <a:lnTo>
                  <a:pt x="126007" y="36393"/>
                </a:lnTo>
                <a:lnTo>
                  <a:pt x="171688" y="15875"/>
                </a:lnTo>
                <a:lnTo>
                  <a:pt x="226933" y="3929"/>
                </a:lnTo>
                <a:lnTo>
                  <a:pt x="266938" y="436"/>
                </a:lnTo>
                <a:lnTo>
                  <a:pt x="287655" y="0"/>
                </a:lnTo>
                <a:lnTo>
                  <a:pt x="307518" y="436"/>
                </a:lnTo>
                <a:lnTo>
                  <a:pt x="346412" y="3929"/>
                </a:lnTo>
                <a:lnTo>
                  <a:pt x="401082" y="15954"/>
                </a:lnTo>
                <a:lnTo>
                  <a:pt x="446325" y="36830"/>
                </a:lnTo>
                <a:lnTo>
                  <a:pt x="471233" y="57150"/>
                </a:lnTo>
                <a:lnTo>
                  <a:pt x="288290" y="57150"/>
                </a:lnTo>
                <a:lnTo>
                  <a:pt x="273923" y="57388"/>
                </a:lnTo>
                <a:lnTo>
                  <a:pt x="233680" y="60960"/>
                </a:lnTo>
                <a:lnTo>
                  <a:pt x="189230" y="72707"/>
                </a:lnTo>
                <a:lnTo>
                  <a:pt x="154662" y="98524"/>
                </a:lnTo>
                <a:lnTo>
                  <a:pt x="148590" y="120015"/>
                </a:lnTo>
                <a:lnTo>
                  <a:pt x="149264" y="127099"/>
                </a:lnTo>
                <a:lnTo>
                  <a:pt x="179863" y="160258"/>
                </a:lnTo>
                <a:lnTo>
                  <a:pt x="220146" y="173136"/>
                </a:lnTo>
                <a:lnTo>
                  <a:pt x="258921" y="178117"/>
                </a:lnTo>
                <a:lnTo>
                  <a:pt x="287655" y="179070"/>
                </a:lnTo>
                <a:lnTo>
                  <a:pt x="474663" y="179070"/>
                </a:lnTo>
                <a:lnTo>
                  <a:pt x="473095" y="180994"/>
                </a:lnTo>
                <a:lnTo>
                  <a:pt x="438150" y="207010"/>
                </a:lnTo>
                <a:lnTo>
                  <a:pt x="390346" y="224809"/>
                </a:lnTo>
                <a:lnTo>
                  <a:pt x="352127" y="232112"/>
                </a:lnTo>
                <a:lnTo>
                  <a:pt x="310058" y="235763"/>
                </a:lnTo>
                <a:lnTo>
                  <a:pt x="287655" y="236220"/>
                </a:lnTo>
                <a:close/>
              </a:path>
              <a:path w="572135" h="603250">
                <a:moveTo>
                  <a:pt x="474663" y="179070"/>
                </a:moveTo>
                <a:lnTo>
                  <a:pt x="287655" y="179070"/>
                </a:lnTo>
                <a:lnTo>
                  <a:pt x="300871" y="178831"/>
                </a:lnTo>
                <a:lnTo>
                  <a:pt x="339090" y="175260"/>
                </a:lnTo>
                <a:lnTo>
                  <a:pt x="382905" y="164147"/>
                </a:lnTo>
                <a:lnTo>
                  <a:pt x="417929" y="139958"/>
                </a:lnTo>
                <a:lnTo>
                  <a:pt x="424180" y="120015"/>
                </a:lnTo>
                <a:lnTo>
                  <a:pt x="423465" y="112335"/>
                </a:lnTo>
                <a:lnTo>
                  <a:pt x="399494" y="81597"/>
                </a:lnTo>
                <a:lnTo>
                  <a:pt x="362426" y="65801"/>
                </a:lnTo>
                <a:lnTo>
                  <a:pt x="314404" y="58102"/>
                </a:lnTo>
                <a:lnTo>
                  <a:pt x="288290" y="57150"/>
                </a:lnTo>
                <a:lnTo>
                  <a:pt x="471233" y="57150"/>
                </a:lnTo>
                <a:lnTo>
                  <a:pt x="492760" y="91043"/>
                </a:lnTo>
                <a:lnTo>
                  <a:pt x="497205" y="120015"/>
                </a:lnTo>
                <a:lnTo>
                  <a:pt x="496232" y="133885"/>
                </a:lnTo>
                <a:lnTo>
                  <a:pt x="493315" y="146923"/>
                </a:lnTo>
                <a:lnTo>
                  <a:pt x="488454" y="159127"/>
                </a:lnTo>
                <a:lnTo>
                  <a:pt x="481647" y="170497"/>
                </a:lnTo>
                <a:lnTo>
                  <a:pt x="474663" y="179070"/>
                </a:lnTo>
                <a:close/>
              </a:path>
              <a:path w="572135" h="603250">
                <a:moveTo>
                  <a:pt x="562821" y="327660"/>
                </a:moveTo>
                <a:lnTo>
                  <a:pt x="0" y="327660"/>
                </a:lnTo>
                <a:lnTo>
                  <a:pt x="0" y="267970"/>
                </a:lnTo>
                <a:lnTo>
                  <a:pt x="572135" y="267970"/>
                </a:lnTo>
                <a:lnTo>
                  <a:pt x="572135" y="318346"/>
                </a:lnTo>
                <a:lnTo>
                  <a:pt x="570865" y="321310"/>
                </a:lnTo>
                <a:lnTo>
                  <a:pt x="565785" y="326390"/>
                </a:lnTo>
                <a:lnTo>
                  <a:pt x="562821" y="327660"/>
                </a:lnTo>
                <a:close/>
              </a:path>
              <a:path w="572135" h="603250">
                <a:moveTo>
                  <a:pt x="455930" y="603250"/>
                </a:moveTo>
                <a:lnTo>
                  <a:pt x="118745" y="603250"/>
                </a:lnTo>
                <a:lnTo>
                  <a:pt x="110827" y="602575"/>
                </a:lnTo>
                <a:lnTo>
                  <a:pt x="80704" y="573048"/>
                </a:lnTo>
                <a:lnTo>
                  <a:pt x="80010" y="565150"/>
                </a:lnTo>
                <a:lnTo>
                  <a:pt x="80010" y="368300"/>
                </a:lnTo>
                <a:lnTo>
                  <a:pt x="152400" y="368300"/>
                </a:lnTo>
                <a:lnTo>
                  <a:pt x="152400" y="422910"/>
                </a:lnTo>
                <a:lnTo>
                  <a:pt x="494665" y="422910"/>
                </a:lnTo>
                <a:lnTo>
                  <a:pt x="494665" y="481330"/>
                </a:lnTo>
                <a:lnTo>
                  <a:pt x="152400" y="481330"/>
                </a:lnTo>
                <a:lnTo>
                  <a:pt x="152400" y="542713"/>
                </a:lnTo>
                <a:lnTo>
                  <a:pt x="154516" y="544830"/>
                </a:lnTo>
                <a:lnTo>
                  <a:pt x="494665" y="544830"/>
                </a:lnTo>
                <a:lnTo>
                  <a:pt x="494665" y="565150"/>
                </a:lnTo>
                <a:lnTo>
                  <a:pt x="471090" y="600551"/>
                </a:lnTo>
                <a:lnTo>
                  <a:pt x="463847" y="602575"/>
                </a:lnTo>
                <a:lnTo>
                  <a:pt x="455930" y="603250"/>
                </a:lnTo>
                <a:close/>
              </a:path>
              <a:path w="572135" h="603250">
                <a:moveTo>
                  <a:pt x="494665" y="422910"/>
                </a:moveTo>
                <a:lnTo>
                  <a:pt x="421640" y="422910"/>
                </a:lnTo>
                <a:lnTo>
                  <a:pt x="421640" y="368300"/>
                </a:lnTo>
                <a:lnTo>
                  <a:pt x="494665" y="368300"/>
                </a:lnTo>
                <a:lnTo>
                  <a:pt x="494665" y="422910"/>
                </a:lnTo>
                <a:close/>
              </a:path>
              <a:path w="572135" h="603250">
                <a:moveTo>
                  <a:pt x="494665" y="544830"/>
                </a:moveTo>
                <a:lnTo>
                  <a:pt x="419523" y="544830"/>
                </a:lnTo>
                <a:lnTo>
                  <a:pt x="421640" y="542713"/>
                </a:lnTo>
                <a:lnTo>
                  <a:pt x="421640" y="481330"/>
                </a:lnTo>
                <a:lnTo>
                  <a:pt x="494665" y="481330"/>
                </a:lnTo>
                <a:lnTo>
                  <a:pt x="494665" y="5448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044014" y="5263781"/>
            <a:ext cx="267970" cy="567055"/>
          </a:xfrm>
          <a:custGeom>
            <a:avLst/>
            <a:gdLst/>
            <a:ahLst/>
            <a:cxnLst/>
            <a:rect l="l" t="t" r="r" b="b"/>
            <a:pathLst>
              <a:path w="267969" h="567054">
                <a:moveTo>
                  <a:pt x="71120" y="567055"/>
                </a:moveTo>
                <a:lnTo>
                  <a:pt x="0" y="567055"/>
                </a:lnTo>
                <a:lnTo>
                  <a:pt x="195580" y="0"/>
                </a:lnTo>
                <a:lnTo>
                  <a:pt x="267970" y="0"/>
                </a:lnTo>
                <a:lnTo>
                  <a:pt x="76835" y="558800"/>
                </a:lnTo>
                <a:lnTo>
                  <a:pt x="75141" y="564303"/>
                </a:lnTo>
                <a:lnTo>
                  <a:pt x="71120" y="5670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397074" y="5249812"/>
            <a:ext cx="489584" cy="604520"/>
          </a:xfrm>
          <a:custGeom>
            <a:avLst/>
            <a:gdLst/>
            <a:ahLst/>
            <a:cxnLst/>
            <a:rect l="l" t="t" r="r" b="b"/>
            <a:pathLst>
              <a:path w="489585" h="604520">
                <a:moveTo>
                  <a:pt x="474980" y="73025"/>
                </a:moveTo>
                <a:lnTo>
                  <a:pt x="403225" y="73025"/>
                </a:lnTo>
                <a:lnTo>
                  <a:pt x="403225" y="0"/>
                </a:lnTo>
                <a:lnTo>
                  <a:pt x="474980" y="0"/>
                </a:lnTo>
                <a:lnTo>
                  <a:pt x="474980" y="73025"/>
                </a:lnTo>
                <a:close/>
              </a:path>
              <a:path w="489585" h="604520">
                <a:moveTo>
                  <a:pt x="259080" y="343535"/>
                </a:moveTo>
                <a:lnTo>
                  <a:pt x="38735" y="343535"/>
                </a:lnTo>
                <a:lnTo>
                  <a:pt x="31333" y="342840"/>
                </a:lnTo>
                <a:lnTo>
                  <a:pt x="734" y="312717"/>
                </a:lnTo>
                <a:lnTo>
                  <a:pt x="0" y="304800"/>
                </a:lnTo>
                <a:lnTo>
                  <a:pt x="0" y="19050"/>
                </a:lnTo>
                <a:lnTo>
                  <a:pt x="298450" y="19050"/>
                </a:lnTo>
                <a:lnTo>
                  <a:pt x="298450" y="73025"/>
                </a:lnTo>
                <a:lnTo>
                  <a:pt x="474980" y="73025"/>
                </a:lnTo>
                <a:lnTo>
                  <a:pt x="474980" y="76835"/>
                </a:lnTo>
                <a:lnTo>
                  <a:pt x="70485" y="76835"/>
                </a:lnTo>
                <a:lnTo>
                  <a:pt x="70485" y="285538"/>
                </a:lnTo>
                <a:lnTo>
                  <a:pt x="72601" y="287655"/>
                </a:lnTo>
                <a:lnTo>
                  <a:pt x="298450" y="287655"/>
                </a:lnTo>
                <a:lnTo>
                  <a:pt x="298450" y="304800"/>
                </a:lnTo>
                <a:lnTo>
                  <a:pt x="273923" y="340757"/>
                </a:lnTo>
                <a:lnTo>
                  <a:pt x="266759" y="342840"/>
                </a:lnTo>
                <a:lnTo>
                  <a:pt x="259080" y="343535"/>
                </a:lnTo>
                <a:close/>
              </a:path>
              <a:path w="489585" h="604520">
                <a:moveTo>
                  <a:pt x="298450" y="287655"/>
                </a:moveTo>
                <a:lnTo>
                  <a:pt x="224578" y="287655"/>
                </a:lnTo>
                <a:lnTo>
                  <a:pt x="226695" y="285538"/>
                </a:lnTo>
                <a:lnTo>
                  <a:pt x="226695" y="76835"/>
                </a:lnTo>
                <a:lnTo>
                  <a:pt x="474980" y="76835"/>
                </a:lnTo>
                <a:lnTo>
                  <a:pt x="474980" y="130810"/>
                </a:lnTo>
                <a:lnTo>
                  <a:pt x="298450" y="130810"/>
                </a:lnTo>
                <a:lnTo>
                  <a:pt x="298450" y="219710"/>
                </a:lnTo>
                <a:lnTo>
                  <a:pt x="474980" y="219710"/>
                </a:lnTo>
                <a:lnTo>
                  <a:pt x="474980" y="278130"/>
                </a:lnTo>
                <a:lnTo>
                  <a:pt x="298450" y="278130"/>
                </a:lnTo>
                <a:lnTo>
                  <a:pt x="298450" y="287655"/>
                </a:lnTo>
                <a:close/>
              </a:path>
              <a:path w="489585" h="604520">
                <a:moveTo>
                  <a:pt x="474980" y="219710"/>
                </a:moveTo>
                <a:lnTo>
                  <a:pt x="403225" y="219710"/>
                </a:lnTo>
                <a:lnTo>
                  <a:pt x="403225" y="130810"/>
                </a:lnTo>
                <a:lnTo>
                  <a:pt x="474980" y="130810"/>
                </a:lnTo>
                <a:lnTo>
                  <a:pt x="474980" y="219710"/>
                </a:lnTo>
                <a:close/>
              </a:path>
              <a:path w="489585" h="604520">
                <a:moveTo>
                  <a:pt x="465666" y="436245"/>
                </a:moveTo>
                <a:lnTo>
                  <a:pt x="403225" y="436245"/>
                </a:lnTo>
                <a:lnTo>
                  <a:pt x="403225" y="278130"/>
                </a:lnTo>
                <a:lnTo>
                  <a:pt x="474980" y="278130"/>
                </a:lnTo>
                <a:lnTo>
                  <a:pt x="474980" y="426931"/>
                </a:lnTo>
                <a:lnTo>
                  <a:pt x="473710" y="429895"/>
                </a:lnTo>
                <a:lnTo>
                  <a:pt x="468630" y="434975"/>
                </a:lnTo>
                <a:lnTo>
                  <a:pt x="465666" y="436245"/>
                </a:lnTo>
                <a:close/>
              </a:path>
              <a:path w="489585" h="604520">
                <a:moveTo>
                  <a:pt x="480271" y="604520"/>
                </a:moveTo>
                <a:lnTo>
                  <a:pt x="113030" y="604520"/>
                </a:lnTo>
                <a:lnTo>
                  <a:pt x="105628" y="603825"/>
                </a:lnTo>
                <a:lnTo>
                  <a:pt x="75029" y="573702"/>
                </a:lnTo>
                <a:lnTo>
                  <a:pt x="74295" y="565785"/>
                </a:lnTo>
                <a:lnTo>
                  <a:pt x="74295" y="410845"/>
                </a:lnTo>
                <a:lnTo>
                  <a:pt x="146050" y="410845"/>
                </a:lnTo>
                <a:lnTo>
                  <a:pt x="146050" y="539961"/>
                </a:lnTo>
                <a:lnTo>
                  <a:pt x="146685" y="541549"/>
                </a:lnTo>
                <a:lnTo>
                  <a:pt x="149225" y="543666"/>
                </a:lnTo>
                <a:lnTo>
                  <a:pt x="150495" y="544195"/>
                </a:lnTo>
                <a:lnTo>
                  <a:pt x="489585" y="544195"/>
                </a:lnTo>
                <a:lnTo>
                  <a:pt x="489585" y="595206"/>
                </a:lnTo>
                <a:lnTo>
                  <a:pt x="488315" y="598170"/>
                </a:lnTo>
                <a:lnTo>
                  <a:pt x="483235" y="603250"/>
                </a:lnTo>
                <a:lnTo>
                  <a:pt x="480271" y="6045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989529" y="5263781"/>
            <a:ext cx="267970" cy="567055"/>
          </a:xfrm>
          <a:custGeom>
            <a:avLst/>
            <a:gdLst/>
            <a:ahLst/>
            <a:cxnLst/>
            <a:rect l="l" t="t" r="r" b="b"/>
            <a:pathLst>
              <a:path w="267970" h="567054">
                <a:moveTo>
                  <a:pt x="71120" y="567055"/>
                </a:moveTo>
                <a:lnTo>
                  <a:pt x="0" y="567055"/>
                </a:lnTo>
                <a:lnTo>
                  <a:pt x="195580" y="0"/>
                </a:lnTo>
                <a:lnTo>
                  <a:pt x="267970" y="0"/>
                </a:lnTo>
                <a:lnTo>
                  <a:pt x="76835" y="558800"/>
                </a:lnTo>
                <a:lnTo>
                  <a:pt x="75141" y="564303"/>
                </a:lnTo>
                <a:lnTo>
                  <a:pt x="71120" y="5670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308934" y="5262512"/>
            <a:ext cx="572135" cy="603250"/>
          </a:xfrm>
          <a:custGeom>
            <a:avLst/>
            <a:gdLst/>
            <a:ahLst/>
            <a:cxnLst/>
            <a:rect l="l" t="t" r="r" b="b"/>
            <a:pathLst>
              <a:path w="572135" h="603250">
                <a:moveTo>
                  <a:pt x="497840" y="217170"/>
                </a:moveTo>
                <a:lnTo>
                  <a:pt x="119380" y="217170"/>
                </a:lnTo>
                <a:lnTo>
                  <a:pt x="111978" y="216495"/>
                </a:lnTo>
                <a:lnTo>
                  <a:pt x="81379" y="186967"/>
                </a:lnTo>
                <a:lnTo>
                  <a:pt x="80645" y="179070"/>
                </a:lnTo>
                <a:lnTo>
                  <a:pt x="80645" y="38100"/>
                </a:lnTo>
                <a:lnTo>
                  <a:pt x="104219" y="2698"/>
                </a:lnTo>
                <a:lnTo>
                  <a:pt x="119380" y="0"/>
                </a:lnTo>
                <a:lnTo>
                  <a:pt x="491490" y="0"/>
                </a:lnTo>
                <a:lnTo>
                  <a:pt x="491490" y="58420"/>
                </a:lnTo>
                <a:lnTo>
                  <a:pt x="155786" y="58420"/>
                </a:lnTo>
                <a:lnTo>
                  <a:pt x="153670" y="60536"/>
                </a:lnTo>
                <a:lnTo>
                  <a:pt x="153670" y="154728"/>
                </a:lnTo>
                <a:lnTo>
                  <a:pt x="155786" y="156845"/>
                </a:lnTo>
                <a:lnTo>
                  <a:pt x="497840" y="156845"/>
                </a:lnTo>
                <a:lnTo>
                  <a:pt x="497840" y="217170"/>
                </a:lnTo>
                <a:close/>
              </a:path>
              <a:path w="572135" h="603250">
                <a:moveTo>
                  <a:pt x="323850" y="280670"/>
                </a:moveTo>
                <a:lnTo>
                  <a:pt x="251460" y="280670"/>
                </a:lnTo>
                <a:lnTo>
                  <a:pt x="251460" y="217170"/>
                </a:lnTo>
                <a:lnTo>
                  <a:pt x="323850" y="217170"/>
                </a:lnTo>
                <a:lnTo>
                  <a:pt x="323850" y="280670"/>
                </a:lnTo>
                <a:close/>
              </a:path>
              <a:path w="572135" h="603250">
                <a:moveTo>
                  <a:pt x="562821" y="340360"/>
                </a:moveTo>
                <a:lnTo>
                  <a:pt x="0" y="340360"/>
                </a:lnTo>
                <a:lnTo>
                  <a:pt x="0" y="280670"/>
                </a:lnTo>
                <a:lnTo>
                  <a:pt x="572135" y="280670"/>
                </a:lnTo>
                <a:lnTo>
                  <a:pt x="572135" y="331046"/>
                </a:lnTo>
                <a:lnTo>
                  <a:pt x="570865" y="334010"/>
                </a:lnTo>
                <a:lnTo>
                  <a:pt x="565785" y="339090"/>
                </a:lnTo>
                <a:lnTo>
                  <a:pt x="562821" y="340360"/>
                </a:lnTo>
                <a:close/>
              </a:path>
              <a:path w="572135" h="603250">
                <a:moveTo>
                  <a:pt x="289560" y="603250"/>
                </a:moveTo>
                <a:lnTo>
                  <a:pt x="244157" y="601424"/>
                </a:lnTo>
                <a:lnTo>
                  <a:pt x="203200" y="595947"/>
                </a:lnTo>
                <a:lnTo>
                  <a:pt x="151169" y="580707"/>
                </a:lnTo>
                <a:lnTo>
                  <a:pt x="111760" y="557054"/>
                </a:lnTo>
                <a:lnTo>
                  <a:pt x="86677" y="525482"/>
                </a:lnTo>
                <a:lnTo>
                  <a:pt x="78105" y="485775"/>
                </a:lnTo>
                <a:lnTo>
                  <a:pt x="79057" y="471051"/>
                </a:lnTo>
                <a:lnTo>
                  <a:pt x="93345" y="433070"/>
                </a:lnTo>
                <a:lnTo>
                  <a:pt x="123348" y="404018"/>
                </a:lnTo>
                <a:lnTo>
                  <a:pt x="167163" y="383460"/>
                </a:lnTo>
                <a:lnTo>
                  <a:pt x="223123" y="371137"/>
                </a:lnTo>
                <a:lnTo>
                  <a:pt x="266303" y="367486"/>
                </a:lnTo>
                <a:lnTo>
                  <a:pt x="289560" y="367030"/>
                </a:lnTo>
                <a:lnTo>
                  <a:pt x="312559" y="367486"/>
                </a:lnTo>
                <a:lnTo>
                  <a:pt x="355580" y="371137"/>
                </a:lnTo>
                <a:lnTo>
                  <a:pt x="394414" y="378440"/>
                </a:lnTo>
                <a:lnTo>
                  <a:pt x="442277" y="396240"/>
                </a:lnTo>
                <a:lnTo>
                  <a:pt x="476746" y="422433"/>
                </a:lnTo>
                <a:lnTo>
                  <a:pt x="479126" y="425450"/>
                </a:lnTo>
                <a:lnTo>
                  <a:pt x="289560" y="425450"/>
                </a:lnTo>
                <a:lnTo>
                  <a:pt x="276324" y="425668"/>
                </a:lnTo>
                <a:lnTo>
                  <a:pt x="237807" y="428942"/>
                </a:lnTo>
                <a:lnTo>
                  <a:pt x="193675" y="439420"/>
                </a:lnTo>
                <a:lnTo>
                  <a:pt x="158194" y="463371"/>
                </a:lnTo>
                <a:lnTo>
                  <a:pt x="151765" y="484505"/>
                </a:lnTo>
                <a:lnTo>
                  <a:pt x="152538" y="492442"/>
                </a:lnTo>
                <a:lnTo>
                  <a:pt x="178355" y="522764"/>
                </a:lnTo>
                <a:lnTo>
                  <a:pt x="217090" y="536972"/>
                </a:lnTo>
                <a:lnTo>
                  <a:pt x="264874" y="543957"/>
                </a:lnTo>
                <a:lnTo>
                  <a:pt x="289560" y="544830"/>
                </a:lnTo>
                <a:lnTo>
                  <a:pt x="478137" y="544830"/>
                </a:lnTo>
                <a:lnTo>
                  <a:pt x="476746" y="546596"/>
                </a:lnTo>
                <a:lnTo>
                  <a:pt x="442277" y="573087"/>
                </a:lnTo>
                <a:lnTo>
                  <a:pt x="394414" y="591363"/>
                </a:lnTo>
                <a:lnTo>
                  <a:pt x="355580" y="598964"/>
                </a:lnTo>
                <a:lnTo>
                  <a:pt x="312559" y="602774"/>
                </a:lnTo>
                <a:lnTo>
                  <a:pt x="289560" y="603250"/>
                </a:lnTo>
                <a:close/>
              </a:path>
              <a:path w="572135" h="603250">
                <a:moveTo>
                  <a:pt x="478137" y="544830"/>
                </a:moveTo>
                <a:lnTo>
                  <a:pt x="289560" y="544830"/>
                </a:lnTo>
                <a:lnTo>
                  <a:pt x="301645" y="544631"/>
                </a:lnTo>
                <a:lnTo>
                  <a:pt x="313769" y="544036"/>
                </a:lnTo>
                <a:lnTo>
                  <a:pt x="361394" y="537448"/>
                </a:lnTo>
                <a:lnTo>
                  <a:pt x="400129" y="522922"/>
                </a:lnTo>
                <a:lnTo>
                  <a:pt x="425946" y="493415"/>
                </a:lnTo>
                <a:lnTo>
                  <a:pt x="426720" y="485775"/>
                </a:lnTo>
                <a:lnTo>
                  <a:pt x="425986" y="478095"/>
                </a:lnTo>
                <a:lnTo>
                  <a:pt x="401399" y="447595"/>
                </a:lnTo>
                <a:lnTo>
                  <a:pt x="363696" y="433308"/>
                </a:lnTo>
                <a:lnTo>
                  <a:pt x="315277" y="426323"/>
                </a:lnTo>
                <a:lnTo>
                  <a:pt x="289560" y="425450"/>
                </a:lnTo>
                <a:lnTo>
                  <a:pt x="479126" y="425450"/>
                </a:lnTo>
                <a:lnTo>
                  <a:pt x="499427" y="470336"/>
                </a:lnTo>
                <a:lnTo>
                  <a:pt x="500380" y="484505"/>
                </a:lnTo>
                <a:lnTo>
                  <a:pt x="499427" y="498673"/>
                </a:lnTo>
                <a:lnTo>
                  <a:pt x="496570" y="511969"/>
                </a:lnTo>
                <a:lnTo>
                  <a:pt x="491807" y="524391"/>
                </a:lnTo>
                <a:lnTo>
                  <a:pt x="485140" y="535940"/>
                </a:lnTo>
                <a:lnTo>
                  <a:pt x="478137" y="5448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861385" y="5249812"/>
            <a:ext cx="607695" cy="604520"/>
          </a:xfrm>
          <a:custGeom>
            <a:avLst/>
            <a:gdLst/>
            <a:ahLst/>
            <a:cxnLst/>
            <a:rect l="l" t="t" r="r" b="b"/>
            <a:pathLst>
              <a:path w="607695" h="604520">
                <a:moveTo>
                  <a:pt x="47625" y="469900"/>
                </a:moveTo>
                <a:lnTo>
                  <a:pt x="0" y="423545"/>
                </a:lnTo>
                <a:lnTo>
                  <a:pt x="16291" y="413583"/>
                </a:lnTo>
                <a:lnTo>
                  <a:pt x="32146" y="402748"/>
                </a:lnTo>
                <a:lnTo>
                  <a:pt x="62547" y="378460"/>
                </a:lnTo>
                <a:lnTo>
                  <a:pt x="90328" y="351710"/>
                </a:lnTo>
                <a:lnTo>
                  <a:pt x="125293" y="309046"/>
                </a:lnTo>
                <a:lnTo>
                  <a:pt x="150177" y="265112"/>
                </a:lnTo>
                <a:lnTo>
                  <a:pt x="162381" y="222428"/>
                </a:lnTo>
                <a:lnTo>
                  <a:pt x="163195" y="208915"/>
                </a:lnTo>
                <a:lnTo>
                  <a:pt x="163195" y="27940"/>
                </a:lnTo>
                <a:lnTo>
                  <a:pt x="236220" y="27940"/>
                </a:lnTo>
                <a:lnTo>
                  <a:pt x="236220" y="208915"/>
                </a:lnTo>
                <a:lnTo>
                  <a:pt x="237212" y="222805"/>
                </a:lnTo>
                <a:lnTo>
                  <a:pt x="252095" y="267335"/>
                </a:lnTo>
                <a:lnTo>
                  <a:pt x="280908" y="312578"/>
                </a:lnTo>
                <a:lnTo>
                  <a:pt x="287536" y="320675"/>
                </a:lnTo>
                <a:lnTo>
                  <a:pt x="201295" y="320675"/>
                </a:lnTo>
                <a:lnTo>
                  <a:pt x="169862" y="359410"/>
                </a:lnTo>
                <a:lnTo>
                  <a:pt x="140335" y="392569"/>
                </a:lnTo>
                <a:lnTo>
                  <a:pt x="108505" y="424497"/>
                </a:lnTo>
                <a:lnTo>
                  <a:pt x="76438" y="451981"/>
                </a:lnTo>
                <a:lnTo>
                  <a:pt x="56753" y="465157"/>
                </a:lnTo>
                <a:lnTo>
                  <a:pt x="47625" y="469900"/>
                </a:lnTo>
                <a:close/>
              </a:path>
              <a:path w="607695" h="604520">
                <a:moveTo>
                  <a:pt x="359410" y="462280"/>
                </a:moveTo>
                <a:lnTo>
                  <a:pt x="317182" y="437197"/>
                </a:lnTo>
                <a:lnTo>
                  <a:pt x="283726" y="409813"/>
                </a:lnTo>
                <a:lnTo>
                  <a:pt x="251618" y="379015"/>
                </a:lnTo>
                <a:lnTo>
                  <a:pt x="223143" y="347940"/>
                </a:lnTo>
                <a:lnTo>
                  <a:pt x="201295" y="320675"/>
                </a:lnTo>
                <a:lnTo>
                  <a:pt x="287536" y="320675"/>
                </a:lnTo>
                <a:lnTo>
                  <a:pt x="292735" y="327025"/>
                </a:lnTo>
                <a:lnTo>
                  <a:pt x="305435" y="340955"/>
                </a:lnTo>
                <a:lnTo>
                  <a:pt x="347345" y="378460"/>
                </a:lnTo>
                <a:lnTo>
                  <a:pt x="391041" y="405963"/>
                </a:lnTo>
                <a:lnTo>
                  <a:pt x="405130" y="412115"/>
                </a:lnTo>
                <a:lnTo>
                  <a:pt x="359410" y="462280"/>
                </a:lnTo>
                <a:close/>
              </a:path>
              <a:path w="607695" h="604520">
                <a:moveTo>
                  <a:pt x="509481" y="604520"/>
                </a:moveTo>
                <a:lnTo>
                  <a:pt x="447040" y="604520"/>
                </a:lnTo>
                <a:lnTo>
                  <a:pt x="447040" y="0"/>
                </a:lnTo>
                <a:lnTo>
                  <a:pt x="518795" y="0"/>
                </a:lnTo>
                <a:lnTo>
                  <a:pt x="518795" y="212725"/>
                </a:lnTo>
                <a:lnTo>
                  <a:pt x="607695" y="212725"/>
                </a:lnTo>
                <a:lnTo>
                  <a:pt x="607695" y="273050"/>
                </a:lnTo>
                <a:lnTo>
                  <a:pt x="518795" y="273050"/>
                </a:lnTo>
                <a:lnTo>
                  <a:pt x="518795" y="595206"/>
                </a:lnTo>
                <a:lnTo>
                  <a:pt x="517525" y="598170"/>
                </a:lnTo>
                <a:lnTo>
                  <a:pt x="512445" y="603250"/>
                </a:lnTo>
                <a:lnTo>
                  <a:pt x="509481" y="6045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490670" y="5265052"/>
            <a:ext cx="571500" cy="589280"/>
          </a:xfrm>
          <a:custGeom>
            <a:avLst/>
            <a:gdLst/>
            <a:ahLst/>
            <a:cxnLst/>
            <a:rect l="l" t="t" r="r" b="b"/>
            <a:pathLst>
              <a:path w="571500" h="589279">
                <a:moveTo>
                  <a:pt x="562186" y="382905"/>
                </a:moveTo>
                <a:lnTo>
                  <a:pt x="0" y="382905"/>
                </a:lnTo>
                <a:lnTo>
                  <a:pt x="0" y="322580"/>
                </a:lnTo>
                <a:lnTo>
                  <a:pt x="571500" y="322580"/>
                </a:lnTo>
                <a:lnTo>
                  <a:pt x="571500" y="373591"/>
                </a:lnTo>
                <a:lnTo>
                  <a:pt x="570230" y="376555"/>
                </a:lnTo>
                <a:lnTo>
                  <a:pt x="565150" y="381635"/>
                </a:lnTo>
                <a:lnTo>
                  <a:pt x="562186" y="382905"/>
                </a:lnTo>
                <a:close/>
              </a:path>
              <a:path w="571500" h="589279">
                <a:moveTo>
                  <a:pt x="313266" y="589280"/>
                </a:moveTo>
                <a:lnTo>
                  <a:pt x="250190" y="589280"/>
                </a:lnTo>
                <a:lnTo>
                  <a:pt x="250190" y="382905"/>
                </a:lnTo>
                <a:lnTo>
                  <a:pt x="322580" y="382905"/>
                </a:lnTo>
                <a:lnTo>
                  <a:pt x="322580" y="579966"/>
                </a:lnTo>
                <a:lnTo>
                  <a:pt x="321310" y="582930"/>
                </a:lnTo>
                <a:lnTo>
                  <a:pt x="316230" y="588010"/>
                </a:lnTo>
                <a:lnTo>
                  <a:pt x="313266" y="589280"/>
                </a:lnTo>
                <a:close/>
              </a:path>
              <a:path w="571500" h="589279">
                <a:moveTo>
                  <a:pt x="458470" y="257175"/>
                </a:moveTo>
                <a:lnTo>
                  <a:pt x="113030" y="257175"/>
                </a:lnTo>
                <a:lnTo>
                  <a:pt x="105628" y="256480"/>
                </a:lnTo>
                <a:lnTo>
                  <a:pt x="75029" y="226357"/>
                </a:lnTo>
                <a:lnTo>
                  <a:pt x="74295" y="218440"/>
                </a:lnTo>
                <a:lnTo>
                  <a:pt x="74295" y="0"/>
                </a:lnTo>
                <a:lnTo>
                  <a:pt x="497840" y="0"/>
                </a:lnTo>
                <a:lnTo>
                  <a:pt x="497840" y="58420"/>
                </a:lnTo>
                <a:lnTo>
                  <a:pt x="145415" y="58420"/>
                </a:lnTo>
                <a:lnTo>
                  <a:pt x="145415" y="196638"/>
                </a:lnTo>
                <a:lnTo>
                  <a:pt x="147531" y="198755"/>
                </a:lnTo>
                <a:lnTo>
                  <a:pt x="497840" y="198755"/>
                </a:lnTo>
                <a:lnTo>
                  <a:pt x="497840" y="218440"/>
                </a:lnTo>
                <a:lnTo>
                  <a:pt x="473313" y="254397"/>
                </a:lnTo>
                <a:lnTo>
                  <a:pt x="466149" y="256480"/>
                </a:lnTo>
                <a:lnTo>
                  <a:pt x="458470" y="257175"/>
                </a:lnTo>
                <a:close/>
              </a:path>
              <a:path w="571500" h="589279">
                <a:moveTo>
                  <a:pt x="497840" y="198755"/>
                </a:moveTo>
                <a:lnTo>
                  <a:pt x="423968" y="198755"/>
                </a:lnTo>
                <a:lnTo>
                  <a:pt x="426085" y="196638"/>
                </a:lnTo>
                <a:lnTo>
                  <a:pt x="426085" y="58420"/>
                </a:lnTo>
                <a:lnTo>
                  <a:pt x="497840" y="58420"/>
                </a:lnTo>
                <a:lnTo>
                  <a:pt x="497840" y="1987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081220" y="5275846"/>
            <a:ext cx="571500" cy="501650"/>
          </a:xfrm>
          <a:custGeom>
            <a:avLst/>
            <a:gdLst/>
            <a:ahLst/>
            <a:cxnLst/>
            <a:rect l="l" t="t" r="r" b="b"/>
            <a:pathLst>
              <a:path w="571500" h="501650">
                <a:moveTo>
                  <a:pt x="70485" y="322580"/>
                </a:moveTo>
                <a:lnTo>
                  <a:pt x="22860" y="271145"/>
                </a:lnTo>
                <a:lnTo>
                  <a:pt x="32779" y="267989"/>
                </a:lnTo>
                <a:lnTo>
                  <a:pt x="43259" y="264318"/>
                </a:lnTo>
                <a:lnTo>
                  <a:pt x="78640" y="249971"/>
                </a:lnTo>
                <a:lnTo>
                  <a:pt x="116205" y="231457"/>
                </a:lnTo>
                <a:lnTo>
                  <a:pt x="153590" y="209192"/>
                </a:lnTo>
                <a:lnTo>
                  <a:pt x="188595" y="183594"/>
                </a:lnTo>
                <a:lnTo>
                  <a:pt x="217963" y="155456"/>
                </a:lnTo>
                <a:lnTo>
                  <a:pt x="244395" y="114577"/>
                </a:lnTo>
                <a:lnTo>
                  <a:pt x="250825" y="82550"/>
                </a:lnTo>
                <a:lnTo>
                  <a:pt x="250825" y="0"/>
                </a:lnTo>
                <a:lnTo>
                  <a:pt x="323215" y="0"/>
                </a:lnTo>
                <a:lnTo>
                  <a:pt x="323215" y="82550"/>
                </a:lnTo>
                <a:lnTo>
                  <a:pt x="323929" y="93007"/>
                </a:lnTo>
                <a:lnTo>
                  <a:pt x="340816" y="134362"/>
                </a:lnTo>
                <a:lnTo>
                  <a:pt x="374491" y="173236"/>
                </a:lnTo>
                <a:lnTo>
                  <a:pt x="378199" y="176530"/>
                </a:lnTo>
                <a:lnTo>
                  <a:pt x="287020" y="176530"/>
                </a:lnTo>
                <a:lnTo>
                  <a:pt x="257671" y="208855"/>
                </a:lnTo>
                <a:lnTo>
                  <a:pt x="218678" y="241935"/>
                </a:lnTo>
                <a:lnTo>
                  <a:pt x="174843" y="272315"/>
                </a:lnTo>
                <a:lnTo>
                  <a:pt x="128587" y="298450"/>
                </a:lnTo>
                <a:lnTo>
                  <a:pt x="84117" y="317976"/>
                </a:lnTo>
                <a:lnTo>
                  <a:pt x="70485" y="322580"/>
                </a:lnTo>
                <a:close/>
              </a:path>
              <a:path w="571500" h="501650">
                <a:moveTo>
                  <a:pt x="502920" y="321945"/>
                </a:moveTo>
                <a:lnTo>
                  <a:pt x="462974" y="307002"/>
                </a:lnTo>
                <a:lnTo>
                  <a:pt x="417195" y="283924"/>
                </a:lnTo>
                <a:lnTo>
                  <a:pt x="371256" y="255369"/>
                </a:lnTo>
                <a:lnTo>
                  <a:pt x="328930" y="222567"/>
                </a:lnTo>
                <a:lnTo>
                  <a:pt x="295354" y="187979"/>
                </a:lnTo>
                <a:lnTo>
                  <a:pt x="287020" y="176530"/>
                </a:lnTo>
                <a:lnTo>
                  <a:pt x="378199" y="176530"/>
                </a:lnTo>
                <a:lnTo>
                  <a:pt x="384810" y="182403"/>
                </a:lnTo>
                <a:lnTo>
                  <a:pt x="395763" y="191333"/>
                </a:lnTo>
                <a:lnTo>
                  <a:pt x="431482" y="216296"/>
                </a:lnTo>
                <a:lnTo>
                  <a:pt x="468729" y="237450"/>
                </a:lnTo>
                <a:lnTo>
                  <a:pt x="505460" y="254952"/>
                </a:lnTo>
                <a:lnTo>
                  <a:pt x="548640" y="271145"/>
                </a:lnTo>
                <a:lnTo>
                  <a:pt x="502920" y="321945"/>
                </a:lnTo>
                <a:close/>
              </a:path>
              <a:path w="571500" h="501650">
                <a:moveTo>
                  <a:pt x="323215" y="440690"/>
                </a:moveTo>
                <a:lnTo>
                  <a:pt x="250190" y="440690"/>
                </a:lnTo>
                <a:lnTo>
                  <a:pt x="250190" y="289560"/>
                </a:lnTo>
                <a:lnTo>
                  <a:pt x="323215" y="289560"/>
                </a:lnTo>
                <a:lnTo>
                  <a:pt x="323215" y="440690"/>
                </a:lnTo>
                <a:close/>
              </a:path>
              <a:path w="571500" h="501650">
                <a:moveTo>
                  <a:pt x="562186" y="501650"/>
                </a:moveTo>
                <a:lnTo>
                  <a:pt x="0" y="501650"/>
                </a:lnTo>
                <a:lnTo>
                  <a:pt x="0" y="440690"/>
                </a:lnTo>
                <a:lnTo>
                  <a:pt x="571500" y="440690"/>
                </a:lnTo>
                <a:lnTo>
                  <a:pt x="571500" y="492336"/>
                </a:lnTo>
                <a:lnTo>
                  <a:pt x="570230" y="495300"/>
                </a:lnTo>
                <a:lnTo>
                  <a:pt x="565150" y="500380"/>
                </a:lnTo>
                <a:lnTo>
                  <a:pt x="562186" y="501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821500" y="5249812"/>
            <a:ext cx="541020" cy="605155"/>
          </a:xfrm>
          <a:custGeom>
            <a:avLst/>
            <a:gdLst/>
            <a:ahLst/>
            <a:cxnLst/>
            <a:rect l="l" t="t" r="r" b="b"/>
            <a:pathLst>
              <a:path w="541020" h="605154">
                <a:moveTo>
                  <a:pt x="48260" y="368935"/>
                </a:moveTo>
                <a:lnTo>
                  <a:pt x="0" y="323215"/>
                </a:lnTo>
                <a:lnTo>
                  <a:pt x="14565" y="315932"/>
                </a:lnTo>
                <a:lnTo>
                  <a:pt x="29051" y="308054"/>
                </a:lnTo>
                <a:lnTo>
                  <a:pt x="71695" y="280928"/>
                </a:lnTo>
                <a:lnTo>
                  <a:pt x="108902" y="249555"/>
                </a:lnTo>
                <a:lnTo>
                  <a:pt x="137715" y="214610"/>
                </a:lnTo>
                <a:lnTo>
                  <a:pt x="155336" y="176609"/>
                </a:lnTo>
                <a:lnTo>
                  <a:pt x="158750" y="8255"/>
                </a:lnTo>
                <a:lnTo>
                  <a:pt x="232410" y="8255"/>
                </a:lnTo>
                <a:lnTo>
                  <a:pt x="232410" y="151130"/>
                </a:lnTo>
                <a:lnTo>
                  <a:pt x="233184" y="164187"/>
                </a:lnTo>
                <a:lnTo>
                  <a:pt x="251559" y="210939"/>
                </a:lnTo>
                <a:lnTo>
                  <a:pt x="278765" y="241300"/>
                </a:lnTo>
                <a:lnTo>
                  <a:pt x="286334" y="247650"/>
                </a:lnTo>
                <a:lnTo>
                  <a:pt x="197485" y="247650"/>
                </a:lnTo>
                <a:lnTo>
                  <a:pt x="170973" y="278527"/>
                </a:lnTo>
                <a:lnTo>
                  <a:pt x="137160" y="310197"/>
                </a:lnTo>
                <a:lnTo>
                  <a:pt x="96202" y="340915"/>
                </a:lnTo>
                <a:lnTo>
                  <a:pt x="73104" y="355262"/>
                </a:lnTo>
                <a:lnTo>
                  <a:pt x="48260" y="368935"/>
                </a:lnTo>
                <a:close/>
              </a:path>
              <a:path w="541020" h="605154">
                <a:moveTo>
                  <a:pt x="347980" y="355600"/>
                </a:moveTo>
                <a:lnTo>
                  <a:pt x="307657" y="334962"/>
                </a:lnTo>
                <a:lnTo>
                  <a:pt x="266065" y="307975"/>
                </a:lnTo>
                <a:lnTo>
                  <a:pt x="227647" y="277812"/>
                </a:lnTo>
                <a:lnTo>
                  <a:pt x="197485" y="247650"/>
                </a:lnTo>
                <a:lnTo>
                  <a:pt x="286334" y="247650"/>
                </a:lnTo>
                <a:lnTo>
                  <a:pt x="289976" y="250706"/>
                </a:lnTo>
                <a:lnTo>
                  <a:pt x="302022" y="259873"/>
                </a:lnTo>
                <a:lnTo>
                  <a:pt x="342959" y="285988"/>
                </a:lnTo>
                <a:lnTo>
                  <a:pt x="388620" y="310515"/>
                </a:lnTo>
                <a:lnTo>
                  <a:pt x="347980" y="355600"/>
                </a:lnTo>
                <a:close/>
              </a:path>
              <a:path w="541020" h="605154">
                <a:moveTo>
                  <a:pt x="515831" y="438785"/>
                </a:moveTo>
                <a:lnTo>
                  <a:pt x="452120" y="438785"/>
                </a:lnTo>
                <a:lnTo>
                  <a:pt x="452120" y="0"/>
                </a:lnTo>
                <a:lnTo>
                  <a:pt x="525145" y="0"/>
                </a:lnTo>
                <a:lnTo>
                  <a:pt x="525145" y="429471"/>
                </a:lnTo>
                <a:lnTo>
                  <a:pt x="523875" y="432435"/>
                </a:lnTo>
                <a:lnTo>
                  <a:pt x="518795" y="437515"/>
                </a:lnTo>
                <a:lnTo>
                  <a:pt x="515831" y="438785"/>
                </a:lnTo>
                <a:close/>
              </a:path>
              <a:path w="541020" h="605154">
                <a:moveTo>
                  <a:pt x="531706" y="605155"/>
                </a:moveTo>
                <a:lnTo>
                  <a:pt x="160020" y="605155"/>
                </a:lnTo>
                <a:lnTo>
                  <a:pt x="152618" y="604460"/>
                </a:lnTo>
                <a:lnTo>
                  <a:pt x="122019" y="574337"/>
                </a:lnTo>
                <a:lnTo>
                  <a:pt x="121285" y="566420"/>
                </a:lnTo>
                <a:lnTo>
                  <a:pt x="121285" y="406400"/>
                </a:lnTo>
                <a:lnTo>
                  <a:pt x="194310" y="406400"/>
                </a:lnTo>
                <a:lnTo>
                  <a:pt x="194310" y="539961"/>
                </a:lnTo>
                <a:lnTo>
                  <a:pt x="194945" y="541549"/>
                </a:lnTo>
                <a:lnTo>
                  <a:pt x="197485" y="543666"/>
                </a:lnTo>
                <a:lnTo>
                  <a:pt x="198755" y="544195"/>
                </a:lnTo>
                <a:lnTo>
                  <a:pt x="541020" y="544195"/>
                </a:lnTo>
                <a:lnTo>
                  <a:pt x="541020" y="595841"/>
                </a:lnTo>
                <a:lnTo>
                  <a:pt x="539750" y="598805"/>
                </a:lnTo>
                <a:lnTo>
                  <a:pt x="534670" y="603885"/>
                </a:lnTo>
                <a:lnTo>
                  <a:pt x="531706" y="6051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433005" y="5280292"/>
            <a:ext cx="573405" cy="496570"/>
          </a:xfrm>
          <a:custGeom>
            <a:avLst/>
            <a:gdLst/>
            <a:ahLst/>
            <a:cxnLst/>
            <a:rect l="l" t="t" r="r" b="b"/>
            <a:pathLst>
              <a:path w="573404" h="496570">
                <a:moveTo>
                  <a:pt x="447675" y="368935"/>
                </a:moveTo>
                <a:lnTo>
                  <a:pt x="377825" y="368935"/>
                </a:lnTo>
                <a:lnTo>
                  <a:pt x="382270" y="360342"/>
                </a:lnTo>
                <a:lnTo>
                  <a:pt x="386715" y="350440"/>
                </a:lnTo>
                <a:lnTo>
                  <a:pt x="399950" y="313313"/>
                </a:lnTo>
                <a:lnTo>
                  <a:pt x="411797" y="270510"/>
                </a:lnTo>
                <a:lnTo>
                  <a:pt x="421144" y="225385"/>
                </a:lnTo>
                <a:lnTo>
                  <a:pt x="426878" y="181292"/>
                </a:lnTo>
                <a:lnTo>
                  <a:pt x="427990" y="155575"/>
                </a:lnTo>
                <a:lnTo>
                  <a:pt x="427990" y="63076"/>
                </a:lnTo>
                <a:lnTo>
                  <a:pt x="425873" y="60960"/>
                </a:lnTo>
                <a:lnTo>
                  <a:pt x="71120" y="60960"/>
                </a:lnTo>
                <a:lnTo>
                  <a:pt x="71120" y="0"/>
                </a:lnTo>
                <a:lnTo>
                  <a:pt x="462280" y="0"/>
                </a:lnTo>
                <a:lnTo>
                  <a:pt x="470197" y="674"/>
                </a:lnTo>
                <a:lnTo>
                  <a:pt x="500320" y="30202"/>
                </a:lnTo>
                <a:lnTo>
                  <a:pt x="501015" y="38100"/>
                </a:lnTo>
                <a:lnTo>
                  <a:pt x="500957" y="155575"/>
                </a:lnTo>
                <a:lnTo>
                  <a:pt x="497205" y="207645"/>
                </a:lnTo>
                <a:lnTo>
                  <a:pt x="489704" y="252234"/>
                </a:lnTo>
                <a:lnTo>
                  <a:pt x="478710" y="295830"/>
                </a:lnTo>
                <a:lnTo>
                  <a:pt x="464522" y="336073"/>
                </a:lnTo>
                <a:lnTo>
                  <a:pt x="453568" y="358933"/>
                </a:lnTo>
                <a:lnTo>
                  <a:pt x="447675" y="368935"/>
                </a:lnTo>
                <a:close/>
              </a:path>
              <a:path w="573404" h="496570">
                <a:moveTo>
                  <a:pt x="270510" y="435610"/>
                </a:moveTo>
                <a:lnTo>
                  <a:pt x="198120" y="435610"/>
                </a:lnTo>
                <a:lnTo>
                  <a:pt x="198120" y="187325"/>
                </a:lnTo>
                <a:lnTo>
                  <a:pt x="270510" y="187325"/>
                </a:lnTo>
                <a:lnTo>
                  <a:pt x="270510" y="435610"/>
                </a:lnTo>
                <a:close/>
              </a:path>
              <a:path w="573404" h="496570">
                <a:moveTo>
                  <a:pt x="564091" y="496570"/>
                </a:moveTo>
                <a:lnTo>
                  <a:pt x="0" y="496570"/>
                </a:lnTo>
                <a:lnTo>
                  <a:pt x="0" y="435610"/>
                </a:lnTo>
                <a:lnTo>
                  <a:pt x="573405" y="435610"/>
                </a:lnTo>
                <a:lnTo>
                  <a:pt x="573405" y="487256"/>
                </a:lnTo>
                <a:lnTo>
                  <a:pt x="572135" y="490220"/>
                </a:lnTo>
                <a:lnTo>
                  <a:pt x="567055" y="495300"/>
                </a:lnTo>
                <a:lnTo>
                  <a:pt x="564091" y="496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194856" y="5258067"/>
            <a:ext cx="571500" cy="596265"/>
          </a:xfrm>
          <a:custGeom>
            <a:avLst/>
            <a:gdLst/>
            <a:ahLst/>
            <a:cxnLst/>
            <a:rect l="l" t="t" r="r" b="b"/>
            <a:pathLst>
              <a:path w="571500" h="596264">
                <a:moveTo>
                  <a:pt x="562186" y="409575"/>
                </a:moveTo>
                <a:lnTo>
                  <a:pt x="0" y="409575"/>
                </a:lnTo>
                <a:lnTo>
                  <a:pt x="0" y="349250"/>
                </a:lnTo>
                <a:lnTo>
                  <a:pt x="571500" y="349250"/>
                </a:lnTo>
                <a:lnTo>
                  <a:pt x="571500" y="400261"/>
                </a:lnTo>
                <a:lnTo>
                  <a:pt x="570230" y="403225"/>
                </a:lnTo>
                <a:lnTo>
                  <a:pt x="565150" y="408305"/>
                </a:lnTo>
                <a:lnTo>
                  <a:pt x="562186" y="409575"/>
                </a:lnTo>
                <a:close/>
              </a:path>
              <a:path w="571500" h="596264">
                <a:moveTo>
                  <a:pt x="313266" y="596265"/>
                </a:moveTo>
                <a:lnTo>
                  <a:pt x="250190" y="596265"/>
                </a:lnTo>
                <a:lnTo>
                  <a:pt x="250190" y="409575"/>
                </a:lnTo>
                <a:lnTo>
                  <a:pt x="322580" y="409575"/>
                </a:lnTo>
                <a:lnTo>
                  <a:pt x="322580" y="586951"/>
                </a:lnTo>
                <a:lnTo>
                  <a:pt x="321310" y="589915"/>
                </a:lnTo>
                <a:lnTo>
                  <a:pt x="316230" y="594995"/>
                </a:lnTo>
                <a:lnTo>
                  <a:pt x="313266" y="596265"/>
                </a:lnTo>
                <a:close/>
              </a:path>
              <a:path w="571500" h="596264">
                <a:moveTo>
                  <a:pt x="459105" y="281940"/>
                </a:moveTo>
                <a:lnTo>
                  <a:pt x="113030" y="281940"/>
                </a:lnTo>
                <a:lnTo>
                  <a:pt x="104854" y="281245"/>
                </a:lnTo>
                <a:lnTo>
                  <a:pt x="74969" y="251479"/>
                </a:lnTo>
                <a:lnTo>
                  <a:pt x="74295" y="243840"/>
                </a:lnTo>
                <a:lnTo>
                  <a:pt x="74295" y="0"/>
                </a:lnTo>
                <a:lnTo>
                  <a:pt x="145415" y="0"/>
                </a:lnTo>
                <a:lnTo>
                  <a:pt x="145415" y="78105"/>
                </a:lnTo>
                <a:lnTo>
                  <a:pt x="497840" y="78105"/>
                </a:lnTo>
                <a:lnTo>
                  <a:pt x="497840" y="139065"/>
                </a:lnTo>
                <a:lnTo>
                  <a:pt x="145415" y="139065"/>
                </a:lnTo>
                <a:lnTo>
                  <a:pt x="145415" y="220768"/>
                </a:lnTo>
                <a:lnTo>
                  <a:pt x="147531" y="222885"/>
                </a:lnTo>
                <a:lnTo>
                  <a:pt x="497840" y="222885"/>
                </a:lnTo>
                <a:lnTo>
                  <a:pt x="497840" y="243840"/>
                </a:lnTo>
                <a:lnTo>
                  <a:pt x="473868" y="279241"/>
                </a:lnTo>
                <a:lnTo>
                  <a:pt x="466764" y="281265"/>
                </a:lnTo>
                <a:lnTo>
                  <a:pt x="459105" y="281940"/>
                </a:lnTo>
                <a:close/>
              </a:path>
              <a:path w="571500" h="596264">
                <a:moveTo>
                  <a:pt x="497840" y="78105"/>
                </a:moveTo>
                <a:lnTo>
                  <a:pt x="426085" y="78105"/>
                </a:lnTo>
                <a:lnTo>
                  <a:pt x="426085" y="0"/>
                </a:lnTo>
                <a:lnTo>
                  <a:pt x="497840" y="0"/>
                </a:lnTo>
                <a:lnTo>
                  <a:pt x="497840" y="78105"/>
                </a:lnTo>
                <a:close/>
              </a:path>
              <a:path w="571500" h="596264">
                <a:moveTo>
                  <a:pt x="497840" y="222885"/>
                </a:moveTo>
                <a:lnTo>
                  <a:pt x="423968" y="222885"/>
                </a:lnTo>
                <a:lnTo>
                  <a:pt x="426085" y="220768"/>
                </a:lnTo>
                <a:lnTo>
                  <a:pt x="426085" y="139065"/>
                </a:lnTo>
                <a:lnTo>
                  <a:pt x="497840" y="139065"/>
                </a:lnTo>
                <a:lnTo>
                  <a:pt x="49784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805726" y="5249812"/>
            <a:ext cx="548005" cy="606425"/>
          </a:xfrm>
          <a:custGeom>
            <a:avLst/>
            <a:gdLst/>
            <a:ahLst/>
            <a:cxnLst/>
            <a:rect l="l" t="t" r="r" b="b"/>
            <a:pathLst>
              <a:path w="548004" h="606425">
                <a:moveTo>
                  <a:pt x="38735" y="316865"/>
                </a:moveTo>
                <a:lnTo>
                  <a:pt x="2698" y="292655"/>
                </a:lnTo>
                <a:lnTo>
                  <a:pt x="0" y="278765"/>
                </a:lnTo>
                <a:lnTo>
                  <a:pt x="0" y="56515"/>
                </a:lnTo>
                <a:lnTo>
                  <a:pt x="23574" y="21193"/>
                </a:lnTo>
                <a:lnTo>
                  <a:pt x="38735" y="18415"/>
                </a:lnTo>
                <a:lnTo>
                  <a:pt x="302260" y="18415"/>
                </a:lnTo>
                <a:lnTo>
                  <a:pt x="302260" y="77470"/>
                </a:lnTo>
                <a:lnTo>
                  <a:pt x="74506" y="77470"/>
                </a:lnTo>
                <a:lnTo>
                  <a:pt x="72390" y="79586"/>
                </a:lnTo>
                <a:lnTo>
                  <a:pt x="72390" y="255693"/>
                </a:lnTo>
                <a:lnTo>
                  <a:pt x="74506" y="257810"/>
                </a:lnTo>
                <a:lnTo>
                  <a:pt x="351790" y="257810"/>
                </a:lnTo>
                <a:lnTo>
                  <a:pt x="351790" y="299085"/>
                </a:lnTo>
                <a:lnTo>
                  <a:pt x="308927" y="304800"/>
                </a:lnTo>
                <a:lnTo>
                  <a:pt x="240863" y="310177"/>
                </a:lnTo>
                <a:lnTo>
                  <a:pt x="181074" y="313491"/>
                </a:lnTo>
                <a:lnTo>
                  <a:pt x="122614" y="315714"/>
                </a:lnTo>
                <a:lnTo>
                  <a:pt x="58896" y="316785"/>
                </a:lnTo>
                <a:lnTo>
                  <a:pt x="38735" y="316865"/>
                </a:lnTo>
                <a:close/>
              </a:path>
              <a:path w="548004" h="606425">
                <a:moveTo>
                  <a:pt x="351790" y="257810"/>
                </a:moveTo>
                <a:lnTo>
                  <a:pt x="78740" y="257810"/>
                </a:lnTo>
                <a:lnTo>
                  <a:pt x="109061" y="257572"/>
                </a:lnTo>
                <a:lnTo>
                  <a:pt x="141605" y="256857"/>
                </a:lnTo>
                <a:lnTo>
                  <a:pt x="192980" y="254893"/>
                </a:lnTo>
                <a:lnTo>
                  <a:pt x="245903" y="251698"/>
                </a:lnTo>
                <a:lnTo>
                  <a:pt x="299462" y="246757"/>
                </a:lnTo>
                <a:lnTo>
                  <a:pt x="351790" y="240030"/>
                </a:lnTo>
                <a:lnTo>
                  <a:pt x="351790" y="257810"/>
                </a:lnTo>
                <a:close/>
              </a:path>
              <a:path w="548004" h="606425">
                <a:moveTo>
                  <a:pt x="454236" y="339725"/>
                </a:moveTo>
                <a:lnTo>
                  <a:pt x="390525" y="339725"/>
                </a:lnTo>
                <a:lnTo>
                  <a:pt x="390525" y="0"/>
                </a:lnTo>
                <a:lnTo>
                  <a:pt x="463550" y="0"/>
                </a:lnTo>
                <a:lnTo>
                  <a:pt x="463550" y="123825"/>
                </a:lnTo>
                <a:lnTo>
                  <a:pt x="548005" y="123825"/>
                </a:lnTo>
                <a:lnTo>
                  <a:pt x="548005" y="183515"/>
                </a:lnTo>
                <a:lnTo>
                  <a:pt x="463550" y="183515"/>
                </a:lnTo>
                <a:lnTo>
                  <a:pt x="463550" y="330411"/>
                </a:lnTo>
                <a:lnTo>
                  <a:pt x="462280" y="333375"/>
                </a:lnTo>
                <a:lnTo>
                  <a:pt x="457200" y="338455"/>
                </a:lnTo>
                <a:lnTo>
                  <a:pt x="454236" y="339725"/>
                </a:lnTo>
                <a:close/>
              </a:path>
              <a:path w="548004" h="606425">
                <a:moveTo>
                  <a:pt x="425450" y="606425"/>
                </a:moveTo>
                <a:lnTo>
                  <a:pt x="109220" y="606425"/>
                </a:lnTo>
                <a:lnTo>
                  <a:pt x="101302" y="605750"/>
                </a:lnTo>
                <a:lnTo>
                  <a:pt x="71179" y="576223"/>
                </a:lnTo>
                <a:lnTo>
                  <a:pt x="70485" y="568325"/>
                </a:lnTo>
                <a:lnTo>
                  <a:pt x="70485" y="373380"/>
                </a:lnTo>
                <a:lnTo>
                  <a:pt x="464185" y="373380"/>
                </a:lnTo>
                <a:lnTo>
                  <a:pt x="464185" y="431800"/>
                </a:lnTo>
                <a:lnTo>
                  <a:pt x="140335" y="431800"/>
                </a:lnTo>
                <a:lnTo>
                  <a:pt x="140335" y="545888"/>
                </a:lnTo>
                <a:lnTo>
                  <a:pt x="142451" y="548005"/>
                </a:lnTo>
                <a:lnTo>
                  <a:pt x="464185" y="548005"/>
                </a:lnTo>
                <a:lnTo>
                  <a:pt x="464185" y="568325"/>
                </a:lnTo>
                <a:lnTo>
                  <a:pt x="440213" y="603805"/>
                </a:lnTo>
                <a:lnTo>
                  <a:pt x="433109" y="605770"/>
                </a:lnTo>
                <a:lnTo>
                  <a:pt x="425450" y="606425"/>
                </a:lnTo>
                <a:close/>
              </a:path>
              <a:path w="548004" h="606425">
                <a:moveTo>
                  <a:pt x="464185" y="548005"/>
                </a:moveTo>
                <a:lnTo>
                  <a:pt x="390948" y="548005"/>
                </a:lnTo>
                <a:lnTo>
                  <a:pt x="393065" y="545888"/>
                </a:lnTo>
                <a:lnTo>
                  <a:pt x="393065" y="431800"/>
                </a:lnTo>
                <a:lnTo>
                  <a:pt x="464185" y="431800"/>
                </a:lnTo>
                <a:lnTo>
                  <a:pt x="464185" y="548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375322" y="5249177"/>
            <a:ext cx="572135" cy="610235"/>
          </a:xfrm>
          <a:custGeom>
            <a:avLst/>
            <a:gdLst/>
            <a:ahLst/>
            <a:cxnLst/>
            <a:rect l="l" t="t" r="r" b="b"/>
            <a:pathLst>
              <a:path w="572134" h="610235">
                <a:moveTo>
                  <a:pt x="285750" y="229235"/>
                </a:moveTo>
                <a:lnTo>
                  <a:pt x="234315" y="226556"/>
                </a:lnTo>
                <a:lnTo>
                  <a:pt x="179863" y="217725"/>
                </a:lnTo>
                <a:lnTo>
                  <a:pt x="131484" y="200064"/>
                </a:lnTo>
                <a:lnTo>
                  <a:pt x="93980" y="172085"/>
                </a:lnTo>
                <a:lnTo>
                  <a:pt x="74334" y="131603"/>
                </a:lnTo>
                <a:lnTo>
                  <a:pt x="73025" y="114935"/>
                </a:lnTo>
                <a:lnTo>
                  <a:pt x="74339" y="98246"/>
                </a:lnTo>
                <a:lnTo>
                  <a:pt x="93980" y="57785"/>
                </a:lnTo>
                <a:lnTo>
                  <a:pt x="131484" y="29626"/>
                </a:lnTo>
                <a:lnTo>
                  <a:pt x="179863" y="11588"/>
                </a:lnTo>
                <a:lnTo>
                  <a:pt x="234315" y="2678"/>
                </a:lnTo>
                <a:lnTo>
                  <a:pt x="285750" y="0"/>
                </a:lnTo>
                <a:lnTo>
                  <a:pt x="302260" y="297"/>
                </a:lnTo>
                <a:lnTo>
                  <a:pt x="355600" y="4762"/>
                </a:lnTo>
                <a:lnTo>
                  <a:pt x="408583" y="16371"/>
                </a:lnTo>
                <a:lnTo>
                  <a:pt x="453866" y="37385"/>
                </a:lnTo>
                <a:lnTo>
                  <a:pt x="475194" y="55245"/>
                </a:lnTo>
                <a:lnTo>
                  <a:pt x="285750" y="55245"/>
                </a:lnTo>
                <a:lnTo>
                  <a:pt x="273089" y="55443"/>
                </a:lnTo>
                <a:lnTo>
                  <a:pt x="223500" y="60245"/>
                </a:lnTo>
                <a:lnTo>
                  <a:pt x="181292" y="72350"/>
                </a:lnTo>
                <a:lnTo>
                  <a:pt x="149145" y="99695"/>
                </a:lnTo>
                <a:lnTo>
                  <a:pt x="146050" y="114935"/>
                </a:lnTo>
                <a:lnTo>
                  <a:pt x="146823" y="122872"/>
                </a:lnTo>
                <a:lnTo>
                  <a:pt x="172720" y="153193"/>
                </a:lnTo>
                <a:lnTo>
                  <a:pt x="212010" y="167243"/>
                </a:lnTo>
                <a:lnTo>
                  <a:pt x="260508" y="173275"/>
                </a:lnTo>
                <a:lnTo>
                  <a:pt x="273089" y="173811"/>
                </a:lnTo>
                <a:lnTo>
                  <a:pt x="285750" y="173990"/>
                </a:lnTo>
                <a:lnTo>
                  <a:pt x="476171" y="173990"/>
                </a:lnTo>
                <a:lnTo>
                  <a:pt x="466368" y="183217"/>
                </a:lnTo>
                <a:lnTo>
                  <a:pt x="424815" y="207327"/>
                </a:lnTo>
                <a:lnTo>
                  <a:pt x="373975" y="221615"/>
                </a:lnTo>
                <a:lnTo>
                  <a:pt x="319405" y="228044"/>
                </a:lnTo>
                <a:lnTo>
                  <a:pt x="302260" y="228937"/>
                </a:lnTo>
                <a:lnTo>
                  <a:pt x="285750" y="229235"/>
                </a:lnTo>
                <a:close/>
              </a:path>
              <a:path w="572134" h="610235">
                <a:moveTo>
                  <a:pt x="476171" y="173990"/>
                </a:moveTo>
                <a:lnTo>
                  <a:pt x="285750" y="173990"/>
                </a:lnTo>
                <a:lnTo>
                  <a:pt x="298410" y="173811"/>
                </a:lnTo>
                <a:lnTo>
                  <a:pt x="310991" y="173275"/>
                </a:lnTo>
                <a:lnTo>
                  <a:pt x="359489" y="167243"/>
                </a:lnTo>
                <a:lnTo>
                  <a:pt x="398780" y="153193"/>
                </a:lnTo>
                <a:lnTo>
                  <a:pt x="424676" y="122872"/>
                </a:lnTo>
                <a:lnTo>
                  <a:pt x="425450" y="114935"/>
                </a:lnTo>
                <a:lnTo>
                  <a:pt x="424676" y="106997"/>
                </a:lnTo>
                <a:lnTo>
                  <a:pt x="398780" y="76676"/>
                </a:lnTo>
                <a:lnTo>
                  <a:pt x="359489" y="62547"/>
                </a:lnTo>
                <a:lnTo>
                  <a:pt x="310991" y="56038"/>
                </a:lnTo>
                <a:lnTo>
                  <a:pt x="285750" y="55245"/>
                </a:lnTo>
                <a:lnTo>
                  <a:pt x="475194" y="55245"/>
                </a:lnTo>
                <a:lnTo>
                  <a:pt x="497165" y="98246"/>
                </a:lnTo>
                <a:lnTo>
                  <a:pt x="498475" y="114935"/>
                </a:lnTo>
                <a:lnTo>
                  <a:pt x="497165" y="131881"/>
                </a:lnTo>
                <a:lnTo>
                  <a:pt x="493236" y="147161"/>
                </a:lnTo>
                <a:lnTo>
                  <a:pt x="486688" y="160774"/>
                </a:lnTo>
                <a:lnTo>
                  <a:pt x="477520" y="172720"/>
                </a:lnTo>
                <a:lnTo>
                  <a:pt x="476171" y="173990"/>
                </a:lnTo>
                <a:close/>
              </a:path>
              <a:path w="572134" h="610235">
                <a:moveTo>
                  <a:pt x="562821" y="321310"/>
                </a:moveTo>
                <a:lnTo>
                  <a:pt x="0" y="321310"/>
                </a:lnTo>
                <a:lnTo>
                  <a:pt x="0" y="261620"/>
                </a:lnTo>
                <a:lnTo>
                  <a:pt x="572135" y="261620"/>
                </a:lnTo>
                <a:lnTo>
                  <a:pt x="572135" y="311996"/>
                </a:lnTo>
                <a:lnTo>
                  <a:pt x="570865" y="314960"/>
                </a:lnTo>
                <a:lnTo>
                  <a:pt x="565785" y="320040"/>
                </a:lnTo>
                <a:lnTo>
                  <a:pt x="562821" y="321310"/>
                </a:lnTo>
                <a:close/>
              </a:path>
              <a:path w="572134" h="610235">
                <a:moveTo>
                  <a:pt x="495511" y="610235"/>
                </a:moveTo>
                <a:lnTo>
                  <a:pt x="121920" y="610235"/>
                </a:lnTo>
                <a:lnTo>
                  <a:pt x="104973" y="607854"/>
                </a:lnTo>
                <a:lnTo>
                  <a:pt x="92868" y="600710"/>
                </a:lnTo>
                <a:lnTo>
                  <a:pt x="85605" y="588804"/>
                </a:lnTo>
                <a:lnTo>
                  <a:pt x="83185" y="572135"/>
                </a:lnTo>
                <a:lnTo>
                  <a:pt x="83185" y="457200"/>
                </a:lnTo>
                <a:lnTo>
                  <a:pt x="417618" y="457200"/>
                </a:lnTo>
                <a:lnTo>
                  <a:pt x="419735" y="455083"/>
                </a:lnTo>
                <a:lnTo>
                  <a:pt x="419735" y="421005"/>
                </a:lnTo>
                <a:lnTo>
                  <a:pt x="83185" y="421005"/>
                </a:lnTo>
                <a:lnTo>
                  <a:pt x="83185" y="361950"/>
                </a:lnTo>
                <a:lnTo>
                  <a:pt x="492125" y="361950"/>
                </a:lnTo>
                <a:lnTo>
                  <a:pt x="492125" y="476250"/>
                </a:lnTo>
                <a:lnTo>
                  <a:pt x="468550" y="511810"/>
                </a:lnTo>
                <a:lnTo>
                  <a:pt x="453390" y="514350"/>
                </a:lnTo>
                <a:lnTo>
                  <a:pt x="154305" y="514350"/>
                </a:lnTo>
                <a:lnTo>
                  <a:pt x="154305" y="549698"/>
                </a:lnTo>
                <a:lnTo>
                  <a:pt x="156421" y="551815"/>
                </a:lnTo>
                <a:lnTo>
                  <a:pt x="504825" y="551815"/>
                </a:lnTo>
                <a:lnTo>
                  <a:pt x="504825" y="600921"/>
                </a:lnTo>
                <a:lnTo>
                  <a:pt x="503555" y="603885"/>
                </a:lnTo>
                <a:lnTo>
                  <a:pt x="498475" y="608965"/>
                </a:lnTo>
                <a:lnTo>
                  <a:pt x="495511" y="6102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455644" y="6138762"/>
            <a:ext cx="575945" cy="604520"/>
          </a:xfrm>
          <a:custGeom>
            <a:avLst/>
            <a:gdLst/>
            <a:ahLst/>
            <a:cxnLst/>
            <a:rect l="l" t="t" r="r" b="b"/>
            <a:pathLst>
              <a:path w="575945" h="604520">
                <a:moveTo>
                  <a:pt x="215900" y="324485"/>
                </a:moveTo>
                <a:lnTo>
                  <a:pt x="145415" y="324485"/>
                </a:lnTo>
                <a:lnTo>
                  <a:pt x="145415" y="261620"/>
                </a:lnTo>
                <a:lnTo>
                  <a:pt x="131405" y="259000"/>
                </a:lnTo>
                <a:lnTo>
                  <a:pt x="92710" y="246380"/>
                </a:lnTo>
                <a:lnTo>
                  <a:pt x="51117" y="219075"/>
                </a:lnTo>
                <a:lnTo>
                  <a:pt x="24130" y="180975"/>
                </a:lnTo>
                <a:lnTo>
                  <a:pt x="14605" y="132715"/>
                </a:lnTo>
                <a:lnTo>
                  <a:pt x="15398" y="117852"/>
                </a:lnTo>
                <a:lnTo>
                  <a:pt x="27305" y="77787"/>
                </a:lnTo>
                <a:lnTo>
                  <a:pt x="51891" y="45402"/>
                </a:lnTo>
                <a:lnTo>
                  <a:pt x="87153" y="21590"/>
                </a:lnTo>
                <a:lnTo>
                  <a:pt x="131623" y="6449"/>
                </a:lnTo>
                <a:lnTo>
                  <a:pt x="182880" y="1269"/>
                </a:lnTo>
                <a:lnTo>
                  <a:pt x="200640" y="1845"/>
                </a:lnTo>
                <a:lnTo>
                  <a:pt x="249872" y="10477"/>
                </a:lnTo>
                <a:lnTo>
                  <a:pt x="291604" y="28575"/>
                </a:lnTo>
                <a:lnTo>
                  <a:pt x="323850" y="55245"/>
                </a:lnTo>
                <a:lnTo>
                  <a:pt x="328220" y="60960"/>
                </a:lnTo>
                <a:lnTo>
                  <a:pt x="182880" y="60960"/>
                </a:lnTo>
                <a:lnTo>
                  <a:pt x="162063" y="62190"/>
                </a:lnTo>
                <a:lnTo>
                  <a:pt x="112712" y="80645"/>
                </a:lnTo>
                <a:lnTo>
                  <a:pt x="88007" y="117316"/>
                </a:lnTo>
                <a:lnTo>
                  <a:pt x="86360" y="132715"/>
                </a:lnTo>
                <a:lnTo>
                  <a:pt x="88007" y="148113"/>
                </a:lnTo>
                <a:lnTo>
                  <a:pt x="112712" y="184785"/>
                </a:lnTo>
                <a:lnTo>
                  <a:pt x="162063" y="203239"/>
                </a:lnTo>
                <a:lnTo>
                  <a:pt x="182880" y="204470"/>
                </a:lnTo>
                <a:lnTo>
                  <a:pt x="327894" y="204470"/>
                </a:lnTo>
                <a:lnTo>
                  <a:pt x="321925" y="211911"/>
                </a:lnTo>
                <a:lnTo>
                  <a:pt x="282297" y="242331"/>
                </a:lnTo>
                <a:lnTo>
                  <a:pt x="244078" y="256778"/>
                </a:lnTo>
                <a:lnTo>
                  <a:pt x="215900" y="262255"/>
                </a:lnTo>
                <a:lnTo>
                  <a:pt x="215900" y="324485"/>
                </a:lnTo>
                <a:close/>
              </a:path>
              <a:path w="575945" h="604520">
                <a:moveTo>
                  <a:pt x="327894" y="204470"/>
                </a:moveTo>
                <a:lnTo>
                  <a:pt x="182880" y="204470"/>
                </a:lnTo>
                <a:lnTo>
                  <a:pt x="205283" y="203259"/>
                </a:lnTo>
                <a:lnTo>
                  <a:pt x="224869" y="199628"/>
                </a:lnTo>
                <a:lnTo>
                  <a:pt x="266561" y="174565"/>
                </a:lnTo>
                <a:lnTo>
                  <a:pt x="280670" y="132715"/>
                </a:lnTo>
                <a:lnTo>
                  <a:pt x="279102" y="117058"/>
                </a:lnTo>
                <a:lnTo>
                  <a:pt x="255587" y="80327"/>
                </a:lnTo>
                <a:lnTo>
                  <a:pt x="205283" y="62170"/>
                </a:lnTo>
                <a:lnTo>
                  <a:pt x="182880" y="60960"/>
                </a:lnTo>
                <a:lnTo>
                  <a:pt x="328220" y="60960"/>
                </a:lnTo>
                <a:lnTo>
                  <a:pt x="348615" y="103743"/>
                </a:lnTo>
                <a:lnTo>
                  <a:pt x="351790" y="132715"/>
                </a:lnTo>
                <a:lnTo>
                  <a:pt x="351155" y="145772"/>
                </a:lnTo>
                <a:lnTo>
                  <a:pt x="336054" y="192385"/>
                </a:lnTo>
                <a:lnTo>
                  <a:pt x="329485" y="202485"/>
                </a:lnTo>
                <a:lnTo>
                  <a:pt x="327894" y="204470"/>
                </a:lnTo>
                <a:close/>
              </a:path>
              <a:path w="575945" h="604520">
                <a:moveTo>
                  <a:pt x="160020" y="385445"/>
                </a:moveTo>
                <a:lnTo>
                  <a:pt x="0" y="385445"/>
                </a:lnTo>
                <a:lnTo>
                  <a:pt x="0" y="324485"/>
                </a:lnTo>
                <a:lnTo>
                  <a:pt x="215900" y="324485"/>
                </a:lnTo>
                <a:lnTo>
                  <a:pt x="261064" y="322183"/>
                </a:lnTo>
                <a:lnTo>
                  <a:pt x="305117" y="319087"/>
                </a:lnTo>
                <a:lnTo>
                  <a:pt x="348694" y="313769"/>
                </a:lnTo>
                <a:lnTo>
                  <a:pt x="392430" y="304800"/>
                </a:lnTo>
                <a:lnTo>
                  <a:pt x="392430" y="361103"/>
                </a:lnTo>
                <a:lnTo>
                  <a:pt x="338613" y="376475"/>
                </a:lnTo>
                <a:lnTo>
                  <a:pt x="285115" y="381952"/>
                </a:lnTo>
                <a:lnTo>
                  <a:pt x="224948" y="384572"/>
                </a:lnTo>
                <a:lnTo>
                  <a:pt x="193079" y="385226"/>
                </a:lnTo>
                <a:lnTo>
                  <a:pt x="160020" y="385445"/>
                </a:lnTo>
                <a:close/>
              </a:path>
              <a:path w="575945" h="604520">
                <a:moveTo>
                  <a:pt x="480906" y="443865"/>
                </a:moveTo>
                <a:lnTo>
                  <a:pt x="419100" y="443865"/>
                </a:lnTo>
                <a:lnTo>
                  <a:pt x="419100" y="0"/>
                </a:lnTo>
                <a:lnTo>
                  <a:pt x="490220" y="0"/>
                </a:lnTo>
                <a:lnTo>
                  <a:pt x="490220" y="177165"/>
                </a:lnTo>
                <a:lnTo>
                  <a:pt x="575945" y="177165"/>
                </a:lnTo>
                <a:lnTo>
                  <a:pt x="575945" y="237490"/>
                </a:lnTo>
                <a:lnTo>
                  <a:pt x="490220" y="237490"/>
                </a:lnTo>
                <a:lnTo>
                  <a:pt x="490220" y="434551"/>
                </a:lnTo>
                <a:lnTo>
                  <a:pt x="488950" y="437515"/>
                </a:lnTo>
                <a:lnTo>
                  <a:pt x="483870" y="442595"/>
                </a:lnTo>
                <a:lnTo>
                  <a:pt x="480906" y="443865"/>
                </a:lnTo>
                <a:close/>
              </a:path>
              <a:path w="575945" h="604520">
                <a:moveTo>
                  <a:pt x="498686" y="604520"/>
                </a:moveTo>
                <a:lnTo>
                  <a:pt x="133350" y="604520"/>
                </a:lnTo>
                <a:lnTo>
                  <a:pt x="125948" y="603825"/>
                </a:lnTo>
                <a:lnTo>
                  <a:pt x="95349" y="573702"/>
                </a:lnTo>
                <a:lnTo>
                  <a:pt x="94615" y="565785"/>
                </a:lnTo>
                <a:lnTo>
                  <a:pt x="94615" y="431165"/>
                </a:lnTo>
                <a:lnTo>
                  <a:pt x="167005" y="431165"/>
                </a:lnTo>
                <a:lnTo>
                  <a:pt x="167005" y="539326"/>
                </a:lnTo>
                <a:lnTo>
                  <a:pt x="167640" y="540914"/>
                </a:lnTo>
                <a:lnTo>
                  <a:pt x="170180" y="543031"/>
                </a:lnTo>
                <a:lnTo>
                  <a:pt x="171450" y="543560"/>
                </a:lnTo>
                <a:lnTo>
                  <a:pt x="508000" y="543560"/>
                </a:lnTo>
                <a:lnTo>
                  <a:pt x="508000" y="595206"/>
                </a:lnTo>
                <a:lnTo>
                  <a:pt x="506730" y="598170"/>
                </a:lnTo>
                <a:lnTo>
                  <a:pt x="501650" y="603250"/>
                </a:lnTo>
                <a:lnTo>
                  <a:pt x="498686" y="6045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043020" y="6131142"/>
            <a:ext cx="588645" cy="612140"/>
          </a:xfrm>
          <a:custGeom>
            <a:avLst/>
            <a:gdLst/>
            <a:ahLst/>
            <a:cxnLst/>
            <a:rect l="l" t="t" r="r" b="b"/>
            <a:pathLst>
              <a:path w="588645" h="612140">
                <a:moveTo>
                  <a:pt x="137795" y="505460"/>
                </a:moveTo>
                <a:lnTo>
                  <a:pt x="0" y="505460"/>
                </a:lnTo>
                <a:lnTo>
                  <a:pt x="0" y="445770"/>
                </a:lnTo>
                <a:lnTo>
                  <a:pt x="161925" y="445770"/>
                </a:lnTo>
                <a:lnTo>
                  <a:pt x="161925" y="381635"/>
                </a:lnTo>
                <a:lnTo>
                  <a:pt x="125015" y="371753"/>
                </a:lnTo>
                <a:lnTo>
                  <a:pt x="83720" y="348932"/>
                </a:lnTo>
                <a:lnTo>
                  <a:pt x="55066" y="316091"/>
                </a:lnTo>
                <a:lnTo>
                  <a:pt x="41830" y="274062"/>
                </a:lnTo>
                <a:lnTo>
                  <a:pt x="41275" y="262255"/>
                </a:lnTo>
                <a:lnTo>
                  <a:pt x="42048" y="248602"/>
                </a:lnTo>
                <a:lnTo>
                  <a:pt x="53657" y="211455"/>
                </a:lnTo>
                <a:lnTo>
                  <a:pt x="77231" y="181094"/>
                </a:lnTo>
                <a:lnTo>
                  <a:pt x="110490" y="158670"/>
                </a:lnTo>
                <a:lnTo>
                  <a:pt x="152221" y="144522"/>
                </a:lnTo>
                <a:lnTo>
                  <a:pt x="200025" y="139700"/>
                </a:lnTo>
                <a:lnTo>
                  <a:pt x="216852" y="140235"/>
                </a:lnTo>
                <a:lnTo>
                  <a:pt x="263525" y="148272"/>
                </a:lnTo>
                <a:lnTo>
                  <a:pt x="302875" y="165238"/>
                </a:lnTo>
                <a:lnTo>
                  <a:pt x="332978" y="190341"/>
                </a:lnTo>
                <a:lnTo>
                  <a:pt x="338455" y="197485"/>
                </a:lnTo>
                <a:lnTo>
                  <a:pt x="200025" y="197485"/>
                </a:lnTo>
                <a:lnTo>
                  <a:pt x="180975" y="198556"/>
                </a:lnTo>
                <a:lnTo>
                  <a:pt x="135255" y="214630"/>
                </a:lnTo>
                <a:lnTo>
                  <a:pt x="112037" y="247848"/>
                </a:lnTo>
                <a:lnTo>
                  <a:pt x="110490" y="262255"/>
                </a:lnTo>
                <a:lnTo>
                  <a:pt x="112037" y="276661"/>
                </a:lnTo>
                <a:lnTo>
                  <a:pt x="135255" y="309880"/>
                </a:lnTo>
                <a:lnTo>
                  <a:pt x="180975" y="325953"/>
                </a:lnTo>
                <a:lnTo>
                  <a:pt x="200025" y="327025"/>
                </a:lnTo>
                <a:lnTo>
                  <a:pt x="338659" y="327025"/>
                </a:lnTo>
                <a:lnTo>
                  <a:pt x="332283" y="334962"/>
                </a:lnTo>
                <a:lnTo>
                  <a:pt x="295969" y="362902"/>
                </a:lnTo>
                <a:lnTo>
                  <a:pt x="247709" y="379968"/>
                </a:lnTo>
                <a:lnTo>
                  <a:pt x="234315" y="382270"/>
                </a:lnTo>
                <a:lnTo>
                  <a:pt x="234315" y="445135"/>
                </a:lnTo>
                <a:lnTo>
                  <a:pt x="408305" y="445135"/>
                </a:lnTo>
                <a:lnTo>
                  <a:pt x="408305" y="478366"/>
                </a:lnTo>
                <a:lnTo>
                  <a:pt x="407035" y="481118"/>
                </a:lnTo>
                <a:lnTo>
                  <a:pt x="401955" y="485351"/>
                </a:lnTo>
                <a:lnTo>
                  <a:pt x="398991" y="486833"/>
                </a:lnTo>
                <a:lnTo>
                  <a:pt x="395605" y="487680"/>
                </a:lnTo>
                <a:lnTo>
                  <a:pt x="384830" y="490676"/>
                </a:lnTo>
                <a:lnTo>
                  <a:pt x="345122" y="497522"/>
                </a:lnTo>
                <a:lnTo>
                  <a:pt x="297378" y="501868"/>
                </a:lnTo>
                <a:lnTo>
                  <a:pt x="245189" y="504428"/>
                </a:lnTo>
                <a:lnTo>
                  <a:pt x="227191" y="504884"/>
                </a:lnTo>
                <a:lnTo>
                  <a:pt x="137795" y="505460"/>
                </a:lnTo>
                <a:close/>
              </a:path>
              <a:path w="588645" h="612140">
                <a:moveTo>
                  <a:pt x="338659" y="327025"/>
                </a:moveTo>
                <a:lnTo>
                  <a:pt x="200025" y="327025"/>
                </a:lnTo>
                <a:lnTo>
                  <a:pt x="219908" y="325953"/>
                </a:lnTo>
                <a:lnTo>
                  <a:pt x="237648" y="322738"/>
                </a:lnTo>
                <a:lnTo>
                  <a:pt x="277534" y="300474"/>
                </a:lnTo>
                <a:lnTo>
                  <a:pt x="291465" y="262255"/>
                </a:lnTo>
                <a:lnTo>
                  <a:pt x="289917" y="247848"/>
                </a:lnTo>
                <a:lnTo>
                  <a:pt x="266700" y="214630"/>
                </a:lnTo>
                <a:lnTo>
                  <a:pt x="219908" y="198556"/>
                </a:lnTo>
                <a:lnTo>
                  <a:pt x="200025" y="197485"/>
                </a:lnTo>
                <a:lnTo>
                  <a:pt x="338455" y="197485"/>
                </a:lnTo>
                <a:lnTo>
                  <a:pt x="356393" y="235585"/>
                </a:lnTo>
                <a:lnTo>
                  <a:pt x="359410" y="262255"/>
                </a:lnTo>
                <a:lnTo>
                  <a:pt x="358834" y="274359"/>
                </a:lnTo>
                <a:lnTo>
                  <a:pt x="345142" y="317182"/>
                </a:lnTo>
                <a:lnTo>
                  <a:pt x="339169" y="326390"/>
                </a:lnTo>
                <a:lnTo>
                  <a:pt x="338659" y="327025"/>
                </a:lnTo>
                <a:close/>
              </a:path>
              <a:path w="588645" h="612140">
                <a:moveTo>
                  <a:pt x="408305" y="445135"/>
                </a:moveTo>
                <a:lnTo>
                  <a:pt x="234315" y="445135"/>
                </a:lnTo>
                <a:lnTo>
                  <a:pt x="249793" y="444440"/>
                </a:lnTo>
                <a:lnTo>
                  <a:pt x="264477" y="443627"/>
                </a:lnTo>
                <a:lnTo>
                  <a:pt x="315753" y="439340"/>
                </a:lnTo>
                <a:lnTo>
                  <a:pt x="357822" y="434181"/>
                </a:lnTo>
                <a:lnTo>
                  <a:pt x="408305" y="424815"/>
                </a:lnTo>
                <a:lnTo>
                  <a:pt x="408305" y="445135"/>
                </a:lnTo>
                <a:close/>
              </a:path>
              <a:path w="588645" h="612140">
                <a:moveTo>
                  <a:pt x="498051" y="612140"/>
                </a:moveTo>
                <a:lnTo>
                  <a:pt x="434340" y="612140"/>
                </a:lnTo>
                <a:lnTo>
                  <a:pt x="434340" y="7620"/>
                </a:lnTo>
                <a:lnTo>
                  <a:pt x="507365" y="7620"/>
                </a:lnTo>
                <a:lnTo>
                  <a:pt x="507365" y="237490"/>
                </a:lnTo>
                <a:lnTo>
                  <a:pt x="588645" y="237490"/>
                </a:lnTo>
                <a:lnTo>
                  <a:pt x="588645" y="297815"/>
                </a:lnTo>
                <a:lnTo>
                  <a:pt x="507365" y="297815"/>
                </a:lnTo>
                <a:lnTo>
                  <a:pt x="507365" y="602826"/>
                </a:lnTo>
                <a:lnTo>
                  <a:pt x="506095" y="605790"/>
                </a:lnTo>
                <a:lnTo>
                  <a:pt x="501015" y="610870"/>
                </a:lnTo>
                <a:lnTo>
                  <a:pt x="498051" y="612140"/>
                </a:lnTo>
                <a:close/>
              </a:path>
              <a:path w="588645" h="612140">
                <a:moveTo>
                  <a:pt x="234950" y="66675"/>
                </a:moveTo>
                <a:lnTo>
                  <a:pt x="161925" y="66675"/>
                </a:lnTo>
                <a:lnTo>
                  <a:pt x="161925" y="0"/>
                </a:lnTo>
                <a:lnTo>
                  <a:pt x="234950" y="0"/>
                </a:lnTo>
                <a:lnTo>
                  <a:pt x="234950" y="66675"/>
                </a:lnTo>
                <a:close/>
              </a:path>
              <a:path w="588645" h="612140">
                <a:moveTo>
                  <a:pt x="382270" y="128270"/>
                </a:moveTo>
                <a:lnTo>
                  <a:pt x="13970" y="128270"/>
                </a:lnTo>
                <a:lnTo>
                  <a:pt x="13970" y="66675"/>
                </a:lnTo>
                <a:lnTo>
                  <a:pt x="382270" y="66675"/>
                </a:lnTo>
                <a:lnTo>
                  <a:pt x="382270" y="128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734535" y="6150827"/>
            <a:ext cx="77470" cy="556260"/>
          </a:xfrm>
          <a:custGeom>
            <a:avLst/>
            <a:gdLst/>
            <a:ahLst/>
            <a:cxnLst/>
            <a:rect l="l" t="t" r="r" b="b"/>
            <a:pathLst>
              <a:path w="77470" h="556259">
                <a:moveTo>
                  <a:pt x="69850" y="424815"/>
                </a:moveTo>
                <a:lnTo>
                  <a:pt x="6985" y="424815"/>
                </a:lnTo>
                <a:lnTo>
                  <a:pt x="0" y="0"/>
                </a:lnTo>
                <a:lnTo>
                  <a:pt x="77470" y="0"/>
                </a:lnTo>
                <a:lnTo>
                  <a:pt x="69850" y="424815"/>
                </a:lnTo>
                <a:close/>
              </a:path>
              <a:path w="77470" h="556259">
                <a:moveTo>
                  <a:pt x="74930" y="556260"/>
                </a:moveTo>
                <a:lnTo>
                  <a:pt x="2540" y="556260"/>
                </a:lnTo>
                <a:lnTo>
                  <a:pt x="2540" y="485775"/>
                </a:lnTo>
                <a:lnTo>
                  <a:pt x="74930" y="485775"/>
                </a:lnTo>
                <a:lnTo>
                  <a:pt x="74930" y="556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9098" y="4264705"/>
            <a:ext cx="8106269" cy="47649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44107" y="3396668"/>
            <a:ext cx="284480" cy="339725"/>
          </a:xfrm>
          <a:custGeom>
            <a:avLst/>
            <a:gdLst/>
            <a:ahLst/>
            <a:cxnLst/>
            <a:rect l="l" t="t" r="r" b="b"/>
            <a:pathLst>
              <a:path w="284479" h="339725">
                <a:moveTo>
                  <a:pt x="160515" y="339471"/>
                </a:moveTo>
                <a:lnTo>
                  <a:pt x="116928" y="339471"/>
                </a:lnTo>
                <a:lnTo>
                  <a:pt x="0" y="0"/>
                </a:lnTo>
                <a:lnTo>
                  <a:pt x="51968" y="0"/>
                </a:lnTo>
                <a:lnTo>
                  <a:pt x="139141" y="270319"/>
                </a:lnTo>
                <a:lnTo>
                  <a:pt x="139700" y="271716"/>
                </a:lnTo>
                <a:lnTo>
                  <a:pt x="140677" y="272415"/>
                </a:lnTo>
                <a:lnTo>
                  <a:pt x="143471" y="272415"/>
                </a:lnTo>
                <a:lnTo>
                  <a:pt x="144449" y="271716"/>
                </a:lnTo>
                <a:lnTo>
                  <a:pt x="145008" y="270319"/>
                </a:lnTo>
                <a:lnTo>
                  <a:pt x="232181" y="0"/>
                </a:lnTo>
                <a:lnTo>
                  <a:pt x="284149" y="0"/>
                </a:lnTo>
                <a:lnTo>
                  <a:pt x="170154" y="330669"/>
                </a:lnTo>
                <a:lnTo>
                  <a:pt x="169037" y="333463"/>
                </a:lnTo>
                <a:lnTo>
                  <a:pt x="167360" y="335629"/>
                </a:lnTo>
                <a:lnTo>
                  <a:pt x="162890" y="338702"/>
                </a:lnTo>
                <a:lnTo>
                  <a:pt x="160515" y="3394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57593" y="3493480"/>
            <a:ext cx="194043" cy="2426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11149" y="3397250"/>
            <a:ext cx="50165" cy="334010"/>
          </a:xfrm>
          <a:custGeom>
            <a:avLst/>
            <a:gdLst/>
            <a:ahLst/>
            <a:cxnLst/>
            <a:rect l="l" t="t" r="r" b="b"/>
            <a:pathLst>
              <a:path w="50164" h="334010">
                <a:moveTo>
                  <a:pt x="0" y="0"/>
                </a:moveTo>
                <a:lnTo>
                  <a:pt x="49872" y="0"/>
                </a:lnTo>
                <a:lnTo>
                  <a:pt x="49872" y="334010"/>
                </a:lnTo>
                <a:lnTo>
                  <a:pt x="0" y="3340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11149" y="3731259"/>
            <a:ext cx="47625" cy="3810"/>
          </a:xfrm>
          <a:custGeom>
            <a:avLst/>
            <a:gdLst/>
            <a:ahLst/>
            <a:cxnLst/>
            <a:rect l="l" t="t" r="r" b="b"/>
            <a:pathLst>
              <a:path w="47625" h="3810">
                <a:moveTo>
                  <a:pt x="0" y="0"/>
                </a:moveTo>
                <a:lnTo>
                  <a:pt x="47002" y="0"/>
                </a:lnTo>
                <a:lnTo>
                  <a:pt x="47002" y="3810"/>
                </a:lnTo>
                <a:lnTo>
                  <a:pt x="0" y="38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111149" y="3735070"/>
            <a:ext cx="44450" cy="1270"/>
          </a:xfrm>
          <a:custGeom>
            <a:avLst/>
            <a:gdLst/>
            <a:ahLst/>
            <a:cxnLst/>
            <a:rect l="l" t="t" r="r" b="b"/>
            <a:pathLst>
              <a:path w="44450" h="1270">
                <a:moveTo>
                  <a:pt x="0" y="0"/>
                </a:moveTo>
                <a:lnTo>
                  <a:pt x="44146" y="0"/>
                </a:lnTo>
                <a:lnTo>
                  <a:pt x="44146" y="1269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20534" y="3493899"/>
            <a:ext cx="205778" cy="2418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477442" y="3494318"/>
            <a:ext cx="217932" cy="24307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43231" y="3393315"/>
            <a:ext cx="304165" cy="353695"/>
          </a:xfrm>
          <a:custGeom>
            <a:avLst/>
            <a:gdLst/>
            <a:ahLst/>
            <a:cxnLst/>
            <a:rect l="l" t="t" r="r" b="b"/>
            <a:pathLst>
              <a:path w="304164" h="353695">
                <a:moveTo>
                  <a:pt x="112240" y="353301"/>
                </a:moveTo>
                <a:lnTo>
                  <a:pt x="70277" y="348704"/>
                </a:lnTo>
                <a:lnTo>
                  <a:pt x="30109" y="329687"/>
                </a:lnTo>
                <a:lnTo>
                  <a:pt x="3693" y="291064"/>
                </a:lnTo>
                <a:lnTo>
                  <a:pt x="0" y="262893"/>
                </a:lnTo>
                <a:lnTo>
                  <a:pt x="759" y="253136"/>
                </a:lnTo>
                <a:lnTo>
                  <a:pt x="15986" y="216046"/>
                </a:lnTo>
                <a:lnTo>
                  <a:pt x="43926" y="187058"/>
                </a:lnTo>
                <a:lnTo>
                  <a:pt x="82065" y="158000"/>
                </a:lnTo>
                <a:lnTo>
                  <a:pt x="62367" y="137883"/>
                </a:lnTo>
                <a:lnTo>
                  <a:pt x="39264" y="100544"/>
                </a:lnTo>
                <a:lnTo>
                  <a:pt x="34686" y="67579"/>
                </a:lnTo>
                <a:lnTo>
                  <a:pt x="35597" y="59197"/>
                </a:lnTo>
                <a:lnTo>
                  <a:pt x="54967" y="23993"/>
                </a:lnTo>
                <a:lnTo>
                  <a:pt x="91285" y="4610"/>
                </a:lnTo>
                <a:lnTo>
                  <a:pt x="126908" y="0"/>
                </a:lnTo>
                <a:lnTo>
                  <a:pt x="137098" y="353"/>
                </a:lnTo>
                <a:lnTo>
                  <a:pt x="179243" y="12415"/>
                </a:lnTo>
                <a:lnTo>
                  <a:pt x="206039" y="39814"/>
                </a:lnTo>
                <a:lnTo>
                  <a:pt x="126070" y="39814"/>
                </a:lnTo>
                <a:lnTo>
                  <a:pt x="114911" y="40561"/>
                </a:lnTo>
                <a:lnTo>
                  <a:pt x="83112" y="65536"/>
                </a:lnTo>
                <a:lnTo>
                  <a:pt x="81907" y="73800"/>
                </a:lnTo>
                <a:lnTo>
                  <a:pt x="82484" y="82981"/>
                </a:lnTo>
                <a:lnTo>
                  <a:pt x="109881" y="123582"/>
                </a:lnTo>
                <a:lnTo>
                  <a:pt x="117688" y="131597"/>
                </a:lnTo>
                <a:lnTo>
                  <a:pt x="186840" y="131597"/>
                </a:lnTo>
                <a:lnTo>
                  <a:pt x="185722" y="132715"/>
                </a:lnTo>
                <a:lnTo>
                  <a:pt x="181391" y="136626"/>
                </a:lnTo>
                <a:lnTo>
                  <a:pt x="177200" y="139979"/>
                </a:lnTo>
                <a:lnTo>
                  <a:pt x="145768" y="164287"/>
                </a:lnTo>
                <a:lnTo>
                  <a:pt x="169698" y="189852"/>
                </a:lnTo>
                <a:lnTo>
                  <a:pt x="111821" y="189852"/>
                </a:lnTo>
                <a:lnTo>
                  <a:pt x="82065" y="212064"/>
                </a:lnTo>
                <a:lnTo>
                  <a:pt x="55164" y="240235"/>
                </a:lnTo>
                <a:lnTo>
                  <a:pt x="48956" y="258584"/>
                </a:lnTo>
                <a:lnTo>
                  <a:pt x="49178" y="271013"/>
                </a:lnTo>
                <a:lnTo>
                  <a:pt x="75031" y="305170"/>
                </a:lnTo>
                <a:lnTo>
                  <a:pt x="114754" y="313067"/>
                </a:lnTo>
                <a:lnTo>
                  <a:pt x="218666" y="313067"/>
                </a:lnTo>
                <a:lnTo>
                  <a:pt x="210492" y="320166"/>
                </a:lnTo>
                <a:lnTo>
                  <a:pt x="173009" y="342404"/>
                </a:lnTo>
                <a:lnTo>
                  <a:pt x="128925" y="352620"/>
                </a:lnTo>
                <a:lnTo>
                  <a:pt x="112240" y="353301"/>
                </a:lnTo>
                <a:close/>
              </a:path>
              <a:path w="304164" h="353695">
                <a:moveTo>
                  <a:pt x="186840" y="131597"/>
                </a:moveTo>
                <a:lnTo>
                  <a:pt x="117688" y="131597"/>
                </a:lnTo>
                <a:lnTo>
                  <a:pt x="149959" y="107289"/>
                </a:lnTo>
                <a:lnTo>
                  <a:pt x="156106" y="102539"/>
                </a:lnTo>
                <a:lnTo>
                  <a:pt x="160855" y="97440"/>
                </a:lnTo>
                <a:lnTo>
                  <a:pt x="167561" y="86544"/>
                </a:lnTo>
                <a:lnTo>
                  <a:pt x="169237" y="81165"/>
                </a:lnTo>
                <a:lnTo>
                  <a:pt x="169164" y="75018"/>
                </a:lnTo>
                <a:lnTo>
                  <a:pt x="144039" y="42119"/>
                </a:lnTo>
                <a:lnTo>
                  <a:pt x="126070" y="39814"/>
                </a:lnTo>
                <a:lnTo>
                  <a:pt x="206039" y="39814"/>
                </a:lnTo>
                <a:lnTo>
                  <a:pt x="214444" y="73800"/>
                </a:lnTo>
                <a:lnTo>
                  <a:pt x="214385" y="82981"/>
                </a:lnTo>
                <a:lnTo>
                  <a:pt x="198714" y="118744"/>
                </a:lnTo>
                <a:lnTo>
                  <a:pt x="194663" y="123774"/>
                </a:lnTo>
                <a:lnTo>
                  <a:pt x="186840" y="131597"/>
                </a:lnTo>
                <a:close/>
              </a:path>
              <a:path w="304164" h="353695">
                <a:moveTo>
                  <a:pt x="260364" y="236372"/>
                </a:moveTo>
                <a:lnTo>
                  <a:pt x="213243" y="236372"/>
                </a:lnTo>
                <a:lnTo>
                  <a:pt x="215469" y="230531"/>
                </a:lnTo>
                <a:lnTo>
                  <a:pt x="217539" y="224323"/>
                </a:lnTo>
                <a:lnTo>
                  <a:pt x="225816" y="184823"/>
                </a:lnTo>
                <a:lnTo>
                  <a:pt x="270660" y="188595"/>
                </a:lnTo>
                <a:lnTo>
                  <a:pt x="270101" y="195300"/>
                </a:lnTo>
                <a:lnTo>
                  <a:pt x="268983" y="202495"/>
                </a:lnTo>
                <a:lnTo>
                  <a:pt x="265630" y="217862"/>
                </a:lnTo>
                <a:lnTo>
                  <a:pt x="263675" y="225405"/>
                </a:lnTo>
                <a:lnTo>
                  <a:pt x="260364" y="236372"/>
                </a:lnTo>
                <a:close/>
              </a:path>
              <a:path w="304164" h="353695">
                <a:moveTo>
                  <a:pt x="218666" y="313067"/>
                </a:moveTo>
                <a:lnTo>
                  <a:pt x="114754" y="313067"/>
                </a:lnTo>
                <a:lnTo>
                  <a:pt x="125913" y="312412"/>
                </a:lnTo>
                <a:lnTo>
                  <a:pt x="136757" y="310448"/>
                </a:lnTo>
                <a:lnTo>
                  <a:pt x="175838" y="290645"/>
                </a:lnTo>
                <a:lnTo>
                  <a:pt x="190611" y="275767"/>
                </a:lnTo>
                <a:lnTo>
                  <a:pt x="111821" y="189852"/>
                </a:lnTo>
                <a:lnTo>
                  <a:pt x="169698" y="189852"/>
                </a:lnTo>
                <a:lnTo>
                  <a:pt x="213243" y="236372"/>
                </a:lnTo>
                <a:lnTo>
                  <a:pt x="260364" y="236372"/>
                </a:lnTo>
                <a:lnTo>
                  <a:pt x="259197" y="240235"/>
                </a:lnTo>
                <a:lnTo>
                  <a:pt x="256759" y="247269"/>
                </a:lnTo>
                <a:lnTo>
                  <a:pt x="251451" y="260680"/>
                </a:lnTo>
                <a:lnTo>
                  <a:pt x="248866" y="266547"/>
                </a:lnTo>
                <a:lnTo>
                  <a:pt x="246352" y="271576"/>
                </a:lnTo>
                <a:lnTo>
                  <a:pt x="282482" y="310134"/>
                </a:lnTo>
                <a:lnTo>
                  <a:pt x="222044" y="310134"/>
                </a:lnTo>
                <a:lnTo>
                  <a:pt x="218666" y="313067"/>
                </a:lnTo>
                <a:close/>
              </a:path>
              <a:path w="304164" h="353695">
                <a:moveTo>
                  <a:pt x="302232" y="337794"/>
                </a:moveTo>
                <a:lnTo>
                  <a:pt x="246771" y="337794"/>
                </a:lnTo>
                <a:lnTo>
                  <a:pt x="222044" y="310134"/>
                </a:lnTo>
                <a:lnTo>
                  <a:pt x="282482" y="310134"/>
                </a:lnTo>
                <a:lnTo>
                  <a:pt x="302511" y="331508"/>
                </a:lnTo>
                <a:lnTo>
                  <a:pt x="303629" y="332625"/>
                </a:lnTo>
                <a:lnTo>
                  <a:pt x="304048" y="333952"/>
                </a:lnTo>
                <a:lnTo>
                  <a:pt x="303489" y="337026"/>
                </a:lnTo>
                <a:lnTo>
                  <a:pt x="302232" y="337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57896" y="3396668"/>
            <a:ext cx="284480" cy="339725"/>
          </a:xfrm>
          <a:custGeom>
            <a:avLst/>
            <a:gdLst/>
            <a:ahLst/>
            <a:cxnLst/>
            <a:rect l="l" t="t" r="r" b="b"/>
            <a:pathLst>
              <a:path w="284479" h="339725">
                <a:moveTo>
                  <a:pt x="160515" y="339471"/>
                </a:moveTo>
                <a:lnTo>
                  <a:pt x="116928" y="339471"/>
                </a:lnTo>
                <a:lnTo>
                  <a:pt x="0" y="0"/>
                </a:lnTo>
                <a:lnTo>
                  <a:pt x="51968" y="0"/>
                </a:lnTo>
                <a:lnTo>
                  <a:pt x="139141" y="270319"/>
                </a:lnTo>
                <a:lnTo>
                  <a:pt x="139700" y="271716"/>
                </a:lnTo>
                <a:lnTo>
                  <a:pt x="140677" y="272415"/>
                </a:lnTo>
                <a:lnTo>
                  <a:pt x="143471" y="272415"/>
                </a:lnTo>
                <a:lnTo>
                  <a:pt x="144449" y="271716"/>
                </a:lnTo>
                <a:lnTo>
                  <a:pt x="145008" y="270319"/>
                </a:lnTo>
                <a:lnTo>
                  <a:pt x="232181" y="0"/>
                </a:lnTo>
                <a:lnTo>
                  <a:pt x="284149" y="0"/>
                </a:lnTo>
                <a:lnTo>
                  <a:pt x="170154" y="330669"/>
                </a:lnTo>
                <a:lnTo>
                  <a:pt x="169037" y="333463"/>
                </a:lnTo>
                <a:lnTo>
                  <a:pt x="167360" y="335629"/>
                </a:lnTo>
                <a:lnTo>
                  <a:pt x="162890" y="338702"/>
                </a:lnTo>
                <a:lnTo>
                  <a:pt x="160515" y="3394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78089" y="3396668"/>
            <a:ext cx="53975" cy="60960"/>
          </a:xfrm>
          <a:custGeom>
            <a:avLst/>
            <a:gdLst/>
            <a:ahLst/>
            <a:cxnLst/>
            <a:rect l="l" t="t" r="r" b="b"/>
            <a:pathLst>
              <a:path w="53975" h="60960">
                <a:moveTo>
                  <a:pt x="53644" y="60350"/>
                </a:moveTo>
                <a:lnTo>
                  <a:pt x="0" y="60350"/>
                </a:lnTo>
                <a:lnTo>
                  <a:pt x="0" y="0"/>
                </a:lnTo>
                <a:lnTo>
                  <a:pt x="53644" y="0"/>
                </a:lnTo>
                <a:lnTo>
                  <a:pt x="53644" y="60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381022" y="3493770"/>
            <a:ext cx="48895" cy="242570"/>
          </a:xfrm>
          <a:custGeom>
            <a:avLst/>
            <a:gdLst/>
            <a:ahLst/>
            <a:cxnLst/>
            <a:rect l="l" t="t" r="r" b="b"/>
            <a:pathLst>
              <a:path w="48895" h="242570">
                <a:moveTo>
                  <a:pt x="0" y="0"/>
                </a:moveTo>
                <a:lnTo>
                  <a:pt x="48615" y="0"/>
                </a:lnTo>
                <a:lnTo>
                  <a:pt x="48615" y="242570"/>
                </a:lnTo>
                <a:lnTo>
                  <a:pt x="0" y="2425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87054" y="3493480"/>
            <a:ext cx="194043" cy="2426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740191" y="3397925"/>
            <a:ext cx="205104" cy="337820"/>
          </a:xfrm>
          <a:custGeom>
            <a:avLst/>
            <a:gdLst/>
            <a:ahLst/>
            <a:cxnLst/>
            <a:rect l="l" t="t" r="r" b="b"/>
            <a:pathLst>
              <a:path w="205104" h="337820">
                <a:moveTo>
                  <a:pt x="118186" y="337794"/>
                </a:moveTo>
                <a:lnTo>
                  <a:pt x="15925" y="336118"/>
                </a:lnTo>
                <a:lnTo>
                  <a:pt x="11175" y="336118"/>
                </a:lnTo>
                <a:lnTo>
                  <a:pt x="7334" y="334371"/>
                </a:lnTo>
                <a:lnTo>
                  <a:pt x="1466" y="327386"/>
                </a:lnTo>
                <a:lnTo>
                  <a:pt x="0" y="323405"/>
                </a:lnTo>
                <a:lnTo>
                  <a:pt x="0" y="0"/>
                </a:lnTo>
                <a:lnTo>
                  <a:pt x="49453" y="0"/>
                </a:lnTo>
                <a:lnTo>
                  <a:pt x="49453" y="98069"/>
                </a:lnTo>
                <a:lnTo>
                  <a:pt x="132052" y="98069"/>
                </a:lnTo>
                <a:lnTo>
                  <a:pt x="175707" y="111113"/>
                </a:lnTo>
                <a:lnTo>
                  <a:pt x="197078" y="136626"/>
                </a:lnTo>
                <a:lnTo>
                  <a:pt x="98069" y="136626"/>
                </a:lnTo>
                <a:lnTo>
                  <a:pt x="91922" y="136766"/>
                </a:lnTo>
                <a:lnTo>
                  <a:pt x="67894" y="137883"/>
                </a:lnTo>
                <a:lnTo>
                  <a:pt x="64820" y="138163"/>
                </a:lnTo>
                <a:lnTo>
                  <a:pt x="61747" y="138303"/>
                </a:lnTo>
                <a:lnTo>
                  <a:pt x="55600" y="138303"/>
                </a:lnTo>
                <a:lnTo>
                  <a:pt x="52527" y="138442"/>
                </a:lnTo>
                <a:lnTo>
                  <a:pt x="49453" y="138722"/>
                </a:lnTo>
                <a:lnTo>
                  <a:pt x="49453" y="294906"/>
                </a:lnTo>
                <a:lnTo>
                  <a:pt x="51409" y="296303"/>
                </a:lnTo>
                <a:lnTo>
                  <a:pt x="55321" y="296303"/>
                </a:lnTo>
                <a:lnTo>
                  <a:pt x="112318" y="297561"/>
                </a:lnTo>
                <a:lnTo>
                  <a:pt x="197452" y="297561"/>
                </a:lnTo>
                <a:lnTo>
                  <a:pt x="192327" y="308117"/>
                </a:lnTo>
                <a:lnTo>
                  <a:pt x="182518" y="319354"/>
                </a:lnTo>
                <a:lnTo>
                  <a:pt x="170089" y="327736"/>
                </a:lnTo>
                <a:lnTo>
                  <a:pt x="155224" y="333603"/>
                </a:lnTo>
                <a:lnTo>
                  <a:pt x="137923" y="336956"/>
                </a:lnTo>
                <a:lnTo>
                  <a:pt x="118186" y="337794"/>
                </a:lnTo>
                <a:close/>
              </a:path>
              <a:path w="205104" h="337820">
                <a:moveTo>
                  <a:pt x="132052" y="98069"/>
                </a:moveTo>
                <a:lnTo>
                  <a:pt x="62096" y="98069"/>
                </a:lnTo>
                <a:lnTo>
                  <a:pt x="65379" y="97929"/>
                </a:lnTo>
                <a:lnTo>
                  <a:pt x="68732" y="97650"/>
                </a:lnTo>
                <a:lnTo>
                  <a:pt x="74320" y="97370"/>
                </a:lnTo>
                <a:lnTo>
                  <a:pt x="80397" y="97161"/>
                </a:lnTo>
                <a:lnTo>
                  <a:pt x="93529" y="96881"/>
                </a:lnTo>
                <a:lnTo>
                  <a:pt x="99885" y="96812"/>
                </a:lnTo>
                <a:lnTo>
                  <a:pt x="106032" y="96812"/>
                </a:lnTo>
                <a:lnTo>
                  <a:pt x="118932" y="97087"/>
                </a:lnTo>
                <a:lnTo>
                  <a:pt x="130811" y="97912"/>
                </a:lnTo>
                <a:lnTo>
                  <a:pt x="132052" y="98069"/>
                </a:lnTo>
                <a:close/>
              </a:path>
              <a:path w="205104" h="337820">
                <a:moveTo>
                  <a:pt x="197452" y="297561"/>
                </a:moveTo>
                <a:lnTo>
                  <a:pt x="112318" y="297561"/>
                </a:lnTo>
                <a:lnTo>
                  <a:pt x="123438" y="296971"/>
                </a:lnTo>
                <a:lnTo>
                  <a:pt x="132907" y="295203"/>
                </a:lnTo>
                <a:lnTo>
                  <a:pt x="157581" y="256070"/>
                </a:lnTo>
                <a:lnTo>
                  <a:pt x="157460" y="171896"/>
                </a:lnTo>
                <a:lnTo>
                  <a:pt x="132854" y="139071"/>
                </a:lnTo>
                <a:lnTo>
                  <a:pt x="112039" y="136626"/>
                </a:lnTo>
                <a:lnTo>
                  <a:pt x="197078" y="136626"/>
                </a:lnTo>
                <a:lnTo>
                  <a:pt x="204939" y="183565"/>
                </a:lnTo>
                <a:lnTo>
                  <a:pt x="204883" y="256070"/>
                </a:lnTo>
                <a:lnTo>
                  <a:pt x="203538" y="276055"/>
                </a:lnTo>
                <a:lnTo>
                  <a:pt x="199334" y="293684"/>
                </a:lnTo>
                <a:lnTo>
                  <a:pt x="197452" y="2975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00033" y="3396668"/>
            <a:ext cx="53975" cy="60960"/>
          </a:xfrm>
          <a:custGeom>
            <a:avLst/>
            <a:gdLst/>
            <a:ahLst/>
            <a:cxnLst/>
            <a:rect l="l" t="t" r="r" b="b"/>
            <a:pathLst>
              <a:path w="53975" h="60960">
                <a:moveTo>
                  <a:pt x="53644" y="60350"/>
                </a:moveTo>
                <a:lnTo>
                  <a:pt x="0" y="60350"/>
                </a:lnTo>
                <a:lnTo>
                  <a:pt x="0" y="0"/>
                </a:lnTo>
                <a:lnTo>
                  <a:pt x="53644" y="0"/>
                </a:lnTo>
                <a:lnTo>
                  <a:pt x="53644" y="60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02967" y="3493770"/>
            <a:ext cx="48895" cy="242570"/>
          </a:xfrm>
          <a:custGeom>
            <a:avLst/>
            <a:gdLst/>
            <a:ahLst/>
            <a:cxnLst/>
            <a:rect l="l" t="t" r="r" b="b"/>
            <a:pathLst>
              <a:path w="48895" h="242570">
                <a:moveTo>
                  <a:pt x="0" y="0"/>
                </a:moveTo>
                <a:lnTo>
                  <a:pt x="48615" y="0"/>
                </a:lnTo>
                <a:lnTo>
                  <a:pt x="48615" y="242570"/>
                </a:lnTo>
                <a:lnTo>
                  <a:pt x="0" y="2425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118638" y="3397250"/>
            <a:ext cx="50165" cy="334010"/>
          </a:xfrm>
          <a:custGeom>
            <a:avLst/>
            <a:gdLst/>
            <a:ahLst/>
            <a:cxnLst/>
            <a:rect l="l" t="t" r="r" b="b"/>
            <a:pathLst>
              <a:path w="50164" h="334010">
                <a:moveTo>
                  <a:pt x="0" y="0"/>
                </a:moveTo>
                <a:lnTo>
                  <a:pt x="49872" y="0"/>
                </a:lnTo>
                <a:lnTo>
                  <a:pt x="49872" y="334010"/>
                </a:lnTo>
                <a:lnTo>
                  <a:pt x="0" y="3340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18638" y="3731259"/>
            <a:ext cx="47625" cy="3810"/>
          </a:xfrm>
          <a:custGeom>
            <a:avLst/>
            <a:gdLst/>
            <a:ahLst/>
            <a:cxnLst/>
            <a:rect l="l" t="t" r="r" b="b"/>
            <a:pathLst>
              <a:path w="47625" h="3810">
                <a:moveTo>
                  <a:pt x="0" y="0"/>
                </a:moveTo>
                <a:lnTo>
                  <a:pt x="47002" y="0"/>
                </a:lnTo>
                <a:lnTo>
                  <a:pt x="47002" y="3810"/>
                </a:lnTo>
                <a:lnTo>
                  <a:pt x="0" y="38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118638" y="3735070"/>
            <a:ext cx="44450" cy="1270"/>
          </a:xfrm>
          <a:custGeom>
            <a:avLst/>
            <a:gdLst/>
            <a:ahLst/>
            <a:cxnLst/>
            <a:rect l="l" t="t" r="r" b="b"/>
            <a:pathLst>
              <a:path w="44450" h="1270">
                <a:moveTo>
                  <a:pt x="0" y="0"/>
                </a:moveTo>
                <a:lnTo>
                  <a:pt x="44146" y="0"/>
                </a:lnTo>
                <a:lnTo>
                  <a:pt x="44146" y="1269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32633" y="3396668"/>
            <a:ext cx="53975" cy="60960"/>
          </a:xfrm>
          <a:custGeom>
            <a:avLst/>
            <a:gdLst/>
            <a:ahLst/>
            <a:cxnLst/>
            <a:rect l="l" t="t" r="r" b="b"/>
            <a:pathLst>
              <a:path w="53975" h="60960">
                <a:moveTo>
                  <a:pt x="53644" y="60350"/>
                </a:moveTo>
                <a:lnTo>
                  <a:pt x="0" y="60350"/>
                </a:lnTo>
                <a:lnTo>
                  <a:pt x="0" y="0"/>
                </a:lnTo>
                <a:lnTo>
                  <a:pt x="53644" y="0"/>
                </a:lnTo>
                <a:lnTo>
                  <a:pt x="53644" y="60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235567" y="3493770"/>
            <a:ext cx="48895" cy="242570"/>
          </a:xfrm>
          <a:custGeom>
            <a:avLst/>
            <a:gdLst/>
            <a:ahLst/>
            <a:cxnLst/>
            <a:rect l="l" t="t" r="r" b="b"/>
            <a:pathLst>
              <a:path w="48895" h="242570">
                <a:moveTo>
                  <a:pt x="0" y="0"/>
                </a:moveTo>
                <a:lnTo>
                  <a:pt x="48615" y="0"/>
                </a:lnTo>
                <a:lnTo>
                  <a:pt x="48615" y="242570"/>
                </a:lnTo>
                <a:lnTo>
                  <a:pt x="0" y="2425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325673" y="3422233"/>
            <a:ext cx="161290" cy="314325"/>
          </a:xfrm>
          <a:custGeom>
            <a:avLst/>
            <a:gdLst/>
            <a:ahLst/>
            <a:cxnLst/>
            <a:rect l="l" t="t" r="r" b="b"/>
            <a:pathLst>
              <a:path w="161289" h="314325">
                <a:moveTo>
                  <a:pt x="155346" y="313905"/>
                </a:moveTo>
                <a:lnTo>
                  <a:pt x="99745" y="313905"/>
                </a:lnTo>
                <a:lnTo>
                  <a:pt x="72609" y="310160"/>
                </a:lnTo>
                <a:lnTo>
                  <a:pt x="53225" y="298923"/>
                </a:lnTo>
                <a:lnTo>
                  <a:pt x="41595" y="280194"/>
                </a:lnTo>
                <a:lnTo>
                  <a:pt x="37719" y="253974"/>
                </a:lnTo>
                <a:lnTo>
                  <a:pt x="37719" y="113157"/>
                </a:lnTo>
                <a:lnTo>
                  <a:pt x="0" y="113157"/>
                </a:lnTo>
                <a:lnTo>
                  <a:pt x="0" y="72085"/>
                </a:lnTo>
                <a:lnTo>
                  <a:pt x="37719" y="72085"/>
                </a:lnTo>
                <a:lnTo>
                  <a:pt x="37719" y="0"/>
                </a:lnTo>
                <a:lnTo>
                  <a:pt x="86753" y="0"/>
                </a:lnTo>
                <a:lnTo>
                  <a:pt x="86753" y="72085"/>
                </a:lnTo>
                <a:lnTo>
                  <a:pt x="145427" y="72085"/>
                </a:lnTo>
                <a:lnTo>
                  <a:pt x="145427" y="111061"/>
                </a:lnTo>
                <a:lnTo>
                  <a:pt x="143471" y="113157"/>
                </a:lnTo>
                <a:lnTo>
                  <a:pt x="86753" y="113157"/>
                </a:lnTo>
                <a:lnTo>
                  <a:pt x="86753" y="259842"/>
                </a:lnTo>
                <a:lnTo>
                  <a:pt x="89198" y="265849"/>
                </a:lnTo>
                <a:lnTo>
                  <a:pt x="98977" y="271437"/>
                </a:lnTo>
                <a:lnTo>
                  <a:pt x="105473" y="272834"/>
                </a:lnTo>
                <a:lnTo>
                  <a:pt x="160934" y="272834"/>
                </a:lnTo>
                <a:lnTo>
                  <a:pt x="160934" y="308178"/>
                </a:lnTo>
                <a:lnTo>
                  <a:pt x="160166" y="310064"/>
                </a:lnTo>
                <a:lnTo>
                  <a:pt x="157092" y="313137"/>
                </a:lnTo>
                <a:lnTo>
                  <a:pt x="155346" y="3139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515945" y="3494318"/>
            <a:ext cx="203200" cy="325755"/>
          </a:xfrm>
          <a:custGeom>
            <a:avLst/>
            <a:gdLst/>
            <a:ahLst/>
            <a:cxnLst/>
            <a:rect l="l" t="t" r="r" b="b"/>
            <a:pathLst>
              <a:path w="203200" h="325754">
                <a:moveTo>
                  <a:pt x="89359" y="325601"/>
                </a:moveTo>
                <a:lnTo>
                  <a:pt x="69221" y="325570"/>
                </a:lnTo>
                <a:lnTo>
                  <a:pt x="45472" y="324523"/>
                </a:lnTo>
                <a:lnTo>
                  <a:pt x="19697" y="322287"/>
                </a:lnTo>
                <a:lnTo>
                  <a:pt x="19697" y="281635"/>
                </a:lnTo>
                <a:lnTo>
                  <a:pt x="47201" y="283835"/>
                </a:lnTo>
                <a:lnTo>
                  <a:pt x="73552" y="285407"/>
                </a:lnTo>
                <a:lnTo>
                  <a:pt x="86400" y="285773"/>
                </a:lnTo>
                <a:lnTo>
                  <a:pt x="99169" y="285616"/>
                </a:lnTo>
                <a:lnTo>
                  <a:pt x="111860" y="284935"/>
                </a:lnTo>
                <a:lnTo>
                  <a:pt x="151923" y="269760"/>
                </a:lnTo>
                <a:lnTo>
                  <a:pt x="154228" y="262635"/>
                </a:lnTo>
                <a:lnTo>
                  <a:pt x="154228" y="236791"/>
                </a:lnTo>
                <a:lnTo>
                  <a:pt x="139245" y="238205"/>
                </a:lnTo>
                <a:lnTo>
                  <a:pt x="123634" y="239096"/>
                </a:lnTo>
                <a:lnTo>
                  <a:pt x="100924" y="239685"/>
                </a:lnTo>
                <a:lnTo>
                  <a:pt x="93878" y="239725"/>
                </a:lnTo>
                <a:lnTo>
                  <a:pt x="71024" y="238441"/>
                </a:lnTo>
                <a:lnTo>
                  <a:pt x="22421" y="219189"/>
                </a:lnTo>
                <a:lnTo>
                  <a:pt x="1401" y="174005"/>
                </a:lnTo>
                <a:lnTo>
                  <a:pt x="0" y="152552"/>
                </a:lnTo>
                <a:lnTo>
                  <a:pt x="0" y="0"/>
                </a:lnTo>
                <a:lnTo>
                  <a:pt x="46939" y="0"/>
                </a:lnTo>
                <a:lnTo>
                  <a:pt x="46939" y="161912"/>
                </a:lnTo>
                <a:lnTo>
                  <a:pt x="47917" y="169805"/>
                </a:lnTo>
                <a:lnTo>
                  <a:pt x="81095" y="198443"/>
                </a:lnTo>
                <a:lnTo>
                  <a:pt x="88709" y="199072"/>
                </a:lnTo>
                <a:lnTo>
                  <a:pt x="125729" y="198862"/>
                </a:lnTo>
                <a:lnTo>
                  <a:pt x="132226" y="198640"/>
                </a:lnTo>
                <a:lnTo>
                  <a:pt x="139141" y="198181"/>
                </a:lnTo>
                <a:lnTo>
                  <a:pt x="154228" y="196557"/>
                </a:lnTo>
                <a:lnTo>
                  <a:pt x="154228" y="0"/>
                </a:lnTo>
                <a:lnTo>
                  <a:pt x="202844" y="0"/>
                </a:lnTo>
                <a:lnTo>
                  <a:pt x="202844" y="243497"/>
                </a:lnTo>
                <a:lnTo>
                  <a:pt x="202495" y="251180"/>
                </a:lnTo>
                <a:lnTo>
                  <a:pt x="190952" y="293736"/>
                </a:lnTo>
                <a:lnTo>
                  <a:pt x="158707" y="317442"/>
                </a:lnTo>
                <a:lnTo>
                  <a:pt x="124891" y="324461"/>
                </a:lnTo>
                <a:lnTo>
                  <a:pt x="115881" y="3250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89311" y="4923536"/>
            <a:ext cx="123189" cy="412750"/>
          </a:xfrm>
          <a:custGeom>
            <a:avLst/>
            <a:gdLst/>
            <a:ahLst/>
            <a:cxnLst/>
            <a:rect l="l" t="t" r="r" b="b"/>
            <a:pathLst>
              <a:path w="123189" h="412750">
                <a:moveTo>
                  <a:pt x="115485" y="412495"/>
                </a:moveTo>
                <a:lnTo>
                  <a:pt x="66039" y="412495"/>
                </a:lnTo>
                <a:lnTo>
                  <a:pt x="66039" y="51307"/>
                </a:lnTo>
                <a:lnTo>
                  <a:pt x="63499" y="49275"/>
                </a:lnTo>
                <a:lnTo>
                  <a:pt x="0" y="49275"/>
                </a:lnTo>
                <a:lnTo>
                  <a:pt x="0" y="0"/>
                </a:lnTo>
                <a:lnTo>
                  <a:pt x="102615" y="0"/>
                </a:lnTo>
                <a:lnTo>
                  <a:pt x="109812" y="2285"/>
                </a:lnTo>
                <a:lnTo>
                  <a:pt x="120311" y="11429"/>
                </a:lnTo>
                <a:lnTo>
                  <a:pt x="122935" y="18118"/>
                </a:lnTo>
                <a:lnTo>
                  <a:pt x="122935" y="403351"/>
                </a:lnTo>
                <a:lnTo>
                  <a:pt x="122089" y="406145"/>
                </a:lnTo>
                <a:lnTo>
                  <a:pt x="118702" y="411225"/>
                </a:lnTo>
                <a:lnTo>
                  <a:pt x="115485" y="4124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957534" y="5280659"/>
            <a:ext cx="58419" cy="56515"/>
          </a:xfrm>
          <a:custGeom>
            <a:avLst/>
            <a:gdLst/>
            <a:ahLst/>
            <a:cxnLst/>
            <a:rect l="l" t="t" r="r" b="b"/>
            <a:pathLst>
              <a:path w="58419" h="56514">
                <a:moveTo>
                  <a:pt x="57911" y="56387"/>
                </a:moveTo>
                <a:lnTo>
                  <a:pt x="0" y="56387"/>
                </a:lnTo>
                <a:lnTo>
                  <a:pt x="0" y="0"/>
                </a:lnTo>
                <a:lnTo>
                  <a:pt x="57911" y="0"/>
                </a:lnTo>
                <a:lnTo>
                  <a:pt x="57911" y="563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170386" y="4896485"/>
            <a:ext cx="419734" cy="483870"/>
          </a:xfrm>
          <a:custGeom>
            <a:avLst/>
            <a:gdLst/>
            <a:ahLst/>
            <a:cxnLst/>
            <a:rect l="l" t="t" r="r" b="b"/>
            <a:pathLst>
              <a:path w="419735" h="483870">
                <a:moveTo>
                  <a:pt x="22182" y="364574"/>
                </a:moveTo>
                <a:lnTo>
                  <a:pt x="14816" y="361611"/>
                </a:lnTo>
                <a:lnTo>
                  <a:pt x="2963" y="349080"/>
                </a:lnTo>
                <a:lnTo>
                  <a:pt x="0" y="341883"/>
                </a:lnTo>
                <a:lnTo>
                  <a:pt x="0" y="46566"/>
                </a:lnTo>
                <a:lnTo>
                  <a:pt x="2963" y="39285"/>
                </a:lnTo>
                <a:lnTo>
                  <a:pt x="14816" y="27770"/>
                </a:lnTo>
                <a:lnTo>
                  <a:pt x="22182" y="24891"/>
                </a:lnTo>
                <a:lnTo>
                  <a:pt x="196087" y="24891"/>
                </a:lnTo>
                <a:lnTo>
                  <a:pt x="196087" y="71627"/>
                </a:lnTo>
                <a:lnTo>
                  <a:pt x="58589" y="71627"/>
                </a:lnTo>
                <a:lnTo>
                  <a:pt x="56895" y="73321"/>
                </a:lnTo>
                <a:lnTo>
                  <a:pt x="56895" y="316314"/>
                </a:lnTo>
                <a:lnTo>
                  <a:pt x="58589" y="318007"/>
                </a:lnTo>
                <a:lnTo>
                  <a:pt x="61975" y="318007"/>
                </a:lnTo>
                <a:lnTo>
                  <a:pt x="69881" y="318214"/>
                </a:lnTo>
                <a:lnTo>
                  <a:pt x="77850" y="318325"/>
                </a:lnTo>
                <a:lnTo>
                  <a:pt x="227075" y="318341"/>
                </a:lnTo>
                <a:lnTo>
                  <a:pt x="227075" y="353567"/>
                </a:lnTo>
                <a:lnTo>
                  <a:pt x="175990" y="358616"/>
                </a:lnTo>
                <a:lnTo>
                  <a:pt x="131921" y="361902"/>
                </a:lnTo>
                <a:lnTo>
                  <a:pt x="79613" y="363807"/>
                </a:lnTo>
                <a:lnTo>
                  <a:pt x="30987" y="364235"/>
                </a:lnTo>
                <a:lnTo>
                  <a:pt x="22182" y="364574"/>
                </a:lnTo>
                <a:close/>
              </a:path>
              <a:path w="419735" h="483870">
                <a:moveTo>
                  <a:pt x="227075" y="318341"/>
                </a:moveTo>
                <a:lnTo>
                  <a:pt x="85883" y="318341"/>
                </a:lnTo>
                <a:lnTo>
                  <a:pt x="93979" y="318261"/>
                </a:lnTo>
                <a:lnTo>
                  <a:pt x="102298" y="318071"/>
                </a:lnTo>
                <a:lnTo>
                  <a:pt x="149923" y="315150"/>
                </a:lnTo>
                <a:lnTo>
                  <a:pt x="227075" y="306323"/>
                </a:lnTo>
                <a:lnTo>
                  <a:pt x="227075" y="318341"/>
                </a:lnTo>
                <a:close/>
              </a:path>
              <a:path w="419735" h="483870">
                <a:moveTo>
                  <a:pt x="297349" y="471931"/>
                </a:moveTo>
                <a:lnTo>
                  <a:pt x="247395" y="471931"/>
                </a:lnTo>
                <a:lnTo>
                  <a:pt x="247395" y="0"/>
                </a:lnTo>
                <a:lnTo>
                  <a:pt x="304799" y="0"/>
                </a:lnTo>
                <a:lnTo>
                  <a:pt x="304799" y="162051"/>
                </a:lnTo>
                <a:lnTo>
                  <a:pt x="419607" y="162051"/>
                </a:lnTo>
                <a:lnTo>
                  <a:pt x="419607" y="210311"/>
                </a:lnTo>
                <a:lnTo>
                  <a:pt x="304799" y="210311"/>
                </a:lnTo>
                <a:lnTo>
                  <a:pt x="304799" y="464481"/>
                </a:lnTo>
                <a:lnTo>
                  <a:pt x="303783" y="466851"/>
                </a:lnTo>
                <a:lnTo>
                  <a:pt x="299719" y="470915"/>
                </a:lnTo>
                <a:lnTo>
                  <a:pt x="297349" y="471931"/>
                </a:lnTo>
                <a:close/>
              </a:path>
              <a:path w="419735" h="483870">
                <a:moveTo>
                  <a:pt x="419607" y="162051"/>
                </a:moveTo>
                <a:lnTo>
                  <a:pt x="362203" y="162051"/>
                </a:lnTo>
                <a:lnTo>
                  <a:pt x="362203" y="0"/>
                </a:lnTo>
                <a:lnTo>
                  <a:pt x="419607" y="0"/>
                </a:lnTo>
                <a:lnTo>
                  <a:pt x="419607" y="162051"/>
                </a:lnTo>
                <a:close/>
              </a:path>
              <a:path w="419735" h="483870">
                <a:moveTo>
                  <a:pt x="412157" y="483615"/>
                </a:moveTo>
                <a:lnTo>
                  <a:pt x="362203" y="483615"/>
                </a:lnTo>
                <a:lnTo>
                  <a:pt x="362203" y="210311"/>
                </a:lnTo>
                <a:lnTo>
                  <a:pt x="419607" y="210311"/>
                </a:lnTo>
                <a:lnTo>
                  <a:pt x="419607" y="476165"/>
                </a:lnTo>
                <a:lnTo>
                  <a:pt x="418591" y="478535"/>
                </a:lnTo>
                <a:lnTo>
                  <a:pt x="414527" y="482599"/>
                </a:lnTo>
                <a:lnTo>
                  <a:pt x="412157" y="483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610314" y="4896485"/>
            <a:ext cx="477520" cy="493395"/>
          </a:xfrm>
          <a:custGeom>
            <a:avLst/>
            <a:gdLst/>
            <a:ahLst/>
            <a:cxnLst/>
            <a:rect l="l" t="t" r="r" b="b"/>
            <a:pathLst>
              <a:path w="477519" h="493395">
                <a:moveTo>
                  <a:pt x="38607" y="271271"/>
                </a:moveTo>
                <a:lnTo>
                  <a:pt x="33951" y="267038"/>
                </a:lnTo>
                <a:lnTo>
                  <a:pt x="31580" y="264752"/>
                </a:lnTo>
                <a:lnTo>
                  <a:pt x="25823" y="258995"/>
                </a:lnTo>
                <a:lnTo>
                  <a:pt x="22690" y="255947"/>
                </a:lnTo>
                <a:lnTo>
                  <a:pt x="7027" y="241130"/>
                </a:lnTo>
                <a:lnTo>
                  <a:pt x="4656" y="238929"/>
                </a:lnTo>
                <a:lnTo>
                  <a:pt x="0" y="234695"/>
                </a:lnTo>
                <a:lnTo>
                  <a:pt x="11668" y="228869"/>
                </a:lnTo>
                <a:lnTo>
                  <a:pt x="46481" y="208533"/>
                </a:lnTo>
                <a:lnTo>
                  <a:pt x="78152" y="184483"/>
                </a:lnTo>
                <a:lnTo>
                  <a:pt x="110331" y="147812"/>
                </a:lnTo>
                <a:lnTo>
                  <a:pt x="126809" y="106822"/>
                </a:lnTo>
                <a:lnTo>
                  <a:pt x="127507" y="6603"/>
                </a:lnTo>
                <a:lnTo>
                  <a:pt x="185927" y="6603"/>
                </a:lnTo>
                <a:lnTo>
                  <a:pt x="185927" y="96519"/>
                </a:lnTo>
                <a:lnTo>
                  <a:pt x="186547" y="106298"/>
                </a:lnTo>
                <a:lnTo>
                  <a:pt x="201247" y="142874"/>
                </a:lnTo>
                <a:lnTo>
                  <a:pt x="228893" y="172719"/>
                </a:lnTo>
                <a:lnTo>
                  <a:pt x="157987" y="172719"/>
                </a:lnTo>
                <a:lnTo>
                  <a:pt x="123914" y="210502"/>
                </a:lnTo>
                <a:lnTo>
                  <a:pt x="94043" y="236410"/>
                </a:lnTo>
                <a:lnTo>
                  <a:pt x="58483" y="260286"/>
                </a:lnTo>
                <a:lnTo>
                  <a:pt x="38607" y="271271"/>
                </a:lnTo>
                <a:close/>
              </a:path>
              <a:path w="477519" h="493395">
                <a:moveTo>
                  <a:pt x="278383" y="257555"/>
                </a:moveTo>
                <a:lnTo>
                  <a:pt x="237664" y="238108"/>
                </a:lnTo>
                <a:lnTo>
                  <a:pt x="204835" y="216455"/>
                </a:lnTo>
                <a:lnTo>
                  <a:pt x="175180" y="191769"/>
                </a:lnTo>
                <a:lnTo>
                  <a:pt x="157987" y="172719"/>
                </a:lnTo>
                <a:lnTo>
                  <a:pt x="228893" y="172719"/>
                </a:lnTo>
                <a:lnTo>
                  <a:pt x="231981" y="175386"/>
                </a:lnTo>
                <a:lnTo>
                  <a:pt x="241617" y="182879"/>
                </a:lnTo>
                <a:lnTo>
                  <a:pt x="274367" y="203803"/>
                </a:lnTo>
                <a:lnTo>
                  <a:pt x="310895" y="221995"/>
                </a:lnTo>
                <a:lnTo>
                  <a:pt x="278383" y="257555"/>
                </a:lnTo>
                <a:close/>
              </a:path>
              <a:path w="477519" h="493395">
                <a:moveTo>
                  <a:pt x="249427" y="493267"/>
                </a:moveTo>
                <a:lnTo>
                  <a:pt x="197611" y="489203"/>
                </a:lnTo>
                <a:lnTo>
                  <a:pt x="156940" y="479250"/>
                </a:lnTo>
                <a:lnTo>
                  <a:pt x="121348" y="461009"/>
                </a:lnTo>
                <a:lnTo>
                  <a:pt x="94916" y="432450"/>
                </a:lnTo>
                <a:lnTo>
                  <a:pt x="85343" y="391159"/>
                </a:lnTo>
                <a:lnTo>
                  <a:pt x="86407" y="375903"/>
                </a:lnTo>
                <a:lnTo>
                  <a:pt x="102361" y="339089"/>
                </a:lnTo>
                <a:lnTo>
                  <a:pt x="132318" y="313848"/>
                </a:lnTo>
                <a:lnTo>
                  <a:pt x="170116" y="297941"/>
                </a:lnTo>
                <a:lnTo>
                  <a:pt x="211851" y="289956"/>
                </a:lnTo>
                <a:lnTo>
                  <a:pt x="249427" y="287527"/>
                </a:lnTo>
                <a:lnTo>
                  <a:pt x="257222" y="287638"/>
                </a:lnTo>
                <a:lnTo>
                  <a:pt x="300799" y="291718"/>
                </a:lnTo>
                <a:lnTo>
                  <a:pt x="345741" y="303593"/>
                </a:lnTo>
                <a:lnTo>
                  <a:pt x="384301" y="326135"/>
                </a:lnTo>
                <a:lnTo>
                  <a:pt x="392557" y="334771"/>
                </a:lnTo>
                <a:lnTo>
                  <a:pt x="249935" y="334771"/>
                </a:lnTo>
                <a:lnTo>
                  <a:pt x="240966" y="334930"/>
                </a:lnTo>
                <a:lnTo>
                  <a:pt x="194817" y="340867"/>
                </a:lnTo>
                <a:lnTo>
                  <a:pt x="157194" y="358647"/>
                </a:lnTo>
                <a:lnTo>
                  <a:pt x="141223" y="391159"/>
                </a:lnTo>
                <a:lnTo>
                  <a:pt x="141874" y="399160"/>
                </a:lnTo>
                <a:lnTo>
                  <a:pt x="170402" y="432021"/>
                </a:lnTo>
                <a:lnTo>
                  <a:pt x="213105" y="443737"/>
                </a:lnTo>
                <a:lnTo>
                  <a:pt x="249935" y="446023"/>
                </a:lnTo>
                <a:lnTo>
                  <a:pt x="393743" y="446023"/>
                </a:lnTo>
                <a:lnTo>
                  <a:pt x="390461" y="449928"/>
                </a:lnTo>
                <a:lnTo>
                  <a:pt x="354329" y="474471"/>
                </a:lnTo>
                <a:lnTo>
                  <a:pt x="309895" y="487886"/>
                </a:lnTo>
                <a:lnTo>
                  <a:pt x="265366" y="492886"/>
                </a:lnTo>
                <a:lnTo>
                  <a:pt x="257222" y="493172"/>
                </a:lnTo>
                <a:lnTo>
                  <a:pt x="249427" y="493267"/>
                </a:lnTo>
                <a:close/>
              </a:path>
              <a:path w="477519" h="493395">
                <a:moveTo>
                  <a:pt x="393743" y="446023"/>
                </a:moveTo>
                <a:lnTo>
                  <a:pt x="249935" y="446023"/>
                </a:lnTo>
                <a:lnTo>
                  <a:pt x="258444" y="445880"/>
                </a:lnTo>
                <a:lnTo>
                  <a:pt x="267207" y="445452"/>
                </a:lnTo>
                <a:lnTo>
                  <a:pt x="312118" y="438165"/>
                </a:lnTo>
                <a:lnTo>
                  <a:pt x="346709" y="418591"/>
                </a:lnTo>
                <a:lnTo>
                  <a:pt x="357123" y="391159"/>
                </a:lnTo>
                <a:lnTo>
                  <a:pt x="356472" y="383158"/>
                </a:lnTo>
                <a:lnTo>
                  <a:pt x="327945" y="350011"/>
                </a:lnTo>
                <a:lnTo>
                  <a:pt x="285495" y="337311"/>
                </a:lnTo>
                <a:lnTo>
                  <a:pt x="249935" y="334771"/>
                </a:lnTo>
                <a:lnTo>
                  <a:pt x="392557" y="334771"/>
                </a:lnTo>
                <a:lnTo>
                  <a:pt x="411035" y="371157"/>
                </a:lnTo>
                <a:lnTo>
                  <a:pt x="413003" y="391159"/>
                </a:lnTo>
                <a:lnTo>
                  <a:pt x="412511" y="401494"/>
                </a:lnTo>
                <a:lnTo>
                  <a:pt x="395985" y="443356"/>
                </a:lnTo>
                <a:lnTo>
                  <a:pt x="393743" y="446023"/>
                </a:lnTo>
                <a:close/>
              </a:path>
              <a:path w="477519" h="493395">
                <a:moveTo>
                  <a:pt x="400473" y="279399"/>
                </a:moveTo>
                <a:lnTo>
                  <a:pt x="349503" y="279399"/>
                </a:lnTo>
                <a:lnTo>
                  <a:pt x="349503" y="0"/>
                </a:lnTo>
                <a:lnTo>
                  <a:pt x="407923" y="0"/>
                </a:lnTo>
                <a:lnTo>
                  <a:pt x="407923" y="99567"/>
                </a:lnTo>
                <a:lnTo>
                  <a:pt x="477011" y="99567"/>
                </a:lnTo>
                <a:lnTo>
                  <a:pt x="477011" y="147319"/>
                </a:lnTo>
                <a:lnTo>
                  <a:pt x="407923" y="147319"/>
                </a:lnTo>
                <a:lnTo>
                  <a:pt x="407923" y="271949"/>
                </a:lnTo>
                <a:lnTo>
                  <a:pt x="406907" y="274319"/>
                </a:lnTo>
                <a:lnTo>
                  <a:pt x="402843" y="278383"/>
                </a:lnTo>
                <a:lnTo>
                  <a:pt x="400473" y="279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208530" y="4896485"/>
            <a:ext cx="486409" cy="483870"/>
          </a:xfrm>
          <a:custGeom>
            <a:avLst/>
            <a:gdLst/>
            <a:ahLst/>
            <a:cxnLst/>
            <a:rect l="l" t="t" r="r" b="b"/>
            <a:pathLst>
              <a:path w="486410" h="483870">
                <a:moveTo>
                  <a:pt x="38099" y="375919"/>
                </a:moveTo>
                <a:lnTo>
                  <a:pt x="0" y="338835"/>
                </a:lnTo>
                <a:lnTo>
                  <a:pt x="13033" y="330866"/>
                </a:lnTo>
                <a:lnTo>
                  <a:pt x="25717" y="322198"/>
                </a:lnTo>
                <a:lnTo>
                  <a:pt x="61499" y="292210"/>
                </a:lnTo>
                <a:lnTo>
                  <a:pt x="91693" y="258825"/>
                </a:lnTo>
                <a:lnTo>
                  <a:pt x="114458" y="223869"/>
                </a:lnTo>
                <a:lnTo>
                  <a:pt x="129905" y="177942"/>
                </a:lnTo>
                <a:lnTo>
                  <a:pt x="130555" y="167131"/>
                </a:lnTo>
                <a:lnTo>
                  <a:pt x="130555" y="22351"/>
                </a:lnTo>
                <a:lnTo>
                  <a:pt x="188975" y="22351"/>
                </a:lnTo>
                <a:lnTo>
                  <a:pt x="188975" y="167131"/>
                </a:lnTo>
                <a:lnTo>
                  <a:pt x="189769" y="178244"/>
                </a:lnTo>
                <a:lnTo>
                  <a:pt x="208470" y="226186"/>
                </a:lnTo>
                <a:lnTo>
                  <a:pt x="230028" y="256539"/>
                </a:lnTo>
                <a:lnTo>
                  <a:pt x="161035" y="256539"/>
                </a:lnTo>
                <a:lnTo>
                  <a:pt x="135889" y="287527"/>
                </a:lnTo>
                <a:lnTo>
                  <a:pt x="103885" y="322833"/>
                </a:lnTo>
                <a:lnTo>
                  <a:pt x="69595" y="354837"/>
                </a:lnTo>
                <a:lnTo>
                  <a:pt x="45402" y="372125"/>
                </a:lnTo>
                <a:lnTo>
                  <a:pt x="38099" y="375919"/>
                </a:lnTo>
                <a:close/>
              </a:path>
              <a:path w="486410" h="483870">
                <a:moveTo>
                  <a:pt x="287527" y="369823"/>
                </a:moveTo>
                <a:lnTo>
                  <a:pt x="253745" y="349757"/>
                </a:lnTo>
                <a:lnTo>
                  <a:pt x="218185" y="319785"/>
                </a:lnTo>
                <a:lnTo>
                  <a:pt x="185673" y="286511"/>
                </a:lnTo>
                <a:lnTo>
                  <a:pt x="161035" y="256539"/>
                </a:lnTo>
                <a:lnTo>
                  <a:pt x="230028" y="256539"/>
                </a:lnTo>
                <a:lnTo>
                  <a:pt x="234187" y="261619"/>
                </a:lnTo>
                <a:lnTo>
                  <a:pt x="244347" y="272764"/>
                </a:lnTo>
                <a:lnTo>
                  <a:pt x="277875" y="302767"/>
                </a:lnTo>
                <a:lnTo>
                  <a:pt x="312832" y="324770"/>
                </a:lnTo>
                <a:lnTo>
                  <a:pt x="324103" y="329691"/>
                </a:lnTo>
                <a:lnTo>
                  <a:pt x="287527" y="369823"/>
                </a:lnTo>
                <a:close/>
              </a:path>
              <a:path w="486410" h="483870">
                <a:moveTo>
                  <a:pt x="407585" y="483615"/>
                </a:moveTo>
                <a:lnTo>
                  <a:pt x="357631" y="483615"/>
                </a:lnTo>
                <a:lnTo>
                  <a:pt x="357631" y="0"/>
                </a:lnTo>
                <a:lnTo>
                  <a:pt x="415035" y="0"/>
                </a:lnTo>
                <a:lnTo>
                  <a:pt x="415035" y="170179"/>
                </a:lnTo>
                <a:lnTo>
                  <a:pt x="486155" y="170179"/>
                </a:lnTo>
                <a:lnTo>
                  <a:pt x="486155" y="218439"/>
                </a:lnTo>
                <a:lnTo>
                  <a:pt x="415035" y="218439"/>
                </a:lnTo>
                <a:lnTo>
                  <a:pt x="415035" y="476165"/>
                </a:lnTo>
                <a:lnTo>
                  <a:pt x="414019" y="478535"/>
                </a:lnTo>
                <a:lnTo>
                  <a:pt x="409955" y="482599"/>
                </a:lnTo>
                <a:lnTo>
                  <a:pt x="407585" y="483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712466" y="4895977"/>
            <a:ext cx="457200" cy="496570"/>
          </a:xfrm>
          <a:custGeom>
            <a:avLst/>
            <a:gdLst/>
            <a:ahLst/>
            <a:cxnLst/>
            <a:rect l="l" t="t" r="r" b="b"/>
            <a:pathLst>
              <a:path w="457200" h="496570">
                <a:moveTo>
                  <a:pt x="161543" y="236727"/>
                </a:moveTo>
                <a:lnTo>
                  <a:pt x="105155" y="236727"/>
                </a:lnTo>
                <a:lnTo>
                  <a:pt x="105155" y="165099"/>
                </a:lnTo>
                <a:lnTo>
                  <a:pt x="94376" y="158908"/>
                </a:lnTo>
                <a:lnTo>
                  <a:pt x="64404" y="127063"/>
                </a:lnTo>
                <a:lnTo>
                  <a:pt x="57403" y="94487"/>
                </a:lnTo>
                <a:lnTo>
                  <a:pt x="58229" y="82692"/>
                </a:lnTo>
                <a:lnTo>
                  <a:pt x="77819" y="43465"/>
                </a:lnTo>
                <a:lnTo>
                  <a:pt x="118633" y="17256"/>
                </a:lnTo>
                <a:lnTo>
                  <a:pt x="160781" y="5587"/>
                </a:lnTo>
                <a:lnTo>
                  <a:pt x="210359" y="349"/>
                </a:lnTo>
                <a:lnTo>
                  <a:pt x="228091" y="0"/>
                </a:lnTo>
                <a:lnTo>
                  <a:pt x="246046" y="349"/>
                </a:lnTo>
                <a:lnTo>
                  <a:pt x="295909" y="5587"/>
                </a:lnTo>
                <a:lnTo>
                  <a:pt x="338057" y="17256"/>
                </a:lnTo>
                <a:lnTo>
                  <a:pt x="378729" y="43465"/>
                </a:lnTo>
                <a:lnTo>
                  <a:pt x="380588" y="45719"/>
                </a:lnTo>
                <a:lnTo>
                  <a:pt x="228091" y="45719"/>
                </a:lnTo>
                <a:lnTo>
                  <a:pt x="215915" y="45926"/>
                </a:lnTo>
                <a:lnTo>
                  <a:pt x="172688" y="50847"/>
                </a:lnTo>
                <a:lnTo>
                  <a:pt x="133730" y="65277"/>
                </a:lnTo>
                <a:lnTo>
                  <a:pt x="115315" y="86698"/>
                </a:lnTo>
                <a:lnTo>
                  <a:pt x="115315" y="102277"/>
                </a:lnTo>
                <a:lnTo>
                  <a:pt x="146811" y="130555"/>
                </a:lnTo>
                <a:lnTo>
                  <a:pt x="193039" y="141398"/>
                </a:lnTo>
                <a:lnTo>
                  <a:pt x="228091" y="143255"/>
                </a:lnTo>
                <a:lnTo>
                  <a:pt x="380646" y="143255"/>
                </a:lnTo>
                <a:lnTo>
                  <a:pt x="380285" y="143700"/>
                </a:lnTo>
                <a:lnTo>
                  <a:pt x="372554" y="151129"/>
                </a:lnTo>
                <a:lnTo>
                  <a:pt x="363648" y="157924"/>
                </a:lnTo>
                <a:lnTo>
                  <a:pt x="353567" y="164083"/>
                </a:lnTo>
                <a:lnTo>
                  <a:pt x="353567" y="182879"/>
                </a:lnTo>
                <a:lnTo>
                  <a:pt x="296163" y="182879"/>
                </a:lnTo>
                <a:lnTo>
                  <a:pt x="293304" y="183387"/>
                </a:lnTo>
                <a:lnTo>
                  <a:pt x="161543" y="183387"/>
                </a:lnTo>
                <a:lnTo>
                  <a:pt x="161543" y="236727"/>
                </a:lnTo>
                <a:close/>
              </a:path>
              <a:path w="457200" h="496570">
                <a:moveTo>
                  <a:pt x="380646" y="143255"/>
                </a:moveTo>
                <a:lnTo>
                  <a:pt x="228091" y="143255"/>
                </a:lnTo>
                <a:lnTo>
                  <a:pt x="240267" y="143049"/>
                </a:lnTo>
                <a:lnTo>
                  <a:pt x="251904" y="142430"/>
                </a:lnTo>
                <a:lnTo>
                  <a:pt x="292734" y="135953"/>
                </a:lnTo>
                <a:lnTo>
                  <a:pt x="327882" y="119697"/>
                </a:lnTo>
                <a:lnTo>
                  <a:pt x="340867" y="102277"/>
                </a:lnTo>
                <a:lnTo>
                  <a:pt x="340867" y="86698"/>
                </a:lnTo>
                <a:lnTo>
                  <a:pt x="309117" y="58419"/>
                </a:lnTo>
                <a:lnTo>
                  <a:pt x="263000" y="47577"/>
                </a:lnTo>
                <a:lnTo>
                  <a:pt x="228091" y="45719"/>
                </a:lnTo>
                <a:lnTo>
                  <a:pt x="380588" y="45719"/>
                </a:lnTo>
                <a:lnTo>
                  <a:pt x="397970" y="82692"/>
                </a:lnTo>
                <a:lnTo>
                  <a:pt x="398779" y="94487"/>
                </a:lnTo>
                <a:lnTo>
                  <a:pt x="398027" y="106235"/>
                </a:lnTo>
                <a:lnTo>
                  <a:pt x="395795" y="116966"/>
                </a:lnTo>
                <a:lnTo>
                  <a:pt x="392064" y="126777"/>
                </a:lnTo>
                <a:lnTo>
                  <a:pt x="386841" y="135635"/>
                </a:lnTo>
                <a:lnTo>
                  <a:pt x="380646" y="143255"/>
                </a:lnTo>
                <a:close/>
              </a:path>
              <a:path w="457200" h="496570">
                <a:moveTo>
                  <a:pt x="353567" y="236727"/>
                </a:moveTo>
                <a:lnTo>
                  <a:pt x="296163" y="236727"/>
                </a:lnTo>
                <a:lnTo>
                  <a:pt x="296163" y="182879"/>
                </a:lnTo>
                <a:lnTo>
                  <a:pt x="353567" y="182879"/>
                </a:lnTo>
                <a:lnTo>
                  <a:pt x="353567" y="236727"/>
                </a:lnTo>
                <a:close/>
              </a:path>
              <a:path w="457200" h="496570">
                <a:moveTo>
                  <a:pt x="228091" y="188467"/>
                </a:moveTo>
                <a:lnTo>
                  <a:pt x="185261" y="186483"/>
                </a:lnTo>
                <a:lnTo>
                  <a:pt x="161543" y="183387"/>
                </a:lnTo>
                <a:lnTo>
                  <a:pt x="293304" y="183387"/>
                </a:lnTo>
                <a:lnTo>
                  <a:pt x="254809" y="187753"/>
                </a:lnTo>
                <a:lnTo>
                  <a:pt x="228091" y="188467"/>
                </a:lnTo>
                <a:close/>
              </a:path>
              <a:path w="457200" h="496570">
                <a:moveTo>
                  <a:pt x="449241" y="283971"/>
                </a:moveTo>
                <a:lnTo>
                  <a:pt x="0" y="283971"/>
                </a:lnTo>
                <a:lnTo>
                  <a:pt x="0" y="236727"/>
                </a:lnTo>
                <a:lnTo>
                  <a:pt x="456691" y="236727"/>
                </a:lnTo>
                <a:lnTo>
                  <a:pt x="456691" y="276521"/>
                </a:lnTo>
                <a:lnTo>
                  <a:pt x="455675" y="278891"/>
                </a:lnTo>
                <a:lnTo>
                  <a:pt x="451611" y="282955"/>
                </a:lnTo>
                <a:lnTo>
                  <a:pt x="449241" y="283971"/>
                </a:lnTo>
                <a:close/>
              </a:path>
              <a:path w="457200" h="496570">
                <a:moveTo>
                  <a:pt x="228091" y="496315"/>
                </a:moveTo>
                <a:lnTo>
                  <a:pt x="175275" y="493172"/>
                </a:lnTo>
                <a:lnTo>
                  <a:pt x="130238" y="483615"/>
                </a:lnTo>
                <a:lnTo>
                  <a:pt x="95091" y="467216"/>
                </a:lnTo>
                <a:lnTo>
                  <a:pt x="65055" y="434260"/>
                </a:lnTo>
                <a:lnTo>
                  <a:pt x="57911" y="400303"/>
                </a:lnTo>
                <a:lnTo>
                  <a:pt x="58705" y="388048"/>
                </a:lnTo>
                <a:lnTo>
                  <a:pt x="77565" y="347884"/>
                </a:lnTo>
                <a:lnTo>
                  <a:pt x="117395" y="321198"/>
                </a:lnTo>
                <a:lnTo>
                  <a:pt x="159257" y="309625"/>
                </a:lnTo>
                <a:lnTo>
                  <a:pt x="209692" y="304625"/>
                </a:lnTo>
                <a:lnTo>
                  <a:pt x="228091" y="304291"/>
                </a:lnTo>
                <a:lnTo>
                  <a:pt x="246284" y="304641"/>
                </a:lnTo>
                <a:lnTo>
                  <a:pt x="296671" y="309879"/>
                </a:lnTo>
                <a:lnTo>
                  <a:pt x="338915" y="321690"/>
                </a:lnTo>
                <a:lnTo>
                  <a:pt x="379110" y="348392"/>
                </a:lnTo>
                <a:lnTo>
                  <a:pt x="381619" y="351535"/>
                </a:lnTo>
                <a:lnTo>
                  <a:pt x="228091" y="351535"/>
                </a:lnTo>
                <a:lnTo>
                  <a:pt x="201088" y="352345"/>
                </a:lnTo>
                <a:lnTo>
                  <a:pt x="158797" y="358822"/>
                </a:lnTo>
                <a:lnTo>
                  <a:pt x="123507" y="379920"/>
                </a:lnTo>
                <a:lnTo>
                  <a:pt x="116839" y="400303"/>
                </a:lnTo>
                <a:lnTo>
                  <a:pt x="118506" y="411114"/>
                </a:lnTo>
                <a:lnTo>
                  <a:pt x="158797" y="441785"/>
                </a:lnTo>
                <a:lnTo>
                  <a:pt x="201088" y="448262"/>
                </a:lnTo>
                <a:lnTo>
                  <a:pt x="228091" y="449071"/>
                </a:lnTo>
                <a:lnTo>
                  <a:pt x="381767" y="449071"/>
                </a:lnTo>
                <a:lnTo>
                  <a:pt x="379110" y="452357"/>
                </a:lnTo>
                <a:lnTo>
                  <a:pt x="338915" y="478916"/>
                </a:lnTo>
                <a:lnTo>
                  <a:pt x="296671" y="490727"/>
                </a:lnTo>
                <a:lnTo>
                  <a:pt x="246284" y="495966"/>
                </a:lnTo>
                <a:lnTo>
                  <a:pt x="228091" y="496315"/>
                </a:lnTo>
                <a:close/>
              </a:path>
              <a:path w="457200" h="496570">
                <a:moveTo>
                  <a:pt x="381767" y="449071"/>
                </a:moveTo>
                <a:lnTo>
                  <a:pt x="228091" y="449071"/>
                </a:lnTo>
                <a:lnTo>
                  <a:pt x="255111" y="448262"/>
                </a:lnTo>
                <a:lnTo>
                  <a:pt x="278256" y="445833"/>
                </a:lnTo>
                <a:lnTo>
                  <a:pt x="324707" y="429021"/>
                </a:lnTo>
                <a:lnTo>
                  <a:pt x="339851" y="400303"/>
                </a:lnTo>
                <a:lnTo>
                  <a:pt x="338169" y="389492"/>
                </a:lnTo>
                <a:lnTo>
                  <a:pt x="297529" y="358822"/>
                </a:lnTo>
                <a:lnTo>
                  <a:pt x="255111" y="352345"/>
                </a:lnTo>
                <a:lnTo>
                  <a:pt x="228091" y="351535"/>
                </a:lnTo>
                <a:lnTo>
                  <a:pt x="381619" y="351535"/>
                </a:lnTo>
                <a:lnTo>
                  <a:pt x="397986" y="388270"/>
                </a:lnTo>
                <a:lnTo>
                  <a:pt x="398779" y="400303"/>
                </a:lnTo>
                <a:lnTo>
                  <a:pt x="397986" y="412543"/>
                </a:lnTo>
                <a:lnTo>
                  <a:pt x="395604" y="423862"/>
                </a:lnTo>
                <a:lnTo>
                  <a:pt x="391636" y="434260"/>
                </a:lnTo>
                <a:lnTo>
                  <a:pt x="386079" y="443737"/>
                </a:lnTo>
                <a:lnTo>
                  <a:pt x="381767" y="4490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163061" y="4896485"/>
            <a:ext cx="476884" cy="483870"/>
          </a:xfrm>
          <a:custGeom>
            <a:avLst/>
            <a:gdLst/>
            <a:ahLst/>
            <a:cxnLst/>
            <a:rect l="l" t="t" r="r" b="b"/>
            <a:pathLst>
              <a:path w="476885" h="483870">
                <a:moveTo>
                  <a:pt x="295147" y="72643"/>
                </a:moveTo>
                <a:lnTo>
                  <a:pt x="27431" y="72643"/>
                </a:lnTo>
                <a:lnTo>
                  <a:pt x="27431" y="24383"/>
                </a:lnTo>
                <a:lnTo>
                  <a:pt x="295147" y="24383"/>
                </a:lnTo>
                <a:lnTo>
                  <a:pt x="295147" y="72643"/>
                </a:lnTo>
                <a:close/>
              </a:path>
              <a:path w="476885" h="483870">
                <a:moveTo>
                  <a:pt x="41147" y="377443"/>
                </a:moveTo>
                <a:lnTo>
                  <a:pt x="0" y="340359"/>
                </a:lnTo>
                <a:lnTo>
                  <a:pt x="11906" y="332549"/>
                </a:lnTo>
                <a:lnTo>
                  <a:pt x="23748" y="323849"/>
                </a:lnTo>
                <a:lnTo>
                  <a:pt x="58626" y="292734"/>
                </a:lnTo>
                <a:lnTo>
                  <a:pt x="89153" y="258063"/>
                </a:lnTo>
                <a:lnTo>
                  <a:pt x="112966" y="222392"/>
                </a:lnTo>
                <a:lnTo>
                  <a:pt x="129841" y="178133"/>
                </a:lnTo>
                <a:lnTo>
                  <a:pt x="130555" y="168655"/>
                </a:lnTo>
                <a:lnTo>
                  <a:pt x="130555" y="72643"/>
                </a:lnTo>
                <a:lnTo>
                  <a:pt x="188975" y="72643"/>
                </a:lnTo>
                <a:lnTo>
                  <a:pt x="188975" y="170687"/>
                </a:lnTo>
                <a:lnTo>
                  <a:pt x="189706" y="180530"/>
                </a:lnTo>
                <a:lnTo>
                  <a:pt x="206914" y="223503"/>
                </a:lnTo>
                <a:lnTo>
                  <a:pt x="227224" y="252475"/>
                </a:lnTo>
                <a:lnTo>
                  <a:pt x="161543" y="252475"/>
                </a:lnTo>
                <a:lnTo>
                  <a:pt x="136651" y="285749"/>
                </a:lnTo>
                <a:lnTo>
                  <a:pt x="105409" y="321309"/>
                </a:lnTo>
                <a:lnTo>
                  <a:pt x="72135" y="353821"/>
                </a:lnTo>
                <a:lnTo>
                  <a:pt x="48418" y="372728"/>
                </a:lnTo>
                <a:lnTo>
                  <a:pt x="41147" y="377443"/>
                </a:lnTo>
                <a:close/>
              </a:path>
              <a:path w="476885" h="483870">
                <a:moveTo>
                  <a:pt x="276859" y="368807"/>
                </a:moveTo>
                <a:lnTo>
                  <a:pt x="238283" y="338692"/>
                </a:lnTo>
                <a:lnTo>
                  <a:pt x="206613" y="306958"/>
                </a:lnTo>
                <a:lnTo>
                  <a:pt x="177974" y="274145"/>
                </a:lnTo>
                <a:lnTo>
                  <a:pt x="161543" y="252475"/>
                </a:lnTo>
                <a:lnTo>
                  <a:pt x="227224" y="252475"/>
                </a:lnTo>
                <a:lnTo>
                  <a:pt x="230631" y="256793"/>
                </a:lnTo>
                <a:lnTo>
                  <a:pt x="240045" y="267684"/>
                </a:lnTo>
                <a:lnTo>
                  <a:pt x="271525" y="298449"/>
                </a:lnTo>
                <a:lnTo>
                  <a:pt x="304720" y="324214"/>
                </a:lnTo>
                <a:lnTo>
                  <a:pt x="315467" y="331215"/>
                </a:lnTo>
                <a:lnTo>
                  <a:pt x="276859" y="368807"/>
                </a:lnTo>
                <a:close/>
              </a:path>
              <a:path w="476885" h="483870">
                <a:moveTo>
                  <a:pt x="403521" y="483615"/>
                </a:moveTo>
                <a:lnTo>
                  <a:pt x="353059" y="483615"/>
                </a:lnTo>
                <a:lnTo>
                  <a:pt x="353059" y="0"/>
                </a:lnTo>
                <a:lnTo>
                  <a:pt x="410971" y="0"/>
                </a:lnTo>
                <a:lnTo>
                  <a:pt x="410971" y="173735"/>
                </a:lnTo>
                <a:lnTo>
                  <a:pt x="476503" y="173735"/>
                </a:lnTo>
                <a:lnTo>
                  <a:pt x="476503" y="221995"/>
                </a:lnTo>
                <a:lnTo>
                  <a:pt x="410971" y="221995"/>
                </a:lnTo>
                <a:lnTo>
                  <a:pt x="410971" y="476165"/>
                </a:lnTo>
                <a:lnTo>
                  <a:pt x="409955" y="478535"/>
                </a:lnTo>
                <a:lnTo>
                  <a:pt x="405891" y="482599"/>
                </a:lnTo>
                <a:lnTo>
                  <a:pt x="403521" y="483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742793" y="5728136"/>
            <a:ext cx="83979" cy="22453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885097" y="5828122"/>
            <a:ext cx="99060" cy="24765"/>
          </a:xfrm>
          <a:custGeom>
            <a:avLst/>
            <a:gdLst/>
            <a:ahLst/>
            <a:cxnLst/>
            <a:rect l="l" t="t" r="r" b="b"/>
            <a:pathLst>
              <a:path w="99060" h="24764">
                <a:moveTo>
                  <a:pt x="98451" y="24557"/>
                </a:moveTo>
                <a:lnTo>
                  <a:pt x="0" y="24557"/>
                </a:lnTo>
                <a:lnTo>
                  <a:pt x="0" y="0"/>
                </a:lnTo>
                <a:lnTo>
                  <a:pt x="98451" y="0"/>
                </a:lnTo>
                <a:lnTo>
                  <a:pt x="98451" y="245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019509" y="5728136"/>
            <a:ext cx="83979" cy="22453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162691" y="5914513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5" h="40004">
                <a:moveTo>
                  <a:pt x="19953" y="39906"/>
                </a:moveTo>
                <a:lnTo>
                  <a:pt x="12179" y="38330"/>
                </a:lnTo>
                <a:lnTo>
                  <a:pt x="5783" y="34041"/>
                </a:lnTo>
                <a:lnTo>
                  <a:pt x="1483" y="27696"/>
                </a:lnTo>
                <a:lnTo>
                  <a:pt x="0" y="19953"/>
                </a:lnTo>
                <a:lnTo>
                  <a:pt x="1483" y="12210"/>
                </a:lnTo>
                <a:lnTo>
                  <a:pt x="5783" y="5865"/>
                </a:lnTo>
                <a:lnTo>
                  <a:pt x="12179" y="1575"/>
                </a:lnTo>
                <a:lnTo>
                  <a:pt x="19953" y="0"/>
                </a:lnTo>
                <a:lnTo>
                  <a:pt x="27696" y="1575"/>
                </a:lnTo>
                <a:lnTo>
                  <a:pt x="34041" y="5865"/>
                </a:lnTo>
                <a:lnTo>
                  <a:pt x="38330" y="12210"/>
                </a:lnTo>
                <a:lnTo>
                  <a:pt x="39906" y="19953"/>
                </a:lnTo>
                <a:lnTo>
                  <a:pt x="38330" y="27696"/>
                </a:lnTo>
                <a:lnTo>
                  <a:pt x="34041" y="34041"/>
                </a:lnTo>
                <a:lnTo>
                  <a:pt x="27696" y="38330"/>
                </a:lnTo>
                <a:lnTo>
                  <a:pt x="19953" y="3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312109" y="5702482"/>
            <a:ext cx="235585" cy="275590"/>
          </a:xfrm>
          <a:custGeom>
            <a:avLst/>
            <a:gdLst/>
            <a:ahLst/>
            <a:cxnLst/>
            <a:rect l="l" t="t" r="r" b="b"/>
            <a:pathLst>
              <a:path w="235585" h="275589">
                <a:moveTo>
                  <a:pt x="235493" y="77401"/>
                </a:moveTo>
                <a:lnTo>
                  <a:pt x="212470" y="77401"/>
                </a:lnTo>
                <a:lnTo>
                  <a:pt x="212470" y="0"/>
                </a:lnTo>
                <a:lnTo>
                  <a:pt x="235493" y="0"/>
                </a:lnTo>
                <a:lnTo>
                  <a:pt x="235493" y="77401"/>
                </a:lnTo>
                <a:close/>
              </a:path>
              <a:path w="235585" h="275589">
                <a:moveTo>
                  <a:pt x="176510" y="169274"/>
                </a:moveTo>
                <a:lnTo>
                  <a:pt x="153268" y="169274"/>
                </a:lnTo>
                <a:lnTo>
                  <a:pt x="153268" y="4604"/>
                </a:lnTo>
                <a:lnTo>
                  <a:pt x="176510" y="4604"/>
                </a:lnTo>
                <a:lnTo>
                  <a:pt x="176510" y="77401"/>
                </a:lnTo>
                <a:lnTo>
                  <a:pt x="235493" y="77401"/>
                </a:lnTo>
                <a:lnTo>
                  <a:pt x="235493" y="97574"/>
                </a:lnTo>
                <a:lnTo>
                  <a:pt x="176510" y="97574"/>
                </a:lnTo>
                <a:lnTo>
                  <a:pt x="176510" y="169274"/>
                </a:lnTo>
                <a:close/>
              </a:path>
              <a:path w="235585" h="275589">
                <a:moveTo>
                  <a:pt x="235493" y="171248"/>
                </a:moveTo>
                <a:lnTo>
                  <a:pt x="212470" y="171248"/>
                </a:lnTo>
                <a:lnTo>
                  <a:pt x="212470" y="97574"/>
                </a:lnTo>
                <a:lnTo>
                  <a:pt x="235493" y="97574"/>
                </a:lnTo>
                <a:lnTo>
                  <a:pt x="235493" y="171248"/>
                </a:lnTo>
                <a:close/>
              </a:path>
              <a:path w="235585" h="275589">
                <a:moveTo>
                  <a:pt x="83102" y="32232"/>
                </a:moveTo>
                <a:lnTo>
                  <a:pt x="58983" y="32232"/>
                </a:lnTo>
                <a:lnTo>
                  <a:pt x="58983" y="1096"/>
                </a:lnTo>
                <a:lnTo>
                  <a:pt x="83102" y="1096"/>
                </a:lnTo>
                <a:lnTo>
                  <a:pt x="83102" y="32232"/>
                </a:lnTo>
                <a:close/>
              </a:path>
              <a:path w="235585" h="275589">
                <a:moveTo>
                  <a:pt x="141427" y="51966"/>
                </a:moveTo>
                <a:lnTo>
                  <a:pt x="0" y="51966"/>
                </a:lnTo>
                <a:lnTo>
                  <a:pt x="0" y="32232"/>
                </a:lnTo>
                <a:lnTo>
                  <a:pt x="141427" y="32232"/>
                </a:lnTo>
                <a:lnTo>
                  <a:pt x="141427" y="51966"/>
                </a:lnTo>
                <a:close/>
              </a:path>
              <a:path w="235585" h="275589">
                <a:moveTo>
                  <a:pt x="70823" y="163354"/>
                </a:moveTo>
                <a:lnTo>
                  <a:pt x="46995" y="159853"/>
                </a:lnTo>
                <a:lnTo>
                  <a:pt x="28367" y="149979"/>
                </a:lnTo>
                <a:lnTo>
                  <a:pt x="16277" y="134678"/>
                </a:lnTo>
                <a:lnTo>
                  <a:pt x="12059" y="114896"/>
                </a:lnTo>
                <a:lnTo>
                  <a:pt x="16277" y="94860"/>
                </a:lnTo>
                <a:lnTo>
                  <a:pt x="28367" y="79429"/>
                </a:lnTo>
                <a:lnTo>
                  <a:pt x="46995" y="69507"/>
                </a:lnTo>
                <a:lnTo>
                  <a:pt x="70823" y="65999"/>
                </a:lnTo>
                <a:lnTo>
                  <a:pt x="94877" y="69507"/>
                </a:lnTo>
                <a:lnTo>
                  <a:pt x="113608" y="79429"/>
                </a:lnTo>
                <a:lnTo>
                  <a:pt x="117549" y="84418"/>
                </a:lnTo>
                <a:lnTo>
                  <a:pt x="70823" y="84418"/>
                </a:lnTo>
                <a:lnTo>
                  <a:pt x="55783" y="86713"/>
                </a:lnTo>
                <a:lnTo>
                  <a:pt x="44072" y="92914"/>
                </a:lnTo>
                <a:lnTo>
                  <a:pt x="36473" y="102487"/>
                </a:lnTo>
                <a:lnTo>
                  <a:pt x="33767" y="114896"/>
                </a:lnTo>
                <a:lnTo>
                  <a:pt x="36473" y="127048"/>
                </a:lnTo>
                <a:lnTo>
                  <a:pt x="44072" y="136466"/>
                </a:lnTo>
                <a:lnTo>
                  <a:pt x="55783" y="142554"/>
                </a:lnTo>
                <a:lnTo>
                  <a:pt x="70823" y="144716"/>
                </a:lnTo>
                <a:lnTo>
                  <a:pt x="117801" y="144716"/>
                </a:lnTo>
                <a:lnTo>
                  <a:pt x="113608" y="149979"/>
                </a:lnTo>
                <a:lnTo>
                  <a:pt x="94877" y="159853"/>
                </a:lnTo>
                <a:lnTo>
                  <a:pt x="70823" y="163354"/>
                </a:lnTo>
                <a:close/>
              </a:path>
              <a:path w="235585" h="275589">
                <a:moveTo>
                  <a:pt x="117801" y="144716"/>
                </a:moveTo>
                <a:lnTo>
                  <a:pt x="70823" y="144716"/>
                </a:lnTo>
                <a:lnTo>
                  <a:pt x="85990" y="142554"/>
                </a:lnTo>
                <a:lnTo>
                  <a:pt x="97766" y="136466"/>
                </a:lnTo>
                <a:lnTo>
                  <a:pt x="105388" y="127048"/>
                </a:lnTo>
                <a:lnTo>
                  <a:pt x="108098" y="114896"/>
                </a:lnTo>
                <a:lnTo>
                  <a:pt x="105388" y="102487"/>
                </a:lnTo>
                <a:lnTo>
                  <a:pt x="97766" y="92914"/>
                </a:lnTo>
                <a:lnTo>
                  <a:pt x="85990" y="86713"/>
                </a:lnTo>
                <a:lnTo>
                  <a:pt x="70823" y="84418"/>
                </a:lnTo>
                <a:lnTo>
                  <a:pt x="117549" y="84418"/>
                </a:lnTo>
                <a:lnTo>
                  <a:pt x="125801" y="94860"/>
                </a:lnTo>
                <a:lnTo>
                  <a:pt x="130245" y="114896"/>
                </a:lnTo>
                <a:lnTo>
                  <a:pt x="125801" y="134678"/>
                </a:lnTo>
                <a:lnTo>
                  <a:pt x="117801" y="144716"/>
                </a:lnTo>
                <a:close/>
              </a:path>
              <a:path w="235585" h="275589">
                <a:moveTo>
                  <a:pt x="235493" y="275400"/>
                </a:moveTo>
                <a:lnTo>
                  <a:pt x="211593" y="275400"/>
                </a:lnTo>
                <a:lnTo>
                  <a:pt x="211593" y="207427"/>
                </a:lnTo>
                <a:lnTo>
                  <a:pt x="49773" y="207427"/>
                </a:lnTo>
                <a:lnTo>
                  <a:pt x="49773" y="187693"/>
                </a:lnTo>
                <a:lnTo>
                  <a:pt x="235493" y="187693"/>
                </a:lnTo>
                <a:lnTo>
                  <a:pt x="235493" y="27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590360" y="5702482"/>
            <a:ext cx="225425" cy="271780"/>
          </a:xfrm>
          <a:custGeom>
            <a:avLst/>
            <a:gdLst/>
            <a:ahLst/>
            <a:cxnLst/>
            <a:rect l="l" t="t" r="r" b="b"/>
            <a:pathLst>
              <a:path w="225425" h="271779">
                <a:moveTo>
                  <a:pt x="225407" y="156557"/>
                </a:moveTo>
                <a:lnTo>
                  <a:pt x="201068" y="156557"/>
                </a:lnTo>
                <a:lnTo>
                  <a:pt x="201068" y="0"/>
                </a:lnTo>
                <a:lnTo>
                  <a:pt x="225407" y="0"/>
                </a:lnTo>
                <a:lnTo>
                  <a:pt x="225407" y="156557"/>
                </a:lnTo>
                <a:close/>
              </a:path>
              <a:path w="225425" h="271779">
                <a:moveTo>
                  <a:pt x="12498" y="149540"/>
                </a:moveTo>
                <a:lnTo>
                  <a:pt x="0" y="130245"/>
                </a:lnTo>
                <a:lnTo>
                  <a:pt x="28607" y="115293"/>
                </a:lnTo>
                <a:lnTo>
                  <a:pt x="50924" y="93682"/>
                </a:lnTo>
                <a:lnTo>
                  <a:pt x="65430" y="67219"/>
                </a:lnTo>
                <a:lnTo>
                  <a:pt x="70604" y="37714"/>
                </a:lnTo>
                <a:lnTo>
                  <a:pt x="70604" y="10744"/>
                </a:lnTo>
                <a:lnTo>
                  <a:pt x="95381" y="10744"/>
                </a:lnTo>
                <a:lnTo>
                  <a:pt x="95381" y="37714"/>
                </a:lnTo>
                <a:lnTo>
                  <a:pt x="100547" y="65879"/>
                </a:lnTo>
                <a:lnTo>
                  <a:pt x="108640" y="79703"/>
                </a:lnTo>
                <a:lnTo>
                  <a:pt x="83212" y="79703"/>
                </a:lnTo>
                <a:lnTo>
                  <a:pt x="71654" y="102394"/>
                </a:lnTo>
                <a:lnTo>
                  <a:pt x="55625" y="122022"/>
                </a:lnTo>
                <a:lnTo>
                  <a:pt x="35711" y="137950"/>
                </a:lnTo>
                <a:lnTo>
                  <a:pt x="12498" y="149540"/>
                </a:lnTo>
                <a:close/>
              </a:path>
              <a:path w="225425" h="271779">
                <a:moveTo>
                  <a:pt x="153268" y="144058"/>
                </a:moveTo>
                <a:lnTo>
                  <a:pt x="130512" y="133571"/>
                </a:lnTo>
                <a:lnTo>
                  <a:pt x="110839" y="119034"/>
                </a:lnTo>
                <a:lnTo>
                  <a:pt x="94867" y="100921"/>
                </a:lnTo>
                <a:lnTo>
                  <a:pt x="83212" y="79703"/>
                </a:lnTo>
                <a:lnTo>
                  <a:pt x="108640" y="79703"/>
                </a:lnTo>
                <a:lnTo>
                  <a:pt x="115170" y="90859"/>
                </a:lnTo>
                <a:lnTo>
                  <a:pt x="137439" y="111192"/>
                </a:lnTo>
                <a:lnTo>
                  <a:pt x="165547" y="125421"/>
                </a:lnTo>
                <a:lnTo>
                  <a:pt x="153268" y="144058"/>
                </a:lnTo>
                <a:close/>
              </a:path>
              <a:path w="225425" h="271779">
                <a:moveTo>
                  <a:pt x="225407" y="271672"/>
                </a:moveTo>
                <a:lnTo>
                  <a:pt x="46046" y="271672"/>
                </a:lnTo>
                <a:lnTo>
                  <a:pt x="46046" y="172344"/>
                </a:lnTo>
                <a:lnTo>
                  <a:pt x="225407" y="172344"/>
                </a:lnTo>
                <a:lnTo>
                  <a:pt x="225407" y="192078"/>
                </a:lnTo>
                <a:lnTo>
                  <a:pt x="70165" y="192078"/>
                </a:lnTo>
                <a:lnTo>
                  <a:pt x="70165" y="251719"/>
                </a:lnTo>
                <a:lnTo>
                  <a:pt x="225407" y="251719"/>
                </a:lnTo>
                <a:lnTo>
                  <a:pt x="225407" y="271672"/>
                </a:lnTo>
                <a:close/>
              </a:path>
              <a:path w="225425" h="271779">
                <a:moveTo>
                  <a:pt x="225407" y="251719"/>
                </a:moveTo>
                <a:lnTo>
                  <a:pt x="201507" y="251719"/>
                </a:lnTo>
                <a:lnTo>
                  <a:pt x="201507" y="192078"/>
                </a:lnTo>
                <a:lnTo>
                  <a:pt x="225407" y="192078"/>
                </a:lnTo>
                <a:lnTo>
                  <a:pt x="225407" y="251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938198" y="5702262"/>
            <a:ext cx="263525" cy="276225"/>
          </a:xfrm>
          <a:custGeom>
            <a:avLst/>
            <a:gdLst/>
            <a:ahLst/>
            <a:cxnLst/>
            <a:rect l="l" t="t" r="r" b="b"/>
            <a:pathLst>
              <a:path w="263525" h="276225">
                <a:moveTo>
                  <a:pt x="217294" y="275619"/>
                </a:moveTo>
                <a:lnTo>
                  <a:pt x="192955" y="275619"/>
                </a:lnTo>
                <a:lnTo>
                  <a:pt x="192955" y="0"/>
                </a:lnTo>
                <a:lnTo>
                  <a:pt x="217294" y="0"/>
                </a:lnTo>
                <a:lnTo>
                  <a:pt x="217294" y="111826"/>
                </a:lnTo>
                <a:lnTo>
                  <a:pt x="263340" y="111826"/>
                </a:lnTo>
                <a:lnTo>
                  <a:pt x="263340" y="132876"/>
                </a:lnTo>
                <a:lnTo>
                  <a:pt x="217294" y="132876"/>
                </a:lnTo>
                <a:lnTo>
                  <a:pt x="217294" y="275619"/>
                </a:lnTo>
                <a:close/>
              </a:path>
              <a:path w="263525" h="276225">
                <a:moveTo>
                  <a:pt x="15348" y="216636"/>
                </a:moveTo>
                <a:lnTo>
                  <a:pt x="0" y="197121"/>
                </a:lnTo>
                <a:lnTo>
                  <a:pt x="28203" y="176544"/>
                </a:lnTo>
                <a:lnTo>
                  <a:pt x="51144" y="146964"/>
                </a:lnTo>
                <a:lnTo>
                  <a:pt x="66602" y="111710"/>
                </a:lnTo>
                <a:lnTo>
                  <a:pt x="72358" y="74112"/>
                </a:lnTo>
                <a:lnTo>
                  <a:pt x="72358" y="23900"/>
                </a:lnTo>
                <a:lnTo>
                  <a:pt x="96477" y="23900"/>
                </a:lnTo>
                <a:lnTo>
                  <a:pt x="96477" y="74112"/>
                </a:lnTo>
                <a:lnTo>
                  <a:pt x="102000" y="110240"/>
                </a:lnTo>
                <a:lnTo>
                  <a:pt x="108501" y="124544"/>
                </a:lnTo>
                <a:lnTo>
                  <a:pt x="84746" y="124544"/>
                </a:lnTo>
                <a:lnTo>
                  <a:pt x="73086" y="153749"/>
                </a:lnTo>
                <a:lnTo>
                  <a:pt x="57078" y="179593"/>
                </a:lnTo>
                <a:lnTo>
                  <a:pt x="37554" y="200936"/>
                </a:lnTo>
                <a:lnTo>
                  <a:pt x="15348" y="216636"/>
                </a:lnTo>
                <a:close/>
              </a:path>
              <a:path w="263525" h="276225">
                <a:moveTo>
                  <a:pt x="152610" y="211374"/>
                </a:moveTo>
                <a:lnTo>
                  <a:pt x="130967" y="196481"/>
                </a:lnTo>
                <a:lnTo>
                  <a:pt x="111936" y="176346"/>
                </a:lnTo>
                <a:lnTo>
                  <a:pt x="96275" y="152017"/>
                </a:lnTo>
                <a:lnTo>
                  <a:pt x="84746" y="124544"/>
                </a:lnTo>
                <a:lnTo>
                  <a:pt x="108501" y="124544"/>
                </a:lnTo>
                <a:lnTo>
                  <a:pt x="117308" y="143921"/>
                </a:lnTo>
                <a:lnTo>
                  <a:pt x="140016" y="172135"/>
                </a:lnTo>
                <a:lnTo>
                  <a:pt x="167739" y="191859"/>
                </a:lnTo>
                <a:lnTo>
                  <a:pt x="152610" y="2113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216668" y="5707525"/>
            <a:ext cx="251460" cy="269875"/>
          </a:xfrm>
          <a:custGeom>
            <a:avLst/>
            <a:gdLst/>
            <a:ahLst/>
            <a:cxnLst/>
            <a:rect l="l" t="t" r="r" b="b"/>
            <a:pathLst>
              <a:path w="251460" h="269875">
                <a:moveTo>
                  <a:pt x="86610" y="131122"/>
                </a:moveTo>
                <a:lnTo>
                  <a:pt x="62272" y="131122"/>
                </a:lnTo>
                <a:lnTo>
                  <a:pt x="62272" y="92202"/>
                </a:lnTo>
                <a:lnTo>
                  <a:pt x="47596" y="84776"/>
                </a:lnTo>
                <a:lnTo>
                  <a:pt x="36795" y="75386"/>
                </a:lnTo>
                <a:lnTo>
                  <a:pt x="30127" y="64127"/>
                </a:lnTo>
                <a:lnTo>
                  <a:pt x="27847" y="51089"/>
                </a:lnTo>
                <a:lnTo>
                  <a:pt x="34613" y="29416"/>
                </a:lnTo>
                <a:lnTo>
                  <a:pt x="54022" y="13375"/>
                </a:lnTo>
                <a:lnTo>
                  <a:pt x="84736" y="3419"/>
                </a:lnTo>
                <a:lnTo>
                  <a:pt x="125421" y="0"/>
                </a:lnTo>
                <a:lnTo>
                  <a:pt x="165978" y="3419"/>
                </a:lnTo>
                <a:lnTo>
                  <a:pt x="196628" y="13375"/>
                </a:lnTo>
                <a:lnTo>
                  <a:pt x="203517" y="19076"/>
                </a:lnTo>
                <a:lnTo>
                  <a:pt x="125421" y="19076"/>
                </a:lnTo>
                <a:lnTo>
                  <a:pt x="95121" y="21272"/>
                </a:lnTo>
                <a:lnTo>
                  <a:pt x="72303" y="27600"/>
                </a:lnTo>
                <a:lnTo>
                  <a:pt x="57955" y="37669"/>
                </a:lnTo>
                <a:lnTo>
                  <a:pt x="53062" y="51089"/>
                </a:lnTo>
                <a:lnTo>
                  <a:pt x="57955" y="64567"/>
                </a:lnTo>
                <a:lnTo>
                  <a:pt x="72303" y="74551"/>
                </a:lnTo>
                <a:lnTo>
                  <a:pt x="95121" y="80752"/>
                </a:lnTo>
                <a:lnTo>
                  <a:pt x="125421" y="82883"/>
                </a:lnTo>
                <a:lnTo>
                  <a:pt x="205242" y="82883"/>
                </a:lnTo>
                <a:lnTo>
                  <a:pt x="203257" y="84621"/>
                </a:lnTo>
                <a:lnTo>
                  <a:pt x="188789" y="91982"/>
                </a:lnTo>
                <a:lnTo>
                  <a:pt x="188789" y="98560"/>
                </a:lnTo>
                <a:lnTo>
                  <a:pt x="164670" y="98560"/>
                </a:lnTo>
                <a:lnTo>
                  <a:pt x="163952" y="98670"/>
                </a:lnTo>
                <a:lnTo>
                  <a:pt x="86610" y="98670"/>
                </a:lnTo>
                <a:lnTo>
                  <a:pt x="86610" y="131122"/>
                </a:lnTo>
                <a:close/>
              </a:path>
              <a:path w="251460" h="269875">
                <a:moveTo>
                  <a:pt x="205242" y="82883"/>
                </a:moveTo>
                <a:lnTo>
                  <a:pt x="125421" y="82883"/>
                </a:lnTo>
                <a:lnTo>
                  <a:pt x="155632" y="80752"/>
                </a:lnTo>
                <a:lnTo>
                  <a:pt x="178483" y="74551"/>
                </a:lnTo>
                <a:lnTo>
                  <a:pt x="192948" y="64567"/>
                </a:lnTo>
                <a:lnTo>
                  <a:pt x="197998" y="51089"/>
                </a:lnTo>
                <a:lnTo>
                  <a:pt x="192948" y="37669"/>
                </a:lnTo>
                <a:lnTo>
                  <a:pt x="178483" y="27600"/>
                </a:lnTo>
                <a:lnTo>
                  <a:pt x="155632" y="21272"/>
                </a:lnTo>
                <a:lnTo>
                  <a:pt x="125421" y="19076"/>
                </a:lnTo>
                <a:lnTo>
                  <a:pt x="203517" y="19076"/>
                </a:lnTo>
                <a:lnTo>
                  <a:pt x="216012" y="29416"/>
                </a:lnTo>
                <a:lnTo>
                  <a:pt x="222776" y="51089"/>
                </a:lnTo>
                <a:lnTo>
                  <a:pt x="220518" y="64062"/>
                </a:lnTo>
                <a:lnTo>
                  <a:pt x="213923" y="75277"/>
                </a:lnTo>
                <a:lnTo>
                  <a:pt x="205242" y="82883"/>
                </a:lnTo>
                <a:close/>
              </a:path>
              <a:path w="251460" h="269875">
                <a:moveTo>
                  <a:pt x="188789" y="131122"/>
                </a:moveTo>
                <a:lnTo>
                  <a:pt x="164670" y="131122"/>
                </a:lnTo>
                <a:lnTo>
                  <a:pt x="164670" y="98560"/>
                </a:lnTo>
                <a:lnTo>
                  <a:pt x="188789" y="98560"/>
                </a:lnTo>
                <a:lnTo>
                  <a:pt x="188789" y="131122"/>
                </a:lnTo>
                <a:close/>
              </a:path>
              <a:path w="251460" h="269875">
                <a:moveTo>
                  <a:pt x="125421" y="101740"/>
                </a:moveTo>
                <a:lnTo>
                  <a:pt x="114963" y="101553"/>
                </a:lnTo>
                <a:lnTo>
                  <a:pt x="104988" y="100986"/>
                </a:lnTo>
                <a:lnTo>
                  <a:pt x="95527" y="100028"/>
                </a:lnTo>
                <a:lnTo>
                  <a:pt x="86610" y="98670"/>
                </a:lnTo>
                <a:lnTo>
                  <a:pt x="163952" y="98670"/>
                </a:lnTo>
                <a:lnTo>
                  <a:pt x="155669" y="99936"/>
                </a:lnTo>
                <a:lnTo>
                  <a:pt x="146114" y="100931"/>
                </a:lnTo>
                <a:lnTo>
                  <a:pt x="136024" y="101536"/>
                </a:lnTo>
                <a:lnTo>
                  <a:pt x="125421" y="101740"/>
                </a:lnTo>
                <a:close/>
              </a:path>
              <a:path w="251460" h="269875">
                <a:moveTo>
                  <a:pt x="251280" y="151075"/>
                </a:moveTo>
                <a:lnTo>
                  <a:pt x="0" y="151075"/>
                </a:lnTo>
                <a:lnTo>
                  <a:pt x="0" y="131122"/>
                </a:lnTo>
                <a:lnTo>
                  <a:pt x="251280" y="131122"/>
                </a:lnTo>
                <a:lnTo>
                  <a:pt x="251280" y="151075"/>
                </a:lnTo>
                <a:close/>
              </a:path>
              <a:path w="251460" h="269875">
                <a:moveTo>
                  <a:pt x="125421" y="269699"/>
                </a:moveTo>
                <a:lnTo>
                  <a:pt x="85391" y="266499"/>
                </a:lnTo>
                <a:lnTo>
                  <a:pt x="55474" y="257091"/>
                </a:lnTo>
                <a:lnTo>
                  <a:pt x="36741" y="241763"/>
                </a:lnTo>
                <a:lnTo>
                  <a:pt x="30258" y="220802"/>
                </a:lnTo>
                <a:lnTo>
                  <a:pt x="36741" y="199972"/>
                </a:lnTo>
                <a:lnTo>
                  <a:pt x="55474" y="184733"/>
                </a:lnTo>
                <a:lnTo>
                  <a:pt x="85391" y="175414"/>
                </a:lnTo>
                <a:lnTo>
                  <a:pt x="125421" y="172344"/>
                </a:lnTo>
                <a:lnTo>
                  <a:pt x="165201" y="175414"/>
                </a:lnTo>
                <a:lnTo>
                  <a:pt x="195011" y="184733"/>
                </a:lnTo>
                <a:lnTo>
                  <a:pt x="202700" y="190982"/>
                </a:lnTo>
                <a:lnTo>
                  <a:pt x="125421" y="190982"/>
                </a:lnTo>
                <a:lnTo>
                  <a:pt x="95799" y="193113"/>
                </a:lnTo>
                <a:lnTo>
                  <a:pt x="73619" y="198985"/>
                </a:lnTo>
                <a:lnTo>
                  <a:pt x="59743" y="208311"/>
                </a:lnTo>
                <a:lnTo>
                  <a:pt x="55036" y="220802"/>
                </a:lnTo>
                <a:lnTo>
                  <a:pt x="59743" y="233448"/>
                </a:lnTo>
                <a:lnTo>
                  <a:pt x="73619" y="242866"/>
                </a:lnTo>
                <a:lnTo>
                  <a:pt x="95799" y="248707"/>
                </a:lnTo>
                <a:lnTo>
                  <a:pt x="125421" y="250623"/>
                </a:lnTo>
                <a:lnTo>
                  <a:pt x="202923" y="250623"/>
                </a:lnTo>
                <a:lnTo>
                  <a:pt x="195011" y="257091"/>
                </a:lnTo>
                <a:lnTo>
                  <a:pt x="165201" y="266499"/>
                </a:lnTo>
                <a:lnTo>
                  <a:pt x="125421" y="269699"/>
                </a:lnTo>
                <a:close/>
              </a:path>
              <a:path w="251460" h="269875">
                <a:moveTo>
                  <a:pt x="202923" y="250623"/>
                </a:moveTo>
                <a:lnTo>
                  <a:pt x="125421" y="250623"/>
                </a:lnTo>
                <a:lnTo>
                  <a:pt x="154922" y="248707"/>
                </a:lnTo>
                <a:lnTo>
                  <a:pt x="177086" y="242866"/>
                </a:lnTo>
                <a:lnTo>
                  <a:pt x="191067" y="233448"/>
                </a:lnTo>
                <a:lnTo>
                  <a:pt x="196025" y="220802"/>
                </a:lnTo>
                <a:lnTo>
                  <a:pt x="191067" y="208311"/>
                </a:lnTo>
                <a:lnTo>
                  <a:pt x="177086" y="198985"/>
                </a:lnTo>
                <a:lnTo>
                  <a:pt x="154922" y="193113"/>
                </a:lnTo>
                <a:lnTo>
                  <a:pt x="125421" y="190982"/>
                </a:lnTo>
                <a:lnTo>
                  <a:pt x="202700" y="190982"/>
                </a:lnTo>
                <a:lnTo>
                  <a:pt x="213762" y="199972"/>
                </a:lnTo>
                <a:lnTo>
                  <a:pt x="220364" y="220802"/>
                </a:lnTo>
                <a:lnTo>
                  <a:pt x="213762" y="241763"/>
                </a:lnTo>
                <a:lnTo>
                  <a:pt x="202923" y="250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486587" y="5702262"/>
            <a:ext cx="264160" cy="276225"/>
          </a:xfrm>
          <a:custGeom>
            <a:avLst/>
            <a:gdLst/>
            <a:ahLst/>
            <a:cxnLst/>
            <a:rect l="l" t="t" r="r" b="b"/>
            <a:pathLst>
              <a:path w="264160" h="276225">
                <a:moveTo>
                  <a:pt x="217952" y="275619"/>
                </a:moveTo>
                <a:lnTo>
                  <a:pt x="193613" y="275619"/>
                </a:lnTo>
                <a:lnTo>
                  <a:pt x="193613" y="0"/>
                </a:lnTo>
                <a:lnTo>
                  <a:pt x="217952" y="0"/>
                </a:lnTo>
                <a:lnTo>
                  <a:pt x="217952" y="111388"/>
                </a:lnTo>
                <a:lnTo>
                  <a:pt x="263998" y="111388"/>
                </a:lnTo>
                <a:lnTo>
                  <a:pt x="263998" y="132218"/>
                </a:lnTo>
                <a:lnTo>
                  <a:pt x="217952" y="132218"/>
                </a:lnTo>
                <a:lnTo>
                  <a:pt x="217952" y="275619"/>
                </a:lnTo>
                <a:close/>
              </a:path>
              <a:path w="264160" h="276225">
                <a:moveTo>
                  <a:pt x="159846" y="48677"/>
                </a:moveTo>
                <a:lnTo>
                  <a:pt x="9867" y="48677"/>
                </a:lnTo>
                <a:lnTo>
                  <a:pt x="9867" y="28285"/>
                </a:lnTo>
                <a:lnTo>
                  <a:pt x="159846" y="28285"/>
                </a:lnTo>
                <a:lnTo>
                  <a:pt x="159846" y="48677"/>
                </a:lnTo>
                <a:close/>
              </a:path>
              <a:path w="264160" h="276225">
                <a:moveTo>
                  <a:pt x="14690" y="222556"/>
                </a:moveTo>
                <a:lnTo>
                  <a:pt x="0" y="203261"/>
                </a:lnTo>
                <a:lnTo>
                  <a:pt x="28258" y="183184"/>
                </a:lnTo>
                <a:lnTo>
                  <a:pt x="51747" y="154309"/>
                </a:lnTo>
                <a:lnTo>
                  <a:pt x="67835" y="120254"/>
                </a:lnTo>
                <a:lnTo>
                  <a:pt x="73893" y="84637"/>
                </a:lnTo>
                <a:lnTo>
                  <a:pt x="73893" y="48677"/>
                </a:lnTo>
                <a:lnTo>
                  <a:pt x="97793" y="48677"/>
                </a:lnTo>
                <a:lnTo>
                  <a:pt x="97793" y="84637"/>
                </a:lnTo>
                <a:lnTo>
                  <a:pt x="103292" y="118020"/>
                </a:lnTo>
                <a:lnTo>
                  <a:pt x="109419" y="130793"/>
                </a:lnTo>
                <a:lnTo>
                  <a:pt x="86062" y="130793"/>
                </a:lnTo>
                <a:lnTo>
                  <a:pt x="73846" y="159931"/>
                </a:lnTo>
                <a:lnTo>
                  <a:pt x="57160" y="185884"/>
                </a:lnTo>
                <a:lnTo>
                  <a:pt x="37081" y="207232"/>
                </a:lnTo>
                <a:lnTo>
                  <a:pt x="14690" y="222556"/>
                </a:lnTo>
                <a:close/>
              </a:path>
              <a:path w="264160" h="276225">
                <a:moveTo>
                  <a:pt x="155460" y="215759"/>
                </a:moveTo>
                <a:lnTo>
                  <a:pt x="133362" y="201296"/>
                </a:lnTo>
                <a:lnTo>
                  <a:pt x="113854" y="181539"/>
                </a:lnTo>
                <a:lnTo>
                  <a:pt x="97800" y="157651"/>
                </a:lnTo>
                <a:lnTo>
                  <a:pt x="86062" y="130793"/>
                </a:lnTo>
                <a:lnTo>
                  <a:pt x="109419" y="130793"/>
                </a:lnTo>
                <a:lnTo>
                  <a:pt x="118596" y="149924"/>
                </a:lnTo>
                <a:lnTo>
                  <a:pt x="141424" y="177140"/>
                </a:lnTo>
                <a:lnTo>
                  <a:pt x="169493" y="196463"/>
                </a:lnTo>
                <a:lnTo>
                  <a:pt x="155460" y="215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774924" y="5770674"/>
            <a:ext cx="40005" cy="153670"/>
          </a:xfrm>
          <a:custGeom>
            <a:avLst/>
            <a:gdLst/>
            <a:ahLst/>
            <a:cxnLst/>
            <a:rect l="l" t="t" r="r" b="b"/>
            <a:pathLst>
              <a:path w="40004" h="153670">
                <a:moveTo>
                  <a:pt x="19953" y="39906"/>
                </a:moveTo>
                <a:lnTo>
                  <a:pt x="12179" y="38330"/>
                </a:lnTo>
                <a:lnTo>
                  <a:pt x="5783" y="34041"/>
                </a:lnTo>
                <a:lnTo>
                  <a:pt x="1483" y="27696"/>
                </a:lnTo>
                <a:lnTo>
                  <a:pt x="0" y="19953"/>
                </a:lnTo>
                <a:lnTo>
                  <a:pt x="1483" y="12210"/>
                </a:lnTo>
                <a:lnTo>
                  <a:pt x="5783" y="5865"/>
                </a:lnTo>
                <a:lnTo>
                  <a:pt x="12179" y="1575"/>
                </a:lnTo>
                <a:lnTo>
                  <a:pt x="19953" y="0"/>
                </a:lnTo>
                <a:lnTo>
                  <a:pt x="27696" y="1575"/>
                </a:lnTo>
                <a:lnTo>
                  <a:pt x="34041" y="5865"/>
                </a:lnTo>
                <a:lnTo>
                  <a:pt x="38330" y="12210"/>
                </a:lnTo>
                <a:lnTo>
                  <a:pt x="39906" y="19953"/>
                </a:lnTo>
                <a:lnTo>
                  <a:pt x="38330" y="27696"/>
                </a:lnTo>
                <a:lnTo>
                  <a:pt x="34041" y="34041"/>
                </a:lnTo>
                <a:lnTo>
                  <a:pt x="27696" y="38330"/>
                </a:lnTo>
                <a:lnTo>
                  <a:pt x="19953" y="39906"/>
                </a:lnTo>
                <a:close/>
              </a:path>
              <a:path w="40004" h="153670">
                <a:moveTo>
                  <a:pt x="19953" y="153268"/>
                </a:moveTo>
                <a:lnTo>
                  <a:pt x="12179" y="151692"/>
                </a:lnTo>
                <a:lnTo>
                  <a:pt x="5783" y="147402"/>
                </a:lnTo>
                <a:lnTo>
                  <a:pt x="1483" y="141057"/>
                </a:lnTo>
                <a:lnTo>
                  <a:pt x="0" y="133314"/>
                </a:lnTo>
                <a:lnTo>
                  <a:pt x="1483" y="125571"/>
                </a:lnTo>
                <a:lnTo>
                  <a:pt x="5783" y="119226"/>
                </a:lnTo>
                <a:lnTo>
                  <a:pt x="12179" y="114937"/>
                </a:lnTo>
                <a:lnTo>
                  <a:pt x="19953" y="113361"/>
                </a:lnTo>
                <a:lnTo>
                  <a:pt x="27696" y="114937"/>
                </a:lnTo>
                <a:lnTo>
                  <a:pt x="34041" y="119226"/>
                </a:lnTo>
                <a:lnTo>
                  <a:pt x="38330" y="125571"/>
                </a:lnTo>
                <a:lnTo>
                  <a:pt x="39906" y="133314"/>
                </a:lnTo>
                <a:lnTo>
                  <a:pt x="38330" y="141057"/>
                </a:lnTo>
                <a:lnTo>
                  <a:pt x="34041" y="147402"/>
                </a:lnTo>
                <a:lnTo>
                  <a:pt x="27696" y="151692"/>
                </a:lnTo>
                <a:lnTo>
                  <a:pt x="19953" y="1532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923049" y="5702262"/>
            <a:ext cx="240029" cy="276225"/>
          </a:xfrm>
          <a:custGeom>
            <a:avLst/>
            <a:gdLst/>
            <a:ahLst/>
            <a:cxnLst/>
            <a:rect l="l" t="t" r="r" b="b"/>
            <a:pathLst>
              <a:path w="240029" h="276225">
                <a:moveTo>
                  <a:pt x="239659" y="111388"/>
                </a:moveTo>
                <a:lnTo>
                  <a:pt x="216197" y="111388"/>
                </a:lnTo>
                <a:lnTo>
                  <a:pt x="216197" y="0"/>
                </a:lnTo>
                <a:lnTo>
                  <a:pt x="239659" y="0"/>
                </a:lnTo>
                <a:lnTo>
                  <a:pt x="239659" y="111388"/>
                </a:lnTo>
                <a:close/>
              </a:path>
              <a:path w="240029" h="276225">
                <a:moveTo>
                  <a:pt x="178483" y="261586"/>
                </a:moveTo>
                <a:lnTo>
                  <a:pt x="155460" y="261586"/>
                </a:lnTo>
                <a:lnTo>
                  <a:pt x="155460" y="5920"/>
                </a:lnTo>
                <a:lnTo>
                  <a:pt x="178483" y="5920"/>
                </a:lnTo>
                <a:lnTo>
                  <a:pt x="178483" y="111388"/>
                </a:lnTo>
                <a:lnTo>
                  <a:pt x="239659" y="111388"/>
                </a:lnTo>
                <a:lnTo>
                  <a:pt x="239659" y="132218"/>
                </a:lnTo>
                <a:lnTo>
                  <a:pt x="178483" y="132218"/>
                </a:lnTo>
                <a:lnTo>
                  <a:pt x="178483" y="261586"/>
                </a:lnTo>
                <a:close/>
              </a:path>
              <a:path w="240029" h="276225">
                <a:moveTo>
                  <a:pt x="239659" y="275619"/>
                </a:moveTo>
                <a:lnTo>
                  <a:pt x="216197" y="275619"/>
                </a:lnTo>
                <a:lnTo>
                  <a:pt x="216197" y="132218"/>
                </a:lnTo>
                <a:lnTo>
                  <a:pt x="239659" y="132218"/>
                </a:lnTo>
                <a:lnTo>
                  <a:pt x="239659" y="275619"/>
                </a:lnTo>
                <a:close/>
              </a:path>
              <a:path w="240029" h="276225">
                <a:moveTo>
                  <a:pt x="135507" y="53062"/>
                </a:moveTo>
                <a:lnTo>
                  <a:pt x="6578" y="53062"/>
                </a:lnTo>
                <a:lnTo>
                  <a:pt x="6578" y="32890"/>
                </a:lnTo>
                <a:lnTo>
                  <a:pt x="135507" y="32890"/>
                </a:lnTo>
                <a:lnTo>
                  <a:pt x="135507" y="53062"/>
                </a:lnTo>
                <a:close/>
              </a:path>
              <a:path w="240029" h="276225">
                <a:moveTo>
                  <a:pt x="15348" y="218609"/>
                </a:moveTo>
                <a:lnTo>
                  <a:pt x="0" y="199972"/>
                </a:lnTo>
                <a:lnTo>
                  <a:pt x="26267" y="179090"/>
                </a:lnTo>
                <a:lnTo>
                  <a:pt x="45361" y="150335"/>
                </a:lnTo>
                <a:lnTo>
                  <a:pt x="57013" y="115208"/>
                </a:lnTo>
                <a:lnTo>
                  <a:pt x="60956" y="75208"/>
                </a:lnTo>
                <a:lnTo>
                  <a:pt x="60956" y="53062"/>
                </a:lnTo>
                <a:lnTo>
                  <a:pt x="84418" y="53062"/>
                </a:lnTo>
                <a:lnTo>
                  <a:pt x="84418" y="75208"/>
                </a:lnTo>
                <a:lnTo>
                  <a:pt x="88286" y="111634"/>
                </a:lnTo>
                <a:lnTo>
                  <a:pt x="95853" y="133095"/>
                </a:lnTo>
                <a:lnTo>
                  <a:pt x="73235" y="133095"/>
                </a:lnTo>
                <a:lnTo>
                  <a:pt x="64283" y="160240"/>
                </a:lnTo>
                <a:lnTo>
                  <a:pt x="51610" y="183828"/>
                </a:lnTo>
                <a:lnTo>
                  <a:pt x="35278" y="203429"/>
                </a:lnTo>
                <a:lnTo>
                  <a:pt x="15348" y="218609"/>
                </a:lnTo>
                <a:close/>
              </a:path>
              <a:path w="240029" h="276225">
                <a:moveTo>
                  <a:pt x="130025" y="209181"/>
                </a:moveTo>
                <a:lnTo>
                  <a:pt x="110776" y="195612"/>
                </a:lnTo>
                <a:lnTo>
                  <a:pt x="94847" y="178086"/>
                </a:lnTo>
                <a:lnTo>
                  <a:pt x="82309" y="157086"/>
                </a:lnTo>
                <a:lnTo>
                  <a:pt x="73235" y="133095"/>
                </a:lnTo>
                <a:lnTo>
                  <a:pt x="95853" y="133095"/>
                </a:lnTo>
                <a:lnTo>
                  <a:pt x="99739" y="144113"/>
                </a:lnTo>
                <a:lnTo>
                  <a:pt x="118551" y="170919"/>
                </a:lnTo>
                <a:lnTo>
                  <a:pt x="144497" y="190324"/>
                </a:lnTo>
                <a:lnTo>
                  <a:pt x="130025" y="2091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199764" y="5702262"/>
            <a:ext cx="235585" cy="276225"/>
          </a:xfrm>
          <a:custGeom>
            <a:avLst/>
            <a:gdLst/>
            <a:ahLst/>
            <a:cxnLst/>
            <a:rect l="l" t="t" r="r" b="b"/>
            <a:pathLst>
              <a:path w="235585" h="276225">
                <a:moveTo>
                  <a:pt x="235493" y="116211"/>
                </a:moveTo>
                <a:lnTo>
                  <a:pt x="212251" y="116211"/>
                </a:lnTo>
                <a:lnTo>
                  <a:pt x="212251" y="0"/>
                </a:lnTo>
                <a:lnTo>
                  <a:pt x="235493" y="0"/>
                </a:lnTo>
                <a:lnTo>
                  <a:pt x="235493" y="116211"/>
                </a:lnTo>
                <a:close/>
              </a:path>
              <a:path w="235585" h="276225">
                <a:moveTo>
                  <a:pt x="175633" y="262024"/>
                </a:moveTo>
                <a:lnTo>
                  <a:pt x="152610" y="262024"/>
                </a:lnTo>
                <a:lnTo>
                  <a:pt x="152610" y="6578"/>
                </a:lnTo>
                <a:lnTo>
                  <a:pt x="175633" y="6578"/>
                </a:lnTo>
                <a:lnTo>
                  <a:pt x="175633" y="116211"/>
                </a:lnTo>
                <a:lnTo>
                  <a:pt x="235493" y="116211"/>
                </a:lnTo>
                <a:lnTo>
                  <a:pt x="235493" y="136384"/>
                </a:lnTo>
                <a:lnTo>
                  <a:pt x="175633" y="136384"/>
                </a:lnTo>
                <a:lnTo>
                  <a:pt x="175633" y="262024"/>
                </a:lnTo>
                <a:close/>
              </a:path>
              <a:path w="235585" h="276225">
                <a:moveTo>
                  <a:pt x="235493" y="275619"/>
                </a:moveTo>
                <a:lnTo>
                  <a:pt x="212251" y="275619"/>
                </a:lnTo>
                <a:lnTo>
                  <a:pt x="212251" y="136384"/>
                </a:lnTo>
                <a:lnTo>
                  <a:pt x="235493" y="136384"/>
                </a:lnTo>
                <a:lnTo>
                  <a:pt x="235493" y="275619"/>
                </a:lnTo>
                <a:close/>
              </a:path>
              <a:path w="235585" h="276225">
                <a:moveTo>
                  <a:pt x="81567" y="47581"/>
                </a:moveTo>
                <a:lnTo>
                  <a:pt x="57228" y="47581"/>
                </a:lnTo>
                <a:lnTo>
                  <a:pt x="57228" y="8332"/>
                </a:lnTo>
                <a:lnTo>
                  <a:pt x="81567" y="8332"/>
                </a:lnTo>
                <a:lnTo>
                  <a:pt x="81567" y="47581"/>
                </a:lnTo>
                <a:close/>
              </a:path>
              <a:path w="235585" h="276225">
                <a:moveTo>
                  <a:pt x="138357" y="67534"/>
                </a:moveTo>
                <a:lnTo>
                  <a:pt x="0" y="67534"/>
                </a:lnTo>
                <a:lnTo>
                  <a:pt x="0" y="47581"/>
                </a:lnTo>
                <a:lnTo>
                  <a:pt x="138357" y="47581"/>
                </a:lnTo>
                <a:lnTo>
                  <a:pt x="138357" y="67534"/>
                </a:lnTo>
                <a:close/>
              </a:path>
              <a:path w="235585" h="276225">
                <a:moveTo>
                  <a:pt x="69288" y="211812"/>
                </a:moveTo>
                <a:lnTo>
                  <a:pt x="45484" y="207156"/>
                </a:lnTo>
                <a:lnTo>
                  <a:pt x="26695" y="194134"/>
                </a:lnTo>
                <a:lnTo>
                  <a:pt x="14403" y="174163"/>
                </a:lnTo>
                <a:lnTo>
                  <a:pt x="10086" y="148663"/>
                </a:lnTo>
                <a:lnTo>
                  <a:pt x="14403" y="123451"/>
                </a:lnTo>
                <a:lnTo>
                  <a:pt x="26695" y="103686"/>
                </a:lnTo>
                <a:lnTo>
                  <a:pt x="45484" y="90787"/>
                </a:lnTo>
                <a:lnTo>
                  <a:pt x="69288" y="86172"/>
                </a:lnTo>
                <a:lnTo>
                  <a:pt x="93192" y="90787"/>
                </a:lnTo>
                <a:lnTo>
                  <a:pt x="112018" y="103686"/>
                </a:lnTo>
                <a:lnTo>
                  <a:pt x="113819" y="106564"/>
                </a:lnTo>
                <a:lnTo>
                  <a:pt x="69288" y="106564"/>
                </a:lnTo>
                <a:lnTo>
                  <a:pt x="54145" y="109842"/>
                </a:lnTo>
                <a:lnTo>
                  <a:pt x="42209" y="118651"/>
                </a:lnTo>
                <a:lnTo>
                  <a:pt x="34383" y="131940"/>
                </a:lnTo>
                <a:lnTo>
                  <a:pt x="31574" y="148663"/>
                </a:lnTo>
                <a:lnTo>
                  <a:pt x="34383" y="165598"/>
                </a:lnTo>
                <a:lnTo>
                  <a:pt x="42209" y="178895"/>
                </a:lnTo>
                <a:lnTo>
                  <a:pt x="54145" y="187545"/>
                </a:lnTo>
                <a:lnTo>
                  <a:pt x="69288" y="190543"/>
                </a:lnTo>
                <a:lnTo>
                  <a:pt x="114242" y="190543"/>
                </a:lnTo>
                <a:lnTo>
                  <a:pt x="112018" y="194134"/>
                </a:lnTo>
                <a:lnTo>
                  <a:pt x="93192" y="207156"/>
                </a:lnTo>
                <a:lnTo>
                  <a:pt x="69288" y="211812"/>
                </a:lnTo>
                <a:close/>
              </a:path>
              <a:path w="235585" h="276225">
                <a:moveTo>
                  <a:pt x="114242" y="190543"/>
                </a:moveTo>
                <a:lnTo>
                  <a:pt x="69288" y="190543"/>
                </a:lnTo>
                <a:lnTo>
                  <a:pt x="84466" y="187545"/>
                </a:lnTo>
                <a:lnTo>
                  <a:pt x="96477" y="178895"/>
                </a:lnTo>
                <a:lnTo>
                  <a:pt x="104378" y="165598"/>
                </a:lnTo>
                <a:lnTo>
                  <a:pt x="107221" y="148663"/>
                </a:lnTo>
                <a:lnTo>
                  <a:pt x="104378" y="131940"/>
                </a:lnTo>
                <a:lnTo>
                  <a:pt x="96477" y="118651"/>
                </a:lnTo>
                <a:lnTo>
                  <a:pt x="84466" y="109842"/>
                </a:lnTo>
                <a:lnTo>
                  <a:pt x="69288" y="106564"/>
                </a:lnTo>
                <a:lnTo>
                  <a:pt x="113819" y="106564"/>
                </a:lnTo>
                <a:lnTo>
                  <a:pt x="124389" y="123451"/>
                </a:lnTo>
                <a:lnTo>
                  <a:pt x="128929" y="148663"/>
                </a:lnTo>
                <a:lnTo>
                  <a:pt x="124389" y="174163"/>
                </a:lnTo>
                <a:lnTo>
                  <a:pt x="114242" y="1905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506520" y="5711190"/>
            <a:ext cx="187960" cy="16510"/>
          </a:xfrm>
          <a:custGeom>
            <a:avLst/>
            <a:gdLst/>
            <a:ahLst/>
            <a:cxnLst/>
            <a:rect l="l" t="t" r="r" b="b"/>
            <a:pathLst>
              <a:path w="187960" h="16510">
                <a:moveTo>
                  <a:pt x="0" y="0"/>
                </a:moveTo>
                <a:lnTo>
                  <a:pt x="187912" y="0"/>
                </a:lnTo>
                <a:lnTo>
                  <a:pt x="187912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670094" y="5727700"/>
            <a:ext cx="24765" cy="22860"/>
          </a:xfrm>
          <a:custGeom>
            <a:avLst/>
            <a:gdLst/>
            <a:ahLst/>
            <a:cxnLst/>
            <a:rect l="l" t="t" r="r" b="b"/>
            <a:pathLst>
              <a:path w="24764" h="22860">
                <a:moveTo>
                  <a:pt x="0" y="0"/>
                </a:moveTo>
                <a:lnTo>
                  <a:pt x="24338" y="0"/>
                </a:lnTo>
                <a:lnTo>
                  <a:pt x="24338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507397" y="5750559"/>
            <a:ext cx="187325" cy="16510"/>
          </a:xfrm>
          <a:custGeom>
            <a:avLst/>
            <a:gdLst/>
            <a:ahLst/>
            <a:cxnLst/>
            <a:rect l="l" t="t" r="r" b="b"/>
            <a:pathLst>
              <a:path w="187325" h="16510">
                <a:moveTo>
                  <a:pt x="0" y="0"/>
                </a:moveTo>
                <a:lnTo>
                  <a:pt x="187035" y="0"/>
                </a:lnTo>
                <a:lnTo>
                  <a:pt x="187035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507397" y="5767070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0" y="0"/>
                </a:moveTo>
                <a:lnTo>
                  <a:pt x="24119" y="0"/>
                </a:lnTo>
                <a:lnTo>
                  <a:pt x="24119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507397" y="5791200"/>
            <a:ext cx="192405" cy="17780"/>
          </a:xfrm>
          <a:custGeom>
            <a:avLst/>
            <a:gdLst/>
            <a:ahLst/>
            <a:cxnLst/>
            <a:rect l="l" t="t" r="r" b="b"/>
            <a:pathLst>
              <a:path w="192404" h="17779">
                <a:moveTo>
                  <a:pt x="0" y="0"/>
                </a:moveTo>
                <a:lnTo>
                  <a:pt x="191859" y="0"/>
                </a:lnTo>
                <a:lnTo>
                  <a:pt x="191859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474507" y="5830315"/>
            <a:ext cx="252729" cy="19685"/>
          </a:xfrm>
          <a:custGeom>
            <a:avLst/>
            <a:gdLst/>
            <a:ahLst/>
            <a:cxnLst/>
            <a:rect l="l" t="t" r="r" b="b"/>
            <a:pathLst>
              <a:path w="252729" h="19685">
                <a:moveTo>
                  <a:pt x="252377" y="19076"/>
                </a:moveTo>
                <a:lnTo>
                  <a:pt x="0" y="19076"/>
                </a:lnTo>
                <a:lnTo>
                  <a:pt x="0" y="0"/>
                </a:lnTo>
                <a:lnTo>
                  <a:pt x="252377" y="0"/>
                </a:lnTo>
                <a:lnTo>
                  <a:pt x="252377" y="190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504985" y="5871209"/>
            <a:ext cx="190500" cy="19050"/>
          </a:xfrm>
          <a:custGeom>
            <a:avLst/>
            <a:gdLst/>
            <a:ahLst/>
            <a:cxnLst/>
            <a:rect l="l" t="t" r="r" b="b"/>
            <a:pathLst>
              <a:path w="190500" h="19050">
                <a:moveTo>
                  <a:pt x="0" y="0"/>
                </a:moveTo>
                <a:lnTo>
                  <a:pt x="190324" y="0"/>
                </a:lnTo>
                <a:lnTo>
                  <a:pt x="19032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671190" y="5890259"/>
            <a:ext cx="24130" cy="22860"/>
          </a:xfrm>
          <a:custGeom>
            <a:avLst/>
            <a:gdLst/>
            <a:ahLst/>
            <a:cxnLst/>
            <a:rect l="l" t="t" r="r" b="b"/>
            <a:pathLst>
              <a:path w="24129" h="22860">
                <a:moveTo>
                  <a:pt x="0" y="0"/>
                </a:moveTo>
                <a:lnTo>
                  <a:pt x="24119" y="0"/>
                </a:lnTo>
                <a:lnTo>
                  <a:pt x="24119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505424" y="5913120"/>
            <a:ext cx="190500" cy="16510"/>
          </a:xfrm>
          <a:custGeom>
            <a:avLst/>
            <a:gdLst/>
            <a:ahLst/>
            <a:cxnLst/>
            <a:rect l="l" t="t" r="r" b="b"/>
            <a:pathLst>
              <a:path w="190500" h="16510">
                <a:moveTo>
                  <a:pt x="0" y="0"/>
                </a:moveTo>
                <a:lnTo>
                  <a:pt x="189885" y="0"/>
                </a:lnTo>
                <a:lnTo>
                  <a:pt x="189885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505424" y="5929629"/>
            <a:ext cx="24765" cy="26670"/>
          </a:xfrm>
          <a:custGeom>
            <a:avLst/>
            <a:gdLst/>
            <a:ahLst/>
            <a:cxnLst/>
            <a:rect l="l" t="t" r="r" b="b"/>
            <a:pathLst>
              <a:path w="24764" h="26670">
                <a:moveTo>
                  <a:pt x="0" y="0"/>
                </a:moveTo>
                <a:lnTo>
                  <a:pt x="24338" y="0"/>
                </a:lnTo>
                <a:lnTo>
                  <a:pt x="24338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505424" y="5956300"/>
            <a:ext cx="199390" cy="17780"/>
          </a:xfrm>
          <a:custGeom>
            <a:avLst/>
            <a:gdLst/>
            <a:ahLst/>
            <a:cxnLst/>
            <a:rect l="l" t="t" r="r" b="b"/>
            <a:pathLst>
              <a:path w="199389" h="17779">
                <a:moveTo>
                  <a:pt x="0" y="0"/>
                </a:moveTo>
                <a:lnTo>
                  <a:pt x="198875" y="0"/>
                </a:lnTo>
                <a:lnTo>
                  <a:pt x="198875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835198" y="5702262"/>
            <a:ext cx="221615" cy="272415"/>
          </a:xfrm>
          <a:custGeom>
            <a:avLst/>
            <a:gdLst/>
            <a:ahLst/>
            <a:cxnLst/>
            <a:rect l="l" t="t" r="r" b="b"/>
            <a:pathLst>
              <a:path w="221614" h="272414">
                <a:moveTo>
                  <a:pt x="221241" y="147786"/>
                </a:moveTo>
                <a:lnTo>
                  <a:pt x="196902" y="147786"/>
                </a:lnTo>
                <a:lnTo>
                  <a:pt x="196902" y="0"/>
                </a:lnTo>
                <a:lnTo>
                  <a:pt x="221241" y="0"/>
                </a:lnTo>
                <a:lnTo>
                  <a:pt x="221241" y="147786"/>
                </a:lnTo>
                <a:close/>
              </a:path>
              <a:path w="221614" h="272414">
                <a:moveTo>
                  <a:pt x="72358" y="139892"/>
                </a:moveTo>
                <a:lnTo>
                  <a:pt x="43384" y="135390"/>
                </a:lnTo>
                <a:lnTo>
                  <a:pt x="20474" y="122461"/>
                </a:lnTo>
                <a:lnTo>
                  <a:pt x="5416" y="102459"/>
                </a:lnTo>
                <a:lnTo>
                  <a:pt x="0" y="76743"/>
                </a:lnTo>
                <a:lnTo>
                  <a:pt x="5416" y="50900"/>
                </a:lnTo>
                <a:lnTo>
                  <a:pt x="20474" y="30834"/>
                </a:lnTo>
                <a:lnTo>
                  <a:pt x="43384" y="17880"/>
                </a:lnTo>
                <a:lnTo>
                  <a:pt x="72358" y="13375"/>
                </a:lnTo>
                <a:lnTo>
                  <a:pt x="101298" y="17880"/>
                </a:lnTo>
                <a:lnTo>
                  <a:pt x="124132" y="30834"/>
                </a:lnTo>
                <a:lnTo>
                  <a:pt x="126486" y="33986"/>
                </a:lnTo>
                <a:lnTo>
                  <a:pt x="72358" y="33986"/>
                </a:lnTo>
                <a:lnTo>
                  <a:pt x="52822" y="37028"/>
                </a:lnTo>
                <a:lnTo>
                  <a:pt x="37439" y="45826"/>
                </a:lnTo>
                <a:lnTo>
                  <a:pt x="27401" y="59394"/>
                </a:lnTo>
                <a:lnTo>
                  <a:pt x="23900" y="76743"/>
                </a:lnTo>
                <a:lnTo>
                  <a:pt x="27401" y="94096"/>
                </a:lnTo>
                <a:lnTo>
                  <a:pt x="37439" y="107687"/>
                </a:lnTo>
                <a:lnTo>
                  <a:pt x="52822" y="116551"/>
                </a:lnTo>
                <a:lnTo>
                  <a:pt x="72358" y="119720"/>
                </a:lnTo>
                <a:lnTo>
                  <a:pt x="126186" y="119720"/>
                </a:lnTo>
                <a:lnTo>
                  <a:pt x="124132" y="122461"/>
                </a:lnTo>
                <a:lnTo>
                  <a:pt x="101298" y="135390"/>
                </a:lnTo>
                <a:lnTo>
                  <a:pt x="72358" y="139892"/>
                </a:lnTo>
                <a:close/>
              </a:path>
              <a:path w="221614" h="272414">
                <a:moveTo>
                  <a:pt x="126186" y="119720"/>
                </a:moveTo>
                <a:lnTo>
                  <a:pt x="72358" y="119720"/>
                </a:lnTo>
                <a:lnTo>
                  <a:pt x="91770" y="116551"/>
                </a:lnTo>
                <a:lnTo>
                  <a:pt x="107112" y="107687"/>
                </a:lnTo>
                <a:lnTo>
                  <a:pt x="117191" y="94096"/>
                </a:lnTo>
                <a:lnTo>
                  <a:pt x="120816" y="76743"/>
                </a:lnTo>
                <a:lnTo>
                  <a:pt x="117191" y="59394"/>
                </a:lnTo>
                <a:lnTo>
                  <a:pt x="107112" y="45826"/>
                </a:lnTo>
                <a:lnTo>
                  <a:pt x="91770" y="37028"/>
                </a:lnTo>
                <a:lnTo>
                  <a:pt x="72358" y="33986"/>
                </a:lnTo>
                <a:lnTo>
                  <a:pt x="126486" y="33986"/>
                </a:lnTo>
                <a:lnTo>
                  <a:pt x="139115" y="50900"/>
                </a:lnTo>
                <a:lnTo>
                  <a:pt x="144497" y="76743"/>
                </a:lnTo>
                <a:lnTo>
                  <a:pt x="139115" y="102459"/>
                </a:lnTo>
                <a:lnTo>
                  <a:pt x="126186" y="119720"/>
                </a:lnTo>
                <a:close/>
              </a:path>
              <a:path w="221614" h="272414">
                <a:moveTo>
                  <a:pt x="221241" y="271891"/>
                </a:moveTo>
                <a:lnTo>
                  <a:pt x="42757" y="271891"/>
                </a:lnTo>
                <a:lnTo>
                  <a:pt x="42757" y="161819"/>
                </a:lnTo>
                <a:lnTo>
                  <a:pt x="66657" y="161819"/>
                </a:lnTo>
                <a:lnTo>
                  <a:pt x="66657" y="195367"/>
                </a:lnTo>
                <a:lnTo>
                  <a:pt x="221241" y="195367"/>
                </a:lnTo>
                <a:lnTo>
                  <a:pt x="221241" y="214882"/>
                </a:lnTo>
                <a:lnTo>
                  <a:pt x="66657" y="214882"/>
                </a:lnTo>
                <a:lnTo>
                  <a:pt x="66657" y="251938"/>
                </a:lnTo>
                <a:lnTo>
                  <a:pt x="221241" y="251938"/>
                </a:lnTo>
                <a:lnTo>
                  <a:pt x="221241" y="271891"/>
                </a:lnTo>
                <a:close/>
              </a:path>
              <a:path w="221614" h="272414">
                <a:moveTo>
                  <a:pt x="221241" y="195367"/>
                </a:moveTo>
                <a:lnTo>
                  <a:pt x="197121" y="195367"/>
                </a:lnTo>
                <a:lnTo>
                  <a:pt x="197121" y="161819"/>
                </a:lnTo>
                <a:lnTo>
                  <a:pt x="221241" y="161819"/>
                </a:lnTo>
                <a:lnTo>
                  <a:pt x="221241" y="195367"/>
                </a:lnTo>
                <a:close/>
              </a:path>
              <a:path w="221614" h="272414">
                <a:moveTo>
                  <a:pt x="221241" y="251938"/>
                </a:moveTo>
                <a:lnTo>
                  <a:pt x="197121" y="251938"/>
                </a:lnTo>
                <a:lnTo>
                  <a:pt x="197121" y="214882"/>
                </a:lnTo>
                <a:lnTo>
                  <a:pt x="221241" y="214882"/>
                </a:lnTo>
                <a:lnTo>
                  <a:pt x="221241" y="2519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103363" y="5711910"/>
            <a:ext cx="251460" cy="260350"/>
          </a:xfrm>
          <a:custGeom>
            <a:avLst/>
            <a:gdLst/>
            <a:ahLst/>
            <a:cxnLst/>
            <a:rect l="l" t="t" r="r" b="b"/>
            <a:pathLst>
              <a:path w="251460" h="260350">
                <a:moveTo>
                  <a:pt x="125421" y="109633"/>
                </a:moveTo>
                <a:lnTo>
                  <a:pt x="85014" y="105875"/>
                </a:lnTo>
                <a:lnTo>
                  <a:pt x="54268" y="95025"/>
                </a:lnTo>
                <a:lnTo>
                  <a:pt x="34705" y="77720"/>
                </a:lnTo>
                <a:lnTo>
                  <a:pt x="27847" y="54597"/>
                </a:lnTo>
                <a:lnTo>
                  <a:pt x="34705" y="31512"/>
                </a:lnTo>
                <a:lnTo>
                  <a:pt x="54268" y="14307"/>
                </a:lnTo>
                <a:lnTo>
                  <a:pt x="85014" y="3597"/>
                </a:lnTo>
                <a:lnTo>
                  <a:pt x="125421" y="0"/>
                </a:lnTo>
                <a:lnTo>
                  <a:pt x="165701" y="3597"/>
                </a:lnTo>
                <a:lnTo>
                  <a:pt x="196381" y="14307"/>
                </a:lnTo>
                <a:lnTo>
                  <a:pt x="202544" y="19734"/>
                </a:lnTo>
                <a:lnTo>
                  <a:pt x="125421" y="19734"/>
                </a:lnTo>
                <a:lnTo>
                  <a:pt x="95398" y="22159"/>
                </a:lnTo>
                <a:lnTo>
                  <a:pt x="72550" y="29107"/>
                </a:lnTo>
                <a:lnTo>
                  <a:pt x="58047" y="40084"/>
                </a:lnTo>
                <a:lnTo>
                  <a:pt x="53062" y="54597"/>
                </a:lnTo>
                <a:lnTo>
                  <a:pt x="58047" y="69329"/>
                </a:lnTo>
                <a:lnTo>
                  <a:pt x="72550" y="80361"/>
                </a:lnTo>
                <a:lnTo>
                  <a:pt x="95398" y="87282"/>
                </a:lnTo>
                <a:lnTo>
                  <a:pt x="125421" y="89680"/>
                </a:lnTo>
                <a:lnTo>
                  <a:pt x="202416" y="89680"/>
                </a:lnTo>
                <a:lnTo>
                  <a:pt x="196381" y="95025"/>
                </a:lnTo>
                <a:lnTo>
                  <a:pt x="165701" y="105875"/>
                </a:lnTo>
                <a:lnTo>
                  <a:pt x="125421" y="109633"/>
                </a:lnTo>
                <a:close/>
              </a:path>
              <a:path w="251460" h="260350">
                <a:moveTo>
                  <a:pt x="202416" y="89680"/>
                </a:moveTo>
                <a:lnTo>
                  <a:pt x="125421" y="89680"/>
                </a:lnTo>
                <a:lnTo>
                  <a:pt x="155447" y="87282"/>
                </a:lnTo>
                <a:lnTo>
                  <a:pt x="178319" y="80361"/>
                </a:lnTo>
                <a:lnTo>
                  <a:pt x="192887" y="69329"/>
                </a:lnTo>
                <a:lnTo>
                  <a:pt x="197998" y="54597"/>
                </a:lnTo>
                <a:lnTo>
                  <a:pt x="192887" y="40084"/>
                </a:lnTo>
                <a:lnTo>
                  <a:pt x="178319" y="29107"/>
                </a:lnTo>
                <a:lnTo>
                  <a:pt x="155447" y="22159"/>
                </a:lnTo>
                <a:lnTo>
                  <a:pt x="125421" y="19734"/>
                </a:lnTo>
                <a:lnTo>
                  <a:pt x="202544" y="19734"/>
                </a:lnTo>
                <a:lnTo>
                  <a:pt x="215920" y="31512"/>
                </a:lnTo>
                <a:lnTo>
                  <a:pt x="222776" y="54597"/>
                </a:lnTo>
                <a:lnTo>
                  <a:pt x="215920" y="77720"/>
                </a:lnTo>
                <a:lnTo>
                  <a:pt x="202416" y="89680"/>
                </a:lnTo>
                <a:close/>
              </a:path>
              <a:path w="251460" h="260350">
                <a:moveTo>
                  <a:pt x="251280" y="155460"/>
                </a:moveTo>
                <a:lnTo>
                  <a:pt x="0" y="155460"/>
                </a:lnTo>
                <a:lnTo>
                  <a:pt x="0" y="135726"/>
                </a:lnTo>
                <a:lnTo>
                  <a:pt x="251280" y="135726"/>
                </a:lnTo>
                <a:lnTo>
                  <a:pt x="251280" y="155460"/>
                </a:lnTo>
                <a:close/>
              </a:path>
              <a:path w="251460" h="260350">
                <a:moveTo>
                  <a:pt x="223214" y="259832"/>
                </a:moveTo>
                <a:lnTo>
                  <a:pt x="32451" y="259832"/>
                </a:lnTo>
                <a:lnTo>
                  <a:pt x="32451" y="179799"/>
                </a:lnTo>
                <a:lnTo>
                  <a:pt x="57009" y="179799"/>
                </a:lnTo>
                <a:lnTo>
                  <a:pt x="57009" y="239659"/>
                </a:lnTo>
                <a:lnTo>
                  <a:pt x="223214" y="239659"/>
                </a:lnTo>
                <a:lnTo>
                  <a:pt x="223214" y="2598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457341" y="5700946"/>
            <a:ext cx="251460" cy="276225"/>
          </a:xfrm>
          <a:custGeom>
            <a:avLst/>
            <a:gdLst/>
            <a:ahLst/>
            <a:cxnLst/>
            <a:rect l="l" t="t" r="r" b="b"/>
            <a:pathLst>
              <a:path w="251460" h="276225">
                <a:moveTo>
                  <a:pt x="137480" y="28504"/>
                </a:moveTo>
                <a:lnTo>
                  <a:pt x="113580" y="28504"/>
                </a:lnTo>
                <a:lnTo>
                  <a:pt x="113580" y="0"/>
                </a:lnTo>
                <a:lnTo>
                  <a:pt x="137480" y="0"/>
                </a:lnTo>
                <a:lnTo>
                  <a:pt x="137480" y="28504"/>
                </a:lnTo>
                <a:close/>
              </a:path>
              <a:path w="251460" h="276225">
                <a:moveTo>
                  <a:pt x="225626" y="48019"/>
                </a:moveTo>
                <a:lnTo>
                  <a:pt x="25873" y="48019"/>
                </a:lnTo>
                <a:lnTo>
                  <a:pt x="25873" y="28504"/>
                </a:lnTo>
                <a:lnTo>
                  <a:pt x="225626" y="28504"/>
                </a:lnTo>
                <a:lnTo>
                  <a:pt x="225626" y="48019"/>
                </a:lnTo>
                <a:close/>
              </a:path>
              <a:path w="251460" h="276225">
                <a:moveTo>
                  <a:pt x="22803" y="124544"/>
                </a:moveTo>
                <a:lnTo>
                  <a:pt x="14910" y="105906"/>
                </a:lnTo>
                <a:lnTo>
                  <a:pt x="51627" y="99112"/>
                </a:lnTo>
                <a:lnTo>
                  <a:pt x="82198" y="86830"/>
                </a:lnTo>
                <a:lnTo>
                  <a:pt x="103436" y="69614"/>
                </a:lnTo>
                <a:lnTo>
                  <a:pt x="112155" y="48019"/>
                </a:lnTo>
                <a:lnTo>
                  <a:pt x="138796" y="48019"/>
                </a:lnTo>
                <a:lnTo>
                  <a:pt x="147425" y="69614"/>
                </a:lnTo>
                <a:lnTo>
                  <a:pt x="154037" y="74989"/>
                </a:lnTo>
                <a:lnTo>
                  <a:pt x="125530" y="74989"/>
                </a:lnTo>
                <a:lnTo>
                  <a:pt x="108770" y="93894"/>
                </a:lnTo>
                <a:lnTo>
                  <a:pt x="84856" y="108482"/>
                </a:lnTo>
                <a:lnTo>
                  <a:pt x="55598" y="118712"/>
                </a:lnTo>
                <a:lnTo>
                  <a:pt x="22803" y="124544"/>
                </a:lnTo>
                <a:close/>
              </a:path>
              <a:path w="251460" h="276225">
                <a:moveTo>
                  <a:pt x="228257" y="124544"/>
                </a:moveTo>
                <a:lnTo>
                  <a:pt x="195293" y="118712"/>
                </a:lnTo>
                <a:lnTo>
                  <a:pt x="165999" y="108482"/>
                </a:lnTo>
                <a:lnTo>
                  <a:pt x="142152" y="93894"/>
                </a:lnTo>
                <a:lnTo>
                  <a:pt x="125530" y="74989"/>
                </a:lnTo>
                <a:lnTo>
                  <a:pt x="154037" y="74989"/>
                </a:lnTo>
                <a:lnTo>
                  <a:pt x="168603" y="86830"/>
                </a:lnTo>
                <a:lnTo>
                  <a:pt x="199216" y="99112"/>
                </a:lnTo>
                <a:lnTo>
                  <a:pt x="236151" y="105906"/>
                </a:lnTo>
                <a:lnTo>
                  <a:pt x="228257" y="124544"/>
                </a:lnTo>
                <a:close/>
              </a:path>
              <a:path w="251460" h="276225">
                <a:moveTo>
                  <a:pt x="251280" y="159846"/>
                </a:moveTo>
                <a:lnTo>
                  <a:pt x="0" y="159846"/>
                </a:lnTo>
                <a:lnTo>
                  <a:pt x="0" y="140112"/>
                </a:lnTo>
                <a:lnTo>
                  <a:pt x="251280" y="140112"/>
                </a:lnTo>
                <a:lnTo>
                  <a:pt x="251280" y="159846"/>
                </a:lnTo>
                <a:close/>
              </a:path>
              <a:path w="251460" h="276225">
                <a:moveTo>
                  <a:pt x="137480" y="191420"/>
                </a:moveTo>
                <a:lnTo>
                  <a:pt x="113580" y="191420"/>
                </a:lnTo>
                <a:lnTo>
                  <a:pt x="113580" y="159846"/>
                </a:lnTo>
                <a:lnTo>
                  <a:pt x="137480" y="159846"/>
                </a:lnTo>
                <a:lnTo>
                  <a:pt x="137480" y="191420"/>
                </a:lnTo>
                <a:close/>
              </a:path>
              <a:path w="251460" h="276225">
                <a:moveTo>
                  <a:pt x="220144" y="276058"/>
                </a:moveTo>
                <a:lnTo>
                  <a:pt x="195586" y="276058"/>
                </a:lnTo>
                <a:lnTo>
                  <a:pt x="195586" y="211374"/>
                </a:lnTo>
                <a:lnTo>
                  <a:pt x="27847" y="211374"/>
                </a:lnTo>
                <a:lnTo>
                  <a:pt x="27847" y="191420"/>
                </a:lnTo>
                <a:lnTo>
                  <a:pt x="220144" y="191420"/>
                </a:lnTo>
                <a:lnTo>
                  <a:pt x="220144" y="2760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730768" y="5702043"/>
            <a:ext cx="258445" cy="269875"/>
          </a:xfrm>
          <a:custGeom>
            <a:avLst/>
            <a:gdLst/>
            <a:ahLst/>
            <a:cxnLst/>
            <a:rect l="l" t="t" r="r" b="b"/>
            <a:pathLst>
              <a:path w="258445" h="269875">
                <a:moveTo>
                  <a:pt x="216636" y="203918"/>
                </a:moveTo>
                <a:lnTo>
                  <a:pt x="192297" y="203918"/>
                </a:lnTo>
                <a:lnTo>
                  <a:pt x="192297" y="0"/>
                </a:lnTo>
                <a:lnTo>
                  <a:pt x="216636" y="0"/>
                </a:lnTo>
                <a:lnTo>
                  <a:pt x="216636" y="84637"/>
                </a:lnTo>
                <a:lnTo>
                  <a:pt x="258078" y="84637"/>
                </a:lnTo>
                <a:lnTo>
                  <a:pt x="258078" y="105467"/>
                </a:lnTo>
                <a:lnTo>
                  <a:pt x="216636" y="105467"/>
                </a:lnTo>
                <a:lnTo>
                  <a:pt x="216636" y="203918"/>
                </a:lnTo>
                <a:close/>
              </a:path>
              <a:path w="258445" h="269875">
                <a:moveTo>
                  <a:pt x="13594" y="165547"/>
                </a:moveTo>
                <a:lnTo>
                  <a:pt x="0" y="146251"/>
                </a:lnTo>
                <a:lnTo>
                  <a:pt x="28658" y="131139"/>
                </a:lnTo>
                <a:lnTo>
                  <a:pt x="50678" y="109222"/>
                </a:lnTo>
                <a:lnTo>
                  <a:pt x="64845" y="82084"/>
                </a:lnTo>
                <a:lnTo>
                  <a:pt x="69946" y="51308"/>
                </a:lnTo>
                <a:lnTo>
                  <a:pt x="69946" y="17102"/>
                </a:lnTo>
                <a:lnTo>
                  <a:pt x="93846" y="17102"/>
                </a:lnTo>
                <a:lnTo>
                  <a:pt x="93846" y="52185"/>
                </a:lnTo>
                <a:lnTo>
                  <a:pt x="98841" y="79816"/>
                </a:lnTo>
                <a:lnTo>
                  <a:pt x="107636" y="95162"/>
                </a:lnTo>
                <a:lnTo>
                  <a:pt x="82663" y="95162"/>
                </a:lnTo>
                <a:lnTo>
                  <a:pt x="71486" y="118246"/>
                </a:lnTo>
                <a:lnTo>
                  <a:pt x="55899" y="138001"/>
                </a:lnTo>
                <a:lnTo>
                  <a:pt x="36427" y="153932"/>
                </a:lnTo>
                <a:lnTo>
                  <a:pt x="13594" y="165547"/>
                </a:lnTo>
                <a:close/>
              </a:path>
              <a:path w="258445" h="269875">
                <a:moveTo>
                  <a:pt x="150417" y="158749"/>
                </a:moveTo>
                <a:lnTo>
                  <a:pt x="128422" y="148135"/>
                </a:lnTo>
                <a:lnTo>
                  <a:pt x="109469" y="133616"/>
                </a:lnTo>
                <a:lnTo>
                  <a:pt x="94052" y="115766"/>
                </a:lnTo>
                <a:lnTo>
                  <a:pt x="82663" y="95162"/>
                </a:lnTo>
                <a:lnTo>
                  <a:pt x="107636" y="95162"/>
                </a:lnTo>
                <a:lnTo>
                  <a:pt x="113087" y="104672"/>
                </a:lnTo>
                <a:lnTo>
                  <a:pt x="134979" y="125047"/>
                </a:lnTo>
                <a:lnTo>
                  <a:pt x="162915" y="139235"/>
                </a:lnTo>
                <a:lnTo>
                  <a:pt x="150417" y="158749"/>
                </a:lnTo>
                <a:close/>
              </a:path>
              <a:path w="258445" h="269875">
                <a:moveTo>
                  <a:pt x="229354" y="269699"/>
                </a:moveTo>
                <a:lnTo>
                  <a:pt x="44511" y="269699"/>
                </a:lnTo>
                <a:lnTo>
                  <a:pt x="44511" y="184184"/>
                </a:lnTo>
                <a:lnTo>
                  <a:pt x="69288" y="184184"/>
                </a:lnTo>
                <a:lnTo>
                  <a:pt x="69288" y="249526"/>
                </a:lnTo>
                <a:lnTo>
                  <a:pt x="229354" y="249526"/>
                </a:lnTo>
                <a:lnTo>
                  <a:pt x="229354" y="269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085991" y="5707744"/>
            <a:ext cx="252095" cy="269875"/>
          </a:xfrm>
          <a:custGeom>
            <a:avLst/>
            <a:gdLst/>
            <a:ahLst/>
            <a:cxnLst/>
            <a:rect l="l" t="t" r="r" b="b"/>
            <a:pathLst>
              <a:path w="252095" h="269875">
                <a:moveTo>
                  <a:pt x="222556" y="91653"/>
                </a:moveTo>
                <a:lnTo>
                  <a:pt x="34425" y="91653"/>
                </a:lnTo>
                <a:lnTo>
                  <a:pt x="34425" y="0"/>
                </a:lnTo>
                <a:lnTo>
                  <a:pt x="58544" y="0"/>
                </a:lnTo>
                <a:lnTo>
                  <a:pt x="58544" y="71700"/>
                </a:lnTo>
                <a:lnTo>
                  <a:pt x="222556" y="71700"/>
                </a:lnTo>
                <a:lnTo>
                  <a:pt x="222556" y="91653"/>
                </a:lnTo>
                <a:close/>
              </a:path>
              <a:path w="252095" h="269875">
                <a:moveTo>
                  <a:pt x="137700" y="128052"/>
                </a:moveTo>
                <a:lnTo>
                  <a:pt x="113799" y="128052"/>
                </a:lnTo>
                <a:lnTo>
                  <a:pt x="113799" y="91653"/>
                </a:lnTo>
                <a:lnTo>
                  <a:pt x="137700" y="91653"/>
                </a:lnTo>
                <a:lnTo>
                  <a:pt x="137700" y="128052"/>
                </a:lnTo>
                <a:close/>
              </a:path>
              <a:path w="252095" h="269875">
                <a:moveTo>
                  <a:pt x="251500" y="148444"/>
                </a:moveTo>
                <a:lnTo>
                  <a:pt x="0" y="148444"/>
                </a:lnTo>
                <a:lnTo>
                  <a:pt x="0" y="128052"/>
                </a:lnTo>
                <a:lnTo>
                  <a:pt x="251500" y="128052"/>
                </a:lnTo>
                <a:lnTo>
                  <a:pt x="251500" y="148444"/>
                </a:lnTo>
                <a:close/>
              </a:path>
              <a:path w="252095" h="269875">
                <a:moveTo>
                  <a:pt x="125421" y="269480"/>
                </a:moveTo>
                <a:lnTo>
                  <a:pt x="85483" y="266139"/>
                </a:lnTo>
                <a:lnTo>
                  <a:pt x="55556" y="256406"/>
                </a:lnTo>
                <a:lnTo>
                  <a:pt x="36771" y="240711"/>
                </a:lnTo>
                <a:lnTo>
                  <a:pt x="30258" y="219487"/>
                </a:lnTo>
                <a:lnTo>
                  <a:pt x="36771" y="198135"/>
                </a:lnTo>
                <a:lnTo>
                  <a:pt x="55556" y="182375"/>
                </a:lnTo>
                <a:lnTo>
                  <a:pt x="85483" y="172618"/>
                </a:lnTo>
                <a:lnTo>
                  <a:pt x="125421" y="169274"/>
                </a:lnTo>
                <a:lnTo>
                  <a:pt x="165201" y="172618"/>
                </a:lnTo>
                <a:lnTo>
                  <a:pt x="195011" y="182375"/>
                </a:lnTo>
                <a:lnTo>
                  <a:pt x="202120" y="188350"/>
                </a:lnTo>
                <a:lnTo>
                  <a:pt x="125421" y="188350"/>
                </a:lnTo>
                <a:lnTo>
                  <a:pt x="95799" y="190533"/>
                </a:lnTo>
                <a:lnTo>
                  <a:pt x="73619" y="196600"/>
                </a:lnTo>
                <a:lnTo>
                  <a:pt x="59743" y="206327"/>
                </a:lnTo>
                <a:lnTo>
                  <a:pt x="55036" y="219487"/>
                </a:lnTo>
                <a:lnTo>
                  <a:pt x="59743" y="232331"/>
                </a:lnTo>
                <a:lnTo>
                  <a:pt x="73619" y="241989"/>
                </a:lnTo>
                <a:lnTo>
                  <a:pt x="95799" y="248070"/>
                </a:lnTo>
                <a:lnTo>
                  <a:pt x="125421" y="250184"/>
                </a:lnTo>
                <a:lnTo>
                  <a:pt x="202444" y="250184"/>
                </a:lnTo>
                <a:lnTo>
                  <a:pt x="195011" y="256406"/>
                </a:lnTo>
                <a:lnTo>
                  <a:pt x="165201" y="266139"/>
                </a:lnTo>
                <a:lnTo>
                  <a:pt x="125421" y="269480"/>
                </a:lnTo>
                <a:close/>
              </a:path>
              <a:path w="252095" h="269875">
                <a:moveTo>
                  <a:pt x="202444" y="250184"/>
                </a:moveTo>
                <a:lnTo>
                  <a:pt x="125421" y="250184"/>
                </a:lnTo>
                <a:lnTo>
                  <a:pt x="154922" y="248070"/>
                </a:lnTo>
                <a:lnTo>
                  <a:pt x="177086" y="241989"/>
                </a:lnTo>
                <a:lnTo>
                  <a:pt x="191067" y="232331"/>
                </a:lnTo>
                <a:lnTo>
                  <a:pt x="196025" y="219487"/>
                </a:lnTo>
                <a:lnTo>
                  <a:pt x="191067" y="206327"/>
                </a:lnTo>
                <a:lnTo>
                  <a:pt x="177086" y="196600"/>
                </a:lnTo>
                <a:lnTo>
                  <a:pt x="154922" y="190533"/>
                </a:lnTo>
                <a:lnTo>
                  <a:pt x="125421" y="188350"/>
                </a:lnTo>
                <a:lnTo>
                  <a:pt x="202120" y="188350"/>
                </a:lnTo>
                <a:lnTo>
                  <a:pt x="213762" y="198135"/>
                </a:lnTo>
                <a:lnTo>
                  <a:pt x="220364" y="219487"/>
                </a:lnTo>
                <a:lnTo>
                  <a:pt x="213762" y="240711"/>
                </a:lnTo>
                <a:lnTo>
                  <a:pt x="202444" y="250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362268" y="5702262"/>
            <a:ext cx="256540" cy="275590"/>
          </a:xfrm>
          <a:custGeom>
            <a:avLst/>
            <a:gdLst/>
            <a:ahLst/>
            <a:cxnLst/>
            <a:rect l="l" t="t" r="r" b="b"/>
            <a:pathLst>
              <a:path w="256540" h="275589">
                <a:moveTo>
                  <a:pt x="211593" y="275400"/>
                </a:moveTo>
                <a:lnTo>
                  <a:pt x="187254" y="275400"/>
                </a:lnTo>
                <a:lnTo>
                  <a:pt x="187254" y="0"/>
                </a:lnTo>
                <a:lnTo>
                  <a:pt x="211593" y="0"/>
                </a:lnTo>
                <a:lnTo>
                  <a:pt x="211593" y="112045"/>
                </a:lnTo>
                <a:lnTo>
                  <a:pt x="256323" y="112045"/>
                </a:lnTo>
                <a:lnTo>
                  <a:pt x="256323" y="132656"/>
                </a:lnTo>
                <a:lnTo>
                  <a:pt x="211593" y="132656"/>
                </a:lnTo>
                <a:lnTo>
                  <a:pt x="211593" y="275400"/>
                </a:lnTo>
                <a:close/>
              </a:path>
              <a:path w="256540" h="275589">
                <a:moveTo>
                  <a:pt x="13594" y="222995"/>
                </a:moveTo>
                <a:lnTo>
                  <a:pt x="0" y="203918"/>
                </a:lnTo>
                <a:lnTo>
                  <a:pt x="47348" y="174132"/>
                </a:lnTo>
                <a:lnTo>
                  <a:pt x="82444" y="138220"/>
                </a:lnTo>
                <a:lnTo>
                  <a:pt x="105207" y="96676"/>
                </a:lnTo>
                <a:lnTo>
                  <a:pt x="115554" y="49993"/>
                </a:lnTo>
                <a:lnTo>
                  <a:pt x="12936" y="49993"/>
                </a:lnTo>
                <a:lnTo>
                  <a:pt x="12936" y="29601"/>
                </a:lnTo>
                <a:lnTo>
                  <a:pt x="140331" y="29601"/>
                </a:lnTo>
                <a:lnTo>
                  <a:pt x="135696" y="75436"/>
                </a:lnTo>
                <a:lnTo>
                  <a:pt x="121516" y="118641"/>
                </a:lnTo>
                <a:lnTo>
                  <a:pt x="96979" y="158267"/>
                </a:lnTo>
                <a:lnTo>
                  <a:pt x="61275" y="193367"/>
                </a:lnTo>
                <a:lnTo>
                  <a:pt x="13594" y="222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718220" y="5702482"/>
            <a:ext cx="226695" cy="274320"/>
          </a:xfrm>
          <a:custGeom>
            <a:avLst/>
            <a:gdLst/>
            <a:ahLst/>
            <a:cxnLst/>
            <a:rect l="l" t="t" r="r" b="b"/>
            <a:pathLst>
              <a:path w="226695" h="274320">
                <a:moveTo>
                  <a:pt x="224749" y="51308"/>
                </a:moveTo>
                <a:lnTo>
                  <a:pt x="200410" y="51308"/>
                </a:lnTo>
                <a:lnTo>
                  <a:pt x="200410" y="0"/>
                </a:lnTo>
                <a:lnTo>
                  <a:pt x="224749" y="0"/>
                </a:lnTo>
                <a:lnTo>
                  <a:pt x="224749" y="51308"/>
                </a:lnTo>
                <a:close/>
              </a:path>
              <a:path w="226695" h="274320">
                <a:moveTo>
                  <a:pt x="10086" y="164889"/>
                </a:moveTo>
                <a:lnTo>
                  <a:pt x="0" y="145593"/>
                </a:lnTo>
                <a:lnTo>
                  <a:pt x="44997" y="127706"/>
                </a:lnTo>
                <a:lnTo>
                  <a:pt x="79594" y="103795"/>
                </a:lnTo>
                <a:lnTo>
                  <a:pt x="102678" y="74581"/>
                </a:lnTo>
                <a:lnTo>
                  <a:pt x="113142" y="40783"/>
                </a:lnTo>
                <a:lnTo>
                  <a:pt x="14033" y="40783"/>
                </a:lnTo>
                <a:lnTo>
                  <a:pt x="14033" y="20391"/>
                </a:lnTo>
                <a:lnTo>
                  <a:pt x="139454" y="20391"/>
                </a:lnTo>
                <a:lnTo>
                  <a:pt x="139231" y="28383"/>
                </a:lnTo>
                <a:lnTo>
                  <a:pt x="138577" y="36220"/>
                </a:lnTo>
                <a:lnTo>
                  <a:pt x="137511" y="43872"/>
                </a:lnTo>
                <a:lnTo>
                  <a:pt x="136055" y="51308"/>
                </a:lnTo>
                <a:lnTo>
                  <a:pt x="224749" y="51308"/>
                </a:lnTo>
                <a:lnTo>
                  <a:pt x="224749" y="70823"/>
                </a:lnTo>
                <a:lnTo>
                  <a:pt x="129916" y="70823"/>
                </a:lnTo>
                <a:lnTo>
                  <a:pt x="111886" y="101848"/>
                </a:lnTo>
                <a:lnTo>
                  <a:pt x="85418" y="128011"/>
                </a:lnTo>
                <a:lnTo>
                  <a:pt x="51241" y="149096"/>
                </a:lnTo>
                <a:lnTo>
                  <a:pt x="10086" y="164889"/>
                </a:lnTo>
                <a:close/>
              </a:path>
              <a:path w="226695" h="274320">
                <a:moveTo>
                  <a:pt x="224749" y="165547"/>
                </a:moveTo>
                <a:lnTo>
                  <a:pt x="200410" y="165547"/>
                </a:lnTo>
                <a:lnTo>
                  <a:pt x="200410" y="128271"/>
                </a:lnTo>
                <a:lnTo>
                  <a:pt x="126956" y="128271"/>
                </a:lnTo>
                <a:lnTo>
                  <a:pt x="126956" y="108098"/>
                </a:lnTo>
                <a:lnTo>
                  <a:pt x="200410" y="108098"/>
                </a:lnTo>
                <a:lnTo>
                  <a:pt x="200410" y="70823"/>
                </a:lnTo>
                <a:lnTo>
                  <a:pt x="224749" y="70823"/>
                </a:lnTo>
                <a:lnTo>
                  <a:pt x="224749" y="165547"/>
                </a:lnTo>
                <a:close/>
              </a:path>
              <a:path w="226695" h="274320">
                <a:moveTo>
                  <a:pt x="134630" y="274084"/>
                </a:moveTo>
                <a:lnTo>
                  <a:pt x="96340" y="270449"/>
                </a:lnTo>
                <a:lnTo>
                  <a:pt x="67260" y="259969"/>
                </a:lnTo>
                <a:lnTo>
                  <a:pt x="48787" y="243280"/>
                </a:lnTo>
                <a:lnTo>
                  <a:pt x="42318" y="221021"/>
                </a:lnTo>
                <a:lnTo>
                  <a:pt x="48787" y="198923"/>
                </a:lnTo>
                <a:lnTo>
                  <a:pt x="67260" y="182375"/>
                </a:lnTo>
                <a:lnTo>
                  <a:pt x="96340" y="171994"/>
                </a:lnTo>
                <a:lnTo>
                  <a:pt x="134630" y="168397"/>
                </a:lnTo>
                <a:lnTo>
                  <a:pt x="172447" y="171994"/>
                </a:lnTo>
                <a:lnTo>
                  <a:pt x="201342" y="182375"/>
                </a:lnTo>
                <a:lnTo>
                  <a:pt x="207516" y="187912"/>
                </a:lnTo>
                <a:lnTo>
                  <a:pt x="134630" y="187912"/>
                </a:lnTo>
                <a:lnTo>
                  <a:pt x="106399" y="190064"/>
                </a:lnTo>
                <a:lnTo>
                  <a:pt x="84911" y="196573"/>
                </a:lnTo>
                <a:lnTo>
                  <a:pt x="71234" y="207029"/>
                </a:lnTo>
                <a:lnTo>
                  <a:pt x="66438" y="221021"/>
                </a:lnTo>
                <a:lnTo>
                  <a:pt x="71234" y="235017"/>
                </a:lnTo>
                <a:lnTo>
                  <a:pt x="84911" y="245497"/>
                </a:lnTo>
                <a:lnTo>
                  <a:pt x="106399" y="252072"/>
                </a:lnTo>
                <a:lnTo>
                  <a:pt x="134630" y="254350"/>
                </a:lnTo>
                <a:lnTo>
                  <a:pt x="207555" y="254350"/>
                </a:lnTo>
                <a:lnTo>
                  <a:pt x="201342" y="259969"/>
                </a:lnTo>
                <a:lnTo>
                  <a:pt x="172447" y="270449"/>
                </a:lnTo>
                <a:lnTo>
                  <a:pt x="134630" y="274084"/>
                </a:lnTo>
                <a:close/>
              </a:path>
              <a:path w="226695" h="274320">
                <a:moveTo>
                  <a:pt x="207555" y="254350"/>
                </a:moveTo>
                <a:lnTo>
                  <a:pt x="134630" y="254350"/>
                </a:lnTo>
                <a:lnTo>
                  <a:pt x="162357" y="252072"/>
                </a:lnTo>
                <a:lnTo>
                  <a:pt x="183609" y="245497"/>
                </a:lnTo>
                <a:lnTo>
                  <a:pt x="197255" y="235017"/>
                </a:lnTo>
                <a:lnTo>
                  <a:pt x="202164" y="221021"/>
                </a:lnTo>
                <a:lnTo>
                  <a:pt x="197255" y="207029"/>
                </a:lnTo>
                <a:lnTo>
                  <a:pt x="183609" y="196573"/>
                </a:lnTo>
                <a:lnTo>
                  <a:pt x="162357" y="190064"/>
                </a:lnTo>
                <a:lnTo>
                  <a:pt x="134630" y="187912"/>
                </a:lnTo>
                <a:lnTo>
                  <a:pt x="207516" y="187912"/>
                </a:lnTo>
                <a:lnTo>
                  <a:pt x="219795" y="198923"/>
                </a:lnTo>
                <a:lnTo>
                  <a:pt x="226284" y="221021"/>
                </a:lnTo>
                <a:lnTo>
                  <a:pt x="219795" y="243280"/>
                </a:lnTo>
                <a:lnTo>
                  <a:pt x="207555" y="254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993401" y="5702262"/>
            <a:ext cx="225425" cy="275590"/>
          </a:xfrm>
          <a:custGeom>
            <a:avLst/>
            <a:gdLst/>
            <a:ahLst/>
            <a:cxnLst/>
            <a:rect l="l" t="t" r="r" b="b"/>
            <a:pathLst>
              <a:path w="225425" h="275589">
                <a:moveTo>
                  <a:pt x="224091" y="39906"/>
                </a:moveTo>
                <a:lnTo>
                  <a:pt x="199752" y="39906"/>
                </a:lnTo>
                <a:lnTo>
                  <a:pt x="199752" y="0"/>
                </a:lnTo>
                <a:lnTo>
                  <a:pt x="224091" y="0"/>
                </a:lnTo>
                <a:lnTo>
                  <a:pt x="224091" y="39906"/>
                </a:lnTo>
                <a:close/>
              </a:path>
              <a:path w="225425" h="275589">
                <a:moveTo>
                  <a:pt x="71481" y="147128"/>
                </a:moveTo>
                <a:lnTo>
                  <a:pt x="42890" y="142441"/>
                </a:lnTo>
                <a:lnTo>
                  <a:pt x="20200" y="129039"/>
                </a:lnTo>
                <a:lnTo>
                  <a:pt x="5279" y="108400"/>
                </a:lnTo>
                <a:lnTo>
                  <a:pt x="0" y="82006"/>
                </a:lnTo>
                <a:lnTo>
                  <a:pt x="5279" y="55485"/>
                </a:lnTo>
                <a:lnTo>
                  <a:pt x="20200" y="34781"/>
                </a:lnTo>
                <a:lnTo>
                  <a:pt x="42890" y="21354"/>
                </a:lnTo>
                <a:lnTo>
                  <a:pt x="71481" y="16664"/>
                </a:lnTo>
                <a:lnTo>
                  <a:pt x="88219" y="18183"/>
                </a:lnTo>
                <a:lnTo>
                  <a:pt x="103343" y="22735"/>
                </a:lnTo>
                <a:lnTo>
                  <a:pt x="116515" y="30061"/>
                </a:lnTo>
                <a:lnTo>
                  <a:pt x="124971" y="37714"/>
                </a:lnTo>
                <a:lnTo>
                  <a:pt x="71481" y="37714"/>
                </a:lnTo>
                <a:lnTo>
                  <a:pt x="52103" y="40872"/>
                </a:lnTo>
                <a:lnTo>
                  <a:pt x="36836" y="49993"/>
                </a:lnTo>
                <a:lnTo>
                  <a:pt x="26832" y="64046"/>
                </a:lnTo>
                <a:lnTo>
                  <a:pt x="23242" y="82006"/>
                </a:lnTo>
                <a:lnTo>
                  <a:pt x="26832" y="99780"/>
                </a:lnTo>
                <a:lnTo>
                  <a:pt x="36836" y="113854"/>
                </a:lnTo>
                <a:lnTo>
                  <a:pt x="52103" y="123077"/>
                </a:lnTo>
                <a:lnTo>
                  <a:pt x="71481" y="126298"/>
                </a:lnTo>
                <a:lnTo>
                  <a:pt x="124729" y="126298"/>
                </a:lnTo>
                <a:lnTo>
                  <a:pt x="116515" y="133731"/>
                </a:lnTo>
                <a:lnTo>
                  <a:pt x="103343" y="141057"/>
                </a:lnTo>
                <a:lnTo>
                  <a:pt x="88219" y="145609"/>
                </a:lnTo>
                <a:lnTo>
                  <a:pt x="71481" y="147128"/>
                </a:lnTo>
                <a:close/>
              </a:path>
              <a:path w="225425" h="275589">
                <a:moveTo>
                  <a:pt x="124729" y="126298"/>
                </a:moveTo>
                <a:lnTo>
                  <a:pt x="71481" y="126298"/>
                </a:lnTo>
                <a:lnTo>
                  <a:pt x="90513" y="123077"/>
                </a:lnTo>
                <a:lnTo>
                  <a:pt x="105659" y="113854"/>
                </a:lnTo>
                <a:lnTo>
                  <a:pt x="115667" y="99780"/>
                </a:lnTo>
                <a:lnTo>
                  <a:pt x="119281" y="82006"/>
                </a:lnTo>
                <a:lnTo>
                  <a:pt x="115667" y="64046"/>
                </a:lnTo>
                <a:lnTo>
                  <a:pt x="105659" y="49993"/>
                </a:lnTo>
                <a:lnTo>
                  <a:pt x="90513" y="40872"/>
                </a:lnTo>
                <a:lnTo>
                  <a:pt x="71481" y="37714"/>
                </a:lnTo>
                <a:lnTo>
                  <a:pt x="124971" y="37714"/>
                </a:lnTo>
                <a:lnTo>
                  <a:pt x="127394" y="39906"/>
                </a:lnTo>
                <a:lnTo>
                  <a:pt x="224091" y="39906"/>
                </a:lnTo>
                <a:lnTo>
                  <a:pt x="224091" y="59860"/>
                </a:lnTo>
                <a:lnTo>
                  <a:pt x="139015" y="59860"/>
                </a:lnTo>
                <a:lnTo>
                  <a:pt x="141427" y="66657"/>
                </a:lnTo>
                <a:lnTo>
                  <a:pt x="142743" y="74112"/>
                </a:lnTo>
                <a:lnTo>
                  <a:pt x="142743" y="89790"/>
                </a:lnTo>
                <a:lnTo>
                  <a:pt x="141427" y="97025"/>
                </a:lnTo>
                <a:lnTo>
                  <a:pt x="139125" y="103713"/>
                </a:lnTo>
                <a:lnTo>
                  <a:pt x="224091" y="103713"/>
                </a:lnTo>
                <a:lnTo>
                  <a:pt x="224091" y="123886"/>
                </a:lnTo>
                <a:lnTo>
                  <a:pt x="127394" y="123886"/>
                </a:lnTo>
                <a:lnTo>
                  <a:pt x="124729" y="126298"/>
                </a:lnTo>
                <a:close/>
              </a:path>
              <a:path w="225425" h="275589">
                <a:moveTo>
                  <a:pt x="224091" y="103713"/>
                </a:moveTo>
                <a:lnTo>
                  <a:pt x="199752" y="103713"/>
                </a:lnTo>
                <a:lnTo>
                  <a:pt x="199752" y="59860"/>
                </a:lnTo>
                <a:lnTo>
                  <a:pt x="224091" y="59860"/>
                </a:lnTo>
                <a:lnTo>
                  <a:pt x="224091" y="103713"/>
                </a:lnTo>
                <a:close/>
              </a:path>
              <a:path w="225425" h="275589">
                <a:moveTo>
                  <a:pt x="224091" y="163354"/>
                </a:moveTo>
                <a:lnTo>
                  <a:pt x="199752" y="163354"/>
                </a:lnTo>
                <a:lnTo>
                  <a:pt x="199752" y="123886"/>
                </a:lnTo>
                <a:lnTo>
                  <a:pt x="224091" y="123886"/>
                </a:lnTo>
                <a:lnTo>
                  <a:pt x="224091" y="163354"/>
                </a:lnTo>
                <a:close/>
              </a:path>
              <a:path w="225425" h="275589">
                <a:moveTo>
                  <a:pt x="132656" y="274961"/>
                </a:moveTo>
                <a:lnTo>
                  <a:pt x="94059" y="271426"/>
                </a:lnTo>
                <a:lnTo>
                  <a:pt x="64958" y="261147"/>
                </a:lnTo>
                <a:lnTo>
                  <a:pt x="46628" y="244620"/>
                </a:lnTo>
                <a:lnTo>
                  <a:pt x="40345" y="222337"/>
                </a:lnTo>
                <a:lnTo>
                  <a:pt x="46628" y="200054"/>
                </a:lnTo>
                <a:lnTo>
                  <a:pt x="64958" y="183527"/>
                </a:lnTo>
                <a:lnTo>
                  <a:pt x="94059" y="173248"/>
                </a:lnTo>
                <a:lnTo>
                  <a:pt x="132656" y="169713"/>
                </a:lnTo>
                <a:lnTo>
                  <a:pt x="171131" y="173248"/>
                </a:lnTo>
                <a:lnTo>
                  <a:pt x="200191" y="183527"/>
                </a:lnTo>
                <a:lnTo>
                  <a:pt x="206040" y="188789"/>
                </a:lnTo>
                <a:lnTo>
                  <a:pt x="132656" y="188789"/>
                </a:lnTo>
                <a:lnTo>
                  <a:pt x="104083" y="191071"/>
                </a:lnTo>
                <a:lnTo>
                  <a:pt x="82499" y="197669"/>
                </a:lnTo>
                <a:lnTo>
                  <a:pt x="68891" y="208215"/>
                </a:lnTo>
                <a:lnTo>
                  <a:pt x="64245" y="222337"/>
                </a:lnTo>
                <a:lnTo>
                  <a:pt x="68891" y="236206"/>
                </a:lnTo>
                <a:lnTo>
                  <a:pt x="82499" y="246621"/>
                </a:lnTo>
                <a:lnTo>
                  <a:pt x="104083" y="253172"/>
                </a:lnTo>
                <a:lnTo>
                  <a:pt x="132656" y="255446"/>
                </a:lnTo>
                <a:lnTo>
                  <a:pt x="206528" y="255446"/>
                </a:lnTo>
                <a:lnTo>
                  <a:pt x="200191" y="261147"/>
                </a:lnTo>
                <a:lnTo>
                  <a:pt x="171131" y="271426"/>
                </a:lnTo>
                <a:lnTo>
                  <a:pt x="132656" y="274961"/>
                </a:lnTo>
                <a:close/>
              </a:path>
              <a:path w="225425" h="275589">
                <a:moveTo>
                  <a:pt x="206528" y="255446"/>
                </a:moveTo>
                <a:lnTo>
                  <a:pt x="132656" y="255446"/>
                </a:lnTo>
                <a:lnTo>
                  <a:pt x="161233" y="253172"/>
                </a:lnTo>
                <a:lnTo>
                  <a:pt x="182841" y="246621"/>
                </a:lnTo>
                <a:lnTo>
                  <a:pt x="196515" y="236206"/>
                </a:lnTo>
                <a:lnTo>
                  <a:pt x="201287" y="222337"/>
                </a:lnTo>
                <a:lnTo>
                  <a:pt x="196515" y="208215"/>
                </a:lnTo>
                <a:lnTo>
                  <a:pt x="182841" y="197669"/>
                </a:lnTo>
                <a:lnTo>
                  <a:pt x="161233" y="191071"/>
                </a:lnTo>
                <a:lnTo>
                  <a:pt x="132656" y="188789"/>
                </a:lnTo>
                <a:lnTo>
                  <a:pt x="206040" y="188789"/>
                </a:lnTo>
                <a:lnTo>
                  <a:pt x="218561" y="200054"/>
                </a:lnTo>
                <a:lnTo>
                  <a:pt x="224968" y="222337"/>
                </a:lnTo>
                <a:lnTo>
                  <a:pt x="218561" y="244620"/>
                </a:lnTo>
                <a:lnTo>
                  <a:pt x="206528" y="2554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263538" y="5719584"/>
            <a:ext cx="251460" cy="258445"/>
          </a:xfrm>
          <a:custGeom>
            <a:avLst/>
            <a:gdLst/>
            <a:ahLst/>
            <a:cxnLst/>
            <a:rect l="l" t="t" r="r" b="b"/>
            <a:pathLst>
              <a:path w="251459" h="258445">
                <a:moveTo>
                  <a:pt x="227161" y="19734"/>
                </a:moveTo>
                <a:lnTo>
                  <a:pt x="23680" y="19734"/>
                </a:lnTo>
                <a:lnTo>
                  <a:pt x="23680" y="0"/>
                </a:lnTo>
                <a:lnTo>
                  <a:pt x="227161" y="0"/>
                </a:lnTo>
                <a:lnTo>
                  <a:pt x="227161" y="19734"/>
                </a:lnTo>
                <a:close/>
              </a:path>
              <a:path w="251459" h="258445">
                <a:moveTo>
                  <a:pt x="24338" y="116211"/>
                </a:moveTo>
                <a:lnTo>
                  <a:pt x="14910" y="96916"/>
                </a:lnTo>
                <a:lnTo>
                  <a:pt x="50222" y="87381"/>
                </a:lnTo>
                <a:lnTo>
                  <a:pt x="81320" y="70467"/>
                </a:lnTo>
                <a:lnTo>
                  <a:pt x="103497" y="47920"/>
                </a:lnTo>
                <a:lnTo>
                  <a:pt x="112045" y="21488"/>
                </a:lnTo>
                <a:lnTo>
                  <a:pt x="112045" y="19734"/>
                </a:lnTo>
                <a:lnTo>
                  <a:pt x="139235" y="19734"/>
                </a:lnTo>
                <a:lnTo>
                  <a:pt x="139235" y="21488"/>
                </a:lnTo>
                <a:lnTo>
                  <a:pt x="147536" y="47920"/>
                </a:lnTo>
                <a:lnTo>
                  <a:pt x="152360" y="52843"/>
                </a:lnTo>
                <a:lnTo>
                  <a:pt x="125530" y="52843"/>
                </a:lnTo>
                <a:lnTo>
                  <a:pt x="108609" y="75679"/>
                </a:lnTo>
                <a:lnTo>
                  <a:pt x="84555" y="94189"/>
                </a:lnTo>
                <a:lnTo>
                  <a:pt x="55690" y="107867"/>
                </a:lnTo>
                <a:lnTo>
                  <a:pt x="24338" y="116211"/>
                </a:lnTo>
                <a:close/>
              </a:path>
              <a:path w="251459" h="258445">
                <a:moveTo>
                  <a:pt x="227161" y="116211"/>
                </a:moveTo>
                <a:lnTo>
                  <a:pt x="195509" y="107867"/>
                </a:lnTo>
                <a:lnTo>
                  <a:pt x="166520" y="94189"/>
                </a:lnTo>
                <a:lnTo>
                  <a:pt x="142443" y="75679"/>
                </a:lnTo>
                <a:lnTo>
                  <a:pt x="125530" y="52843"/>
                </a:lnTo>
                <a:lnTo>
                  <a:pt x="152360" y="52843"/>
                </a:lnTo>
                <a:lnTo>
                  <a:pt x="169631" y="70467"/>
                </a:lnTo>
                <a:lnTo>
                  <a:pt x="200811" y="87381"/>
                </a:lnTo>
                <a:lnTo>
                  <a:pt x="236370" y="96916"/>
                </a:lnTo>
                <a:lnTo>
                  <a:pt x="227161" y="116211"/>
                </a:lnTo>
                <a:close/>
              </a:path>
              <a:path w="251459" h="258445">
                <a:moveTo>
                  <a:pt x="251280" y="159846"/>
                </a:moveTo>
                <a:lnTo>
                  <a:pt x="0" y="159846"/>
                </a:lnTo>
                <a:lnTo>
                  <a:pt x="0" y="139673"/>
                </a:lnTo>
                <a:lnTo>
                  <a:pt x="251280" y="139673"/>
                </a:lnTo>
                <a:lnTo>
                  <a:pt x="251280" y="159846"/>
                </a:lnTo>
                <a:close/>
              </a:path>
              <a:path w="251459" h="258445">
                <a:moveTo>
                  <a:pt x="137042" y="258078"/>
                </a:moveTo>
                <a:lnTo>
                  <a:pt x="113142" y="258078"/>
                </a:lnTo>
                <a:lnTo>
                  <a:pt x="113142" y="159846"/>
                </a:lnTo>
                <a:lnTo>
                  <a:pt x="137042" y="159846"/>
                </a:lnTo>
                <a:lnTo>
                  <a:pt x="137042" y="25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742793" y="6172536"/>
            <a:ext cx="83979" cy="22453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885097" y="6272522"/>
            <a:ext cx="99060" cy="24765"/>
          </a:xfrm>
          <a:custGeom>
            <a:avLst/>
            <a:gdLst/>
            <a:ahLst/>
            <a:cxnLst/>
            <a:rect l="l" t="t" r="r" b="b"/>
            <a:pathLst>
              <a:path w="99060" h="24764">
                <a:moveTo>
                  <a:pt x="98451" y="24557"/>
                </a:moveTo>
                <a:lnTo>
                  <a:pt x="0" y="24557"/>
                </a:lnTo>
                <a:lnTo>
                  <a:pt x="0" y="0"/>
                </a:lnTo>
                <a:lnTo>
                  <a:pt x="98451" y="0"/>
                </a:lnTo>
                <a:lnTo>
                  <a:pt x="98451" y="245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023894" y="6169467"/>
            <a:ext cx="146032" cy="2275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209833" y="6358914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5" h="40004">
                <a:moveTo>
                  <a:pt x="19953" y="39906"/>
                </a:moveTo>
                <a:lnTo>
                  <a:pt x="12179" y="38330"/>
                </a:lnTo>
                <a:lnTo>
                  <a:pt x="5783" y="34041"/>
                </a:lnTo>
                <a:lnTo>
                  <a:pt x="1483" y="27696"/>
                </a:lnTo>
                <a:lnTo>
                  <a:pt x="0" y="19953"/>
                </a:lnTo>
                <a:lnTo>
                  <a:pt x="1483" y="12210"/>
                </a:lnTo>
                <a:lnTo>
                  <a:pt x="5783" y="5865"/>
                </a:lnTo>
                <a:lnTo>
                  <a:pt x="12179" y="1575"/>
                </a:lnTo>
                <a:lnTo>
                  <a:pt x="19953" y="0"/>
                </a:lnTo>
                <a:lnTo>
                  <a:pt x="27696" y="1575"/>
                </a:lnTo>
                <a:lnTo>
                  <a:pt x="34041" y="5865"/>
                </a:lnTo>
                <a:lnTo>
                  <a:pt x="38330" y="12210"/>
                </a:lnTo>
                <a:lnTo>
                  <a:pt x="39906" y="19953"/>
                </a:lnTo>
                <a:lnTo>
                  <a:pt x="38330" y="27696"/>
                </a:lnTo>
                <a:lnTo>
                  <a:pt x="34041" y="34041"/>
                </a:lnTo>
                <a:lnTo>
                  <a:pt x="27696" y="38330"/>
                </a:lnTo>
                <a:lnTo>
                  <a:pt x="19953" y="3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390494" y="6165850"/>
            <a:ext cx="24765" cy="49530"/>
          </a:xfrm>
          <a:custGeom>
            <a:avLst/>
            <a:gdLst/>
            <a:ahLst/>
            <a:cxnLst/>
            <a:rect l="l" t="t" r="r" b="b"/>
            <a:pathLst>
              <a:path w="24764" h="49529">
                <a:moveTo>
                  <a:pt x="0" y="0"/>
                </a:moveTo>
                <a:lnTo>
                  <a:pt x="24338" y="0"/>
                </a:lnTo>
                <a:lnTo>
                  <a:pt x="24338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390494" y="6215379"/>
            <a:ext cx="191770" cy="20320"/>
          </a:xfrm>
          <a:custGeom>
            <a:avLst/>
            <a:gdLst/>
            <a:ahLst/>
            <a:cxnLst/>
            <a:rect l="l" t="t" r="r" b="b"/>
            <a:pathLst>
              <a:path w="191769" h="20320">
                <a:moveTo>
                  <a:pt x="0" y="0"/>
                </a:moveTo>
                <a:lnTo>
                  <a:pt x="191640" y="0"/>
                </a:lnTo>
                <a:lnTo>
                  <a:pt x="191640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390494" y="6235700"/>
            <a:ext cx="24765" cy="52069"/>
          </a:xfrm>
          <a:custGeom>
            <a:avLst/>
            <a:gdLst/>
            <a:ahLst/>
            <a:cxnLst/>
            <a:rect l="l" t="t" r="r" b="b"/>
            <a:pathLst>
              <a:path w="24764" h="52070">
                <a:moveTo>
                  <a:pt x="0" y="0"/>
                </a:moveTo>
                <a:lnTo>
                  <a:pt x="24338" y="0"/>
                </a:lnTo>
                <a:lnTo>
                  <a:pt x="24338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390494" y="6287770"/>
            <a:ext cx="191770" cy="19050"/>
          </a:xfrm>
          <a:custGeom>
            <a:avLst/>
            <a:gdLst/>
            <a:ahLst/>
            <a:cxnLst/>
            <a:rect l="l" t="t" r="r" b="b"/>
            <a:pathLst>
              <a:path w="191769" h="19050">
                <a:moveTo>
                  <a:pt x="0" y="0"/>
                </a:moveTo>
                <a:lnTo>
                  <a:pt x="191640" y="0"/>
                </a:lnTo>
                <a:lnTo>
                  <a:pt x="19164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558015" y="6166178"/>
            <a:ext cx="24130" cy="50165"/>
          </a:xfrm>
          <a:custGeom>
            <a:avLst/>
            <a:gdLst/>
            <a:ahLst/>
            <a:cxnLst/>
            <a:rect l="l" t="t" r="r" b="b"/>
            <a:pathLst>
              <a:path w="24130" h="50164">
                <a:moveTo>
                  <a:pt x="24119" y="49773"/>
                </a:moveTo>
                <a:lnTo>
                  <a:pt x="0" y="49773"/>
                </a:lnTo>
                <a:lnTo>
                  <a:pt x="0" y="0"/>
                </a:lnTo>
                <a:lnTo>
                  <a:pt x="24119" y="0"/>
                </a:lnTo>
                <a:lnTo>
                  <a:pt x="24119" y="497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558015" y="6235905"/>
            <a:ext cx="24130" cy="51435"/>
          </a:xfrm>
          <a:custGeom>
            <a:avLst/>
            <a:gdLst/>
            <a:ahLst/>
            <a:cxnLst/>
            <a:rect l="l" t="t" r="r" b="b"/>
            <a:pathLst>
              <a:path w="24130" h="51435">
                <a:moveTo>
                  <a:pt x="24119" y="51308"/>
                </a:moveTo>
                <a:lnTo>
                  <a:pt x="0" y="51308"/>
                </a:lnTo>
                <a:lnTo>
                  <a:pt x="0" y="0"/>
                </a:lnTo>
                <a:lnTo>
                  <a:pt x="24119" y="0"/>
                </a:lnTo>
                <a:lnTo>
                  <a:pt x="24119" y="513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474035" y="6307167"/>
            <a:ext cx="24130" cy="59690"/>
          </a:xfrm>
          <a:custGeom>
            <a:avLst/>
            <a:gdLst/>
            <a:ahLst/>
            <a:cxnLst/>
            <a:rect l="l" t="t" r="r" b="b"/>
            <a:pathLst>
              <a:path w="24130" h="59689">
                <a:moveTo>
                  <a:pt x="24119" y="59421"/>
                </a:moveTo>
                <a:lnTo>
                  <a:pt x="0" y="59421"/>
                </a:lnTo>
                <a:lnTo>
                  <a:pt x="0" y="0"/>
                </a:lnTo>
                <a:lnTo>
                  <a:pt x="24119" y="0"/>
                </a:lnTo>
                <a:lnTo>
                  <a:pt x="24119" y="594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360674" y="6366588"/>
            <a:ext cx="252729" cy="20955"/>
          </a:xfrm>
          <a:custGeom>
            <a:avLst/>
            <a:gdLst/>
            <a:ahLst/>
            <a:cxnLst/>
            <a:rect l="l" t="t" r="r" b="b"/>
            <a:pathLst>
              <a:path w="252730" h="20954">
                <a:moveTo>
                  <a:pt x="252377" y="20391"/>
                </a:moveTo>
                <a:lnTo>
                  <a:pt x="0" y="20391"/>
                </a:lnTo>
                <a:lnTo>
                  <a:pt x="0" y="0"/>
                </a:lnTo>
                <a:lnTo>
                  <a:pt x="252377" y="0"/>
                </a:lnTo>
                <a:lnTo>
                  <a:pt x="252377" y="203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635197" y="6171660"/>
            <a:ext cx="252377" cy="21510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985377" y="6146663"/>
            <a:ext cx="263525" cy="276225"/>
          </a:xfrm>
          <a:custGeom>
            <a:avLst/>
            <a:gdLst/>
            <a:ahLst/>
            <a:cxnLst/>
            <a:rect l="l" t="t" r="r" b="b"/>
            <a:pathLst>
              <a:path w="263525" h="276225">
                <a:moveTo>
                  <a:pt x="217294" y="275619"/>
                </a:moveTo>
                <a:lnTo>
                  <a:pt x="192955" y="275619"/>
                </a:lnTo>
                <a:lnTo>
                  <a:pt x="192955" y="0"/>
                </a:lnTo>
                <a:lnTo>
                  <a:pt x="217294" y="0"/>
                </a:lnTo>
                <a:lnTo>
                  <a:pt x="217294" y="111826"/>
                </a:lnTo>
                <a:lnTo>
                  <a:pt x="263340" y="111826"/>
                </a:lnTo>
                <a:lnTo>
                  <a:pt x="263340" y="132876"/>
                </a:lnTo>
                <a:lnTo>
                  <a:pt x="217294" y="132876"/>
                </a:lnTo>
                <a:lnTo>
                  <a:pt x="217294" y="275619"/>
                </a:lnTo>
                <a:close/>
              </a:path>
              <a:path w="263525" h="276225">
                <a:moveTo>
                  <a:pt x="15348" y="216636"/>
                </a:moveTo>
                <a:lnTo>
                  <a:pt x="0" y="197121"/>
                </a:lnTo>
                <a:lnTo>
                  <a:pt x="28203" y="176544"/>
                </a:lnTo>
                <a:lnTo>
                  <a:pt x="51144" y="146964"/>
                </a:lnTo>
                <a:lnTo>
                  <a:pt x="66602" y="111710"/>
                </a:lnTo>
                <a:lnTo>
                  <a:pt x="72358" y="74112"/>
                </a:lnTo>
                <a:lnTo>
                  <a:pt x="72358" y="23900"/>
                </a:lnTo>
                <a:lnTo>
                  <a:pt x="96477" y="23900"/>
                </a:lnTo>
                <a:lnTo>
                  <a:pt x="96477" y="74112"/>
                </a:lnTo>
                <a:lnTo>
                  <a:pt x="102000" y="110240"/>
                </a:lnTo>
                <a:lnTo>
                  <a:pt x="108501" y="124544"/>
                </a:lnTo>
                <a:lnTo>
                  <a:pt x="84746" y="124544"/>
                </a:lnTo>
                <a:lnTo>
                  <a:pt x="73086" y="153749"/>
                </a:lnTo>
                <a:lnTo>
                  <a:pt x="57078" y="179593"/>
                </a:lnTo>
                <a:lnTo>
                  <a:pt x="37554" y="200936"/>
                </a:lnTo>
                <a:lnTo>
                  <a:pt x="15348" y="216636"/>
                </a:lnTo>
                <a:close/>
              </a:path>
              <a:path w="263525" h="276225">
                <a:moveTo>
                  <a:pt x="152610" y="211374"/>
                </a:moveTo>
                <a:lnTo>
                  <a:pt x="130967" y="196481"/>
                </a:lnTo>
                <a:lnTo>
                  <a:pt x="111936" y="176346"/>
                </a:lnTo>
                <a:lnTo>
                  <a:pt x="96275" y="152017"/>
                </a:lnTo>
                <a:lnTo>
                  <a:pt x="84746" y="124544"/>
                </a:lnTo>
                <a:lnTo>
                  <a:pt x="108501" y="124544"/>
                </a:lnTo>
                <a:lnTo>
                  <a:pt x="117308" y="143921"/>
                </a:lnTo>
                <a:lnTo>
                  <a:pt x="140016" y="172135"/>
                </a:lnTo>
                <a:lnTo>
                  <a:pt x="167739" y="191859"/>
                </a:lnTo>
                <a:lnTo>
                  <a:pt x="152610" y="2113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263847" y="6151926"/>
            <a:ext cx="251460" cy="269875"/>
          </a:xfrm>
          <a:custGeom>
            <a:avLst/>
            <a:gdLst/>
            <a:ahLst/>
            <a:cxnLst/>
            <a:rect l="l" t="t" r="r" b="b"/>
            <a:pathLst>
              <a:path w="251460" h="269875">
                <a:moveTo>
                  <a:pt x="86610" y="131122"/>
                </a:moveTo>
                <a:lnTo>
                  <a:pt x="62272" y="131122"/>
                </a:lnTo>
                <a:lnTo>
                  <a:pt x="62272" y="92202"/>
                </a:lnTo>
                <a:lnTo>
                  <a:pt x="47596" y="84776"/>
                </a:lnTo>
                <a:lnTo>
                  <a:pt x="36795" y="75386"/>
                </a:lnTo>
                <a:lnTo>
                  <a:pt x="30127" y="64127"/>
                </a:lnTo>
                <a:lnTo>
                  <a:pt x="27847" y="51089"/>
                </a:lnTo>
                <a:lnTo>
                  <a:pt x="34613" y="29416"/>
                </a:lnTo>
                <a:lnTo>
                  <a:pt x="54022" y="13375"/>
                </a:lnTo>
                <a:lnTo>
                  <a:pt x="84736" y="3419"/>
                </a:lnTo>
                <a:lnTo>
                  <a:pt x="125421" y="0"/>
                </a:lnTo>
                <a:lnTo>
                  <a:pt x="165978" y="3419"/>
                </a:lnTo>
                <a:lnTo>
                  <a:pt x="196628" y="13375"/>
                </a:lnTo>
                <a:lnTo>
                  <a:pt x="203517" y="19076"/>
                </a:lnTo>
                <a:lnTo>
                  <a:pt x="125421" y="19076"/>
                </a:lnTo>
                <a:lnTo>
                  <a:pt x="95121" y="21272"/>
                </a:lnTo>
                <a:lnTo>
                  <a:pt x="72303" y="27600"/>
                </a:lnTo>
                <a:lnTo>
                  <a:pt x="57955" y="37669"/>
                </a:lnTo>
                <a:lnTo>
                  <a:pt x="53062" y="51089"/>
                </a:lnTo>
                <a:lnTo>
                  <a:pt x="57955" y="64567"/>
                </a:lnTo>
                <a:lnTo>
                  <a:pt x="72303" y="74551"/>
                </a:lnTo>
                <a:lnTo>
                  <a:pt x="95121" y="80752"/>
                </a:lnTo>
                <a:lnTo>
                  <a:pt x="125421" y="82883"/>
                </a:lnTo>
                <a:lnTo>
                  <a:pt x="205242" y="82883"/>
                </a:lnTo>
                <a:lnTo>
                  <a:pt x="203257" y="84621"/>
                </a:lnTo>
                <a:lnTo>
                  <a:pt x="188789" y="91982"/>
                </a:lnTo>
                <a:lnTo>
                  <a:pt x="188789" y="98560"/>
                </a:lnTo>
                <a:lnTo>
                  <a:pt x="164670" y="98560"/>
                </a:lnTo>
                <a:lnTo>
                  <a:pt x="163952" y="98670"/>
                </a:lnTo>
                <a:lnTo>
                  <a:pt x="86610" y="98670"/>
                </a:lnTo>
                <a:lnTo>
                  <a:pt x="86610" y="131122"/>
                </a:lnTo>
                <a:close/>
              </a:path>
              <a:path w="251460" h="269875">
                <a:moveTo>
                  <a:pt x="205242" y="82883"/>
                </a:moveTo>
                <a:lnTo>
                  <a:pt x="125421" y="82883"/>
                </a:lnTo>
                <a:lnTo>
                  <a:pt x="155632" y="80752"/>
                </a:lnTo>
                <a:lnTo>
                  <a:pt x="178483" y="74551"/>
                </a:lnTo>
                <a:lnTo>
                  <a:pt x="192948" y="64567"/>
                </a:lnTo>
                <a:lnTo>
                  <a:pt x="197998" y="51089"/>
                </a:lnTo>
                <a:lnTo>
                  <a:pt x="192948" y="37669"/>
                </a:lnTo>
                <a:lnTo>
                  <a:pt x="178483" y="27600"/>
                </a:lnTo>
                <a:lnTo>
                  <a:pt x="155632" y="21272"/>
                </a:lnTo>
                <a:lnTo>
                  <a:pt x="125421" y="19076"/>
                </a:lnTo>
                <a:lnTo>
                  <a:pt x="203517" y="19076"/>
                </a:lnTo>
                <a:lnTo>
                  <a:pt x="216012" y="29416"/>
                </a:lnTo>
                <a:lnTo>
                  <a:pt x="222776" y="51089"/>
                </a:lnTo>
                <a:lnTo>
                  <a:pt x="220518" y="64062"/>
                </a:lnTo>
                <a:lnTo>
                  <a:pt x="213923" y="75277"/>
                </a:lnTo>
                <a:lnTo>
                  <a:pt x="205242" y="82883"/>
                </a:lnTo>
                <a:close/>
              </a:path>
              <a:path w="251460" h="269875">
                <a:moveTo>
                  <a:pt x="188789" y="131122"/>
                </a:moveTo>
                <a:lnTo>
                  <a:pt x="164670" y="131122"/>
                </a:lnTo>
                <a:lnTo>
                  <a:pt x="164670" y="98560"/>
                </a:lnTo>
                <a:lnTo>
                  <a:pt x="188789" y="98560"/>
                </a:lnTo>
                <a:lnTo>
                  <a:pt x="188789" y="131122"/>
                </a:lnTo>
                <a:close/>
              </a:path>
              <a:path w="251460" h="269875">
                <a:moveTo>
                  <a:pt x="125421" y="101740"/>
                </a:moveTo>
                <a:lnTo>
                  <a:pt x="114963" y="101553"/>
                </a:lnTo>
                <a:lnTo>
                  <a:pt x="104988" y="100986"/>
                </a:lnTo>
                <a:lnTo>
                  <a:pt x="95527" y="100028"/>
                </a:lnTo>
                <a:lnTo>
                  <a:pt x="86610" y="98670"/>
                </a:lnTo>
                <a:lnTo>
                  <a:pt x="163952" y="98670"/>
                </a:lnTo>
                <a:lnTo>
                  <a:pt x="155669" y="99936"/>
                </a:lnTo>
                <a:lnTo>
                  <a:pt x="146114" y="100931"/>
                </a:lnTo>
                <a:lnTo>
                  <a:pt x="136024" y="101536"/>
                </a:lnTo>
                <a:lnTo>
                  <a:pt x="125421" y="101740"/>
                </a:lnTo>
                <a:close/>
              </a:path>
              <a:path w="251460" h="269875">
                <a:moveTo>
                  <a:pt x="251280" y="151075"/>
                </a:moveTo>
                <a:lnTo>
                  <a:pt x="0" y="151075"/>
                </a:lnTo>
                <a:lnTo>
                  <a:pt x="0" y="131122"/>
                </a:lnTo>
                <a:lnTo>
                  <a:pt x="251280" y="131122"/>
                </a:lnTo>
                <a:lnTo>
                  <a:pt x="251280" y="151075"/>
                </a:lnTo>
                <a:close/>
              </a:path>
              <a:path w="251460" h="269875">
                <a:moveTo>
                  <a:pt x="125421" y="269699"/>
                </a:moveTo>
                <a:lnTo>
                  <a:pt x="85391" y="266499"/>
                </a:lnTo>
                <a:lnTo>
                  <a:pt x="55474" y="257091"/>
                </a:lnTo>
                <a:lnTo>
                  <a:pt x="36741" y="241763"/>
                </a:lnTo>
                <a:lnTo>
                  <a:pt x="30258" y="220802"/>
                </a:lnTo>
                <a:lnTo>
                  <a:pt x="36741" y="199972"/>
                </a:lnTo>
                <a:lnTo>
                  <a:pt x="55474" y="184733"/>
                </a:lnTo>
                <a:lnTo>
                  <a:pt x="85391" y="175414"/>
                </a:lnTo>
                <a:lnTo>
                  <a:pt x="125421" y="172344"/>
                </a:lnTo>
                <a:lnTo>
                  <a:pt x="165201" y="175414"/>
                </a:lnTo>
                <a:lnTo>
                  <a:pt x="195011" y="184733"/>
                </a:lnTo>
                <a:lnTo>
                  <a:pt x="202700" y="190982"/>
                </a:lnTo>
                <a:lnTo>
                  <a:pt x="125421" y="190982"/>
                </a:lnTo>
                <a:lnTo>
                  <a:pt x="95799" y="193113"/>
                </a:lnTo>
                <a:lnTo>
                  <a:pt x="73619" y="198985"/>
                </a:lnTo>
                <a:lnTo>
                  <a:pt x="59743" y="208311"/>
                </a:lnTo>
                <a:lnTo>
                  <a:pt x="55036" y="220802"/>
                </a:lnTo>
                <a:lnTo>
                  <a:pt x="59743" y="233448"/>
                </a:lnTo>
                <a:lnTo>
                  <a:pt x="73619" y="242866"/>
                </a:lnTo>
                <a:lnTo>
                  <a:pt x="95799" y="248707"/>
                </a:lnTo>
                <a:lnTo>
                  <a:pt x="125421" y="250623"/>
                </a:lnTo>
                <a:lnTo>
                  <a:pt x="202923" y="250623"/>
                </a:lnTo>
                <a:lnTo>
                  <a:pt x="195011" y="257091"/>
                </a:lnTo>
                <a:lnTo>
                  <a:pt x="165201" y="266499"/>
                </a:lnTo>
                <a:lnTo>
                  <a:pt x="125421" y="269699"/>
                </a:lnTo>
                <a:close/>
              </a:path>
              <a:path w="251460" h="269875">
                <a:moveTo>
                  <a:pt x="202923" y="250623"/>
                </a:moveTo>
                <a:lnTo>
                  <a:pt x="125421" y="250623"/>
                </a:lnTo>
                <a:lnTo>
                  <a:pt x="154922" y="248707"/>
                </a:lnTo>
                <a:lnTo>
                  <a:pt x="177086" y="242866"/>
                </a:lnTo>
                <a:lnTo>
                  <a:pt x="191067" y="233448"/>
                </a:lnTo>
                <a:lnTo>
                  <a:pt x="196025" y="220802"/>
                </a:lnTo>
                <a:lnTo>
                  <a:pt x="191067" y="208311"/>
                </a:lnTo>
                <a:lnTo>
                  <a:pt x="177086" y="198985"/>
                </a:lnTo>
                <a:lnTo>
                  <a:pt x="154922" y="193113"/>
                </a:lnTo>
                <a:lnTo>
                  <a:pt x="125421" y="190982"/>
                </a:lnTo>
                <a:lnTo>
                  <a:pt x="202700" y="190982"/>
                </a:lnTo>
                <a:lnTo>
                  <a:pt x="213762" y="199972"/>
                </a:lnTo>
                <a:lnTo>
                  <a:pt x="220364" y="220802"/>
                </a:lnTo>
                <a:lnTo>
                  <a:pt x="213762" y="241763"/>
                </a:lnTo>
                <a:lnTo>
                  <a:pt x="202923" y="250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533766" y="6146663"/>
            <a:ext cx="264160" cy="276225"/>
          </a:xfrm>
          <a:custGeom>
            <a:avLst/>
            <a:gdLst/>
            <a:ahLst/>
            <a:cxnLst/>
            <a:rect l="l" t="t" r="r" b="b"/>
            <a:pathLst>
              <a:path w="264160" h="276225">
                <a:moveTo>
                  <a:pt x="217952" y="275619"/>
                </a:moveTo>
                <a:lnTo>
                  <a:pt x="193613" y="275619"/>
                </a:lnTo>
                <a:lnTo>
                  <a:pt x="193613" y="0"/>
                </a:lnTo>
                <a:lnTo>
                  <a:pt x="217952" y="0"/>
                </a:lnTo>
                <a:lnTo>
                  <a:pt x="217952" y="111388"/>
                </a:lnTo>
                <a:lnTo>
                  <a:pt x="263998" y="111388"/>
                </a:lnTo>
                <a:lnTo>
                  <a:pt x="263998" y="132218"/>
                </a:lnTo>
                <a:lnTo>
                  <a:pt x="217952" y="132218"/>
                </a:lnTo>
                <a:lnTo>
                  <a:pt x="217952" y="275619"/>
                </a:lnTo>
                <a:close/>
              </a:path>
              <a:path w="264160" h="276225">
                <a:moveTo>
                  <a:pt x="159846" y="48677"/>
                </a:moveTo>
                <a:lnTo>
                  <a:pt x="9867" y="48677"/>
                </a:lnTo>
                <a:lnTo>
                  <a:pt x="9867" y="28285"/>
                </a:lnTo>
                <a:lnTo>
                  <a:pt x="159846" y="28285"/>
                </a:lnTo>
                <a:lnTo>
                  <a:pt x="159846" y="48677"/>
                </a:lnTo>
                <a:close/>
              </a:path>
              <a:path w="264160" h="276225">
                <a:moveTo>
                  <a:pt x="14690" y="222556"/>
                </a:moveTo>
                <a:lnTo>
                  <a:pt x="0" y="203261"/>
                </a:lnTo>
                <a:lnTo>
                  <a:pt x="28258" y="183184"/>
                </a:lnTo>
                <a:lnTo>
                  <a:pt x="51747" y="154309"/>
                </a:lnTo>
                <a:lnTo>
                  <a:pt x="67835" y="120254"/>
                </a:lnTo>
                <a:lnTo>
                  <a:pt x="73893" y="84637"/>
                </a:lnTo>
                <a:lnTo>
                  <a:pt x="73893" y="48677"/>
                </a:lnTo>
                <a:lnTo>
                  <a:pt x="97793" y="48677"/>
                </a:lnTo>
                <a:lnTo>
                  <a:pt x="97793" y="84637"/>
                </a:lnTo>
                <a:lnTo>
                  <a:pt x="103292" y="118020"/>
                </a:lnTo>
                <a:lnTo>
                  <a:pt x="109419" y="130793"/>
                </a:lnTo>
                <a:lnTo>
                  <a:pt x="86062" y="130793"/>
                </a:lnTo>
                <a:lnTo>
                  <a:pt x="73846" y="159931"/>
                </a:lnTo>
                <a:lnTo>
                  <a:pt x="57160" y="185884"/>
                </a:lnTo>
                <a:lnTo>
                  <a:pt x="37081" y="207232"/>
                </a:lnTo>
                <a:lnTo>
                  <a:pt x="14690" y="222556"/>
                </a:lnTo>
                <a:close/>
              </a:path>
              <a:path w="264160" h="276225">
                <a:moveTo>
                  <a:pt x="155460" y="215759"/>
                </a:moveTo>
                <a:lnTo>
                  <a:pt x="133362" y="201296"/>
                </a:lnTo>
                <a:lnTo>
                  <a:pt x="113854" y="181539"/>
                </a:lnTo>
                <a:lnTo>
                  <a:pt x="97800" y="157651"/>
                </a:lnTo>
                <a:lnTo>
                  <a:pt x="86062" y="130793"/>
                </a:lnTo>
                <a:lnTo>
                  <a:pt x="109419" y="130793"/>
                </a:lnTo>
                <a:lnTo>
                  <a:pt x="118596" y="149924"/>
                </a:lnTo>
                <a:lnTo>
                  <a:pt x="141424" y="177140"/>
                </a:lnTo>
                <a:lnTo>
                  <a:pt x="169493" y="196463"/>
                </a:lnTo>
                <a:lnTo>
                  <a:pt x="155460" y="215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822103" y="6215074"/>
            <a:ext cx="40005" cy="153670"/>
          </a:xfrm>
          <a:custGeom>
            <a:avLst/>
            <a:gdLst/>
            <a:ahLst/>
            <a:cxnLst/>
            <a:rect l="l" t="t" r="r" b="b"/>
            <a:pathLst>
              <a:path w="40004" h="153670">
                <a:moveTo>
                  <a:pt x="19953" y="39906"/>
                </a:moveTo>
                <a:lnTo>
                  <a:pt x="12179" y="38330"/>
                </a:lnTo>
                <a:lnTo>
                  <a:pt x="5783" y="34041"/>
                </a:lnTo>
                <a:lnTo>
                  <a:pt x="1483" y="27696"/>
                </a:lnTo>
                <a:lnTo>
                  <a:pt x="0" y="19953"/>
                </a:lnTo>
                <a:lnTo>
                  <a:pt x="1483" y="12210"/>
                </a:lnTo>
                <a:lnTo>
                  <a:pt x="5783" y="5865"/>
                </a:lnTo>
                <a:lnTo>
                  <a:pt x="12179" y="1575"/>
                </a:lnTo>
                <a:lnTo>
                  <a:pt x="19953" y="0"/>
                </a:lnTo>
                <a:lnTo>
                  <a:pt x="27696" y="1575"/>
                </a:lnTo>
                <a:lnTo>
                  <a:pt x="34041" y="5865"/>
                </a:lnTo>
                <a:lnTo>
                  <a:pt x="38330" y="12210"/>
                </a:lnTo>
                <a:lnTo>
                  <a:pt x="39906" y="19953"/>
                </a:lnTo>
                <a:lnTo>
                  <a:pt x="38330" y="27696"/>
                </a:lnTo>
                <a:lnTo>
                  <a:pt x="34041" y="34041"/>
                </a:lnTo>
                <a:lnTo>
                  <a:pt x="27696" y="38330"/>
                </a:lnTo>
                <a:lnTo>
                  <a:pt x="19953" y="39906"/>
                </a:lnTo>
                <a:close/>
              </a:path>
              <a:path w="40004" h="153670">
                <a:moveTo>
                  <a:pt x="19953" y="153268"/>
                </a:moveTo>
                <a:lnTo>
                  <a:pt x="12179" y="151692"/>
                </a:lnTo>
                <a:lnTo>
                  <a:pt x="5783" y="147402"/>
                </a:lnTo>
                <a:lnTo>
                  <a:pt x="1483" y="141057"/>
                </a:lnTo>
                <a:lnTo>
                  <a:pt x="0" y="133314"/>
                </a:lnTo>
                <a:lnTo>
                  <a:pt x="1483" y="125571"/>
                </a:lnTo>
                <a:lnTo>
                  <a:pt x="5783" y="119226"/>
                </a:lnTo>
                <a:lnTo>
                  <a:pt x="12179" y="114937"/>
                </a:lnTo>
                <a:lnTo>
                  <a:pt x="19953" y="113361"/>
                </a:lnTo>
                <a:lnTo>
                  <a:pt x="27696" y="114937"/>
                </a:lnTo>
                <a:lnTo>
                  <a:pt x="34041" y="119226"/>
                </a:lnTo>
                <a:lnTo>
                  <a:pt x="38330" y="125571"/>
                </a:lnTo>
                <a:lnTo>
                  <a:pt x="39906" y="133314"/>
                </a:lnTo>
                <a:lnTo>
                  <a:pt x="38330" y="141057"/>
                </a:lnTo>
                <a:lnTo>
                  <a:pt x="34041" y="147402"/>
                </a:lnTo>
                <a:lnTo>
                  <a:pt x="27696" y="151692"/>
                </a:lnTo>
                <a:lnTo>
                  <a:pt x="19953" y="1532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974683" y="6146663"/>
            <a:ext cx="256540" cy="275590"/>
          </a:xfrm>
          <a:custGeom>
            <a:avLst/>
            <a:gdLst/>
            <a:ahLst/>
            <a:cxnLst/>
            <a:rect l="l" t="t" r="r" b="b"/>
            <a:pathLst>
              <a:path w="256539" h="275589">
                <a:moveTo>
                  <a:pt x="211593" y="275400"/>
                </a:moveTo>
                <a:lnTo>
                  <a:pt x="187254" y="275400"/>
                </a:lnTo>
                <a:lnTo>
                  <a:pt x="187254" y="0"/>
                </a:lnTo>
                <a:lnTo>
                  <a:pt x="211593" y="0"/>
                </a:lnTo>
                <a:lnTo>
                  <a:pt x="211593" y="112045"/>
                </a:lnTo>
                <a:lnTo>
                  <a:pt x="256323" y="112045"/>
                </a:lnTo>
                <a:lnTo>
                  <a:pt x="256323" y="132656"/>
                </a:lnTo>
                <a:lnTo>
                  <a:pt x="211593" y="132656"/>
                </a:lnTo>
                <a:lnTo>
                  <a:pt x="211593" y="275400"/>
                </a:lnTo>
                <a:close/>
              </a:path>
              <a:path w="256539" h="275589">
                <a:moveTo>
                  <a:pt x="13594" y="222995"/>
                </a:moveTo>
                <a:lnTo>
                  <a:pt x="0" y="203918"/>
                </a:lnTo>
                <a:lnTo>
                  <a:pt x="47348" y="174132"/>
                </a:lnTo>
                <a:lnTo>
                  <a:pt x="82444" y="138220"/>
                </a:lnTo>
                <a:lnTo>
                  <a:pt x="105207" y="96676"/>
                </a:lnTo>
                <a:lnTo>
                  <a:pt x="115554" y="49993"/>
                </a:lnTo>
                <a:lnTo>
                  <a:pt x="12936" y="49993"/>
                </a:lnTo>
                <a:lnTo>
                  <a:pt x="12936" y="29601"/>
                </a:lnTo>
                <a:lnTo>
                  <a:pt x="140331" y="29601"/>
                </a:lnTo>
                <a:lnTo>
                  <a:pt x="135696" y="75436"/>
                </a:lnTo>
                <a:lnTo>
                  <a:pt x="121516" y="118641"/>
                </a:lnTo>
                <a:lnTo>
                  <a:pt x="96979" y="158267"/>
                </a:lnTo>
                <a:lnTo>
                  <a:pt x="61275" y="193367"/>
                </a:lnTo>
                <a:lnTo>
                  <a:pt x="13594" y="222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4247452" y="6158065"/>
            <a:ext cx="252095" cy="264795"/>
          </a:xfrm>
          <a:custGeom>
            <a:avLst/>
            <a:gdLst/>
            <a:ahLst/>
            <a:cxnLst/>
            <a:rect l="l" t="t" r="r" b="b"/>
            <a:pathLst>
              <a:path w="252095" h="264795">
                <a:moveTo>
                  <a:pt x="228696" y="19734"/>
                </a:moveTo>
                <a:lnTo>
                  <a:pt x="23023" y="19734"/>
                </a:lnTo>
                <a:lnTo>
                  <a:pt x="23023" y="0"/>
                </a:lnTo>
                <a:lnTo>
                  <a:pt x="228696" y="0"/>
                </a:lnTo>
                <a:lnTo>
                  <a:pt x="228696" y="19734"/>
                </a:lnTo>
                <a:close/>
              </a:path>
              <a:path w="252095" h="264795">
                <a:moveTo>
                  <a:pt x="23242" y="100863"/>
                </a:moveTo>
                <a:lnTo>
                  <a:pt x="14252" y="81348"/>
                </a:lnTo>
                <a:lnTo>
                  <a:pt x="49494" y="73833"/>
                </a:lnTo>
                <a:lnTo>
                  <a:pt x="79936" y="60284"/>
                </a:lnTo>
                <a:lnTo>
                  <a:pt x="101437" y="41864"/>
                </a:lnTo>
                <a:lnTo>
                  <a:pt x="109853" y="19734"/>
                </a:lnTo>
                <a:lnTo>
                  <a:pt x="141427" y="19734"/>
                </a:lnTo>
                <a:lnTo>
                  <a:pt x="149723" y="41864"/>
                </a:lnTo>
                <a:lnTo>
                  <a:pt x="152299" y="44072"/>
                </a:lnTo>
                <a:lnTo>
                  <a:pt x="125640" y="44072"/>
                </a:lnTo>
                <a:lnTo>
                  <a:pt x="109548" y="65125"/>
                </a:lnTo>
                <a:lnTo>
                  <a:pt x="85624" y="81841"/>
                </a:lnTo>
                <a:lnTo>
                  <a:pt x="56108" y="93870"/>
                </a:lnTo>
                <a:lnTo>
                  <a:pt x="23242" y="100863"/>
                </a:lnTo>
                <a:close/>
              </a:path>
              <a:path w="252095" h="264795">
                <a:moveTo>
                  <a:pt x="228038" y="100863"/>
                </a:moveTo>
                <a:lnTo>
                  <a:pt x="195156" y="93870"/>
                </a:lnTo>
                <a:lnTo>
                  <a:pt x="165615" y="81841"/>
                </a:lnTo>
                <a:lnTo>
                  <a:pt x="141686" y="65125"/>
                </a:lnTo>
                <a:lnTo>
                  <a:pt x="125640" y="44072"/>
                </a:lnTo>
                <a:lnTo>
                  <a:pt x="152299" y="44072"/>
                </a:lnTo>
                <a:lnTo>
                  <a:pt x="171206" y="60284"/>
                </a:lnTo>
                <a:lnTo>
                  <a:pt x="201755" y="73833"/>
                </a:lnTo>
                <a:lnTo>
                  <a:pt x="237247" y="81348"/>
                </a:lnTo>
                <a:lnTo>
                  <a:pt x="228038" y="100863"/>
                </a:lnTo>
                <a:close/>
              </a:path>
              <a:path w="252095" h="264795">
                <a:moveTo>
                  <a:pt x="137480" y="127175"/>
                </a:moveTo>
                <a:lnTo>
                  <a:pt x="113580" y="127175"/>
                </a:lnTo>
                <a:lnTo>
                  <a:pt x="113580" y="85295"/>
                </a:lnTo>
                <a:lnTo>
                  <a:pt x="137480" y="85295"/>
                </a:lnTo>
                <a:lnTo>
                  <a:pt x="137480" y="127175"/>
                </a:lnTo>
                <a:close/>
              </a:path>
              <a:path w="252095" h="264795">
                <a:moveTo>
                  <a:pt x="251938" y="147128"/>
                </a:moveTo>
                <a:lnTo>
                  <a:pt x="0" y="147128"/>
                </a:lnTo>
                <a:lnTo>
                  <a:pt x="0" y="127175"/>
                </a:lnTo>
                <a:lnTo>
                  <a:pt x="251938" y="127175"/>
                </a:lnTo>
                <a:lnTo>
                  <a:pt x="251938" y="147128"/>
                </a:lnTo>
                <a:close/>
              </a:path>
              <a:path w="252095" h="264795">
                <a:moveTo>
                  <a:pt x="220144" y="264217"/>
                </a:moveTo>
                <a:lnTo>
                  <a:pt x="195586" y="264217"/>
                </a:lnTo>
                <a:lnTo>
                  <a:pt x="195586" y="194271"/>
                </a:lnTo>
                <a:lnTo>
                  <a:pt x="27847" y="194271"/>
                </a:lnTo>
                <a:lnTo>
                  <a:pt x="27847" y="174537"/>
                </a:lnTo>
                <a:lnTo>
                  <a:pt x="220144" y="174537"/>
                </a:lnTo>
                <a:lnTo>
                  <a:pt x="220144" y="2642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520221" y="6376017"/>
            <a:ext cx="46990" cy="84455"/>
          </a:xfrm>
          <a:custGeom>
            <a:avLst/>
            <a:gdLst/>
            <a:ahLst/>
            <a:cxnLst/>
            <a:rect l="l" t="t" r="r" b="b"/>
            <a:pathLst>
              <a:path w="46989" h="84454">
                <a:moveTo>
                  <a:pt x="23023" y="84418"/>
                </a:moveTo>
                <a:lnTo>
                  <a:pt x="0" y="84418"/>
                </a:lnTo>
                <a:lnTo>
                  <a:pt x="17102" y="0"/>
                </a:lnTo>
                <a:lnTo>
                  <a:pt x="46923" y="0"/>
                </a:lnTo>
                <a:lnTo>
                  <a:pt x="23023" y="844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4683435" y="6146663"/>
            <a:ext cx="227329" cy="276225"/>
          </a:xfrm>
          <a:custGeom>
            <a:avLst/>
            <a:gdLst/>
            <a:ahLst/>
            <a:cxnLst/>
            <a:rect l="l" t="t" r="r" b="b"/>
            <a:pathLst>
              <a:path w="227329" h="276225">
                <a:moveTo>
                  <a:pt x="227161" y="275619"/>
                </a:moveTo>
                <a:lnTo>
                  <a:pt x="202822" y="275619"/>
                </a:lnTo>
                <a:lnTo>
                  <a:pt x="202822" y="0"/>
                </a:lnTo>
                <a:lnTo>
                  <a:pt x="227161" y="0"/>
                </a:lnTo>
                <a:lnTo>
                  <a:pt x="227161" y="275619"/>
                </a:lnTo>
                <a:close/>
              </a:path>
              <a:path w="227329" h="276225">
                <a:moveTo>
                  <a:pt x="164231" y="48677"/>
                </a:moveTo>
                <a:lnTo>
                  <a:pt x="8989" y="48677"/>
                </a:lnTo>
                <a:lnTo>
                  <a:pt x="8989" y="28285"/>
                </a:lnTo>
                <a:lnTo>
                  <a:pt x="164231" y="28285"/>
                </a:lnTo>
                <a:lnTo>
                  <a:pt x="164231" y="48677"/>
                </a:lnTo>
                <a:close/>
              </a:path>
              <a:path w="227329" h="276225">
                <a:moveTo>
                  <a:pt x="14471" y="222556"/>
                </a:moveTo>
                <a:lnTo>
                  <a:pt x="0" y="203261"/>
                </a:lnTo>
                <a:lnTo>
                  <a:pt x="28199" y="183462"/>
                </a:lnTo>
                <a:lnTo>
                  <a:pt x="51774" y="154720"/>
                </a:lnTo>
                <a:lnTo>
                  <a:pt x="67990" y="120593"/>
                </a:lnTo>
                <a:lnTo>
                  <a:pt x="74112" y="84637"/>
                </a:lnTo>
                <a:lnTo>
                  <a:pt x="74112" y="48677"/>
                </a:lnTo>
                <a:lnTo>
                  <a:pt x="98670" y="48677"/>
                </a:lnTo>
                <a:lnTo>
                  <a:pt x="98670" y="84637"/>
                </a:lnTo>
                <a:lnTo>
                  <a:pt x="104614" y="119346"/>
                </a:lnTo>
                <a:lnTo>
                  <a:pt x="110630" y="131341"/>
                </a:lnTo>
                <a:lnTo>
                  <a:pt x="86720" y="131341"/>
                </a:lnTo>
                <a:lnTo>
                  <a:pt x="74398" y="160394"/>
                </a:lnTo>
                <a:lnTo>
                  <a:pt x="57544" y="186158"/>
                </a:lnTo>
                <a:lnTo>
                  <a:pt x="37215" y="207317"/>
                </a:lnTo>
                <a:lnTo>
                  <a:pt x="14471" y="222556"/>
                </a:lnTo>
                <a:close/>
              </a:path>
              <a:path w="227329" h="276225">
                <a:moveTo>
                  <a:pt x="159626" y="215759"/>
                </a:moveTo>
                <a:lnTo>
                  <a:pt x="136456" y="201721"/>
                </a:lnTo>
                <a:lnTo>
                  <a:pt x="115937" y="182307"/>
                </a:lnTo>
                <a:lnTo>
                  <a:pt x="99037" y="158515"/>
                </a:lnTo>
                <a:lnTo>
                  <a:pt x="86720" y="131341"/>
                </a:lnTo>
                <a:lnTo>
                  <a:pt x="110630" y="131341"/>
                </a:lnTo>
                <a:lnTo>
                  <a:pt x="120734" y="151486"/>
                </a:lnTo>
                <a:lnTo>
                  <a:pt x="144459" y="178158"/>
                </a:lnTo>
                <a:lnTo>
                  <a:pt x="173221" y="196463"/>
                </a:lnTo>
                <a:lnTo>
                  <a:pt x="159626" y="215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4962343" y="6146663"/>
            <a:ext cx="224154" cy="276225"/>
          </a:xfrm>
          <a:custGeom>
            <a:avLst/>
            <a:gdLst/>
            <a:ahLst/>
            <a:cxnLst/>
            <a:rect l="l" t="t" r="r" b="b"/>
            <a:pathLst>
              <a:path w="224154" h="276225">
                <a:moveTo>
                  <a:pt x="224091" y="40564"/>
                </a:moveTo>
                <a:lnTo>
                  <a:pt x="199752" y="40564"/>
                </a:lnTo>
                <a:lnTo>
                  <a:pt x="199752" y="0"/>
                </a:lnTo>
                <a:lnTo>
                  <a:pt x="224091" y="0"/>
                </a:lnTo>
                <a:lnTo>
                  <a:pt x="224091" y="40564"/>
                </a:lnTo>
                <a:close/>
              </a:path>
              <a:path w="224154" h="276225">
                <a:moveTo>
                  <a:pt x="71481" y="147567"/>
                </a:moveTo>
                <a:lnTo>
                  <a:pt x="42890" y="142835"/>
                </a:lnTo>
                <a:lnTo>
                  <a:pt x="20200" y="129285"/>
                </a:lnTo>
                <a:lnTo>
                  <a:pt x="5279" y="108376"/>
                </a:lnTo>
                <a:lnTo>
                  <a:pt x="0" y="81567"/>
                </a:lnTo>
                <a:lnTo>
                  <a:pt x="5279" y="54977"/>
                </a:lnTo>
                <a:lnTo>
                  <a:pt x="20200" y="34123"/>
                </a:lnTo>
                <a:lnTo>
                  <a:pt x="42890" y="20546"/>
                </a:lnTo>
                <a:lnTo>
                  <a:pt x="71481" y="15787"/>
                </a:lnTo>
                <a:lnTo>
                  <a:pt x="88666" y="17423"/>
                </a:lnTo>
                <a:lnTo>
                  <a:pt x="104124" y="22296"/>
                </a:lnTo>
                <a:lnTo>
                  <a:pt x="117486" y="30109"/>
                </a:lnTo>
                <a:lnTo>
                  <a:pt x="124039" y="36398"/>
                </a:lnTo>
                <a:lnTo>
                  <a:pt x="71481" y="36398"/>
                </a:lnTo>
                <a:lnTo>
                  <a:pt x="52103" y="39786"/>
                </a:lnTo>
                <a:lnTo>
                  <a:pt x="36836" y="49198"/>
                </a:lnTo>
                <a:lnTo>
                  <a:pt x="26832" y="63501"/>
                </a:lnTo>
                <a:lnTo>
                  <a:pt x="23242" y="81567"/>
                </a:lnTo>
                <a:lnTo>
                  <a:pt x="26832" y="99944"/>
                </a:lnTo>
                <a:lnTo>
                  <a:pt x="36836" y="114293"/>
                </a:lnTo>
                <a:lnTo>
                  <a:pt x="52103" y="123625"/>
                </a:lnTo>
                <a:lnTo>
                  <a:pt x="71481" y="126956"/>
                </a:lnTo>
                <a:lnTo>
                  <a:pt x="124124" y="126956"/>
                </a:lnTo>
                <a:lnTo>
                  <a:pt x="117532" y="133244"/>
                </a:lnTo>
                <a:lnTo>
                  <a:pt x="104138" y="141057"/>
                </a:lnTo>
                <a:lnTo>
                  <a:pt x="88668" y="145931"/>
                </a:lnTo>
                <a:lnTo>
                  <a:pt x="71481" y="147567"/>
                </a:lnTo>
                <a:close/>
              </a:path>
              <a:path w="224154" h="276225">
                <a:moveTo>
                  <a:pt x="124124" y="126956"/>
                </a:moveTo>
                <a:lnTo>
                  <a:pt x="71481" y="126956"/>
                </a:lnTo>
                <a:lnTo>
                  <a:pt x="90420" y="123625"/>
                </a:lnTo>
                <a:lnTo>
                  <a:pt x="105577" y="114293"/>
                </a:lnTo>
                <a:lnTo>
                  <a:pt x="115636" y="99944"/>
                </a:lnTo>
                <a:lnTo>
                  <a:pt x="119281" y="81567"/>
                </a:lnTo>
                <a:lnTo>
                  <a:pt x="115636" y="63501"/>
                </a:lnTo>
                <a:lnTo>
                  <a:pt x="105577" y="49198"/>
                </a:lnTo>
                <a:lnTo>
                  <a:pt x="90420" y="39786"/>
                </a:lnTo>
                <a:lnTo>
                  <a:pt x="71481" y="36398"/>
                </a:lnTo>
                <a:lnTo>
                  <a:pt x="124039" y="36398"/>
                </a:lnTo>
                <a:lnTo>
                  <a:pt x="128381" y="40564"/>
                </a:lnTo>
                <a:lnTo>
                  <a:pt x="224091" y="40564"/>
                </a:lnTo>
                <a:lnTo>
                  <a:pt x="224091" y="60737"/>
                </a:lnTo>
                <a:lnTo>
                  <a:pt x="139454" y="60737"/>
                </a:lnTo>
                <a:lnTo>
                  <a:pt x="141537" y="67205"/>
                </a:lnTo>
                <a:lnTo>
                  <a:pt x="142743" y="74222"/>
                </a:lnTo>
                <a:lnTo>
                  <a:pt x="142743" y="89022"/>
                </a:lnTo>
                <a:lnTo>
                  <a:pt x="141537" y="96148"/>
                </a:lnTo>
                <a:lnTo>
                  <a:pt x="139454" y="102617"/>
                </a:lnTo>
                <a:lnTo>
                  <a:pt x="224091" y="102617"/>
                </a:lnTo>
                <a:lnTo>
                  <a:pt x="224091" y="122789"/>
                </a:lnTo>
                <a:lnTo>
                  <a:pt x="128490" y="122789"/>
                </a:lnTo>
                <a:lnTo>
                  <a:pt x="124124" y="126956"/>
                </a:lnTo>
                <a:close/>
              </a:path>
              <a:path w="224154" h="276225">
                <a:moveTo>
                  <a:pt x="224091" y="102617"/>
                </a:moveTo>
                <a:lnTo>
                  <a:pt x="199752" y="102617"/>
                </a:lnTo>
                <a:lnTo>
                  <a:pt x="199752" y="60737"/>
                </a:lnTo>
                <a:lnTo>
                  <a:pt x="224091" y="60737"/>
                </a:lnTo>
                <a:lnTo>
                  <a:pt x="224091" y="102617"/>
                </a:lnTo>
                <a:close/>
              </a:path>
              <a:path w="224154" h="276225">
                <a:moveTo>
                  <a:pt x="224091" y="162258"/>
                </a:moveTo>
                <a:lnTo>
                  <a:pt x="199752" y="162258"/>
                </a:lnTo>
                <a:lnTo>
                  <a:pt x="199752" y="122789"/>
                </a:lnTo>
                <a:lnTo>
                  <a:pt x="224091" y="122789"/>
                </a:lnTo>
                <a:lnTo>
                  <a:pt x="224091" y="162258"/>
                </a:lnTo>
                <a:close/>
              </a:path>
              <a:path w="224154" h="276225">
                <a:moveTo>
                  <a:pt x="224091" y="275619"/>
                </a:moveTo>
                <a:lnTo>
                  <a:pt x="199752" y="275619"/>
                </a:lnTo>
                <a:lnTo>
                  <a:pt x="199752" y="197121"/>
                </a:lnTo>
                <a:lnTo>
                  <a:pt x="38591" y="197121"/>
                </a:lnTo>
                <a:lnTo>
                  <a:pt x="38591" y="177606"/>
                </a:lnTo>
                <a:lnTo>
                  <a:pt x="224091" y="177606"/>
                </a:lnTo>
                <a:lnTo>
                  <a:pt x="224091" y="275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312085" y="6145347"/>
            <a:ext cx="251460" cy="276225"/>
          </a:xfrm>
          <a:custGeom>
            <a:avLst/>
            <a:gdLst/>
            <a:ahLst/>
            <a:cxnLst/>
            <a:rect l="l" t="t" r="r" b="b"/>
            <a:pathLst>
              <a:path w="251460" h="276225">
                <a:moveTo>
                  <a:pt x="137480" y="28504"/>
                </a:moveTo>
                <a:lnTo>
                  <a:pt x="113580" y="28504"/>
                </a:lnTo>
                <a:lnTo>
                  <a:pt x="113580" y="0"/>
                </a:lnTo>
                <a:lnTo>
                  <a:pt x="137480" y="0"/>
                </a:lnTo>
                <a:lnTo>
                  <a:pt x="137480" y="28504"/>
                </a:lnTo>
                <a:close/>
              </a:path>
              <a:path w="251460" h="276225">
                <a:moveTo>
                  <a:pt x="225626" y="48019"/>
                </a:moveTo>
                <a:lnTo>
                  <a:pt x="25873" y="48019"/>
                </a:lnTo>
                <a:lnTo>
                  <a:pt x="25873" y="28504"/>
                </a:lnTo>
                <a:lnTo>
                  <a:pt x="225626" y="28504"/>
                </a:lnTo>
                <a:lnTo>
                  <a:pt x="225626" y="48019"/>
                </a:lnTo>
                <a:close/>
              </a:path>
              <a:path w="251460" h="276225">
                <a:moveTo>
                  <a:pt x="22803" y="124544"/>
                </a:moveTo>
                <a:lnTo>
                  <a:pt x="14910" y="105906"/>
                </a:lnTo>
                <a:lnTo>
                  <a:pt x="51627" y="99112"/>
                </a:lnTo>
                <a:lnTo>
                  <a:pt x="82198" y="86830"/>
                </a:lnTo>
                <a:lnTo>
                  <a:pt x="103436" y="69614"/>
                </a:lnTo>
                <a:lnTo>
                  <a:pt x="112155" y="48019"/>
                </a:lnTo>
                <a:lnTo>
                  <a:pt x="138796" y="48019"/>
                </a:lnTo>
                <a:lnTo>
                  <a:pt x="147425" y="69614"/>
                </a:lnTo>
                <a:lnTo>
                  <a:pt x="154037" y="74989"/>
                </a:lnTo>
                <a:lnTo>
                  <a:pt x="125530" y="74989"/>
                </a:lnTo>
                <a:lnTo>
                  <a:pt x="108770" y="93894"/>
                </a:lnTo>
                <a:lnTo>
                  <a:pt x="84856" y="108482"/>
                </a:lnTo>
                <a:lnTo>
                  <a:pt x="55598" y="118712"/>
                </a:lnTo>
                <a:lnTo>
                  <a:pt x="22803" y="124544"/>
                </a:lnTo>
                <a:close/>
              </a:path>
              <a:path w="251460" h="276225">
                <a:moveTo>
                  <a:pt x="228257" y="124544"/>
                </a:moveTo>
                <a:lnTo>
                  <a:pt x="195293" y="118712"/>
                </a:lnTo>
                <a:lnTo>
                  <a:pt x="165999" y="108482"/>
                </a:lnTo>
                <a:lnTo>
                  <a:pt x="142152" y="93894"/>
                </a:lnTo>
                <a:lnTo>
                  <a:pt x="125530" y="74989"/>
                </a:lnTo>
                <a:lnTo>
                  <a:pt x="154037" y="74989"/>
                </a:lnTo>
                <a:lnTo>
                  <a:pt x="168603" y="86830"/>
                </a:lnTo>
                <a:lnTo>
                  <a:pt x="199216" y="99112"/>
                </a:lnTo>
                <a:lnTo>
                  <a:pt x="236151" y="105906"/>
                </a:lnTo>
                <a:lnTo>
                  <a:pt x="228257" y="124544"/>
                </a:lnTo>
                <a:close/>
              </a:path>
              <a:path w="251460" h="276225">
                <a:moveTo>
                  <a:pt x="251280" y="159846"/>
                </a:moveTo>
                <a:lnTo>
                  <a:pt x="0" y="159846"/>
                </a:lnTo>
                <a:lnTo>
                  <a:pt x="0" y="140112"/>
                </a:lnTo>
                <a:lnTo>
                  <a:pt x="251280" y="140112"/>
                </a:lnTo>
                <a:lnTo>
                  <a:pt x="251280" y="159846"/>
                </a:lnTo>
                <a:close/>
              </a:path>
              <a:path w="251460" h="276225">
                <a:moveTo>
                  <a:pt x="137480" y="191420"/>
                </a:moveTo>
                <a:lnTo>
                  <a:pt x="113580" y="191420"/>
                </a:lnTo>
                <a:lnTo>
                  <a:pt x="113580" y="159846"/>
                </a:lnTo>
                <a:lnTo>
                  <a:pt x="137480" y="159846"/>
                </a:lnTo>
                <a:lnTo>
                  <a:pt x="137480" y="191420"/>
                </a:lnTo>
                <a:close/>
              </a:path>
              <a:path w="251460" h="276225">
                <a:moveTo>
                  <a:pt x="220144" y="276058"/>
                </a:moveTo>
                <a:lnTo>
                  <a:pt x="195586" y="276058"/>
                </a:lnTo>
                <a:lnTo>
                  <a:pt x="195586" y="211374"/>
                </a:lnTo>
                <a:lnTo>
                  <a:pt x="27847" y="211374"/>
                </a:lnTo>
                <a:lnTo>
                  <a:pt x="27847" y="191420"/>
                </a:lnTo>
                <a:lnTo>
                  <a:pt x="220144" y="191420"/>
                </a:lnTo>
                <a:lnTo>
                  <a:pt x="220144" y="2760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5586827" y="6144032"/>
            <a:ext cx="228600" cy="274955"/>
          </a:xfrm>
          <a:custGeom>
            <a:avLst/>
            <a:gdLst/>
            <a:ahLst/>
            <a:cxnLst/>
            <a:rect l="l" t="t" r="r" b="b"/>
            <a:pathLst>
              <a:path w="228600" h="274954">
                <a:moveTo>
                  <a:pt x="91215" y="30478"/>
                </a:moveTo>
                <a:lnTo>
                  <a:pt x="67095" y="30478"/>
                </a:lnTo>
                <a:lnTo>
                  <a:pt x="67095" y="0"/>
                </a:lnTo>
                <a:lnTo>
                  <a:pt x="91215" y="0"/>
                </a:lnTo>
                <a:lnTo>
                  <a:pt x="91215" y="30478"/>
                </a:lnTo>
                <a:close/>
              </a:path>
              <a:path w="228600" h="274954">
                <a:moveTo>
                  <a:pt x="228257" y="165547"/>
                </a:moveTo>
                <a:lnTo>
                  <a:pt x="203918" y="165547"/>
                </a:lnTo>
                <a:lnTo>
                  <a:pt x="203918" y="140989"/>
                </a:lnTo>
                <a:lnTo>
                  <a:pt x="155680" y="140989"/>
                </a:lnTo>
                <a:lnTo>
                  <a:pt x="155680" y="120816"/>
                </a:lnTo>
                <a:lnTo>
                  <a:pt x="203918" y="120816"/>
                </a:lnTo>
                <a:lnTo>
                  <a:pt x="203918" y="87268"/>
                </a:lnTo>
                <a:lnTo>
                  <a:pt x="155899" y="87268"/>
                </a:lnTo>
                <a:lnTo>
                  <a:pt x="155899" y="67095"/>
                </a:lnTo>
                <a:lnTo>
                  <a:pt x="203918" y="67095"/>
                </a:lnTo>
                <a:lnTo>
                  <a:pt x="203918" y="2631"/>
                </a:lnTo>
                <a:lnTo>
                  <a:pt x="228257" y="2631"/>
                </a:lnTo>
                <a:lnTo>
                  <a:pt x="228257" y="165547"/>
                </a:lnTo>
                <a:close/>
              </a:path>
              <a:path w="228600" h="274954">
                <a:moveTo>
                  <a:pt x="156118" y="50431"/>
                </a:moveTo>
                <a:lnTo>
                  <a:pt x="0" y="50431"/>
                </a:lnTo>
                <a:lnTo>
                  <a:pt x="0" y="30478"/>
                </a:lnTo>
                <a:lnTo>
                  <a:pt x="156118" y="30478"/>
                </a:lnTo>
                <a:lnTo>
                  <a:pt x="156118" y="50431"/>
                </a:lnTo>
                <a:close/>
              </a:path>
              <a:path w="228600" h="274954">
                <a:moveTo>
                  <a:pt x="78936" y="163135"/>
                </a:moveTo>
                <a:lnTo>
                  <a:pt x="53415" y="159620"/>
                </a:lnTo>
                <a:lnTo>
                  <a:pt x="33630" y="149650"/>
                </a:lnTo>
                <a:lnTo>
                  <a:pt x="20874" y="134089"/>
                </a:lnTo>
                <a:lnTo>
                  <a:pt x="16445" y="113799"/>
                </a:lnTo>
                <a:lnTo>
                  <a:pt x="20874" y="93349"/>
                </a:lnTo>
                <a:lnTo>
                  <a:pt x="33630" y="77648"/>
                </a:lnTo>
                <a:lnTo>
                  <a:pt x="53415" y="67579"/>
                </a:lnTo>
                <a:lnTo>
                  <a:pt x="78936" y="64026"/>
                </a:lnTo>
                <a:lnTo>
                  <a:pt x="104278" y="67579"/>
                </a:lnTo>
                <a:lnTo>
                  <a:pt x="124132" y="77648"/>
                </a:lnTo>
                <a:lnTo>
                  <a:pt x="128463" y="82883"/>
                </a:lnTo>
                <a:lnTo>
                  <a:pt x="78936" y="82883"/>
                </a:lnTo>
                <a:lnTo>
                  <a:pt x="62528" y="85093"/>
                </a:lnTo>
                <a:lnTo>
                  <a:pt x="49965" y="91352"/>
                </a:lnTo>
                <a:lnTo>
                  <a:pt x="41965" y="101106"/>
                </a:lnTo>
                <a:lnTo>
                  <a:pt x="39248" y="113799"/>
                </a:lnTo>
                <a:lnTo>
                  <a:pt x="41965" y="126401"/>
                </a:lnTo>
                <a:lnTo>
                  <a:pt x="49965" y="136165"/>
                </a:lnTo>
                <a:lnTo>
                  <a:pt x="62528" y="142476"/>
                </a:lnTo>
                <a:lnTo>
                  <a:pt x="78936" y="144716"/>
                </a:lnTo>
                <a:lnTo>
                  <a:pt x="128250" y="144716"/>
                </a:lnTo>
                <a:lnTo>
                  <a:pt x="124132" y="149650"/>
                </a:lnTo>
                <a:lnTo>
                  <a:pt x="104278" y="159620"/>
                </a:lnTo>
                <a:lnTo>
                  <a:pt x="78936" y="163135"/>
                </a:lnTo>
                <a:close/>
              </a:path>
              <a:path w="228600" h="274954">
                <a:moveTo>
                  <a:pt x="128250" y="144716"/>
                </a:moveTo>
                <a:lnTo>
                  <a:pt x="78936" y="144716"/>
                </a:lnTo>
                <a:lnTo>
                  <a:pt x="95165" y="142476"/>
                </a:lnTo>
                <a:lnTo>
                  <a:pt x="107797" y="136165"/>
                </a:lnTo>
                <a:lnTo>
                  <a:pt x="116030" y="126401"/>
                </a:lnTo>
                <a:lnTo>
                  <a:pt x="119062" y="113799"/>
                </a:lnTo>
                <a:lnTo>
                  <a:pt x="116030" y="101106"/>
                </a:lnTo>
                <a:lnTo>
                  <a:pt x="107797" y="91352"/>
                </a:lnTo>
                <a:lnTo>
                  <a:pt x="95165" y="85093"/>
                </a:lnTo>
                <a:lnTo>
                  <a:pt x="78936" y="82883"/>
                </a:lnTo>
                <a:lnTo>
                  <a:pt x="128463" y="82883"/>
                </a:lnTo>
                <a:lnTo>
                  <a:pt x="137121" y="93349"/>
                </a:lnTo>
                <a:lnTo>
                  <a:pt x="141866" y="113799"/>
                </a:lnTo>
                <a:lnTo>
                  <a:pt x="137121" y="134089"/>
                </a:lnTo>
                <a:lnTo>
                  <a:pt x="128250" y="144716"/>
                </a:lnTo>
                <a:close/>
              </a:path>
              <a:path w="228600" h="274954">
                <a:moveTo>
                  <a:pt x="228257" y="274523"/>
                </a:moveTo>
                <a:lnTo>
                  <a:pt x="48896" y="274523"/>
                </a:lnTo>
                <a:lnTo>
                  <a:pt x="48896" y="177168"/>
                </a:lnTo>
                <a:lnTo>
                  <a:pt x="73016" y="177168"/>
                </a:lnTo>
                <a:lnTo>
                  <a:pt x="73016" y="206111"/>
                </a:lnTo>
                <a:lnTo>
                  <a:pt x="228257" y="206111"/>
                </a:lnTo>
                <a:lnTo>
                  <a:pt x="228257" y="225187"/>
                </a:lnTo>
                <a:lnTo>
                  <a:pt x="73016" y="225187"/>
                </a:lnTo>
                <a:lnTo>
                  <a:pt x="73016" y="255008"/>
                </a:lnTo>
                <a:lnTo>
                  <a:pt x="228257" y="255008"/>
                </a:lnTo>
                <a:lnTo>
                  <a:pt x="228257" y="274523"/>
                </a:lnTo>
                <a:close/>
              </a:path>
              <a:path w="228600" h="274954">
                <a:moveTo>
                  <a:pt x="228257" y="206111"/>
                </a:moveTo>
                <a:lnTo>
                  <a:pt x="204138" y="206111"/>
                </a:lnTo>
                <a:lnTo>
                  <a:pt x="204138" y="177168"/>
                </a:lnTo>
                <a:lnTo>
                  <a:pt x="228257" y="177168"/>
                </a:lnTo>
                <a:lnTo>
                  <a:pt x="228257" y="206111"/>
                </a:lnTo>
                <a:close/>
              </a:path>
              <a:path w="228600" h="274954">
                <a:moveTo>
                  <a:pt x="228257" y="255008"/>
                </a:moveTo>
                <a:lnTo>
                  <a:pt x="204138" y="255008"/>
                </a:lnTo>
                <a:lnTo>
                  <a:pt x="204138" y="225187"/>
                </a:lnTo>
                <a:lnTo>
                  <a:pt x="228257" y="225187"/>
                </a:lnTo>
                <a:lnTo>
                  <a:pt x="228257" y="255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953742" y="6146663"/>
            <a:ext cx="243840" cy="271780"/>
          </a:xfrm>
          <a:custGeom>
            <a:avLst/>
            <a:gdLst/>
            <a:ahLst/>
            <a:cxnLst/>
            <a:rect l="l" t="t" r="r" b="b"/>
            <a:pathLst>
              <a:path w="243839" h="271779">
                <a:moveTo>
                  <a:pt x="202384" y="156337"/>
                </a:moveTo>
                <a:lnTo>
                  <a:pt x="178045" y="156337"/>
                </a:lnTo>
                <a:lnTo>
                  <a:pt x="178045" y="0"/>
                </a:lnTo>
                <a:lnTo>
                  <a:pt x="202384" y="0"/>
                </a:lnTo>
                <a:lnTo>
                  <a:pt x="202384" y="67534"/>
                </a:lnTo>
                <a:lnTo>
                  <a:pt x="243825" y="67534"/>
                </a:lnTo>
                <a:lnTo>
                  <a:pt x="243825" y="87926"/>
                </a:lnTo>
                <a:lnTo>
                  <a:pt x="202384" y="87926"/>
                </a:lnTo>
                <a:lnTo>
                  <a:pt x="202384" y="156337"/>
                </a:lnTo>
                <a:close/>
              </a:path>
              <a:path w="243839" h="271779">
                <a:moveTo>
                  <a:pt x="21268" y="140112"/>
                </a:moveTo>
                <a:lnTo>
                  <a:pt x="0" y="140112"/>
                </a:lnTo>
                <a:lnTo>
                  <a:pt x="0" y="18637"/>
                </a:lnTo>
                <a:lnTo>
                  <a:pt x="121912" y="18637"/>
                </a:lnTo>
                <a:lnTo>
                  <a:pt x="121912" y="38591"/>
                </a:lnTo>
                <a:lnTo>
                  <a:pt x="24119" y="38591"/>
                </a:lnTo>
                <a:lnTo>
                  <a:pt x="24119" y="119939"/>
                </a:lnTo>
                <a:lnTo>
                  <a:pt x="149203" y="119939"/>
                </a:lnTo>
                <a:lnTo>
                  <a:pt x="150856" y="130683"/>
                </a:lnTo>
                <a:lnTo>
                  <a:pt x="122375" y="135486"/>
                </a:lnTo>
                <a:lnTo>
                  <a:pt x="93216" y="138357"/>
                </a:lnTo>
                <a:lnTo>
                  <a:pt x="60480" y="139748"/>
                </a:lnTo>
                <a:lnTo>
                  <a:pt x="21268" y="140112"/>
                </a:lnTo>
                <a:close/>
              </a:path>
              <a:path w="243839" h="271779">
                <a:moveTo>
                  <a:pt x="149203" y="119939"/>
                </a:moveTo>
                <a:lnTo>
                  <a:pt x="24119" y="119939"/>
                </a:lnTo>
                <a:lnTo>
                  <a:pt x="61573" y="119579"/>
                </a:lnTo>
                <a:lnTo>
                  <a:pt x="92859" y="118130"/>
                </a:lnTo>
                <a:lnTo>
                  <a:pt x="120693" y="115283"/>
                </a:lnTo>
                <a:lnTo>
                  <a:pt x="147786" y="110730"/>
                </a:lnTo>
                <a:lnTo>
                  <a:pt x="149203" y="119939"/>
                </a:lnTo>
                <a:close/>
              </a:path>
              <a:path w="243839" h="271779">
                <a:moveTo>
                  <a:pt x="202384" y="271672"/>
                </a:moveTo>
                <a:lnTo>
                  <a:pt x="28285" y="271672"/>
                </a:lnTo>
                <a:lnTo>
                  <a:pt x="28285" y="170809"/>
                </a:lnTo>
                <a:lnTo>
                  <a:pt x="202384" y="170809"/>
                </a:lnTo>
                <a:lnTo>
                  <a:pt x="202384" y="190543"/>
                </a:lnTo>
                <a:lnTo>
                  <a:pt x="52185" y="190543"/>
                </a:lnTo>
                <a:lnTo>
                  <a:pt x="52185" y="251938"/>
                </a:lnTo>
                <a:lnTo>
                  <a:pt x="202384" y="251938"/>
                </a:lnTo>
                <a:lnTo>
                  <a:pt x="202384" y="271672"/>
                </a:lnTo>
                <a:close/>
              </a:path>
              <a:path w="243839" h="271779">
                <a:moveTo>
                  <a:pt x="202384" y="251938"/>
                </a:moveTo>
                <a:lnTo>
                  <a:pt x="178264" y="251938"/>
                </a:lnTo>
                <a:lnTo>
                  <a:pt x="178264" y="190543"/>
                </a:lnTo>
                <a:lnTo>
                  <a:pt x="202384" y="190543"/>
                </a:lnTo>
                <a:lnTo>
                  <a:pt x="202384" y="2519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227826" y="6146663"/>
            <a:ext cx="244475" cy="275590"/>
          </a:xfrm>
          <a:custGeom>
            <a:avLst/>
            <a:gdLst/>
            <a:ahLst/>
            <a:cxnLst/>
            <a:rect l="l" t="t" r="r" b="b"/>
            <a:pathLst>
              <a:path w="244475" h="275589">
                <a:moveTo>
                  <a:pt x="203041" y="164450"/>
                </a:moveTo>
                <a:lnTo>
                  <a:pt x="178483" y="164450"/>
                </a:lnTo>
                <a:lnTo>
                  <a:pt x="178483" y="0"/>
                </a:lnTo>
                <a:lnTo>
                  <a:pt x="203041" y="0"/>
                </a:lnTo>
                <a:lnTo>
                  <a:pt x="203041" y="71919"/>
                </a:lnTo>
                <a:lnTo>
                  <a:pt x="244264" y="71919"/>
                </a:lnTo>
                <a:lnTo>
                  <a:pt x="244264" y="92311"/>
                </a:lnTo>
                <a:lnTo>
                  <a:pt x="203041" y="92311"/>
                </a:lnTo>
                <a:lnTo>
                  <a:pt x="203041" y="164450"/>
                </a:lnTo>
                <a:close/>
              </a:path>
              <a:path w="244475" h="275589">
                <a:moveTo>
                  <a:pt x="21268" y="141866"/>
                </a:moveTo>
                <a:lnTo>
                  <a:pt x="0" y="141866"/>
                </a:lnTo>
                <a:lnTo>
                  <a:pt x="0" y="21049"/>
                </a:lnTo>
                <a:lnTo>
                  <a:pt x="122351" y="21049"/>
                </a:lnTo>
                <a:lnTo>
                  <a:pt x="122351" y="41222"/>
                </a:lnTo>
                <a:lnTo>
                  <a:pt x="23900" y="41222"/>
                </a:lnTo>
                <a:lnTo>
                  <a:pt x="23900" y="121912"/>
                </a:lnTo>
                <a:lnTo>
                  <a:pt x="149893" y="121912"/>
                </a:lnTo>
                <a:lnTo>
                  <a:pt x="151294" y="132656"/>
                </a:lnTo>
                <a:lnTo>
                  <a:pt x="122899" y="137333"/>
                </a:lnTo>
                <a:lnTo>
                  <a:pt x="93682" y="140139"/>
                </a:lnTo>
                <a:lnTo>
                  <a:pt x="60764" y="141506"/>
                </a:lnTo>
                <a:lnTo>
                  <a:pt x="21268" y="141866"/>
                </a:lnTo>
                <a:close/>
              </a:path>
              <a:path w="244475" h="275589">
                <a:moveTo>
                  <a:pt x="149893" y="121912"/>
                </a:moveTo>
                <a:lnTo>
                  <a:pt x="23900" y="121912"/>
                </a:lnTo>
                <a:lnTo>
                  <a:pt x="61741" y="121410"/>
                </a:lnTo>
                <a:lnTo>
                  <a:pt x="93353" y="119953"/>
                </a:lnTo>
                <a:lnTo>
                  <a:pt x="121429" y="117118"/>
                </a:lnTo>
                <a:lnTo>
                  <a:pt x="148663" y="112484"/>
                </a:lnTo>
                <a:lnTo>
                  <a:pt x="149893" y="121912"/>
                </a:lnTo>
                <a:close/>
              </a:path>
              <a:path w="244475" h="275589">
                <a:moveTo>
                  <a:pt x="114457" y="274961"/>
                </a:moveTo>
                <a:lnTo>
                  <a:pt x="76397" y="271426"/>
                </a:lnTo>
                <a:lnTo>
                  <a:pt x="47608" y="261147"/>
                </a:lnTo>
                <a:lnTo>
                  <a:pt x="29385" y="244620"/>
                </a:lnTo>
                <a:lnTo>
                  <a:pt x="23023" y="222337"/>
                </a:lnTo>
                <a:lnTo>
                  <a:pt x="29385" y="200177"/>
                </a:lnTo>
                <a:lnTo>
                  <a:pt x="47608" y="183691"/>
                </a:lnTo>
                <a:lnTo>
                  <a:pt x="76397" y="173372"/>
                </a:lnTo>
                <a:lnTo>
                  <a:pt x="114457" y="169713"/>
                </a:lnTo>
                <a:lnTo>
                  <a:pt x="152322" y="173372"/>
                </a:lnTo>
                <a:lnTo>
                  <a:pt x="180895" y="183691"/>
                </a:lnTo>
                <a:lnTo>
                  <a:pt x="187677" y="189885"/>
                </a:lnTo>
                <a:lnTo>
                  <a:pt x="114457" y="189885"/>
                </a:lnTo>
                <a:lnTo>
                  <a:pt x="86329" y="191996"/>
                </a:lnTo>
                <a:lnTo>
                  <a:pt x="65067" y="198382"/>
                </a:lnTo>
                <a:lnTo>
                  <a:pt x="51616" y="208633"/>
                </a:lnTo>
                <a:lnTo>
                  <a:pt x="46923" y="222337"/>
                </a:lnTo>
                <a:lnTo>
                  <a:pt x="51616" y="236079"/>
                </a:lnTo>
                <a:lnTo>
                  <a:pt x="65067" y="246429"/>
                </a:lnTo>
                <a:lnTo>
                  <a:pt x="86329" y="252956"/>
                </a:lnTo>
                <a:lnTo>
                  <a:pt x="114457" y="255227"/>
                </a:lnTo>
                <a:lnTo>
                  <a:pt x="187361" y="255227"/>
                </a:lnTo>
                <a:lnTo>
                  <a:pt x="180895" y="261147"/>
                </a:lnTo>
                <a:lnTo>
                  <a:pt x="152322" y="271426"/>
                </a:lnTo>
                <a:lnTo>
                  <a:pt x="114457" y="274961"/>
                </a:lnTo>
                <a:close/>
              </a:path>
              <a:path w="244475" h="275589">
                <a:moveTo>
                  <a:pt x="187361" y="255227"/>
                </a:moveTo>
                <a:lnTo>
                  <a:pt x="114457" y="255227"/>
                </a:lnTo>
                <a:lnTo>
                  <a:pt x="142366" y="252956"/>
                </a:lnTo>
                <a:lnTo>
                  <a:pt x="163573" y="246429"/>
                </a:lnTo>
                <a:lnTo>
                  <a:pt x="177051" y="236079"/>
                </a:lnTo>
                <a:lnTo>
                  <a:pt x="181772" y="222337"/>
                </a:lnTo>
                <a:lnTo>
                  <a:pt x="177051" y="208633"/>
                </a:lnTo>
                <a:lnTo>
                  <a:pt x="163573" y="198382"/>
                </a:lnTo>
                <a:lnTo>
                  <a:pt x="142366" y="191996"/>
                </a:lnTo>
                <a:lnTo>
                  <a:pt x="114457" y="189885"/>
                </a:lnTo>
                <a:lnTo>
                  <a:pt x="187677" y="189885"/>
                </a:lnTo>
                <a:lnTo>
                  <a:pt x="198944" y="200177"/>
                </a:lnTo>
                <a:lnTo>
                  <a:pt x="205234" y="222337"/>
                </a:lnTo>
                <a:lnTo>
                  <a:pt x="198944" y="244620"/>
                </a:lnTo>
                <a:lnTo>
                  <a:pt x="187361" y="255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6485027" y="6146663"/>
            <a:ext cx="264160" cy="276225"/>
          </a:xfrm>
          <a:custGeom>
            <a:avLst/>
            <a:gdLst/>
            <a:ahLst/>
            <a:cxnLst/>
            <a:rect l="l" t="t" r="r" b="b"/>
            <a:pathLst>
              <a:path w="264159" h="276225">
                <a:moveTo>
                  <a:pt x="217952" y="275619"/>
                </a:moveTo>
                <a:lnTo>
                  <a:pt x="193613" y="275619"/>
                </a:lnTo>
                <a:lnTo>
                  <a:pt x="193613" y="0"/>
                </a:lnTo>
                <a:lnTo>
                  <a:pt x="217952" y="0"/>
                </a:lnTo>
                <a:lnTo>
                  <a:pt x="217952" y="111388"/>
                </a:lnTo>
                <a:lnTo>
                  <a:pt x="263998" y="111388"/>
                </a:lnTo>
                <a:lnTo>
                  <a:pt x="263998" y="132218"/>
                </a:lnTo>
                <a:lnTo>
                  <a:pt x="217952" y="132218"/>
                </a:lnTo>
                <a:lnTo>
                  <a:pt x="217952" y="275619"/>
                </a:lnTo>
                <a:close/>
              </a:path>
              <a:path w="264159" h="276225">
                <a:moveTo>
                  <a:pt x="159846" y="48677"/>
                </a:moveTo>
                <a:lnTo>
                  <a:pt x="9867" y="48677"/>
                </a:lnTo>
                <a:lnTo>
                  <a:pt x="9867" y="28285"/>
                </a:lnTo>
                <a:lnTo>
                  <a:pt x="159846" y="28285"/>
                </a:lnTo>
                <a:lnTo>
                  <a:pt x="159846" y="48677"/>
                </a:lnTo>
                <a:close/>
              </a:path>
              <a:path w="264159" h="276225">
                <a:moveTo>
                  <a:pt x="14690" y="222556"/>
                </a:moveTo>
                <a:lnTo>
                  <a:pt x="0" y="203261"/>
                </a:lnTo>
                <a:lnTo>
                  <a:pt x="28258" y="183184"/>
                </a:lnTo>
                <a:lnTo>
                  <a:pt x="51747" y="154309"/>
                </a:lnTo>
                <a:lnTo>
                  <a:pt x="67835" y="120254"/>
                </a:lnTo>
                <a:lnTo>
                  <a:pt x="73893" y="84637"/>
                </a:lnTo>
                <a:lnTo>
                  <a:pt x="73893" y="48677"/>
                </a:lnTo>
                <a:lnTo>
                  <a:pt x="97793" y="48677"/>
                </a:lnTo>
                <a:lnTo>
                  <a:pt x="97793" y="84637"/>
                </a:lnTo>
                <a:lnTo>
                  <a:pt x="103292" y="118020"/>
                </a:lnTo>
                <a:lnTo>
                  <a:pt x="109419" y="130793"/>
                </a:lnTo>
                <a:lnTo>
                  <a:pt x="86062" y="130793"/>
                </a:lnTo>
                <a:lnTo>
                  <a:pt x="73846" y="159931"/>
                </a:lnTo>
                <a:lnTo>
                  <a:pt x="57160" y="185884"/>
                </a:lnTo>
                <a:lnTo>
                  <a:pt x="37081" y="207232"/>
                </a:lnTo>
                <a:lnTo>
                  <a:pt x="14690" y="222556"/>
                </a:lnTo>
                <a:close/>
              </a:path>
              <a:path w="264159" h="276225">
                <a:moveTo>
                  <a:pt x="155460" y="215759"/>
                </a:moveTo>
                <a:lnTo>
                  <a:pt x="133362" y="201296"/>
                </a:lnTo>
                <a:lnTo>
                  <a:pt x="113854" y="181539"/>
                </a:lnTo>
                <a:lnTo>
                  <a:pt x="97800" y="157651"/>
                </a:lnTo>
                <a:lnTo>
                  <a:pt x="86062" y="130793"/>
                </a:lnTo>
                <a:lnTo>
                  <a:pt x="109419" y="130793"/>
                </a:lnTo>
                <a:lnTo>
                  <a:pt x="118596" y="149924"/>
                </a:lnTo>
                <a:lnTo>
                  <a:pt x="141424" y="177140"/>
                </a:lnTo>
                <a:lnTo>
                  <a:pt x="169493" y="196463"/>
                </a:lnTo>
                <a:lnTo>
                  <a:pt x="155460" y="215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6762401" y="6376017"/>
            <a:ext cx="46990" cy="84455"/>
          </a:xfrm>
          <a:custGeom>
            <a:avLst/>
            <a:gdLst/>
            <a:ahLst/>
            <a:cxnLst/>
            <a:rect l="l" t="t" r="r" b="b"/>
            <a:pathLst>
              <a:path w="46990" h="84454">
                <a:moveTo>
                  <a:pt x="23023" y="84418"/>
                </a:moveTo>
                <a:lnTo>
                  <a:pt x="0" y="84418"/>
                </a:lnTo>
                <a:lnTo>
                  <a:pt x="17102" y="0"/>
                </a:lnTo>
                <a:lnTo>
                  <a:pt x="46923" y="0"/>
                </a:lnTo>
                <a:lnTo>
                  <a:pt x="23023" y="844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294594" y="6596326"/>
            <a:ext cx="251460" cy="266700"/>
          </a:xfrm>
          <a:custGeom>
            <a:avLst/>
            <a:gdLst/>
            <a:ahLst/>
            <a:cxnLst/>
            <a:rect l="l" t="t" r="r" b="b"/>
            <a:pathLst>
              <a:path w="251460" h="266700">
                <a:moveTo>
                  <a:pt x="125421" y="101520"/>
                </a:moveTo>
                <a:lnTo>
                  <a:pt x="84736" y="98235"/>
                </a:lnTo>
                <a:lnTo>
                  <a:pt x="54022" y="88392"/>
                </a:lnTo>
                <a:lnTo>
                  <a:pt x="34613" y="72505"/>
                </a:lnTo>
                <a:lnTo>
                  <a:pt x="27847" y="51089"/>
                </a:lnTo>
                <a:lnTo>
                  <a:pt x="34613" y="29416"/>
                </a:lnTo>
                <a:lnTo>
                  <a:pt x="54022" y="13375"/>
                </a:lnTo>
                <a:lnTo>
                  <a:pt x="84736" y="3419"/>
                </a:lnTo>
                <a:lnTo>
                  <a:pt x="125421" y="0"/>
                </a:lnTo>
                <a:lnTo>
                  <a:pt x="166163" y="3419"/>
                </a:lnTo>
                <a:lnTo>
                  <a:pt x="196792" y="13375"/>
                </a:lnTo>
                <a:lnTo>
                  <a:pt x="203645" y="19076"/>
                </a:lnTo>
                <a:lnTo>
                  <a:pt x="125421" y="19076"/>
                </a:lnTo>
                <a:lnTo>
                  <a:pt x="95121" y="21272"/>
                </a:lnTo>
                <a:lnTo>
                  <a:pt x="72303" y="27600"/>
                </a:lnTo>
                <a:lnTo>
                  <a:pt x="57955" y="37669"/>
                </a:lnTo>
                <a:lnTo>
                  <a:pt x="53062" y="51089"/>
                </a:lnTo>
                <a:lnTo>
                  <a:pt x="57955" y="64348"/>
                </a:lnTo>
                <a:lnTo>
                  <a:pt x="72303" y="74276"/>
                </a:lnTo>
                <a:lnTo>
                  <a:pt x="95121" y="80505"/>
                </a:lnTo>
                <a:lnTo>
                  <a:pt x="125421" y="82663"/>
                </a:lnTo>
                <a:lnTo>
                  <a:pt x="203745" y="82663"/>
                </a:lnTo>
                <a:lnTo>
                  <a:pt x="196792" y="88392"/>
                </a:lnTo>
                <a:lnTo>
                  <a:pt x="166163" y="98235"/>
                </a:lnTo>
                <a:lnTo>
                  <a:pt x="125421" y="101520"/>
                </a:lnTo>
                <a:close/>
              </a:path>
              <a:path w="251460" h="266700">
                <a:moveTo>
                  <a:pt x="203745" y="82663"/>
                </a:moveTo>
                <a:lnTo>
                  <a:pt x="125421" y="82663"/>
                </a:lnTo>
                <a:lnTo>
                  <a:pt x="155632" y="80505"/>
                </a:lnTo>
                <a:lnTo>
                  <a:pt x="178483" y="74276"/>
                </a:lnTo>
                <a:lnTo>
                  <a:pt x="192948" y="64348"/>
                </a:lnTo>
                <a:lnTo>
                  <a:pt x="197998" y="51089"/>
                </a:lnTo>
                <a:lnTo>
                  <a:pt x="192948" y="37669"/>
                </a:lnTo>
                <a:lnTo>
                  <a:pt x="178483" y="27600"/>
                </a:lnTo>
                <a:lnTo>
                  <a:pt x="155632" y="21272"/>
                </a:lnTo>
                <a:lnTo>
                  <a:pt x="125421" y="19076"/>
                </a:lnTo>
                <a:lnTo>
                  <a:pt x="203645" y="19076"/>
                </a:lnTo>
                <a:lnTo>
                  <a:pt x="216074" y="29416"/>
                </a:lnTo>
                <a:lnTo>
                  <a:pt x="222776" y="51089"/>
                </a:lnTo>
                <a:lnTo>
                  <a:pt x="216074" y="72505"/>
                </a:lnTo>
                <a:lnTo>
                  <a:pt x="203745" y="82663"/>
                </a:lnTo>
                <a:close/>
              </a:path>
              <a:path w="251460" h="266700">
                <a:moveTo>
                  <a:pt x="251280" y="143620"/>
                </a:moveTo>
                <a:lnTo>
                  <a:pt x="0" y="143620"/>
                </a:lnTo>
                <a:lnTo>
                  <a:pt x="0" y="123886"/>
                </a:lnTo>
                <a:lnTo>
                  <a:pt x="251280" y="123886"/>
                </a:lnTo>
                <a:lnTo>
                  <a:pt x="251280" y="143620"/>
                </a:lnTo>
                <a:close/>
              </a:path>
              <a:path w="251460" h="266700">
                <a:moveTo>
                  <a:pt x="219048" y="266629"/>
                </a:moveTo>
                <a:lnTo>
                  <a:pt x="32013" y="266629"/>
                </a:lnTo>
                <a:lnTo>
                  <a:pt x="32013" y="161819"/>
                </a:lnTo>
                <a:lnTo>
                  <a:pt x="56132" y="161819"/>
                </a:lnTo>
                <a:lnTo>
                  <a:pt x="56132" y="192517"/>
                </a:lnTo>
                <a:lnTo>
                  <a:pt x="219048" y="192517"/>
                </a:lnTo>
                <a:lnTo>
                  <a:pt x="219048" y="211812"/>
                </a:lnTo>
                <a:lnTo>
                  <a:pt x="56132" y="211812"/>
                </a:lnTo>
                <a:lnTo>
                  <a:pt x="56132" y="246676"/>
                </a:lnTo>
                <a:lnTo>
                  <a:pt x="219048" y="246676"/>
                </a:lnTo>
                <a:lnTo>
                  <a:pt x="219048" y="266629"/>
                </a:lnTo>
                <a:close/>
              </a:path>
              <a:path w="251460" h="266700">
                <a:moveTo>
                  <a:pt x="219048" y="192517"/>
                </a:moveTo>
                <a:lnTo>
                  <a:pt x="194490" y="192517"/>
                </a:lnTo>
                <a:lnTo>
                  <a:pt x="194490" y="161819"/>
                </a:lnTo>
                <a:lnTo>
                  <a:pt x="219048" y="161819"/>
                </a:lnTo>
                <a:lnTo>
                  <a:pt x="219048" y="192517"/>
                </a:lnTo>
                <a:close/>
              </a:path>
              <a:path w="251460" h="266700">
                <a:moveTo>
                  <a:pt x="219048" y="246676"/>
                </a:moveTo>
                <a:lnTo>
                  <a:pt x="194490" y="246676"/>
                </a:lnTo>
                <a:lnTo>
                  <a:pt x="194490" y="211812"/>
                </a:lnTo>
                <a:lnTo>
                  <a:pt x="219048" y="211812"/>
                </a:lnTo>
                <a:lnTo>
                  <a:pt x="219048" y="2466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773256" y="6591283"/>
            <a:ext cx="24765" cy="48895"/>
          </a:xfrm>
          <a:custGeom>
            <a:avLst/>
            <a:gdLst/>
            <a:ahLst/>
            <a:cxnLst/>
            <a:rect l="l" t="t" r="r" b="b"/>
            <a:pathLst>
              <a:path w="24764" h="48895">
                <a:moveTo>
                  <a:pt x="24338" y="48458"/>
                </a:moveTo>
                <a:lnTo>
                  <a:pt x="0" y="48458"/>
                </a:lnTo>
                <a:lnTo>
                  <a:pt x="0" y="0"/>
                </a:lnTo>
                <a:lnTo>
                  <a:pt x="24338" y="0"/>
                </a:lnTo>
                <a:lnTo>
                  <a:pt x="24338" y="484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2582054" y="6615430"/>
            <a:ext cx="127000" cy="20320"/>
          </a:xfrm>
          <a:custGeom>
            <a:avLst/>
            <a:gdLst/>
            <a:ahLst/>
            <a:cxnLst/>
            <a:rect l="l" t="t" r="r" b="b"/>
            <a:pathLst>
              <a:path w="127000" h="20320">
                <a:moveTo>
                  <a:pt x="0" y="0"/>
                </a:moveTo>
                <a:lnTo>
                  <a:pt x="126517" y="0"/>
                </a:lnTo>
                <a:lnTo>
                  <a:pt x="126517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2582054" y="6635750"/>
            <a:ext cx="24130" cy="88900"/>
          </a:xfrm>
          <a:custGeom>
            <a:avLst/>
            <a:gdLst/>
            <a:ahLst/>
            <a:cxnLst/>
            <a:rect l="l" t="t" r="r" b="b"/>
            <a:pathLst>
              <a:path w="24130" h="88900">
                <a:moveTo>
                  <a:pt x="0" y="0"/>
                </a:moveTo>
                <a:lnTo>
                  <a:pt x="24119" y="0"/>
                </a:lnTo>
                <a:lnTo>
                  <a:pt x="24119" y="88900"/>
                </a:ln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2582054" y="6724650"/>
            <a:ext cx="127000" cy="19050"/>
          </a:xfrm>
          <a:custGeom>
            <a:avLst/>
            <a:gdLst/>
            <a:ahLst/>
            <a:cxnLst/>
            <a:rect l="l" t="t" r="r" b="b"/>
            <a:pathLst>
              <a:path w="127000" h="19050">
                <a:moveTo>
                  <a:pt x="0" y="0"/>
                </a:moveTo>
                <a:lnTo>
                  <a:pt x="126517" y="0"/>
                </a:lnTo>
                <a:lnTo>
                  <a:pt x="12651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2684671" y="6635750"/>
            <a:ext cx="24130" cy="3810"/>
          </a:xfrm>
          <a:custGeom>
            <a:avLst/>
            <a:gdLst/>
            <a:ahLst/>
            <a:cxnLst/>
            <a:rect l="l" t="t" r="r" b="b"/>
            <a:pathLst>
              <a:path w="24130" h="3809">
                <a:moveTo>
                  <a:pt x="0" y="0"/>
                </a:moveTo>
                <a:lnTo>
                  <a:pt x="23900" y="0"/>
                </a:lnTo>
                <a:lnTo>
                  <a:pt x="23900" y="3809"/>
                </a:lnTo>
                <a:lnTo>
                  <a:pt x="0" y="38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2684671" y="6639559"/>
            <a:ext cx="113030" cy="20320"/>
          </a:xfrm>
          <a:custGeom>
            <a:avLst/>
            <a:gdLst/>
            <a:ahLst/>
            <a:cxnLst/>
            <a:rect l="l" t="t" r="r" b="b"/>
            <a:pathLst>
              <a:path w="113030" h="20320">
                <a:moveTo>
                  <a:pt x="0" y="0"/>
                </a:moveTo>
                <a:lnTo>
                  <a:pt x="112922" y="0"/>
                </a:lnTo>
                <a:lnTo>
                  <a:pt x="112922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2684671" y="6659880"/>
            <a:ext cx="24130" cy="39370"/>
          </a:xfrm>
          <a:custGeom>
            <a:avLst/>
            <a:gdLst/>
            <a:ahLst/>
            <a:cxnLst/>
            <a:rect l="l" t="t" r="r" b="b"/>
            <a:pathLst>
              <a:path w="24130" h="39370">
                <a:moveTo>
                  <a:pt x="0" y="0"/>
                </a:moveTo>
                <a:lnTo>
                  <a:pt x="23900" y="0"/>
                </a:lnTo>
                <a:lnTo>
                  <a:pt x="23900" y="39369"/>
                </a:lnTo>
                <a:lnTo>
                  <a:pt x="0" y="393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684671" y="6699250"/>
            <a:ext cx="113030" cy="19050"/>
          </a:xfrm>
          <a:custGeom>
            <a:avLst/>
            <a:gdLst/>
            <a:ahLst/>
            <a:cxnLst/>
            <a:rect l="l" t="t" r="r" b="b"/>
            <a:pathLst>
              <a:path w="113030" h="19050">
                <a:moveTo>
                  <a:pt x="0" y="0"/>
                </a:moveTo>
                <a:lnTo>
                  <a:pt x="112922" y="0"/>
                </a:lnTo>
                <a:lnTo>
                  <a:pt x="11292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2684671" y="6718300"/>
            <a:ext cx="24130" cy="6350"/>
          </a:xfrm>
          <a:custGeom>
            <a:avLst/>
            <a:gdLst/>
            <a:ahLst/>
            <a:cxnLst/>
            <a:rect l="l" t="t" r="r" b="b"/>
            <a:pathLst>
              <a:path w="24130" h="6350">
                <a:moveTo>
                  <a:pt x="0" y="0"/>
                </a:moveTo>
                <a:lnTo>
                  <a:pt x="23900" y="0"/>
                </a:lnTo>
                <a:lnTo>
                  <a:pt x="23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2773256" y="6660133"/>
            <a:ext cx="24765" cy="38735"/>
          </a:xfrm>
          <a:custGeom>
            <a:avLst/>
            <a:gdLst/>
            <a:ahLst/>
            <a:cxnLst/>
            <a:rect l="l" t="t" r="r" b="b"/>
            <a:pathLst>
              <a:path w="24764" h="38734">
                <a:moveTo>
                  <a:pt x="24338" y="38591"/>
                </a:moveTo>
                <a:lnTo>
                  <a:pt x="0" y="38591"/>
                </a:lnTo>
                <a:lnTo>
                  <a:pt x="0" y="0"/>
                </a:lnTo>
                <a:lnTo>
                  <a:pt x="24338" y="0"/>
                </a:lnTo>
                <a:lnTo>
                  <a:pt x="24338" y="385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2773256" y="6718897"/>
            <a:ext cx="24765" cy="73660"/>
          </a:xfrm>
          <a:custGeom>
            <a:avLst/>
            <a:gdLst/>
            <a:ahLst/>
            <a:cxnLst/>
            <a:rect l="l" t="t" r="r" b="b"/>
            <a:pathLst>
              <a:path w="24764" h="73659">
                <a:moveTo>
                  <a:pt x="24338" y="73454"/>
                </a:moveTo>
                <a:lnTo>
                  <a:pt x="0" y="73454"/>
                </a:lnTo>
                <a:lnTo>
                  <a:pt x="0" y="0"/>
                </a:lnTo>
                <a:lnTo>
                  <a:pt x="24338" y="0"/>
                </a:lnTo>
                <a:lnTo>
                  <a:pt x="24338" y="734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2619330" y="6774180"/>
            <a:ext cx="24765" cy="66040"/>
          </a:xfrm>
          <a:custGeom>
            <a:avLst/>
            <a:gdLst/>
            <a:ahLst/>
            <a:cxnLst/>
            <a:rect l="l" t="t" r="r" b="b"/>
            <a:pathLst>
              <a:path w="24764" h="66040">
                <a:moveTo>
                  <a:pt x="0" y="0"/>
                </a:moveTo>
                <a:lnTo>
                  <a:pt x="24557" y="0"/>
                </a:lnTo>
                <a:lnTo>
                  <a:pt x="24557" y="66039"/>
                </a:lnTo>
                <a:lnTo>
                  <a:pt x="0" y="660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2619330" y="6840219"/>
            <a:ext cx="184785" cy="20320"/>
          </a:xfrm>
          <a:custGeom>
            <a:avLst/>
            <a:gdLst/>
            <a:ahLst/>
            <a:cxnLst/>
            <a:rect l="l" t="t" r="r" b="b"/>
            <a:pathLst>
              <a:path w="184785" h="20320">
                <a:moveTo>
                  <a:pt x="0" y="0"/>
                </a:moveTo>
                <a:lnTo>
                  <a:pt x="184623" y="0"/>
                </a:lnTo>
                <a:lnTo>
                  <a:pt x="184623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2843640" y="6604000"/>
            <a:ext cx="252095" cy="262890"/>
          </a:xfrm>
          <a:custGeom>
            <a:avLst/>
            <a:gdLst/>
            <a:ahLst/>
            <a:cxnLst/>
            <a:rect l="l" t="t" r="r" b="b"/>
            <a:pathLst>
              <a:path w="252094" h="262890">
                <a:moveTo>
                  <a:pt x="221898" y="90996"/>
                </a:moveTo>
                <a:lnTo>
                  <a:pt x="31793" y="90996"/>
                </a:lnTo>
                <a:lnTo>
                  <a:pt x="31793" y="0"/>
                </a:lnTo>
                <a:lnTo>
                  <a:pt x="220144" y="0"/>
                </a:lnTo>
                <a:lnTo>
                  <a:pt x="220144" y="19514"/>
                </a:lnTo>
                <a:lnTo>
                  <a:pt x="55913" y="19514"/>
                </a:lnTo>
                <a:lnTo>
                  <a:pt x="55913" y="71262"/>
                </a:lnTo>
                <a:lnTo>
                  <a:pt x="221898" y="71262"/>
                </a:lnTo>
                <a:lnTo>
                  <a:pt x="221898" y="90996"/>
                </a:lnTo>
                <a:close/>
              </a:path>
              <a:path w="252094" h="262890">
                <a:moveTo>
                  <a:pt x="137480" y="123228"/>
                </a:moveTo>
                <a:lnTo>
                  <a:pt x="113799" y="123228"/>
                </a:lnTo>
                <a:lnTo>
                  <a:pt x="113799" y="90996"/>
                </a:lnTo>
                <a:lnTo>
                  <a:pt x="137480" y="90996"/>
                </a:lnTo>
                <a:lnTo>
                  <a:pt x="137480" y="123228"/>
                </a:lnTo>
                <a:close/>
              </a:path>
              <a:path w="252094" h="262890">
                <a:moveTo>
                  <a:pt x="251500" y="142962"/>
                </a:moveTo>
                <a:lnTo>
                  <a:pt x="0" y="142962"/>
                </a:lnTo>
                <a:lnTo>
                  <a:pt x="0" y="123228"/>
                </a:lnTo>
                <a:lnTo>
                  <a:pt x="251500" y="123228"/>
                </a:lnTo>
                <a:lnTo>
                  <a:pt x="251500" y="142962"/>
                </a:lnTo>
                <a:close/>
              </a:path>
              <a:path w="252094" h="262890">
                <a:moveTo>
                  <a:pt x="125421" y="262463"/>
                </a:moveTo>
                <a:lnTo>
                  <a:pt x="85483" y="259064"/>
                </a:lnTo>
                <a:lnTo>
                  <a:pt x="55556" y="249417"/>
                </a:lnTo>
                <a:lnTo>
                  <a:pt x="36771" y="233849"/>
                </a:lnTo>
                <a:lnTo>
                  <a:pt x="30258" y="212689"/>
                </a:lnTo>
                <a:lnTo>
                  <a:pt x="36771" y="191626"/>
                </a:lnTo>
                <a:lnTo>
                  <a:pt x="55556" y="176071"/>
                </a:lnTo>
                <a:lnTo>
                  <a:pt x="85483" y="166437"/>
                </a:lnTo>
                <a:lnTo>
                  <a:pt x="125421" y="163135"/>
                </a:lnTo>
                <a:lnTo>
                  <a:pt x="165201" y="166437"/>
                </a:lnTo>
                <a:lnTo>
                  <a:pt x="195011" y="176071"/>
                </a:lnTo>
                <a:lnTo>
                  <a:pt x="202412" y="182211"/>
                </a:lnTo>
                <a:lnTo>
                  <a:pt x="125421" y="182211"/>
                </a:lnTo>
                <a:lnTo>
                  <a:pt x="95799" y="184291"/>
                </a:lnTo>
                <a:lnTo>
                  <a:pt x="73619" y="190296"/>
                </a:lnTo>
                <a:lnTo>
                  <a:pt x="59743" y="199879"/>
                </a:lnTo>
                <a:lnTo>
                  <a:pt x="55036" y="212689"/>
                </a:lnTo>
                <a:lnTo>
                  <a:pt x="59743" y="225588"/>
                </a:lnTo>
                <a:lnTo>
                  <a:pt x="73619" y="235137"/>
                </a:lnTo>
                <a:lnTo>
                  <a:pt x="95799" y="241026"/>
                </a:lnTo>
                <a:lnTo>
                  <a:pt x="125421" y="242948"/>
                </a:lnTo>
                <a:lnTo>
                  <a:pt x="202802" y="242948"/>
                </a:lnTo>
                <a:lnTo>
                  <a:pt x="195011" y="249417"/>
                </a:lnTo>
                <a:lnTo>
                  <a:pt x="165201" y="259064"/>
                </a:lnTo>
                <a:lnTo>
                  <a:pt x="125421" y="262463"/>
                </a:lnTo>
                <a:close/>
              </a:path>
              <a:path w="252094" h="262890">
                <a:moveTo>
                  <a:pt x="202802" y="242948"/>
                </a:moveTo>
                <a:lnTo>
                  <a:pt x="125421" y="242948"/>
                </a:lnTo>
                <a:lnTo>
                  <a:pt x="154922" y="241026"/>
                </a:lnTo>
                <a:lnTo>
                  <a:pt x="177086" y="235137"/>
                </a:lnTo>
                <a:lnTo>
                  <a:pt x="191067" y="225588"/>
                </a:lnTo>
                <a:lnTo>
                  <a:pt x="196025" y="212689"/>
                </a:lnTo>
                <a:lnTo>
                  <a:pt x="191067" y="199879"/>
                </a:lnTo>
                <a:lnTo>
                  <a:pt x="177086" y="190296"/>
                </a:lnTo>
                <a:lnTo>
                  <a:pt x="154922" y="184291"/>
                </a:lnTo>
                <a:lnTo>
                  <a:pt x="125421" y="182211"/>
                </a:lnTo>
                <a:lnTo>
                  <a:pt x="202412" y="182211"/>
                </a:lnTo>
                <a:lnTo>
                  <a:pt x="213762" y="191626"/>
                </a:lnTo>
                <a:lnTo>
                  <a:pt x="220364" y="212689"/>
                </a:lnTo>
                <a:lnTo>
                  <a:pt x="213762" y="233849"/>
                </a:lnTo>
                <a:lnTo>
                  <a:pt x="202802" y="2429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3197754" y="6605097"/>
            <a:ext cx="251460" cy="260985"/>
          </a:xfrm>
          <a:custGeom>
            <a:avLst/>
            <a:gdLst/>
            <a:ahLst/>
            <a:cxnLst/>
            <a:rect l="l" t="t" r="r" b="b"/>
            <a:pathLst>
              <a:path w="251460" h="260984">
                <a:moveTo>
                  <a:pt x="211154" y="96477"/>
                </a:moveTo>
                <a:lnTo>
                  <a:pt x="187254" y="93846"/>
                </a:lnTo>
                <a:lnTo>
                  <a:pt x="191564" y="73845"/>
                </a:lnTo>
                <a:lnTo>
                  <a:pt x="193777" y="56022"/>
                </a:lnTo>
                <a:lnTo>
                  <a:pt x="194593" y="39516"/>
                </a:lnTo>
                <a:lnTo>
                  <a:pt x="194709" y="19953"/>
                </a:lnTo>
                <a:lnTo>
                  <a:pt x="29820" y="19953"/>
                </a:lnTo>
                <a:lnTo>
                  <a:pt x="29820" y="0"/>
                </a:lnTo>
                <a:lnTo>
                  <a:pt x="218829" y="0"/>
                </a:lnTo>
                <a:lnTo>
                  <a:pt x="218709" y="40204"/>
                </a:lnTo>
                <a:lnTo>
                  <a:pt x="217869" y="57585"/>
                </a:lnTo>
                <a:lnTo>
                  <a:pt x="215591" y="76157"/>
                </a:lnTo>
                <a:lnTo>
                  <a:pt x="211154" y="96477"/>
                </a:lnTo>
                <a:close/>
              </a:path>
              <a:path w="251460" h="260984">
                <a:moveTo>
                  <a:pt x="127833" y="114457"/>
                </a:moveTo>
                <a:lnTo>
                  <a:pt x="103932" y="114457"/>
                </a:lnTo>
                <a:lnTo>
                  <a:pt x="103932" y="61175"/>
                </a:lnTo>
                <a:lnTo>
                  <a:pt x="127833" y="61175"/>
                </a:lnTo>
                <a:lnTo>
                  <a:pt x="127833" y="114457"/>
                </a:lnTo>
                <a:close/>
              </a:path>
              <a:path w="251460" h="260984">
                <a:moveTo>
                  <a:pt x="250842" y="134411"/>
                </a:moveTo>
                <a:lnTo>
                  <a:pt x="0" y="134411"/>
                </a:lnTo>
                <a:lnTo>
                  <a:pt x="0" y="114457"/>
                </a:lnTo>
                <a:lnTo>
                  <a:pt x="250842" y="114457"/>
                </a:lnTo>
                <a:lnTo>
                  <a:pt x="250842" y="134411"/>
                </a:lnTo>
                <a:close/>
              </a:path>
              <a:path w="251460" h="260984">
                <a:moveTo>
                  <a:pt x="124324" y="260928"/>
                </a:moveTo>
                <a:lnTo>
                  <a:pt x="84366" y="257523"/>
                </a:lnTo>
                <a:lnTo>
                  <a:pt x="53967" y="247662"/>
                </a:lnTo>
                <a:lnTo>
                  <a:pt x="34627" y="231882"/>
                </a:lnTo>
                <a:lnTo>
                  <a:pt x="27846" y="210716"/>
                </a:lnTo>
                <a:lnTo>
                  <a:pt x="34627" y="189296"/>
                </a:lnTo>
                <a:lnTo>
                  <a:pt x="53967" y="173385"/>
                </a:lnTo>
                <a:lnTo>
                  <a:pt x="84366" y="163477"/>
                </a:lnTo>
                <a:lnTo>
                  <a:pt x="124324" y="160065"/>
                </a:lnTo>
                <a:lnTo>
                  <a:pt x="164413" y="163477"/>
                </a:lnTo>
                <a:lnTo>
                  <a:pt x="194901" y="173385"/>
                </a:lnTo>
                <a:lnTo>
                  <a:pt x="201394" y="178703"/>
                </a:lnTo>
                <a:lnTo>
                  <a:pt x="124324" y="178703"/>
                </a:lnTo>
                <a:lnTo>
                  <a:pt x="94521" y="181022"/>
                </a:lnTo>
                <a:lnTo>
                  <a:pt x="71727" y="187391"/>
                </a:lnTo>
                <a:lnTo>
                  <a:pt x="57198" y="197419"/>
                </a:lnTo>
                <a:lnTo>
                  <a:pt x="52185" y="210716"/>
                </a:lnTo>
                <a:lnTo>
                  <a:pt x="57198" y="223594"/>
                </a:lnTo>
                <a:lnTo>
                  <a:pt x="71727" y="233328"/>
                </a:lnTo>
                <a:lnTo>
                  <a:pt x="94521" y="239484"/>
                </a:lnTo>
                <a:lnTo>
                  <a:pt x="124324" y="241633"/>
                </a:lnTo>
                <a:lnTo>
                  <a:pt x="202325" y="241633"/>
                </a:lnTo>
                <a:lnTo>
                  <a:pt x="194901" y="247662"/>
                </a:lnTo>
                <a:lnTo>
                  <a:pt x="164413" y="257523"/>
                </a:lnTo>
                <a:lnTo>
                  <a:pt x="124324" y="260928"/>
                </a:lnTo>
                <a:close/>
              </a:path>
              <a:path w="251460" h="260984">
                <a:moveTo>
                  <a:pt x="202325" y="241633"/>
                </a:moveTo>
                <a:lnTo>
                  <a:pt x="124324" y="241633"/>
                </a:lnTo>
                <a:lnTo>
                  <a:pt x="154227" y="239484"/>
                </a:lnTo>
                <a:lnTo>
                  <a:pt x="177058" y="233328"/>
                </a:lnTo>
                <a:lnTo>
                  <a:pt x="191667" y="223594"/>
                </a:lnTo>
                <a:lnTo>
                  <a:pt x="196902" y="210716"/>
                </a:lnTo>
                <a:lnTo>
                  <a:pt x="191667" y="197419"/>
                </a:lnTo>
                <a:lnTo>
                  <a:pt x="177058" y="187391"/>
                </a:lnTo>
                <a:lnTo>
                  <a:pt x="154227" y="181022"/>
                </a:lnTo>
                <a:lnTo>
                  <a:pt x="124324" y="178703"/>
                </a:lnTo>
                <a:lnTo>
                  <a:pt x="201394" y="178703"/>
                </a:lnTo>
                <a:lnTo>
                  <a:pt x="214330" y="189296"/>
                </a:lnTo>
                <a:lnTo>
                  <a:pt x="221241" y="210716"/>
                </a:lnTo>
                <a:lnTo>
                  <a:pt x="214330" y="231882"/>
                </a:lnTo>
                <a:lnTo>
                  <a:pt x="202325" y="2416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3504290" y="6606540"/>
            <a:ext cx="187325" cy="20320"/>
          </a:xfrm>
          <a:custGeom>
            <a:avLst/>
            <a:gdLst/>
            <a:ahLst/>
            <a:cxnLst/>
            <a:rect l="l" t="t" r="r" b="b"/>
            <a:pathLst>
              <a:path w="187325" h="20320">
                <a:moveTo>
                  <a:pt x="0" y="0"/>
                </a:moveTo>
                <a:lnTo>
                  <a:pt x="187035" y="0"/>
                </a:lnTo>
                <a:lnTo>
                  <a:pt x="187035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3504290" y="6626859"/>
            <a:ext cx="24130" cy="67310"/>
          </a:xfrm>
          <a:custGeom>
            <a:avLst/>
            <a:gdLst/>
            <a:ahLst/>
            <a:cxnLst/>
            <a:rect l="l" t="t" r="r" b="b"/>
            <a:pathLst>
              <a:path w="24129" h="67309">
                <a:moveTo>
                  <a:pt x="0" y="0"/>
                </a:moveTo>
                <a:lnTo>
                  <a:pt x="23900" y="0"/>
                </a:lnTo>
                <a:lnTo>
                  <a:pt x="23900" y="67309"/>
                </a:lnTo>
                <a:lnTo>
                  <a:pt x="0" y="673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3504290" y="6694169"/>
            <a:ext cx="187325" cy="19050"/>
          </a:xfrm>
          <a:custGeom>
            <a:avLst/>
            <a:gdLst/>
            <a:ahLst/>
            <a:cxnLst/>
            <a:rect l="l" t="t" r="r" b="b"/>
            <a:pathLst>
              <a:path w="187325" h="19050">
                <a:moveTo>
                  <a:pt x="0" y="0"/>
                </a:moveTo>
                <a:lnTo>
                  <a:pt x="187035" y="0"/>
                </a:lnTo>
                <a:lnTo>
                  <a:pt x="18703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3667206" y="6626366"/>
            <a:ext cx="24130" cy="68580"/>
          </a:xfrm>
          <a:custGeom>
            <a:avLst/>
            <a:gdLst/>
            <a:ahLst/>
            <a:cxnLst/>
            <a:rect l="l" t="t" r="r" b="b"/>
            <a:pathLst>
              <a:path w="24129" h="68579">
                <a:moveTo>
                  <a:pt x="24119" y="68192"/>
                </a:moveTo>
                <a:lnTo>
                  <a:pt x="0" y="68192"/>
                </a:lnTo>
                <a:lnTo>
                  <a:pt x="0" y="0"/>
                </a:lnTo>
                <a:lnTo>
                  <a:pt x="24119" y="0"/>
                </a:lnTo>
                <a:lnTo>
                  <a:pt x="24119" y="68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3471619" y="6751349"/>
            <a:ext cx="252729" cy="20320"/>
          </a:xfrm>
          <a:custGeom>
            <a:avLst/>
            <a:gdLst/>
            <a:ahLst/>
            <a:cxnLst/>
            <a:rect l="l" t="t" r="r" b="b"/>
            <a:pathLst>
              <a:path w="252729" h="20320">
                <a:moveTo>
                  <a:pt x="252377" y="19953"/>
                </a:moveTo>
                <a:lnTo>
                  <a:pt x="0" y="19953"/>
                </a:lnTo>
                <a:lnTo>
                  <a:pt x="0" y="0"/>
                </a:lnTo>
                <a:lnTo>
                  <a:pt x="252377" y="0"/>
                </a:lnTo>
                <a:lnTo>
                  <a:pt x="252377" y="199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3585200" y="6771302"/>
            <a:ext cx="24130" cy="95250"/>
          </a:xfrm>
          <a:custGeom>
            <a:avLst/>
            <a:gdLst/>
            <a:ahLst/>
            <a:cxnLst/>
            <a:rect l="l" t="t" r="r" b="b"/>
            <a:pathLst>
              <a:path w="24129" h="95250">
                <a:moveTo>
                  <a:pt x="23900" y="95162"/>
                </a:moveTo>
                <a:lnTo>
                  <a:pt x="0" y="95162"/>
                </a:lnTo>
                <a:lnTo>
                  <a:pt x="0" y="0"/>
                </a:lnTo>
                <a:lnTo>
                  <a:pt x="23900" y="0"/>
                </a:lnTo>
                <a:lnTo>
                  <a:pt x="23900" y="95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3745046" y="6591283"/>
            <a:ext cx="235585" cy="269875"/>
          </a:xfrm>
          <a:custGeom>
            <a:avLst/>
            <a:gdLst/>
            <a:ahLst/>
            <a:cxnLst/>
            <a:rect l="l" t="t" r="r" b="b"/>
            <a:pathLst>
              <a:path w="235585" h="269875">
                <a:moveTo>
                  <a:pt x="228696" y="209400"/>
                </a:moveTo>
                <a:lnTo>
                  <a:pt x="204138" y="209400"/>
                </a:lnTo>
                <a:lnTo>
                  <a:pt x="204138" y="180676"/>
                </a:lnTo>
                <a:lnTo>
                  <a:pt x="147347" y="180676"/>
                </a:lnTo>
                <a:lnTo>
                  <a:pt x="147347" y="162915"/>
                </a:lnTo>
                <a:lnTo>
                  <a:pt x="204138" y="162915"/>
                </a:lnTo>
                <a:lnTo>
                  <a:pt x="204138" y="0"/>
                </a:lnTo>
                <a:lnTo>
                  <a:pt x="228696" y="0"/>
                </a:lnTo>
                <a:lnTo>
                  <a:pt x="228696" y="209400"/>
                </a:lnTo>
                <a:close/>
              </a:path>
              <a:path w="235585" h="269875">
                <a:moveTo>
                  <a:pt x="90557" y="107002"/>
                </a:moveTo>
                <a:lnTo>
                  <a:pt x="62662" y="103665"/>
                </a:lnTo>
                <a:lnTo>
                  <a:pt x="41057" y="94120"/>
                </a:lnTo>
                <a:lnTo>
                  <a:pt x="27100" y="79066"/>
                </a:lnTo>
                <a:lnTo>
                  <a:pt x="22146" y="59202"/>
                </a:lnTo>
                <a:lnTo>
                  <a:pt x="27100" y="39488"/>
                </a:lnTo>
                <a:lnTo>
                  <a:pt x="41057" y="24338"/>
                </a:lnTo>
                <a:lnTo>
                  <a:pt x="62662" y="14615"/>
                </a:lnTo>
                <a:lnTo>
                  <a:pt x="90557" y="11182"/>
                </a:lnTo>
                <a:lnTo>
                  <a:pt x="118202" y="14615"/>
                </a:lnTo>
                <a:lnTo>
                  <a:pt x="139700" y="24338"/>
                </a:lnTo>
                <a:lnTo>
                  <a:pt x="144555" y="29601"/>
                </a:lnTo>
                <a:lnTo>
                  <a:pt x="90557" y="29601"/>
                </a:lnTo>
                <a:lnTo>
                  <a:pt x="72091" y="31636"/>
                </a:lnTo>
                <a:lnTo>
                  <a:pt x="57777" y="37659"/>
                </a:lnTo>
                <a:lnTo>
                  <a:pt x="48560" y="47053"/>
                </a:lnTo>
                <a:lnTo>
                  <a:pt x="45388" y="59202"/>
                </a:lnTo>
                <a:lnTo>
                  <a:pt x="48560" y="71412"/>
                </a:lnTo>
                <a:lnTo>
                  <a:pt x="57777" y="80745"/>
                </a:lnTo>
                <a:lnTo>
                  <a:pt x="72091" y="86706"/>
                </a:lnTo>
                <a:lnTo>
                  <a:pt x="90557" y="88803"/>
                </a:lnTo>
                <a:lnTo>
                  <a:pt x="144637" y="88803"/>
                </a:lnTo>
                <a:lnTo>
                  <a:pt x="139700" y="94120"/>
                </a:lnTo>
                <a:lnTo>
                  <a:pt x="118202" y="103665"/>
                </a:lnTo>
                <a:lnTo>
                  <a:pt x="90557" y="107002"/>
                </a:lnTo>
                <a:close/>
              </a:path>
              <a:path w="235585" h="269875">
                <a:moveTo>
                  <a:pt x="144637" y="88803"/>
                </a:moveTo>
                <a:lnTo>
                  <a:pt x="90557" y="88803"/>
                </a:lnTo>
                <a:lnTo>
                  <a:pt x="108558" y="86706"/>
                </a:lnTo>
                <a:lnTo>
                  <a:pt x="122735" y="80745"/>
                </a:lnTo>
                <a:lnTo>
                  <a:pt x="132060" y="71412"/>
                </a:lnTo>
                <a:lnTo>
                  <a:pt x="135507" y="59202"/>
                </a:lnTo>
                <a:lnTo>
                  <a:pt x="132060" y="47053"/>
                </a:lnTo>
                <a:lnTo>
                  <a:pt x="122735" y="37659"/>
                </a:lnTo>
                <a:lnTo>
                  <a:pt x="108558" y="31636"/>
                </a:lnTo>
                <a:lnTo>
                  <a:pt x="90557" y="29601"/>
                </a:lnTo>
                <a:lnTo>
                  <a:pt x="144555" y="29601"/>
                </a:lnTo>
                <a:lnTo>
                  <a:pt x="153675" y="39488"/>
                </a:lnTo>
                <a:lnTo>
                  <a:pt x="158749" y="59202"/>
                </a:lnTo>
                <a:lnTo>
                  <a:pt x="153675" y="79066"/>
                </a:lnTo>
                <a:lnTo>
                  <a:pt x="144637" y="88803"/>
                </a:lnTo>
                <a:close/>
              </a:path>
              <a:path w="235585" h="269875">
                <a:moveTo>
                  <a:pt x="21260" y="147596"/>
                </a:moveTo>
                <a:lnTo>
                  <a:pt x="3289" y="147567"/>
                </a:lnTo>
                <a:lnTo>
                  <a:pt x="0" y="127613"/>
                </a:lnTo>
                <a:lnTo>
                  <a:pt x="41376" y="127302"/>
                </a:lnTo>
                <a:lnTo>
                  <a:pt x="86802" y="126270"/>
                </a:lnTo>
                <a:lnTo>
                  <a:pt x="133667" y="123882"/>
                </a:lnTo>
                <a:lnTo>
                  <a:pt x="179361" y="119500"/>
                </a:lnTo>
                <a:lnTo>
                  <a:pt x="181115" y="137261"/>
                </a:lnTo>
                <a:lnTo>
                  <a:pt x="162431" y="139961"/>
                </a:lnTo>
                <a:lnTo>
                  <a:pt x="143469" y="142167"/>
                </a:lnTo>
                <a:lnTo>
                  <a:pt x="124364" y="143921"/>
                </a:lnTo>
                <a:lnTo>
                  <a:pt x="105248" y="145264"/>
                </a:lnTo>
                <a:lnTo>
                  <a:pt x="105248" y="146470"/>
                </a:lnTo>
                <a:lnTo>
                  <a:pt x="80909" y="146470"/>
                </a:lnTo>
                <a:lnTo>
                  <a:pt x="60286" y="147120"/>
                </a:lnTo>
                <a:lnTo>
                  <a:pt x="40331" y="147471"/>
                </a:lnTo>
                <a:lnTo>
                  <a:pt x="21260" y="147596"/>
                </a:lnTo>
                <a:close/>
              </a:path>
              <a:path w="235585" h="269875">
                <a:moveTo>
                  <a:pt x="105248" y="199752"/>
                </a:moveTo>
                <a:lnTo>
                  <a:pt x="80909" y="199752"/>
                </a:lnTo>
                <a:lnTo>
                  <a:pt x="80909" y="146470"/>
                </a:lnTo>
                <a:lnTo>
                  <a:pt x="105248" y="146470"/>
                </a:lnTo>
                <a:lnTo>
                  <a:pt x="105248" y="199752"/>
                </a:lnTo>
                <a:close/>
              </a:path>
              <a:path w="235585" h="269875">
                <a:moveTo>
                  <a:pt x="235493" y="269260"/>
                </a:moveTo>
                <a:lnTo>
                  <a:pt x="39687" y="269260"/>
                </a:lnTo>
                <a:lnTo>
                  <a:pt x="39687" y="188789"/>
                </a:lnTo>
                <a:lnTo>
                  <a:pt x="64026" y="188789"/>
                </a:lnTo>
                <a:lnTo>
                  <a:pt x="64026" y="249088"/>
                </a:lnTo>
                <a:lnTo>
                  <a:pt x="235493" y="249088"/>
                </a:lnTo>
                <a:lnTo>
                  <a:pt x="235493" y="269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1742793" y="7061338"/>
            <a:ext cx="83979" cy="22453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1885097" y="7161324"/>
            <a:ext cx="99060" cy="24765"/>
          </a:xfrm>
          <a:custGeom>
            <a:avLst/>
            <a:gdLst/>
            <a:ahLst/>
            <a:cxnLst/>
            <a:rect l="l" t="t" r="r" b="b"/>
            <a:pathLst>
              <a:path w="99060" h="24765">
                <a:moveTo>
                  <a:pt x="98451" y="24557"/>
                </a:moveTo>
                <a:lnTo>
                  <a:pt x="0" y="24557"/>
                </a:lnTo>
                <a:lnTo>
                  <a:pt x="0" y="0"/>
                </a:lnTo>
                <a:lnTo>
                  <a:pt x="98451" y="0"/>
                </a:lnTo>
                <a:lnTo>
                  <a:pt x="98451" y="245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2023455" y="7058268"/>
            <a:ext cx="156337" cy="23066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2219262" y="7247715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5" h="40004">
                <a:moveTo>
                  <a:pt x="19953" y="39906"/>
                </a:moveTo>
                <a:lnTo>
                  <a:pt x="12179" y="38330"/>
                </a:lnTo>
                <a:lnTo>
                  <a:pt x="5783" y="34041"/>
                </a:lnTo>
                <a:lnTo>
                  <a:pt x="1483" y="27696"/>
                </a:lnTo>
                <a:lnTo>
                  <a:pt x="0" y="19953"/>
                </a:lnTo>
                <a:lnTo>
                  <a:pt x="1483" y="12210"/>
                </a:lnTo>
                <a:lnTo>
                  <a:pt x="5783" y="5865"/>
                </a:lnTo>
                <a:lnTo>
                  <a:pt x="12179" y="1575"/>
                </a:lnTo>
                <a:lnTo>
                  <a:pt x="19953" y="0"/>
                </a:lnTo>
                <a:lnTo>
                  <a:pt x="27696" y="1575"/>
                </a:lnTo>
                <a:lnTo>
                  <a:pt x="34041" y="5865"/>
                </a:lnTo>
                <a:lnTo>
                  <a:pt x="38330" y="12210"/>
                </a:lnTo>
                <a:lnTo>
                  <a:pt x="39906" y="19953"/>
                </a:lnTo>
                <a:lnTo>
                  <a:pt x="38330" y="27696"/>
                </a:lnTo>
                <a:lnTo>
                  <a:pt x="34041" y="34041"/>
                </a:lnTo>
                <a:lnTo>
                  <a:pt x="27696" y="38330"/>
                </a:lnTo>
                <a:lnTo>
                  <a:pt x="19953" y="3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2368883" y="7035465"/>
            <a:ext cx="258445" cy="272415"/>
          </a:xfrm>
          <a:custGeom>
            <a:avLst/>
            <a:gdLst/>
            <a:ahLst/>
            <a:cxnLst/>
            <a:rect l="l" t="t" r="r" b="b"/>
            <a:pathLst>
              <a:path w="258444" h="272415">
                <a:moveTo>
                  <a:pt x="216855" y="162477"/>
                </a:moveTo>
                <a:lnTo>
                  <a:pt x="192517" y="162477"/>
                </a:lnTo>
                <a:lnTo>
                  <a:pt x="192517" y="0"/>
                </a:lnTo>
                <a:lnTo>
                  <a:pt x="216855" y="0"/>
                </a:lnTo>
                <a:lnTo>
                  <a:pt x="216855" y="68850"/>
                </a:lnTo>
                <a:lnTo>
                  <a:pt x="258297" y="68850"/>
                </a:lnTo>
                <a:lnTo>
                  <a:pt x="258297" y="89241"/>
                </a:lnTo>
                <a:lnTo>
                  <a:pt x="216855" y="89241"/>
                </a:lnTo>
                <a:lnTo>
                  <a:pt x="216855" y="162477"/>
                </a:lnTo>
                <a:close/>
              </a:path>
              <a:path w="258444" h="272415">
                <a:moveTo>
                  <a:pt x="156118" y="39248"/>
                </a:moveTo>
                <a:lnTo>
                  <a:pt x="7455" y="39248"/>
                </a:lnTo>
                <a:lnTo>
                  <a:pt x="7455" y="19295"/>
                </a:lnTo>
                <a:lnTo>
                  <a:pt x="156118" y="19295"/>
                </a:lnTo>
                <a:lnTo>
                  <a:pt x="156118" y="39248"/>
                </a:lnTo>
                <a:close/>
              </a:path>
              <a:path w="258444" h="272415">
                <a:moveTo>
                  <a:pt x="12717" y="158969"/>
                </a:moveTo>
                <a:lnTo>
                  <a:pt x="0" y="139235"/>
                </a:lnTo>
                <a:lnTo>
                  <a:pt x="28508" y="124859"/>
                </a:lnTo>
                <a:lnTo>
                  <a:pt x="50623" y="104152"/>
                </a:lnTo>
                <a:lnTo>
                  <a:pt x="64968" y="78676"/>
                </a:lnTo>
                <a:lnTo>
                  <a:pt x="70165" y="49993"/>
                </a:lnTo>
                <a:lnTo>
                  <a:pt x="70165" y="39248"/>
                </a:lnTo>
                <a:lnTo>
                  <a:pt x="94504" y="39248"/>
                </a:lnTo>
                <a:lnTo>
                  <a:pt x="94543" y="49993"/>
                </a:lnTo>
                <a:lnTo>
                  <a:pt x="99266" y="76294"/>
                </a:lnTo>
                <a:lnTo>
                  <a:pt x="107882" y="91105"/>
                </a:lnTo>
                <a:lnTo>
                  <a:pt x="82663" y="91105"/>
                </a:lnTo>
                <a:lnTo>
                  <a:pt x="71287" y="113210"/>
                </a:lnTo>
                <a:lnTo>
                  <a:pt x="55461" y="132273"/>
                </a:lnTo>
                <a:lnTo>
                  <a:pt x="35749" y="147717"/>
                </a:lnTo>
                <a:lnTo>
                  <a:pt x="12717" y="158969"/>
                </a:lnTo>
                <a:close/>
              </a:path>
              <a:path w="258444" h="272415">
                <a:moveTo>
                  <a:pt x="150198" y="152391"/>
                </a:moveTo>
                <a:lnTo>
                  <a:pt x="128052" y="142183"/>
                </a:lnTo>
                <a:lnTo>
                  <a:pt x="109113" y="128203"/>
                </a:lnTo>
                <a:lnTo>
                  <a:pt x="93832" y="110995"/>
                </a:lnTo>
                <a:lnTo>
                  <a:pt x="82663" y="91105"/>
                </a:lnTo>
                <a:lnTo>
                  <a:pt x="107882" y="91105"/>
                </a:lnTo>
                <a:lnTo>
                  <a:pt x="113032" y="99958"/>
                </a:lnTo>
                <a:lnTo>
                  <a:pt x="134527" y="119305"/>
                </a:lnTo>
                <a:lnTo>
                  <a:pt x="162477" y="132876"/>
                </a:lnTo>
                <a:lnTo>
                  <a:pt x="150198" y="152391"/>
                </a:lnTo>
                <a:close/>
              </a:path>
              <a:path w="258444" h="272415">
                <a:moveTo>
                  <a:pt x="216855" y="271891"/>
                </a:moveTo>
                <a:lnTo>
                  <a:pt x="42757" y="271891"/>
                </a:lnTo>
                <a:lnTo>
                  <a:pt x="42757" y="174975"/>
                </a:lnTo>
                <a:lnTo>
                  <a:pt x="216855" y="174975"/>
                </a:lnTo>
                <a:lnTo>
                  <a:pt x="216855" y="194490"/>
                </a:lnTo>
                <a:lnTo>
                  <a:pt x="66657" y="194490"/>
                </a:lnTo>
                <a:lnTo>
                  <a:pt x="66657" y="251938"/>
                </a:lnTo>
                <a:lnTo>
                  <a:pt x="216855" y="251938"/>
                </a:lnTo>
                <a:lnTo>
                  <a:pt x="216855" y="271891"/>
                </a:lnTo>
                <a:close/>
              </a:path>
              <a:path w="258444" h="272415">
                <a:moveTo>
                  <a:pt x="216855" y="251938"/>
                </a:moveTo>
                <a:lnTo>
                  <a:pt x="192736" y="251938"/>
                </a:lnTo>
                <a:lnTo>
                  <a:pt x="192736" y="194490"/>
                </a:lnTo>
                <a:lnTo>
                  <a:pt x="216855" y="194490"/>
                </a:lnTo>
                <a:lnTo>
                  <a:pt x="216855" y="2519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2641872" y="7035465"/>
            <a:ext cx="240029" cy="276225"/>
          </a:xfrm>
          <a:custGeom>
            <a:avLst/>
            <a:gdLst/>
            <a:ahLst/>
            <a:cxnLst/>
            <a:rect l="l" t="t" r="r" b="b"/>
            <a:pathLst>
              <a:path w="240030" h="276225">
                <a:moveTo>
                  <a:pt x="239659" y="111388"/>
                </a:moveTo>
                <a:lnTo>
                  <a:pt x="216197" y="111388"/>
                </a:lnTo>
                <a:lnTo>
                  <a:pt x="216197" y="0"/>
                </a:lnTo>
                <a:lnTo>
                  <a:pt x="239659" y="0"/>
                </a:lnTo>
                <a:lnTo>
                  <a:pt x="239659" y="111388"/>
                </a:lnTo>
                <a:close/>
              </a:path>
              <a:path w="240030" h="276225">
                <a:moveTo>
                  <a:pt x="178483" y="261586"/>
                </a:moveTo>
                <a:lnTo>
                  <a:pt x="155460" y="261586"/>
                </a:lnTo>
                <a:lnTo>
                  <a:pt x="155460" y="5920"/>
                </a:lnTo>
                <a:lnTo>
                  <a:pt x="178483" y="5920"/>
                </a:lnTo>
                <a:lnTo>
                  <a:pt x="178483" y="111388"/>
                </a:lnTo>
                <a:lnTo>
                  <a:pt x="239659" y="111388"/>
                </a:lnTo>
                <a:lnTo>
                  <a:pt x="239659" y="132218"/>
                </a:lnTo>
                <a:lnTo>
                  <a:pt x="178483" y="132218"/>
                </a:lnTo>
                <a:lnTo>
                  <a:pt x="178483" y="261586"/>
                </a:lnTo>
                <a:close/>
              </a:path>
              <a:path w="240030" h="276225">
                <a:moveTo>
                  <a:pt x="239659" y="275619"/>
                </a:moveTo>
                <a:lnTo>
                  <a:pt x="216197" y="275619"/>
                </a:lnTo>
                <a:lnTo>
                  <a:pt x="216197" y="132218"/>
                </a:lnTo>
                <a:lnTo>
                  <a:pt x="239659" y="132218"/>
                </a:lnTo>
                <a:lnTo>
                  <a:pt x="239659" y="275619"/>
                </a:lnTo>
                <a:close/>
              </a:path>
              <a:path w="240030" h="276225">
                <a:moveTo>
                  <a:pt x="135507" y="53062"/>
                </a:moveTo>
                <a:lnTo>
                  <a:pt x="6578" y="53062"/>
                </a:lnTo>
                <a:lnTo>
                  <a:pt x="6578" y="32890"/>
                </a:lnTo>
                <a:lnTo>
                  <a:pt x="135507" y="32890"/>
                </a:lnTo>
                <a:lnTo>
                  <a:pt x="135507" y="53062"/>
                </a:lnTo>
                <a:close/>
              </a:path>
              <a:path w="240030" h="276225">
                <a:moveTo>
                  <a:pt x="15348" y="218609"/>
                </a:moveTo>
                <a:lnTo>
                  <a:pt x="0" y="199972"/>
                </a:lnTo>
                <a:lnTo>
                  <a:pt x="26267" y="179090"/>
                </a:lnTo>
                <a:lnTo>
                  <a:pt x="45361" y="150335"/>
                </a:lnTo>
                <a:lnTo>
                  <a:pt x="57013" y="115208"/>
                </a:lnTo>
                <a:lnTo>
                  <a:pt x="60956" y="75208"/>
                </a:lnTo>
                <a:lnTo>
                  <a:pt x="60956" y="53062"/>
                </a:lnTo>
                <a:lnTo>
                  <a:pt x="84418" y="53062"/>
                </a:lnTo>
                <a:lnTo>
                  <a:pt x="84418" y="75208"/>
                </a:lnTo>
                <a:lnTo>
                  <a:pt x="88286" y="111634"/>
                </a:lnTo>
                <a:lnTo>
                  <a:pt x="95853" y="133095"/>
                </a:lnTo>
                <a:lnTo>
                  <a:pt x="73235" y="133095"/>
                </a:lnTo>
                <a:lnTo>
                  <a:pt x="64283" y="160240"/>
                </a:lnTo>
                <a:lnTo>
                  <a:pt x="51610" y="183828"/>
                </a:lnTo>
                <a:lnTo>
                  <a:pt x="35278" y="203429"/>
                </a:lnTo>
                <a:lnTo>
                  <a:pt x="15348" y="218609"/>
                </a:lnTo>
                <a:close/>
              </a:path>
              <a:path w="240030" h="276225">
                <a:moveTo>
                  <a:pt x="130025" y="209181"/>
                </a:moveTo>
                <a:lnTo>
                  <a:pt x="110776" y="195612"/>
                </a:lnTo>
                <a:lnTo>
                  <a:pt x="94847" y="178086"/>
                </a:lnTo>
                <a:lnTo>
                  <a:pt x="82309" y="157086"/>
                </a:lnTo>
                <a:lnTo>
                  <a:pt x="73235" y="133095"/>
                </a:lnTo>
                <a:lnTo>
                  <a:pt x="95853" y="133095"/>
                </a:lnTo>
                <a:lnTo>
                  <a:pt x="99739" y="144113"/>
                </a:lnTo>
                <a:lnTo>
                  <a:pt x="118551" y="170919"/>
                </a:lnTo>
                <a:lnTo>
                  <a:pt x="144497" y="190324"/>
                </a:lnTo>
                <a:lnTo>
                  <a:pt x="130025" y="2091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3012295" y="7061338"/>
            <a:ext cx="156776" cy="22453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3205031" y="7058268"/>
            <a:ext cx="146032" cy="2275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3395355" y="7061338"/>
            <a:ext cx="156776" cy="22453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3657860" y="7063312"/>
            <a:ext cx="251280" cy="20874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3933918" y="7035684"/>
            <a:ext cx="233045" cy="275590"/>
          </a:xfrm>
          <a:custGeom>
            <a:avLst/>
            <a:gdLst/>
            <a:ahLst/>
            <a:cxnLst/>
            <a:rect l="l" t="t" r="r" b="b"/>
            <a:pathLst>
              <a:path w="233045" h="275590">
                <a:moveTo>
                  <a:pt x="232423" y="69288"/>
                </a:moveTo>
                <a:lnTo>
                  <a:pt x="209400" y="69288"/>
                </a:lnTo>
                <a:lnTo>
                  <a:pt x="209400" y="0"/>
                </a:lnTo>
                <a:lnTo>
                  <a:pt x="232423" y="0"/>
                </a:lnTo>
                <a:lnTo>
                  <a:pt x="232423" y="69288"/>
                </a:lnTo>
                <a:close/>
              </a:path>
              <a:path w="233045" h="275590">
                <a:moveTo>
                  <a:pt x="171686" y="160723"/>
                </a:moveTo>
                <a:lnTo>
                  <a:pt x="148444" y="160723"/>
                </a:lnTo>
                <a:lnTo>
                  <a:pt x="148444" y="5262"/>
                </a:lnTo>
                <a:lnTo>
                  <a:pt x="171686" y="5262"/>
                </a:lnTo>
                <a:lnTo>
                  <a:pt x="171686" y="69288"/>
                </a:lnTo>
                <a:lnTo>
                  <a:pt x="232423" y="69288"/>
                </a:lnTo>
                <a:lnTo>
                  <a:pt x="232423" y="89680"/>
                </a:lnTo>
                <a:lnTo>
                  <a:pt x="171686" y="89680"/>
                </a:lnTo>
                <a:lnTo>
                  <a:pt x="171686" y="160723"/>
                </a:lnTo>
                <a:close/>
              </a:path>
              <a:path w="233045" h="275590">
                <a:moveTo>
                  <a:pt x="232423" y="162477"/>
                </a:moveTo>
                <a:lnTo>
                  <a:pt x="209400" y="162477"/>
                </a:lnTo>
                <a:lnTo>
                  <a:pt x="209400" y="89680"/>
                </a:lnTo>
                <a:lnTo>
                  <a:pt x="232423" y="89680"/>
                </a:lnTo>
                <a:lnTo>
                  <a:pt x="232423" y="162477"/>
                </a:lnTo>
                <a:close/>
              </a:path>
              <a:path w="233045" h="275590">
                <a:moveTo>
                  <a:pt x="12059" y="165547"/>
                </a:moveTo>
                <a:lnTo>
                  <a:pt x="0" y="147128"/>
                </a:lnTo>
                <a:lnTo>
                  <a:pt x="38229" y="127144"/>
                </a:lnTo>
                <a:lnTo>
                  <a:pt x="66890" y="102370"/>
                </a:lnTo>
                <a:lnTo>
                  <a:pt x="85704" y="73279"/>
                </a:lnTo>
                <a:lnTo>
                  <a:pt x="94394" y="40345"/>
                </a:lnTo>
                <a:lnTo>
                  <a:pt x="11182" y="40345"/>
                </a:lnTo>
                <a:lnTo>
                  <a:pt x="11182" y="20172"/>
                </a:lnTo>
                <a:lnTo>
                  <a:pt x="119281" y="20172"/>
                </a:lnTo>
                <a:lnTo>
                  <a:pt x="112364" y="66444"/>
                </a:lnTo>
                <a:lnTo>
                  <a:pt x="91900" y="106344"/>
                </a:lnTo>
                <a:lnTo>
                  <a:pt x="58321" y="139502"/>
                </a:lnTo>
                <a:lnTo>
                  <a:pt x="12059" y="165547"/>
                </a:lnTo>
                <a:close/>
              </a:path>
              <a:path w="233045" h="275590">
                <a:moveTo>
                  <a:pt x="232423" y="275400"/>
                </a:moveTo>
                <a:lnTo>
                  <a:pt x="208523" y="275400"/>
                </a:lnTo>
                <a:lnTo>
                  <a:pt x="208523" y="195148"/>
                </a:lnTo>
                <a:lnTo>
                  <a:pt x="46484" y="195148"/>
                </a:lnTo>
                <a:lnTo>
                  <a:pt x="46484" y="175194"/>
                </a:lnTo>
                <a:lnTo>
                  <a:pt x="232423" y="175194"/>
                </a:lnTo>
                <a:lnTo>
                  <a:pt x="232423" y="27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4226202" y="7051033"/>
            <a:ext cx="66040" cy="280670"/>
          </a:xfrm>
          <a:custGeom>
            <a:avLst/>
            <a:gdLst/>
            <a:ahLst/>
            <a:cxnLst/>
            <a:rect l="l" t="t" r="r" b="b"/>
            <a:pathLst>
              <a:path w="66039" h="280670">
                <a:moveTo>
                  <a:pt x="65561" y="280662"/>
                </a:moveTo>
                <a:lnTo>
                  <a:pt x="41880" y="280662"/>
                </a:lnTo>
                <a:lnTo>
                  <a:pt x="23958" y="250040"/>
                </a:lnTo>
                <a:lnTo>
                  <a:pt x="10826" y="216581"/>
                </a:lnTo>
                <a:lnTo>
                  <a:pt x="2751" y="180080"/>
                </a:lnTo>
                <a:lnTo>
                  <a:pt x="0" y="140331"/>
                </a:lnTo>
                <a:lnTo>
                  <a:pt x="2751" y="100582"/>
                </a:lnTo>
                <a:lnTo>
                  <a:pt x="10826" y="64080"/>
                </a:lnTo>
                <a:lnTo>
                  <a:pt x="23958" y="30622"/>
                </a:lnTo>
                <a:lnTo>
                  <a:pt x="41880" y="0"/>
                </a:lnTo>
                <a:lnTo>
                  <a:pt x="65561" y="0"/>
                </a:lnTo>
                <a:lnTo>
                  <a:pt x="50753" y="26798"/>
                </a:lnTo>
                <a:lnTo>
                  <a:pt x="38700" y="61449"/>
                </a:lnTo>
                <a:lnTo>
                  <a:pt x="30594" y="100458"/>
                </a:lnTo>
                <a:lnTo>
                  <a:pt x="27627" y="140331"/>
                </a:lnTo>
                <a:lnTo>
                  <a:pt x="30594" y="180203"/>
                </a:lnTo>
                <a:lnTo>
                  <a:pt x="38700" y="219212"/>
                </a:lnTo>
                <a:lnTo>
                  <a:pt x="50753" y="253864"/>
                </a:lnTo>
                <a:lnTo>
                  <a:pt x="65561" y="2806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4315005" y="7045331"/>
            <a:ext cx="251460" cy="266065"/>
          </a:xfrm>
          <a:custGeom>
            <a:avLst/>
            <a:gdLst/>
            <a:ahLst/>
            <a:cxnLst/>
            <a:rect l="l" t="t" r="r" b="b"/>
            <a:pathLst>
              <a:path w="251460" h="266065">
                <a:moveTo>
                  <a:pt x="23023" y="115115"/>
                </a:moveTo>
                <a:lnTo>
                  <a:pt x="12936" y="95162"/>
                </a:lnTo>
                <a:lnTo>
                  <a:pt x="49592" y="85349"/>
                </a:lnTo>
                <a:lnTo>
                  <a:pt x="81704" y="67644"/>
                </a:lnTo>
                <a:lnTo>
                  <a:pt x="104484" y="43853"/>
                </a:lnTo>
                <a:lnTo>
                  <a:pt x="113142" y="15787"/>
                </a:lnTo>
                <a:lnTo>
                  <a:pt x="113142" y="0"/>
                </a:lnTo>
                <a:lnTo>
                  <a:pt x="138357" y="0"/>
                </a:lnTo>
                <a:lnTo>
                  <a:pt x="138357" y="15787"/>
                </a:lnTo>
                <a:lnTo>
                  <a:pt x="147049" y="43576"/>
                </a:lnTo>
                <a:lnTo>
                  <a:pt x="153416" y="50212"/>
                </a:lnTo>
                <a:lnTo>
                  <a:pt x="125859" y="50212"/>
                </a:lnTo>
                <a:lnTo>
                  <a:pt x="108419" y="73720"/>
                </a:lnTo>
                <a:lnTo>
                  <a:pt x="83938" y="92736"/>
                </a:lnTo>
                <a:lnTo>
                  <a:pt x="54709" y="106716"/>
                </a:lnTo>
                <a:lnTo>
                  <a:pt x="23023" y="115115"/>
                </a:lnTo>
                <a:close/>
              </a:path>
              <a:path w="251460" h="266065">
                <a:moveTo>
                  <a:pt x="228915" y="115115"/>
                </a:moveTo>
                <a:lnTo>
                  <a:pt x="197164" y="106685"/>
                </a:lnTo>
                <a:lnTo>
                  <a:pt x="167890" y="92654"/>
                </a:lnTo>
                <a:lnTo>
                  <a:pt x="143365" y="73627"/>
                </a:lnTo>
                <a:lnTo>
                  <a:pt x="125859" y="50212"/>
                </a:lnTo>
                <a:lnTo>
                  <a:pt x="153416" y="50212"/>
                </a:lnTo>
                <a:lnTo>
                  <a:pt x="169905" y="67397"/>
                </a:lnTo>
                <a:lnTo>
                  <a:pt x="202092" y="85257"/>
                </a:lnTo>
                <a:lnTo>
                  <a:pt x="238782" y="95162"/>
                </a:lnTo>
                <a:lnTo>
                  <a:pt x="228915" y="115115"/>
                </a:lnTo>
                <a:close/>
              </a:path>
              <a:path w="251460" h="266065">
                <a:moveTo>
                  <a:pt x="251280" y="165766"/>
                </a:moveTo>
                <a:lnTo>
                  <a:pt x="0" y="165766"/>
                </a:lnTo>
                <a:lnTo>
                  <a:pt x="0" y="145374"/>
                </a:lnTo>
                <a:lnTo>
                  <a:pt x="251280" y="145374"/>
                </a:lnTo>
                <a:lnTo>
                  <a:pt x="251280" y="165766"/>
                </a:lnTo>
                <a:close/>
              </a:path>
              <a:path w="251460" h="266065">
                <a:moveTo>
                  <a:pt x="137042" y="265752"/>
                </a:moveTo>
                <a:lnTo>
                  <a:pt x="113142" y="265752"/>
                </a:lnTo>
                <a:lnTo>
                  <a:pt x="113142" y="165766"/>
                </a:lnTo>
                <a:lnTo>
                  <a:pt x="137042" y="165766"/>
                </a:lnTo>
                <a:lnTo>
                  <a:pt x="137042" y="265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4595887" y="7035465"/>
            <a:ext cx="221615" cy="276225"/>
          </a:xfrm>
          <a:custGeom>
            <a:avLst/>
            <a:gdLst/>
            <a:ahLst/>
            <a:cxnLst/>
            <a:rect l="l" t="t" r="r" b="b"/>
            <a:pathLst>
              <a:path w="221614" h="276225">
                <a:moveTo>
                  <a:pt x="221241" y="164012"/>
                </a:moveTo>
                <a:lnTo>
                  <a:pt x="196902" y="164012"/>
                </a:lnTo>
                <a:lnTo>
                  <a:pt x="196902" y="0"/>
                </a:lnTo>
                <a:lnTo>
                  <a:pt x="221241" y="0"/>
                </a:lnTo>
                <a:lnTo>
                  <a:pt x="221241" y="164012"/>
                </a:lnTo>
                <a:close/>
              </a:path>
              <a:path w="221614" h="276225">
                <a:moveTo>
                  <a:pt x="72358" y="146690"/>
                </a:moveTo>
                <a:lnTo>
                  <a:pt x="43384" y="141941"/>
                </a:lnTo>
                <a:lnTo>
                  <a:pt x="20474" y="128600"/>
                </a:lnTo>
                <a:lnTo>
                  <a:pt x="5416" y="108023"/>
                </a:lnTo>
                <a:lnTo>
                  <a:pt x="0" y="81567"/>
                </a:lnTo>
                <a:lnTo>
                  <a:pt x="5416" y="55207"/>
                </a:lnTo>
                <a:lnTo>
                  <a:pt x="20474" y="34644"/>
                </a:lnTo>
                <a:lnTo>
                  <a:pt x="43384" y="21316"/>
                </a:lnTo>
                <a:lnTo>
                  <a:pt x="72358" y="16664"/>
                </a:lnTo>
                <a:lnTo>
                  <a:pt x="101298" y="21316"/>
                </a:lnTo>
                <a:lnTo>
                  <a:pt x="124132" y="34644"/>
                </a:lnTo>
                <a:lnTo>
                  <a:pt x="126209" y="37494"/>
                </a:lnTo>
                <a:lnTo>
                  <a:pt x="72358" y="37494"/>
                </a:lnTo>
                <a:lnTo>
                  <a:pt x="52822" y="40711"/>
                </a:lnTo>
                <a:lnTo>
                  <a:pt x="37439" y="49746"/>
                </a:lnTo>
                <a:lnTo>
                  <a:pt x="27401" y="63673"/>
                </a:lnTo>
                <a:lnTo>
                  <a:pt x="23900" y="81567"/>
                </a:lnTo>
                <a:lnTo>
                  <a:pt x="27401" y="99619"/>
                </a:lnTo>
                <a:lnTo>
                  <a:pt x="37439" y="113662"/>
                </a:lnTo>
                <a:lnTo>
                  <a:pt x="52822" y="122731"/>
                </a:lnTo>
                <a:lnTo>
                  <a:pt x="72358" y="125859"/>
                </a:lnTo>
                <a:lnTo>
                  <a:pt x="126128" y="125859"/>
                </a:lnTo>
                <a:lnTo>
                  <a:pt x="124132" y="128600"/>
                </a:lnTo>
                <a:lnTo>
                  <a:pt x="101298" y="141941"/>
                </a:lnTo>
                <a:lnTo>
                  <a:pt x="72358" y="146690"/>
                </a:lnTo>
                <a:close/>
              </a:path>
              <a:path w="221614" h="276225">
                <a:moveTo>
                  <a:pt x="126128" y="125859"/>
                </a:moveTo>
                <a:lnTo>
                  <a:pt x="72358" y="125859"/>
                </a:lnTo>
                <a:lnTo>
                  <a:pt x="91770" y="122731"/>
                </a:lnTo>
                <a:lnTo>
                  <a:pt x="107112" y="113662"/>
                </a:lnTo>
                <a:lnTo>
                  <a:pt x="117191" y="99619"/>
                </a:lnTo>
                <a:lnTo>
                  <a:pt x="120816" y="81567"/>
                </a:lnTo>
                <a:lnTo>
                  <a:pt x="117191" y="63673"/>
                </a:lnTo>
                <a:lnTo>
                  <a:pt x="107112" y="49746"/>
                </a:lnTo>
                <a:lnTo>
                  <a:pt x="91770" y="40711"/>
                </a:lnTo>
                <a:lnTo>
                  <a:pt x="72358" y="37494"/>
                </a:lnTo>
                <a:lnTo>
                  <a:pt x="126209" y="37494"/>
                </a:lnTo>
                <a:lnTo>
                  <a:pt x="139115" y="55207"/>
                </a:lnTo>
                <a:lnTo>
                  <a:pt x="144497" y="81567"/>
                </a:lnTo>
                <a:lnTo>
                  <a:pt x="139115" y="108023"/>
                </a:lnTo>
                <a:lnTo>
                  <a:pt x="126128" y="125859"/>
                </a:lnTo>
                <a:close/>
              </a:path>
              <a:path w="221614" h="276225">
                <a:moveTo>
                  <a:pt x="221241" y="275619"/>
                </a:moveTo>
                <a:lnTo>
                  <a:pt x="196902" y="275619"/>
                </a:lnTo>
                <a:lnTo>
                  <a:pt x="196902" y="199095"/>
                </a:lnTo>
                <a:lnTo>
                  <a:pt x="35740" y="199095"/>
                </a:lnTo>
                <a:lnTo>
                  <a:pt x="35740" y="178922"/>
                </a:lnTo>
                <a:lnTo>
                  <a:pt x="221241" y="178922"/>
                </a:lnTo>
                <a:lnTo>
                  <a:pt x="221241" y="275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4860543" y="7035465"/>
            <a:ext cx="261620" cy="276225"/>
          </a:xfrm>
          <a:custGeom>
            <a:avLst/>
            <a:gdLst/>
            <a:ahLst/>
            <a:cxnLst/>
            <a:rect l="l" t="t" r="r" b="b"/>
            <a:pathLst>
              <a:path w="261620" h="276225">
                <a:moveTo>
                  <a:pt x="217294" y="275619"/>
                </a:moveTo>
                <a:lnTo>
                  <a:pt x="192955" y="275619"/>
                </a:lnTo>
                <a:lnTo>
                  <a:pt x="192955" y="0"/>
                </a:lnTo>
                <a:lnTo>
                  <a:pt x="217294" y="0"/>
                </a:lnTo>
                <a:lnTo>
                  <a:pt x="217294" y="117308"/>
                </a:lnTo>
                <a:lnTo>
                  <a:pt x="261367" y="117308"/>
                </a:lnTo>
                <a:lnTo>
                  <a:pt x="261367" y="137919"/>
                </a:lnTo>
                <a:lnTo>
                  <a:pt x="217294" y="137919"/>
                </a:lnTo>
                <a:lnTo>
                  <a:pt x="217294" y="275619"/>
                </a:lnTo>
                <a:close/>
              </a:path>
              <a:path w="261620" h="276225">
                <a:moveTo>
                  <a:pt x="100424" y="33767"/>
                </a:moveTo>
                <a:lnTo>
                  <a:pt x="76085" y="33767"/>
                </a:lnTo>
                <a:lnTo>
                  <a:pt x="76085" y="438"/>
                </a:lnTo>
                <a:lnTo>
                  <a:pt x="100424" y="438"/>
                </a:lnTo>
                <a:lnTo>
                  <a:pt x="100424" y="33767"/>
                </a:lnTo>
                <a:close/>
              </a:path>
              <a:path w="261620" h="276225">
                <a:moveTo>
                  <a:pt x="171248" y="53501"/>
                </a:moveTo>
                <a:lnTo>
                  <a:pt x="5043" y="53501"/>
                </a:lnTo>
                <a:lnTo>
                  <a:pt x="5043" y="33767"/>
                </a:lnTo>
                <a:lnTo>
                  <a:pt x="171248" y="33767"/>
                </a:lnTo>
                <a:lnTo>
                  <a:pt x="171248" y="53501"/>
                </a:lnTo>
                <a:close/>
              </a:path>
              <a:path w="261620" h="276225">
                <a:moveTo>
                  <a:pt x="4166" y="222776"/>
                </a:moveTo>
                <a:lnTo>
                  <a:pt x="0" y="202164"/>
                </a:lnTo>
                <a:lnTo>
                  <a:pt x="36233" y="201918"/>
                </a:lnTo>
                <a:lnTo>
                  <a:pt x="76085" y="201178"/>
                </a:lnTo>
                <a:lnTo>
                  <a:pt x="76085" y="170809"/>
                </a:lnTo>
                <a:lnTo>
                  <a:pt x="54246" y="165233"/>
                </a:lnTo>
                <a:lnTo>
                  <a:pt x="37535" y="154652"/>
                </a:lnTo>
                <a:lnTo>
                  <a:pt x="26889" y="139651"/>
                </a:lnTo>
                <a:lnTo>
                  <a:pt x="23242" y="120816"/>
                </a:lnTo>
                <a:lnTo>
                  <a:pt x="27836" y="99664"/>
                </a:lnTo>
                <a:lnTo>
                  <a:pt x="41085" y="83486"/>
                </a:lnTo>
                <a:lnTo>
                  <a:pt x="61693" y="73146"/>
                </a:lnTo>
                <a:lnTo>
                  <a:pt x="88364" y="69507"/>
                </a:lnTo>
                <a:lnTo>
                  <a:pt x="114858" y="73146"/>
                </a:lnTo>
                <a:lnTo>
                  <a:pt x="135534" y="83486"/>
                </a:lnTo>
                <a:lnTo>
                  <a:pt x="139783" y="88584"/>
                </a:lnTo>
                <a:lnTo>
                  <a:pt x="88364" y="88584"/>
                </a:lnTo>
                <a:lnTo>
                  <a:pt x="71022" y="90907"/>
                </a:lnTo>
                <a:lnTo>
                  <a:pt x="57667" y="97464"/>
                </a:lnTo>
                <a:lnTo>
                  <a:pt x="49081" y="107639"/>
                </a:lnTo>
                <a:lnTo>
                  <a:pt x="46046" y="120816"/>
                </a:lnTo>
                <a:lnTo>
                  <a:pt x="49081" y="133794"/>
                </a:lnTo>
                <a:lnTo>
                  <a:pt x="57667" y="143730"/>
                </a:lnTo>
                <a:lnTo>
                  <a:pt x="71022" y="150047"/>
                </a:lnTo>
                <a:lnTo>
                  <a:pt x="88364" y="152171"/>
                </a:lnTo>
                <a:lnTo>
                  <a:pt x="140923" y="152171"/>
                </a:lnTo>
                <a:lnTo>
                  <a:pt x="139097" y="154693"/>
                </a:lnTo>
                <a:lnTo>
                  <a:pt x="122258" y="165279"/>
                </a:lnTo>
                <a:lnTo>
                  <a:pt x="100424" y="170809"/>
                </a:lnTo>
                <a:lnTo>
                  <a:pt x="100424" y="200191"/>
                </a:lnTo>
                <a:lnTo>
                  <a:pt x="176719" y="200191"/>
                </a:lnTo>
                <a:lnTo>
                  <a:pt x="177826" y="211812"/>
                </a:lnTo>
                <a:lnTo>
                  <a:pt x="132036" y="217873"/>
                </a:lnTo>
                <a:lnTo>
                  <a:pt x="86473" y="221158"/>
                </a:lnTo>
                <a:lnTo>
                  <a:pt x="43171" y="222512"/>
                </a:lnTo>
                <a:lnTo>
                  <a:pt x="4166" y="222776"/>
                </a:lnTo>
                <a:close/>
              </a:path>
              <a:path w="261620" h="276225">
                <a:moveTo>
                  <a:pt x="140923" y="152171"/>
                </a:moveTo>
                <a:lnTo>
                  <a:pt x="88364" y="152171"/>
                </a:lnTo>
                <a:lnTo>
                  <a:pt x="105580" y="150047"/>
                </a:lnTo>
                <a:lnTo>
                  <a:pt x="118870" y="143730"/>
                </a:lnTo>
                <a:lnTo>
                  <a:pt x="127432" y="133794"/>
                </a:lnTo>
                <a:lnTo>
                  <a:pt x="130464" y="120816"/>
                </a:lnTo>
                <a:lnTo>
                  <a:pt x="127432" y="107639"/>
                </a:lnTo>
                <a:lnTo>
                  <a:pt x="118870" y="97464"/>
                </a:lnTo>
                <a:lnTo>
                  <a:pt x="105580" y="90907"/>
                </a:lnTo>
                <a:lnTo>
                  <a:pt x="88364" y="88584"/>
                </a:lnTo>
                <a:lnTo>
                  <a:pt x="139783" y="88584"/>
                </a:lnTo>
                <a:lnTo>
                  <a:pt x="149016" y="99664"/>
                </a:lnTo>
                <a:lnTo>
                  <a:pt x="153925" y="120816"/>
                </a:lnTo>
                <a:lnTo>
                  <a:pt x="149975" y="139666"/>
                </a:lnTo>
                <a:lnTo>
                  <a:pt x="140923" y="152171"/>
                </a:lnTo>
                <a:close/>
              </a:path>
              <a:path w="261620" h="276225">
                <a:moveTo>
                  <a:pt x="176719" y="200191"/>
                </a:moveTo>
                <a:lnTo>
                  <a:pt x="100424" y="200191"/>
                </a:lnTo>
                <a:lnTo>
                  <a:pt x="119691" y="199113"/>
                </a:lnTo>
                <a:lnTo>
                  <a:pt x="138865" y="197656"/>
                </a:lnTo>
                <a:lnTo>
                  <a:pt x="157730" y="195766"/>
                </a:lnTo>
                <a:lnTo>
                  <a:pt x="176072" y="193394"/>
                </a:lnTo>
                <a:lnTo>
                  <a:pt x="176719" y="200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5221752" y="7035684"/>
            <a:ext cx="226695" cy="274320"/>
          </a:xfrm>
          <a:custGeom>
            <a:avLst/>
            <a:gdLst/>
            <a:ahLst/>
            <a:cxnLst/>
            <a:rect l="l" t="t" r="r" b="b"/>
            <a:pathLst>
              <a:path w="226695" h="274320">
                <a:moveTo>
                  <a:pt x="224749" y="51308"/>
                </a:moveTo>
                <a:lnTo>
                  <a:pt x="200410" y="51308"/>
                </a:lnTo>
                <a:lnTo>
                  <a:pt x="200410" y="0"/>
                </a:lnTo>
                <a:lnTo>
                  <a:pt x="224749" y="0"/>
                </a:lnTo>
                <a:lnTo>
                  <a:pt x="224749" y="51308"/>
                </a:lnTo>
                <a:close/>
              </a:path>
              <a:path w="226695" h="274320">
                <a:moveTo>
                  <a:pt x="10086" y="164889"/>
                </a:moveTo>
                <a:lnTo>
                  <a:pt x="0" y="145593"/>
                </a:lnTo>
                <a:lnTo>
                  <a:pt x="44997" y="127706"/>
                </a:lnTo>
                <a:lnTo>
                  <a:pt x="79594" y="103795"/>
                </a:lnTo>
                <a:lnTo>
                  <a:pt x="102678" y="74581"/>
                </a:lnTo>
                <a:lnTo>
                  <a:pt x="113142" y="40783"/>
                </a:lnTo>
                <a:lnTo>
                  <a:pt x="14033" y="40783"/>
                </a:lnTo>
                <a:lnTo>
                  <a:pt x="14033" y="20391"/>
                </a:lnTo>
                <a:lnTo>
                  <a:pt x="139454" y="20391"/>
                </a:lnTo>
                <a:lnTo>
                  <a:pt x="139231" y="28383"/>
                </a:lnTo>
                <a:lnTo>
                  <a:pt x="138577" y="36220"/>
                </a:lnTo>
                <a:lnTo>
                  <a:pt x="137511" y="43872"/>
                </a:lnTo>
                <a:lnTo>
                  <a:pt x="136055" y="51308"/>
                </a:lnTo>
                <a:lnTo>
                  <a:pt x="224749" y="51308"/>
                </a:lnTo>
                <a:lnTo>
                  <a:pt x="224749" y="70823"/>
                </a:lnTo>
                <a:lnTo>
                  <a:pt x="129916" y="70823"/>
                </a:lnTo>
                <a:lnTo>
                  <a:pt x="111886" y="101848"/>
                </a:lnTo>
                <a:lnTo>
                  <a:pt x="85418" y="128011"/>
                </a:lnTo>
                <a:lnTo>
                  <a:pt x="51241" y="149096"/>
                </a:lnTo>
                <a:lnTo>
                  <a:pt x="10086" y="164889"/>
                </a:lnTo>
                <a:close/>
              </a:path>
              <a:path w="226695" h="274320">
                <a:moveTo>
                  <a:pt x="224749" y="165547"/>
                </a:moveTo>
                <a:lnTo>
                  <a:pt x="200410" y="165547"/>
                </a:lnTo>
                <a:lnTo>
                  <a:pt x="200410" y="128271"/>
                </a:lnTo>
                <a:lnTo>
                  <a:pt x="126956" y="128271"/>
                </a:lnTo>
                <a:lnTo>
                  <a:pt x="126956" y="108098"/>
                </a:lnTo>
                <a:lnTo>
                  <a:pt x="200410" y="108098"/>
                </a:lnTo>
                <a:lnTo>
                  <a:pt x="200410" y="70823"/>
                </a:lnTo>
                <a:lnTo>
                  <a:pt x="224749" y="70823"/>
                </a:lnTo>
                <a:lnTo>
                  <a:pt x="224749" y="165547"/>
                </a:lnTo>
                <a:close/>
              </a:path>
              <a:path w="226695" h="274320">
                <a:moveTo>
                  <a:pt x="134630" y="274084"/>
                </a:moveTo>
                <a:lnTo>
                  <a:pt x="96340" y="270449"/>
                </a:lnTo>
                <a:lnTo>
                  <a:pt x="67260" y="259969"/>
                </a:lnTo>
                <a:lnTo>
                  <a:pt x="48787" y="243280"/>
                </a:lnTo>
                <a:lnTo>
                  <a:pt x="42318" y="221021"/>
                </a:lnTo>
                <a:lnTo>
                  <a:pt x="48787" y="198923"/>
                </a:lnTo>
                <a:lnTo>
                  <a:pt x="67260" y="182375"/>
                </a:lnTo>
                <a:lnTo>
                  <a:pt x="96340" y="171994"/>
                </a:lnTo>
                <a:lnTo>
                  <a:pt x="134630" y="168397"/>
                </a:lnTo>
                <a:lnTo>
                  <a:pt x="172447" y="171994"/>
                </a:lnTo>
                <a:lnTo>
                  <a:pt x="201342" y="182375"/>
                </a:lnTo>
                <a:lnTo>
                  <a:pt x="207516" y="187912"/>
                </a:lnTo>
                <a:lnTo>
                  <a:pt x="134630" y="187912"/>
                </a:lnTo>
                <a:lnTo>
                  <a:pt x="106399" y="190064"/>
                </a:lnTo>
                <a:lnTo>
                  <a:pt x="84911" y="196573"/>
                </a:lnTo>
                <a:lnTo>
                  <a:pt x="71234" y="207029"/>
                </a:lnTo>
                <a:lnTo>
                  <a:pt x="66438" y="221021"/>
                </a:lnTo>
                <a:lnTo>
                  <a:pt x="71234" y="235017"/>
                </a:lnTo>
                <a:lnTo>
                  <a:pt x="84911" y="245497"/>
                </a:lnTo>
                <a:lnTo>
                  <a:pt x="106399" y="252072"/>
                </a:lnTo>
                <a:lnTo>
                  <a:pt x="134630" y="254350"/>
                </a:lnTo>
                <a:lnTo>
                  <a:pt x="207555" y="254350"/>
                </a:lnTo>
                <a:lnTo>
                  <a:pt x="201342" y="259969"/>
                </a:lnTo>
                <a:lnTo>
                  <a:pt x="172447" y="270449"/>
                </a:lnTo>
                <a:lnTo>
                  <a:pt x="134630" y="274084"/>
                </a:lnTo>
                <a:close/>
              </a:path>
              <a:path w="226695" h="274320">
                <a:moveTo>
                  <a:pt x="207555" y="254350"/>
                </a:moveTo>
                <a:lnTo>
                  <a:pt x="134630" y="254350"/>
                </a:lnTo>
                <a:lnTo>
                  <a:pt x="162357" y="252072"/>
                </a:lnTo>
                <a:lnTo>
                  <a:pt x="183609" y="245497"/>
                </a:lnTo>
                <a:lnTo>
                  <a:pt x="197255" y="235017"/>
                </a:lnTo>
                <a:lnTo>
                  <a:pt x="202164" y="221021"/>
                </a:lnTo>
                <a:lnTo>
                  <a:pt x="197255" y="207029"/>
                </a:lnTo>
                <a:lnTo>
                  <a:pt x="183609" y="196573"/>
                </a:lnTo>
                <a:lnTo>
                  <a:pt x="162357" y="190064"/>
                </a:lnTo>
                <a:lnTo>
                  <a:pt x="134630" y="187912"/>
                </a:lnTo>
                <a:lnTo>
                  <a:pt x="207516" y="187912"/>
                </a:lnTo>
                <a:lnTo>
                  <a:pt x="219795" y="198923"/>
                </a:lnTo>
                <a:lnTo>
                  <a:pt x="226284" y="221021"/>
                </a:lnTo>
                <a:lnTo>
                  <a:pt x="219795" y="243280"/>
                </a:lnTo>
                <a:lnTo>
                  <a:pt x="207555" y="254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5523465" y="7056119"/>
            <a:ext cx="189865" cy="20320"/>
          </a:xfrm>
          <a:custGeom>
            <a:avLst/>
            <a:gdLst/>
            <a:ahLst/>
            <a:cxnLst/>
            <a:rect l="l" t="t" r="r" b="b"/>
            <a:pathLst>
              <a:path w="189864" h="20320">
                <a:moveTo>
                  <a:pt x="0" y="0"/>
                </a:moveTo>
                <a:lnTo>
                  <a:pt x="189666" y="0"/>
                </a:lnTo>
                <a:lnTo>
                  <a:pt x="18966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5689012" y="7076440"/>
            <a:ext cx="24130" cy="43180"/>
          </a:xfrm>
          <a:custGeom>
            <a:avLst/>
            <a:gdLst/>
            <a:ahLst/>
            <a:cxnLst/>
            <a:rect l="l" t="t" r="r" b="b"/>
            <a:pathLst>
              <a:path w="24129" h="43179">
                <a:moveTo>
                  <a:pt x="0" y="0"/>
                </a:moveTo>
                <a:lnTo>
                  <a:pt x="24119" y="0"/>
                </a:lnTo>
                <a:lnTo>
                  <a:pt x="24119" y="43180"/>
                </a:lnTo>
                <a:lnTo>
                  <a:pt x="0" y="431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5524123" y="7119619"/>
            <a:ext cx="189230" cy="19050"/>
          </a:xfrm>
          <a:custGeom>
            <a:avLst/>
            <a:gdLst/>
            <a:ahLst/>
            <a:cxnLst/>
            <a:rect l="l" t="t" r="r" b="b"/>
            <a:pathLst>
              <a:path w="189229" h="19050">
                <a:moveTo>
                  <a:pt x="0" y="0"/>
                </a:moveTo>
                <a:lnTo>
                  <a:pt x="189008" y="0"/>
                </a:lnTo>
                <a:lnTo>
                  <a:pt x="18900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5524123" y="7138669"/>
            <a:ext cx="24130" cy="45720"/>
          </a:xfrm>
          <a:custGeom>
            <a:avLst/>
            <a:gdLst/>
            <a:ahLst/>
            <a:cxnLst/>
            <a:rect l="l" t="t" r="r" b="b"/>
            <a:pathLst>
              <a:path w="24129" h="45720">
                <a:moveTo>
                  <a:pt x="0" y="0"/>
                </a:moveTo>
                <a:lnTo>
                  <a:pt x="24119" y="0"/>
                </a:lnTo>
                <a:lnTo>
                  <a:pt x="24119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5524123" y="7184390"/>
            <a:ext cx="195580" cy="20320"/>
          </a:xfrm>
          <a:custGeom>
            <a:avLst/>
            <a:gdLst/>
            <a:ahLst/>
            <a:cxnLst/>
            <a:rect l="l" t="t" r="r" b="b"/>
            <a:pathLst>
              <a:path w="195579" h="20320">
                <a:moveTo>
                  <a:pt x="0" y="0"/>
                </a:moveTo>
                <a:lnTo>
                  <a:pt x="195367" y="0"/>
                </a:lnTo>
                <a:lnTo>
                  <a:pt x="195367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5605910" y="7204709"/>
            <a:ext cx="24130" cy="52069"/>
          </a:xfrm>
          <a:custGeom>
            <a:avLst/>
            <a:gdLst/>
            <a:ahLst/>
            <a:cxnLst/>
            <a:rect l="l" t="t" r="r" b="b"/>
            <a:pathLst>
              <a:path w="24129" h="52070">
                <a:moveTo>
                  <a:pt x="0" y="0"/>
                </a:moveTo>
                <a:lnTo>
                  <a:pt x="24119" y="0"/>
                </a:lnTo>
                <a:lnTo>
                  <a:pt x="24119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5492548" y="7256780"/>
            <a:ext cx="252729" cy="20320"/>
          </a:xfrm>
          <a:custGeom>
            <a:avLst/>
            <a:gdLst/>
            <a:ahLst/>
            <a:cxnLst/>
            <a:rect l="l" t="t" r="r" b="b"/>
            <a:pathLst>
              <a:path w="252729" h="20320">
                <a:moveTo>
                  <a:pt x="0" y="0"/>
                </a:moveTo>
                <a:lnTo>
                  <a:pt x="252377" y="0"/>
                </a:lnTo>
                <a:lnTo>
                  <a:pt x="252377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5767948" y="7051033"/>
            <a:ext cx="66040" cy="280670"/>
          </a:xfrm>
          <a:custGeom>
            <a:avLst/>
            <a:gdLst/>
            <a:ahLst/>
            <a:cxnLst/>
            <a:rect l="l" t="t" r="r" b="b"/>
            <a:pathLst>
              <a:path w="66039" h="280670">
                <a:moveTo>
                  <a:pt x="23680" y="280662"/>
                </a:moveTo>
                <a:lnTo>
                  <a:pt x="0" y="280662"/>
                </a:lnTo>
                <a:lnTo>
                  <a:pt x="14807" y="253864"/>
                </a:lnTo>
                <a:lnTo>
                  <a:pt x="26860" y="219212"/>
                </a:lnTo>
                <a:lnTo>
                  <a:pt x="34966" y="180203"/>
                </a:lnTo>
                <a:lnTo>
                  <a:pt x="37933" y="140331"/>
                </a:lnTo>
                <a:lnTo>
                  <a:pt x="34966" y="100458"/>
                </a:lnTo>
                <a:lnTo>
                  <a:pt x="26860" y="61449"/>
                </a:lnTo>
                <a:lnTo>
                  <a:pt x="14807" y="26798"/>
                </a:lnTo>
                <a:lnTo>
                  <a:pt x="0" y="0"/>
                </a:lnTo>
                <a:lnTo>
                  <a:pt x="23680" y="0"/>
                </a:lnTo>
                <a:lnTo>
                  <a:pt x="41602" y="30622"/>
                </a:lnTo>
                <a:lnTo>
                  <a:pt x="54734" y="64080"/>
                </a:lnTo>
                <a:lnTo>
                  <a:pt x="62809" y="100582"/>
                </a:lnTo>
                <a:lnTo>
                  <a:pt x="65561" y="140331"/>
                </a:lnTo>
                <a:lnTo>
                  <a:pt x="62809" y="180080"/>
                </a:lnTo>
                <a:lnTo>
                  <a:pt x="54734" y="216581"/>
                </a:lnTo>
                <a:lnTo>
                  <a:pt x="41602" y="250040"/>
                </a:lnTo>
                <a:lnTo>
                  <a:pt x="23680" y="2806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5884380" y="7122952"/>
            <a:ext cx="40640" cy="165100"/>
          </a:xfrm>
          <a:custGeom>
            <a:avLst/>
            <a:gdLst/>
            <a:ahLst/>
            <a:cxnLst/>
            <a:rect l="l" t="t" r="r" b="b"/>
            <a:pathLst>
              <a:path w="40639" h="165100">
                <a:moveTo>
                  <a:pt x="20172" y="39906"/>
                </a:moveTo>
                <a:lnTo>
                  <a:pt x="12398" y="38330"/>
                </a:lnTo>
                <a:lnTo>
                  <a:pt x="6002" y="34041"/>
                </a:lnTo>
                <a:lnTo>
                  <a:pt x="1702" y="27696"/>
                </a:lnTo>
                <a:lnTo>
                  <a:pt x="219" y="19953"/>
                </a:lnTo>
                <a:lnTo>
                  <a:pt x="1702" y="12210"/>
                </a:lnTo>
                <a:lnTo>
                  <a:pt x="6002" y="5865"/>
                </a:lnTo>
                <a:lnTo>
                  <a:pt x="12398" y="1575"/>
                </a:lnTo>
                <a:lnTo>
                  <a:pt x="20172" y="0"/>
                </a:lnTo>
                <a:lnTo>
                  <a:pt x="27915" y="1575"/>
                </a:lnTo>
                <a:lnTo>
                  <a:pt x="34260" y="5865"/>
                </a:lnTo>
                <a:lnTo>
                  <a:pt x="38550" y="12210"/>
                </a:lnTo>
                <a:lnTo>
                  <a:pt x="40125" y="19953"/>
                </a:lnTo>
                <a:lnTo>
                  <a:pt x="38550" y="27696"/>
                </a:lnTo>
                <a:lnTo>
                  <a:pt x="34260" y="34041"/>
                </a:lnTo>
                <a:lnTo>
                  <a:pt x="27915" y="38330"/>
                </a:lnTo>
                <a:lnTo>
                  <a:pt x="20172" y="39906"/>
                </a:lnTo>
                <a:close/>
              </a:path>
              <a:path w="40639" h="165100">
                <a:moveTo>
                  <a:pt x="19953" y="164670"/>
                </a:moveTo>
                <a:lnTo>
                  <a:pt x="12179" y="163094"/>
                </a:lnTo>
                <a:lnTo>
                  <a:pt x="5783" y="158804"/>
                </a:lnTo>
                <a:lnTo>
                  <a:pt x="1483" y="152459"/>
                </a:lnTo>
                <a:lnTo>
                  <a:pt x="0" y="144716"/>
                </a:lnTo>
                <a:lnTo>
                  <a:pt x="1483" y="136973"/>
                </a:lnTo>
                <a:lnTo>
                  <a:pt x="5783" y="130628"/>
                </a:lnTo>
                <a:lnTo>
                  <a:pt x="12179" y="126339"/>
                </a:lnTo>
                <a:lnTo>
                  <a:pt x="19953" y="124763"/>
                </a:lnTo>
                <a:lnTo>
                  <a:pt x="27696" y="126339"/>
                </a:lnTo>
                <a:lnTo>
                  <a:pt x="34041" y="130628"/>
                </a:lnTo>
                <a:lnTo>
                  <a:pt x="38330" y="136973"/>
                </a:lnTo>
                <a:lnTo>
                  <a:pt x="39906" y="144716"/>
                </a:lnTo>
                <a:lnTo>
                  <a:pt x="38330" y="152459"/>
                </a:lnTo>
                <a:lnTo>
                  <a:pt x="34041" y="158804"/>
                </a:lnTo>
                <a:lnTo>
                  <a:pt x="27696" y="163094"/>
                </a:lnTo>
                <a:lnTo>
                  <a:pt x="19953" y="1646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6038749" y="7035465"/>
            <a:ext cx="224790" cy="276225"/>
          </a:xfrm>
          <a:custGeom>
            <a:avLst/>
            <a:gdLst/>
            <a:ahLst/>
            <a:cxnLst/>
            <a:rect l="l" t="t" r="r" b="b"/>
            <a:pathLst>
              <a:path w="224789" h="276225">
                <a:moveTo>
                  <a:pt x="224310" y="275619"/>
                </a:moveTo>
                <a:lnTo>
                  <a:pt x="199972" y="275619"/>
                </a:lnTo>
                <a:lnTo>
                  <a:pt x="199972" y="0"/>
                </a:lnTo>
                <a:lnTo>
                  <a:pt x="224310" y="0"/>
                </a:lnTo>
                <a:lnTo>
                  <a:pt x="224310" y="275619"/>
                </a:lnTo>
                <a:close/>
              </a:path>
              <a:path w="224789" h="276225">
                <a:moveTo>
                  <a:pt x="13156" y="223872"/>
                </a:moveTo>
                <a:lnTo>
                  <a:pt x="0" y="203918"/>
                </a:lnTo>
                <a:lnTo>
                  <a:pt x="49127" y="174191"/>
                </a:lnTo>
                <a:lnTo>
                  <a:pt x="84925" y="138275"/>
                </a:lnTo>
                <a:lnTo>
                  <a:pt x="107751" y="96645"/>
                </a:lnTo>
                <a:lnTo>
                  <a:pt x="117966" y="49773"/>
                </a:lnTo>
                <a:lnTo>
                  <a:pt x="12717" y="49773"/>
                </a:lnTo>
                <a:lnTo>
                  <a:pt x="12717" y="30039"/>
                </a:lnTo>
                <a:lnTo>
                  <a:pt x="142743" y="30039"/>
                </a:lnTo>
                <a:lnTo>
                  <a:pt x="138065" y="76320"/>
                </a:lnTo>
                <a:lnTo>
                  <a:pt x="123682" y="119644"/>
                </a:lnTo>
                <a:lnTo>
                  <a:pt x="98681" y="159211"/>
                </a:lnTo>
                <a:lnTo>
                  <a:pt x="62143" y="194220"/>
                </a:lnTo>
                <a:lnTo>
                  <a:pt x="13156" y="2238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6309764" y="7041385"/>
            <a:ext cx="252377" cy="23483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6584287" y="7035465"/>
            <a:ext cx="227329" cy="276225"/>
          </a:xfrm>
          <a:custGeom>
            <a:avLst/>
            <a:gdLst/>
            <a:ahLst/>
            <a:cxnLst/>
            <a:rect l="l" t="t" r="r" b="b"/>
            <a:pathLst>
              <a:path w="227329" h="276225">
                <a:moveTo>
                  <a:pt x="227161" y="275619"/>
                </a:moveTo>
                <a:lnTo>
                  <a:pt x="202822" y="275619"/>
                </a:lnTo>
                <a:lnTo>
                  <a:pt x="202822" y="0"/>
                </a:lnTo>
                <a:lnTo>
                  <a:pt x="227161" y="0"/>
                </a:lnTo>
                <a:lnTo>
                  <a:pt x="227161" y="275619"/>
                </a:lnTo>
                <a:close/>
              </a:path>
              <a:path w="227329" h="276225">
                <a:moveTo>
                  <a:pt x="164231" y="48677"/>
                </a:moveTo>
                <a:lnTo>
                  <a:pt x="8989" y="48677"/>
                </a:lnTo>
                <a:lnTo>
                  <a:pt x="8989" y="28285"/>
                </a:lnTo>
                <a:lnTo>
                  <a:pt x="164231" y="28285"/>
                </a:lnTo>
                <a:lnTo>
                  <a:pt x="164231" y="48677"/>
                </a:lnTo>
                <a:close/>
              </a:path>
              <a:path w="227329" h="276225">
                <a:moveTo>
                  <a:pt x="14471" y="222556"/>
                </a:moveTo>
                <a:lnTo>
                  <a:pt x="0" y="203261"/>
                </a:lnTo>
                <a:lnTo>
                  <a:pt x="28199" y="183462"/>
                </a:lnTo>
                <a:lnTo>
                  <a:pt x="51774" y="154720"/>
                </a:lnTo>
                <a:lnTo>
                  <a:pt x="67990" y="120593"/>
                </a:lnTo>
                <a:lnTo>
                  <a:pt x="74112" y="84637"/>
                </a:lnTo>
                <a:lnTo>
                  <a:pt x="74112" y="48677"/>
                </a:lnTo>
                <a:lnTo>
                  <a:pt x="98670" y="48677"/>
                </a:lnTo>
                <a:lnTo>
                  <a:pt x="98670" y="84637"/>
                </a:lnTo>
                <a:lnTo>
                  <a:pt x="104614" y="119346"/>
                </a:lnTo>
                <a:lnTo>
                  <a:pt x="110630" y="131341"/>
                </a:lnTo>
                <a:lnTo>
                  <a:pt x="86720" y="131341"/>
                </a:lnTo>
                <a:lnTo>
                  <a:pt x="74398" y="160394"/>
                </a:lnTo>
                <a:lnTo>
                  <a:pt x="57544" y="186158"/>
                </a:lnTo>
                <a:lnTo>
                  <a:pt x="37215" y="207317"/>
                </a:lnTo>
                <a:lnTo>
                  <a:pt x="14471" y="222556"/>
                </a:lnTo>
                <a:close/>
              </a:path>
              <a:path w="227329" h="276225">
                <a:moveTo>
                  <a:pt x="159626" y="215759"/>
                </a:moveTo>
                <a:lnTo>
                  <a:pt x="136456" y="201721"/>
                </a:lnTo>
                <a:lnTo>
                  <a:pt x="115937" y="182307"/>
                </a:lnTo>
                <a:lnTo>
                  <a:pt x="99037" y="158515"/>
                </a:lnTo>
                <a:lnTo>
                  <a:pt x="86720" y="131341"/>
                </a:lnTo>
                <a:lnTo>
                  <a:pt x="110630" y="131341"/>
                </a:lnTo>
                <a:lnTo>
                  <a:pt x="120734" y="151486"/>
                </a:lnTo>
                <a:lnTo>
                  <a:pt x="144459" y="178158"/>
                </a:lnTo>
                <a:lnTo>
                  <a:pt x="173221" y="196463"/>
                </a:lnTo>
                <a:lnTo>
                  <a:pt x="159626" y="215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6854205" y="7035465"/>
            <a:ext cx="264160" cy="276225"/>
          </a:xfrm>
          <a:custGeom>
            <a:avLst/>
            <a:gdLst/>
            <a:ahLst/>
            <a:cxnLst/>
            <a:rect l="l" t="t" r="r" b="b"/>
            <a:pathLst>
              <a:path w="264159" h="276225">
                <a:moveTo>
                  <a:pt x="217952" y="275619"/>
                </a:moveTo>
                <a:lnTo>
                  <a:pt x="193613" y="275619"/>
                </a:lnTo>
                <a:lnTo>
                  <a:pt x="193613" y="0"/>
                </a:lnTo>
                <a:lnTo>
                  <a:pt x="217952" y="0"/>
                </a:lnTo>
                <a:lnTo>
                  <a:pt x="217952" y="111388"/>
                </a:lnTo>
                <a:lnTo>
                  <a:pt x="263998" y="111388"/>
                </a:lnTo>
                <a:lnTo>
                  <a:pt x="263998" y="132218"/>
                </a:lnTo>
                <a:lnTo>
                  <a:pt x="217952" y="132218"/>
                </a:lnTo>
                <a:lnTo>
                  <a:pt x="217952" y="275619"/>
                </a:lnTo>
                <a:close/>
              </a:path>
              <a:path w="264159" h="276225">
                <a:moveTo>
                  <a:pt x="159846" y="48677"/>
                </a:moveTo>
                <a:lnTo>
                  <a:pt x="9867" y="48677"/>
                </a:lnTo>
                <a:lnTo>
                  <a:pt x="9867" y="28285"/>
                </a:lnTo>
                <a:lnTo>
                  <a:pt x="159846" y="28285"/>
                </a:lnTo>
                <a:lnTo>
                  <a:pt x="159846" y="48677"/>
                </a:lnTo>
                <a:close/>
              </a:path>
              <a:path w="264159" h="276225">
                <a:moveTo>
                  <a:pt x="14690" y="222556"/>
                </a:moveTo>
                <a:lnTo>
                  <a:pt x="0" y="203261"/>
                </a:lnTo>
                <a:lnTo>
                  <a:pt x="28258" y="183184"/>
                </a:lnTo>
                <a:lnTo>
                  <a:pt x="51747" y="154309"/>
                </a:lnTo>
                <a:lnTo>
                  <a:pt x="67835" y="120254"/>
                </a:lnTo>
                <a:lnTo>
                  <a:pt x="73893" y="84637"/>
                </a:lnTo>
                <a:lnTo>
                  <a:pt x="73893" y="48677"/>
                </a:lnTo>
                <a:lnTo>
                  <a:pt x="97793" y="48677"/>
                </a:lnTo>
                <a:lnTo>
                  <a:pt x="97793" y="84637"/>
                </a:lnTo>
                <a:lnTo>
                  <a:pt x="103292" y="118020"/>
                </a:lnTo>
                <a:lnTo>
                  <a:pt x="109419" y="130793"/>
                </a:lnTo>
                <a:lnTo>
                  <a:pt x="86062" y="130793"/>
                </a:lnTo>
                <a:lnTo>
                  <a:pt x="73846" y="159931"/>
                </a:lnTo>
                <a:lnTo>
                  <a:pt x="57160" y="185884"/>
                </a:lnTo>
                <a:lnTo>
                  <a:pt x="37081" y="207232"/>
                </a:lnTo>
                <a:lnTo>
                  <a:pt x="14690" y="222556"/>
                </a:lnTo>
                <a:close/>
              </a:path>
              <a:path w="264159" h="276225">
                <a:moveTo>
                  <a:pt x="155460" y="215759"/>
                </a:moveTo>
                <a:lnTo>
                  <a:pt x="133362" y="201296"/>
                </a:lnTo>
                <a:lnTo>
                  <a:pt x="113854" y="181539"/>
                </a:lnTo>
                <a:lnTo>
                  <a:pt x="97800" y="157651"/>
                </a:lnTo>
                <a:lnTo>
                  <a:pt x="86062" y="130793"/>
                </a:lnTo>
                <a:lnTo>
                  <a:pt x="109419" y="130793"/>
                </a:lnTo>
                <a:lnTo>
                  <a:pt x="118596" y="149924"/>
                </a:lnTo>
                <a:lnTo>
                  <a:pt x="141424" y="177140"/>
                </a:lnTo>
                <a:lnTo>
                  <a:pt x="169493" y="196463"/>
                </a:lnTo>
                <a:lnTo>
                  <a:pt x="155460" y="215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7131140" y="7035465"/>
            <a:ext cx="238125" cy="276225"/>
          </a:xfrm>
          <a:custGeom>
            <a:avLst/>
            <a:gdLst/>
            <a:ahLst/>
            <a:cxnLst/>
            <a:rect l="l" t="t" r="r" b="b"/>
            <a:pathLst>
              <a:path w="238125" h="276225">
                <a:moveTo>
                  <a:pt x="237686" y="275619"/>
                </a:moveTo>
                <a:lnTo>
                  <a:pt x="214443" y="275619"/>
                </a:lnTo>
                <a:lnTo>
                  <a:pt x="214443" y="0"/>
                </a:lnTo>
                <a:lnTo>
                  <a:pt x="237686" y="0"/>
                </a:lnTo>
                <a:lnTo>
                  <a:pt x="237686" y="275619"/>
                </a:lnTo>
                <a:close/>
              </a:path>
              <a:path w="238125" h="276225">
                <a:moveTo>
                  <a:pt x="181992" y="261147"/>
                </a:moveTo>
                <a:lnTo>
                  <a:pt x="158969" y="261147"/>
                </a:lnTo>
                <a:lnTo>
                  <a:pt x="158969" y="129367"/>
                </a:lnTo>
                <a:lnTo>
                  <a:pt x="115554" y="129367"/>
                </a:lnTo>
                <a:lnTo>
                  <a:pt x="115554" y="108756"/>
                </a:lnTo>
                <a:lnTo>
                  <a:pt x="158969" y="108756"/>
                </a:lnTo>
                <a:lnTo>
                  <a:pt x="158969" y="6578"/>
                </a:lnTo>
                <a:lnTo>
                  <a:pt x="181992" y="6578"/>
                </a:lnTo>
                <a:lnTo>
                  <a:pt x="181992" y="261147"/>
                </a:lnTo>
                <a:close/>
              </a:path>
              <a:path w="238125" h="276225">
                <a:moveTo>
                  <a:pt x="83102" y="51089"/>
                </a:moveTo>
                <a:lnTo>
                  <a:pt x="59860" y="51089"/>
                </a:lnTo>
                <a:lnTo>
                  <a:pt x="59860" y="10086"/>
                </a:lnTo>
                <a:lnTo>
                  <a:pt x="83102" y="10086"/>
                </a:lnTo>
                <a:lnTo>
                  <a:pt x="83102" y="51089"/>
                </a:lnTo>
                <a:close/>
              </a:path>
              <a:path w="238125" h="276225">
                <a:moveTo>
                  <a:pt x="134630" y="71262"/>
                </a:moveTo>
                <a:lnTo>
                  <a:pt x="7455" y="71262"/>
                </a:lnTo>
                <a:lnTo>
                  <a:pt x="7455" y="51089"/>
                </a:lnTo>
                <a:lnTo>
                  <a:pt x="134630" y="51089"/>
                </a:lnTo>
                <a:lnTo>
                  <a:pt x="134630" y="71262"/>
                </a:lnTo>
                <a:close/>
              </a:path>
              <a:path w="238125" h="276225">
                <a:moveTo>
                  <a:pt x="14690" y="219048"/>
                </a:moveTo>
                <a:lnTo>
                  <a:pt x="0" y="200629"/>
                </a:lnTo>
                <a:lnTo>
                  <a:pt x="25140" y="179703"/>
                </a:lnTo>
                <a:lnTo>
                  <a:pt x="43908" y="151623"/>
                </a:lnTo>
                <a:lnTo>
                  <a:pt x="55687" y="119103"/>
                </a:lnTo>
                <a:lnTo>
                  <a:pt x="59860" y="84856"/>
                </a:lnTo>
                <a:lnTo>
                  <a:pt x="59860" y="71262"/>
                </a:lnTo>
                <a:lnTo>
                  <a:pt x="82883" y="71262"/>
                </a:lnTo>
                <a:lnTo>
                  <a:pt x="82883" y="84856"/>
                </a:lnTo>
                <a:lnTo>
                  <a:pt x="86997" y="117870"/>
                </a:lnTo>
                <a:lnTo>
                  <a:pt x="93967" y="136055"/>
                </a:lnTo>
                <a:lnTo>
                  <a:pt x="71700" y="136055"/>
                </a:lnTo>
                <a:lnTo>
                  <a:pt x="62484" y="161619"/>
                </a:lnTo>
                <a:lnTo>
                  <a:pt x="49773" y="184582"/>
                </a:lnTo>
                <a:lnTo>
                  <a:pt x="33774" y="204030"/>
                </a:lnTo>
                <a:lnTo>
                  <a:pt x="14690" y="219048"/>
                </a:lnTo>
                <a:close/>
              </a:path>
              <a:path w="238125" h="276225">
                <a:moveTo>
                  <a:pt x="128929" y="212908"/>
                </a:moveTo>
                <a:lnTo>
                  <a:pt x="109827" y="199250"/>
                </a:lnTo>
                <a:lnTo>
                  <a:pt x="93778" y="181348"/>
                </a:lnTo>
                <a:lnTo>
                  <a:pt x="80997" y="160012"/>
                </a:lnTo>
                <a:lnTo>
                  <a:pt x="71700" y="136055"/>
                </a:lnTo>
                <a:lnTo>
                  <a:pt x="93967" y="136055"/>
                </a:lnTo>
                <a:lnTo>
                  <a:pt x="98862" y="148827"/>
                </a:lnTo>
                <a:lnTo>
                  <a:pt x="117757" y="175263"/>
                </a:lnTo>
                <a:lnTo>
                  <a:pt x="142962" y="194709"/>
                </a:lnTo>
                <a:lnTo>
                  <a:pt x="128929" y="212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7406102" y="7264819"/>
            <a:ext cx="46990" cy="84455"/>
          </a:xfrm>
          <a:custGeom>
            <a:avLst/>
            <a:gdLst/>
            <a:ahLst/>
            <a:cxnLst/>
            <a:rect l="l" t="t" r="r" b="b"/>
            <a:pathLst>
              <a:path w="46990" h="84454">
                <a:moveTo>
                  <a:pt x="23023" y="84418"/>
                </a:moveTo>
                <a:lnTo>
                  <a:pt x="0" y="84418"/>
                </a:lnTo>
                <a:lnTo>
                  <a:pt x="17102" y="0"/>
                </a:lnTo>
                <a:lnTo>
                  <a:pt x="46923" y="0"/>
                </a:lnTo>
                <a:lnTo>
                  <a:pt x="23023" y="844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7569212" y="7035465"/>
            <a:ext cx="227329" cy="276225"/>
          </a:xfrm>
          <a:custGeom>
            <a:avLst/>
            <a:gdLst/>
            <a:ahLst/>
            <a:cxnLst/>
            <a:rect l="l" t="t" r="r" b="b"/>
            <a:pathLst>
              <a:path w="227329" h="276225">
                <a:moveTo>
                  <a:pt x="227161" y="275619"/>
                </a:moveTo>
                <a:lnTo>
                  <a:pt x="202822" y="275619"/>
                </a:lnTo>
                <a:lnTo>
                  <a:pt x="202822" y="0"/>
                </a:lnTo>
                <a:lnTo>
                  <a:pt x="227161" y="0"/>
                </a:lnTo>
                <a:lnTo>
                  <a:pt x="227161" y="275619"/>
                </a:lnTo>
                <a:close/>
              </a:path>
              <a:path w="227329" h="276225">
                <a:moveTo>
                  <a:pt x="164231" y="48677"/>
                </a:moveTo>
                <a:lnTo>
                  <a:pt x="8989" y="48677"/>
                </a:lnTo>
                <a:lnTo>
                  <a:pt x="8989" y="28285"/>
                </a:lnTo>
                <a:lnTo>
                  <a:pt x="164231" y="28285"/>
                </a:lnTo>
                <a:lnTo>
                  <a:pt x="164231" y="48677"/>
                </a:lnTo>
                <a:close/>
              </a:path>
              <a:path w="227329" h="276225">
                <a:moveTo>
                  <a:pt x="14471" y="222556"/>
                </a:moveTo>
                <a:lnTo>
                  <a:pt x="0" y="203261"/>
                </a:lnTo>
                <a:lnTo>
                  <a:pt x="28199" y="183462"/>
                </a:lnTo>
                <a:lnTo>
                  <a:pt x="51774" y="154720"/>
                </a:lnTo>
                <a:lnTo>
                  <a:pt x="67990" y="120593"/>
                </a:lnTo>
                <a:lnTo>
                  <a:pt x="74112" y="84637"/>
                </a:lnTo>
                <a:lnTo>
                  <a:pt x="74112" y="48677"/>
                </a:lnTo>
                <a:lnTo>
                  <a:pt x="98670" y="48677"/>
                </a:lnTo>
                <a:lnTo>
                  <a:pt x="98670" y="84637"/>
                </a:lnTo>
                <a:lnTo>
                  <a:pt x="104614" y="119346"/>
                </a:lnTo>
                <a:lnTo>
                  <a:pt x="110630" y="131341"/>
                </a:lnTo>
                <a:lnTo>
                  <a:pt x="86720" y="131341"/>
                </a:lnTo>
                <a:lnTo>
                  <a:pt x="74398" y="160394"/>
                </a:lnTo>
                <a:lnTo>
                  <a:pt x="57544" y="186158"/>
                </a:lnTo>
                <a:lnTo>
                  <a:pt x="37215" y="207317"/>
                </a:lnTo>
                <a:lnTo>
                  <a:pt x="14471" y="222556"/>
                </a:lnTo>
                <a:close/>
              </a:path>
              <a:path w="227329" h="276225">
                <a:moveTo>
                  <a:pt x="159626" y="215759"/>
                </a:moveTo>
                <a:lnTo>
                  <a:pt x="136456" y="201721"/>
                </a:lnTo>
                <a:lnTo>
                  <a:pt x="115937" y="182307"/>
                </a:lnTo>
                <a:lnTo>
                  <a:pt x="99037" y="158515"/>
                </a:lnTo>
                <a:lnTo>
                  <a:pt x="86720" y="131341"/>
                </a:lnTo>
                <a:lnTo>
                  <a:pt x="110630" y="131341"/>
                </a:lnTo>
                <a:lnTo>
                  <a:pt x="120734" y="151486"/>
                </a:lnTo>
                <a:lnTo>
                  <a:pt x="144459" y="178158"/>
                </a:lnTo>
                <a:lnTo>
                  <a:pt x="173221" y="196463"/>
                </a:lnTo>
                <a:lnTo>
                  <a:pt x="159626" y="215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7848120" y="7035465"/>
            <a:ext cx="224154" cy="276225"/>
          </a:xfrm>
          <a:custGeom>
            <a:avLst/>
            <a:gdLst/>
            <a:ahLst/>
            <a:cxnLst/>
            <a:rect l="l" t="t" r="r" b="b"/>
            <a:pathLst>
              <a:path w="224154" h="276225">
                <a:moveTo>
                  <a:pt x="224091" y="40564"/>
                </a:moveTo>
                <a:lnTo>
                  <a:pt x="199752" y="40564"/>
                </a:lnTo>
                <a:lnTo>
                  <a:pt x="199752" y="0"/>
                </a:lnTo>
                <a:lnTo>
                  <a:pt x="224091" y="0"/>
                </a:lnTo>
                <a:lnTo>
                  <a:pt x="224091" y="40564"/>
                </a:lnTo>
                <a:close/>
              </a:path>
              <a:path w="224154" h="276225">
                <a:moveTo>
                  <a:pt x="71481" y="147567"/>
                </a:moveTo>
                <a:lnTo>
                  <a:pt x="42890" y="142835"/>
                </a:lnTo>
                <a:lnTo>
                  <a:pt x="20200" y="129285"/>
                </a:lnTo>
                <a:lnTo>
                  <a:pt x="5279" y="108376"/>
                </a:lnTo>
                <a:lnTo>
                  <a:pt x="0" y="81567"/>
                </a:lnTo>
                <a:lnTo>
                  <a:pt x="5279" y="54977"/>
                </a:lnTo>
                <a:lnTo>
                  <a:pt x="20200" y="34123"/>
                </a:lnTo>
                <a:lnTo>
                  <a:pt x="42890" y="20546"/>
                </a:lnTo>
                <a:lnTo>
                  <a:pt x="71481" y="15787"/>
                </a:lnTo>
                <a:lnTo>
                  <a:pt x="88666" y="17423"/>
                </a:lnTo>
                <a:lnTo>
                  <a:pt x="104124" y="22296"/>
                </a:lnTo>
                <a:lnTo>
                  <a:pt x="117486" y="30109"/>
                </a:lnTo>
                <a:lnTo>
                  <a:pt x="124039" y="36398"/>
                </a:lnTo>
                <a:lnTo>
                  <a:pt x="71481" y="36398"/>
                </a:lnTo>
                <a:lnTo>
                  <a:pt x="52103" y="39786"/>
                </a:lnTo>
                <a:lnTo>
                  <a:pt x="36836" y="49198"/>
                </a:lnTo>
                <a:lnTo>
                  <a:pt x="26832" y="63501"/>
                </a:lnTo>
                <a:lnTo>
                  <a:pt x="23242" y="81567"/>
                </a:lnTo>
                <a:lnTo>
                  <a:pt x="26832" y="99944"/>
                </a:lnTo>
                <a:lnTo>
                  <a:pt x="36836" y="114293"/>
                </a:lnTo>
                <a:lnTo>
                  <a:pt x="52103" y="123625"/>
                </a:lnTo>
                <a:lnTo>
                  <a:pt x="71481" y="126956"/>
                </a:lnTo>
                <a:lnTo>
                  <a:pt x="124124" y="126956"/>
                </a:lnTo>
                <a:lnTo>
                  <a:pt x="117532" y="133244"/>
                </a:lnTo>
                <a:lnTo>
                  <a:pt x="104138" y="141057"/>
                </a:lnTo>
                <a:lnTo>
                  <a:pt x="88668" y="145931"/>
                </a:lnTo>
                <a:lnTo>
                  <a:pt x="71481" y="147567"/>
                </a:lnTo>
                <a:close/>
              </a:path>
              <a:path w="224154" h="276225">
                <a:moveTo>
                  <a:pt x="124124" y="126956"/>
                </a:moveTo>
                <a:lnTo>
                  <a:pt x="71481" y="126956"/>
                </a:lnTo>
                <a:lnTo>
                  <a:pt x="90420" y="123625"/>
                </a:lnTo>
                <a:lnTo>
                  <a:pt x="105577" y="114293"/>
                </a:lnTo>
                <a:lnTo>
                  <a:pt x="115636" y="99944"/>
                </a:lnTo>
                <a:lnTo>
                  <a:pt x="119281" y="81567"/>
                </a:lnTo>
                <a:lnTo>
                  <a:pt x="115636" y="63501"/>
                </a:lnTo>
                <a:lnTo>
                  <a:pt x="105577" y="49198"/>
                </a:lnTo>
                <a:lnTo>
                  <a:pt x="90420" y="39786"/>
                </a:lnTo>
                <a:lnTo>
                  <a:pt x="71481" y="36398"/>
                </a:lnTo>
                <a:lnTo>
                  <a:pt x="124039" y="36398"/>
                </a:lnTo>
                <a:lnTo>
                  <a:pt x="128381" y="40564"/>
                </a:lnTo>
                <a:lnTo>
                  <a:pt x="224091" y="40564"/>
                </a:lnTo>
                <a:lnTo>
                  <a:pt x="224091" y="60737"/>
                </a:lnTo>
                <a:lnTo>
                  <a:pt x="139454" y="60737"/>
                </a:lnTo>
                <a:lnTo>
                  <a:pt x="141537" y="67205"/>
                </a:lnTo>
                <a:lnTo>
                  <a:pt x="142743" y="74222"/>
                </a:lnTo>
                <a:lnTo>
                  <a:pt x="142743" y="89022"/>
                </a:lnTo>
                <a:lnTo>
                  <a:pt x="141537" y="96148"/>
                </a:lnTo>
                <a:lnTo>
                  <a:pt x="139454" y="102617"/>
                </a:lnTo>
                <a:lnTo>
                  <a:pt x="224091" y="102617"/>
                </a:lnTo>
                <a:lnTo>
                  <a:pt x="224091" y="122789"/>
                </a:lnTo>
                <a:lnTo>
                  <a:pt x="128490" y="122789"/>
                </a:lnTo>
                <a:lnTo>
                  <a:pt x="124124" y="126956"/>
                </a:lnTo>
                <a:close/>
              </a:path>
              <a:path w="224154" h="276225">
                <a:moveTo>
                  <a:pt x="224091" y="102617"/>
                </a:moveTo>
                <a:lnTo>
                  <a:pt x="199752" y="102617"/>
                </a:lnTo>
                <a:lnTo>
                  <a:pt x="199752" y="60737"/>
                </a:lnTo>
                <a:lnTo>
                  <a:pt x="224091" y="60737"/>
                </a:lnTo>
                <a:lnTo>
                  <a:pt x="224091" y="102617"/>
                </a:lnTo>
                <a:close/>
              </a:path>
              <a:path w="224154" h="276225">
                <a:moveTo>
                  <a:pt x="224091" y="162258"/>
                </a:moveTo>
                <a:lnTo>
                  <a:pt x="199752" y="162258"/>
                </a:lnTo>
                <a:lnTo>
                  <a:pt x="199752" y="122789"/>
                </a:lnTo>
                <a:lnTo>
                  <a:pt x="224091" y="122789"/>
                </a:lnTo>
                <a:lnTo>
                  <a:pt x="224091" y="162258"/>
                </a:lnTo>
                <a:close/>
              </a:path>
              <a:path w="224154" h="276225">
                <a:moveTo>
                  <a:pt x="224091" y="275619"/>
                </a:moveTo>
                <a:lnTo>
                  <a:pt x="199752" y="275619"/>
                </a:lnTo>
                <a:lnTo>
                  <a:pt x="199752" y="197121"/>
                </a:lnTo>
                <a:lnTo>
                  <a:pt x="38591" y="197121"/>
                </a:lnTo>
                <a:lnTo>
                  <a:pt x="38591" y="177606"/>
                </a:lnTo>
                <a:lnTo>
                  <a:pt x="224091" y="177606"/>
                </a:lnTo>
                <a:lnTo>
                  <a:pt x="224091" y="275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8197713" y="7034149"/>
            <a:ext cx="251460" cy="276225"/>
          </a:xfrm>
          <a:custGeom>
            <a:avLst/>
            <a:gdLst/>
            <a:ahLst/>
            <a:cxnLst/>
            <a:rect l="l" t="t" r="r" b="b"/>
            <a:pathLst>
              <a:path w="251459" h="276225">
                <a:moveTo>
                  <a:pt x="137480" y="28504"/>
                </a:moveTo>
                <a:lnTo>
                  <a:pt x="113580" y="28504"/>
                </a:lnTo>
                <a:lnTo>
                  <a:pt x="113580" y="0"/>
                </a:lnTo>
                <a:lnTo>
                  <a:pt x="137480" y="0"/>
                </a:lnTo>
                <a:lnTo>
                  <a:pt x="137480" y="28504"/>
                </a:lnTo>
                <a:close/>
              </a:path>
              <a:path w="251459" h="276225">
                <a:moveTo>
                  <a:pt x="225626" y="48019"/>
                </a:moveTo>
                <a:lnTo>
                  <a:pt x="25873" y="48019"/>
                </a:lnTo>
                <a:lnTo>
                  <a:pt x="25873" y="28504"/>
                </a:lnTo>
                <a:lnTo>
                  <a:pt x="225626" y="28504"/>
                </a:lnTo>
                <a:lnTo>
                  <a:pt x="225626" y="48019"/>
                </a:lnTo>
                <a:close/>
              </a:path>
              <a:path w="251459" h="276225">
                <a:moveTo>
                  <a:pt x="22803" y="124544"/>
                </a:moveTo>
                <a:lnTo>
                  <a:pt x="14910" y="105906"/>
                </a:lnTo>
                <a:lnTo>
                  <a:pt x="51627" y="99112"/>
                </a:lnTo>
                <a:lnTo>
                  <a:pt x="82198" y="86830"/>
                </a:lnTo>
                <a:lnTo>
                  <a:pt x="103436" y="69614"/>
                </a:lnTo>
                <a:lnTo>
                  <a:pt x="112155" y="48019"/>
                </a:lnTo>
                <a:lnTo>
                  <a:pt x="138796" y="48019"/>
                </a:lnTo>
                <a:lnTo>
                  <a:pt x="147425" y="69614"/>
                </a:lnTo>
                <a:lnTo>
                  <a:pt x="154037" y="74989"/>
                </a:lnTo>
                <a:lnTo>
                  <a:pt x="125530" y="74989"/>
                </a:lnTo>
                <a:lnTo>
                  <a:pt x="108770" y="93894"/>
                </a:lnTo>
                <a:lnTo>
                  <a:pt x="84856" y="108482"/>
                </a:lnTo>
                <a:lnTo>
                  <a:pt x="55598" y="118712"/>
                </a:lnTo>
                <a:lnTo>
                  <a:pt x="22803" y="124544"/>
                </a:lnTo>
                <a:close/>
              </a:path>
              <a:path w="251459" h="276225">
                <a:moveTo>
                  <a:pt x="228257" y="124544"/>
                </a:moveTo>
                <a:lnTo>
                  <a:pt x="195293" y="118712"/>
                </a:lnTo>
                <a:lnTo>
                  <a:pt x="165999" y="108482"/>
                </a:lnTo>
                <a:lnTo>
                  <a:pt x="142152" y="93894"/>
                </a:lnTo>
                <a:lnTo>
                  <a:pt x="125530" y="74989"/>
                </a:lnTo>
                <a:lnTo>
                  <a:pt x="154037" y="74989"/>
                </a:lnTo>
                <a:lnTo>
                  <a:pt x="168603" y="86830"/>
                </a:lnTo>
                <a:lnTo>
                  <a:pt x="199216" y="99112"/>
                </a:lnTo>
                <a:lnTo>
                  <a:pt x="236151" y="105906"/>
                </a:lnTo>
                <a:lnTo>
                  <a:pt x="228257" y="124544"/>
                </a:lnTo>
                <a:close/>
              </a:path>
              <a:path w="251459" h="276225">
                <a:moveTo>
                  <a:pt x="251280" y="159846"/>
                </a:moveTo>
                <a:lnTo>
                  <a:pt x="0" y="159846"/>
                </a:lnTo>
                <a:lnTo>
                  <a:pt x="0" y="140112"/>
                </a:lnTo>
                <a:lnTo>
                  <a:pt x="251280" y="140112"/>
                </a:lnTo>
                <a:lnTo>
                  <a:pt x="251280" y="159846"/>
                </a:lnTo>
                <a:close/>
              </a:path>
              <a:path w="251459" h="276225">
                <a:moveTo>
                  <a:pt x="137480" y="191420"/>
                </a:moveTo>
                <a:lnTo>
                  <a:pt x="113580" y="191420"/>
                </a:lnTo>
                <a:lnTo>
                  <a:pt x="113580" y="159846"/>
                </a:lnTo>
                <a:lnTo>
                  <a:pt x="137480" y="159846"/>
                </a:lnTo>
                <a:lnTo>
                  <a:pt x="137480" y="191420"/>
                </a:lnTo>
                <a:close/>
              </a:path>
              <a:path w="251459" h="276225">
                <a:moveTo>
                  <a:pt x="220144" y="276058"/>
                </a:moveTo>
                <a:lnTo>
                  <a:pt x="195586" y="276058"/>
                </a:lnTo>
                <a:lnTo>
                  <a:pt x="195586" y="211374"/>
                </a:lnTo>
                <a:lnTo>
                  <a:pt x="27847" y="211374"/>
                </a:lnTo>
                <a:lnTo>
                  <a:pt x="27847" y="191420"/>
                </a:lnTo>
                <a:lnTo>
                  <a:pt x="220144" y="191420"/>
                </a:lnTo>
                <a:lnTo>
                  <a:pt x="220144" y="2760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8472455" y="7032834"/>
            <a:ext cx="228600" cy="274955"/>
          </a:xfrm>
          <a:custGeom>
            <a:avLst/>
            <a:gdLst/>
            <a:ahLst/>
            <a:cxnLst/>
            <a:rect l="l" t="t" r="r" b="b"/>
            <a:pathLst>
              <a:path w="228600" h="274954">
                <a:moveTo>
                  <a:pt x="91215" y="30478"/>
                </a:moveTo>
                <a:lnTo>
                  <a:pt x="67095" y="30478"/>
                </a:lnTo>
                <a:lnTo>
                  <a:pt x="67095" y="0"/>
                </a:lnTo>
                <a:lnTo>
                  <a:pt x="91215" y="0"/>
                </a:lnTo>
                <a:lnTo>
                  <a:pt x="91215" y="30478"/>
                </a:lnTo>
                <a:close/>
              </a:path>
              <a:path w="228600" h="274954">
                <a:moveTo>
                  <a:pt x="228257" y="165547"/>
                </a:moveTo>
                <a:lnTo>
                  <a:pt x="203918" y="165547"/>
                </a:lnTo>
                <a:lnTo>
                  <a:pt x="203918" y="140989"/>
                </a:lnTo>
                <a:lnTo>
                  <a:pt x="155680" y="140989"/>
                </a:lnTo>
                <a:lnTo>
                  <a:pt x="155680" y="120816"/>
                </a:lnTo>
                <a:lnTo>
                  <a:pt x="203918" y="120816"/>
                </a:lnTo>
                <a:lnTo>
                  <a:pt x="203918" y="87268"/>
                </a:lnTo>
                <a:lnTo>
                  <a:pt x="155899" y="87268"/>
                </a:lnTo>
                <a:lnTo>
                  <a:pt x="155899" y="67095"/>
                </a:lnTo>
                <a:lnTo>
                  <a:pt x="203918" y="67095"/>
                </a:lnTo>
                <a:lnTo>
                  <a:pt x="203918" y="2631"/>
                </a:lnTo>
                <a:lnTo>
                  <a:pt x="228257" y="2631"/>
                </a:lnTo>
                <a:lnTo>
                  <a:pt x="228257" y="165547"/>
                </a:lnTo>
                <a:close/>
              </a:path>
              <a:path w="228600" h="274954">
                <a:moveTo>
                  <a:pt x="156118" y="50431"/>
                </a:moveTo>
                <a:lnTo>
                  <a:pt x="0" y="50431"/>
                </a:lnTo>
                <a:lnTo>
                  <a:pt x="0" y="30478"/>
                </a:lnTo>
                <a:lnTo>
                  <a:pt x="156118" y="30478"/>
                </a:lnTo>
                <a:lnTo>
                  <a:pt x="156118" y="50431"/>
                </a:lnTo>
                <a:close/>
              </a:path>
              <a:path w="228600" h="274954">
                <a:moveTo>
                  <a:pt x="78936" y="163135"/>
                </a:moveTo>
                <a:lnTo>
                  <a:pt x="53415" y="159620"/>
                </a:lnTo>
                <a:lnTo>
                  <a:pt x="33630" y="149650"/>
                </a:lnTo>
                <a:lnTo>
                  <a:pt x="20874" y="134089"/>
                </a:lnTo>
                <a:lnTo>
                  <a:pt x="16445" y="113799"/>
                </a:lnTo>
                <a:lnTo>
                  <a:pt x="20874" y="93349"/>
                </a:lnTo>
                <a:lnTo>
                  <a:pt x="33630" y="77648"/>
                </a:lnTo>
                <a:lnTo>
                  <a:pt x="53415" y="67579"/>
                </a:lnTo>
                <a:lnTo>
                  <a:pt x="78936" y="64026"/>
                </a:lnTo>
                <a:lnTo>
                  <a:pt x="104278" y="67579"/>
                </a:lnTo>
                <a:lnTo>
                  <a:pt x="124132" y="77648"/>
                </a:lnTo>
                <a:lnTo>
                  <a:pt x="128463" y="82883"/>
                </a:lnTo>
                <a:lnTo>
                  <a:pt x="78936" y="82883"/>
                </a:lnTo>
                <a:lnTo>
                  <a:pt x="62528" y="85093"/>
                </a:lnTo>
                <a:lnTo>
                  <a:pt x="49965" y="91352"/>
                </a:lnTo>
                <a:lnTo>
                  <a:pt x="41965" y="101106"/>
                </a:lnTo>
                <a:lnTo>
                  <a:pt x="39248" y="113799"/>
                </a:lnTo>
                <a:lnTo>
                  <a:pt x="41965" y="126401"/>
                </a:lnTo>
                <a:lnTo>
                  <a:pt x="49965" y="136165"/>
                </a:lnTo>
                <a:lnTo>
                  <a:pt x="62528" y="142476"/>
                </a:lnTo>
                <a:lnTo>
                  <a:pt x="78936" y="144716"/>
                </a:lnTo>
                <a:lnTo>
                  <a:pt x="128250" y="144716"/>
                </a:lnTo>
                <a:lnTo>
                  <a:pt x="124132" y="149650"/>
                </a:lnTo>
                <a:lnTo>
                  <a:pt x="104278" y="159620"/>
                </a:lnTo>
                <a:lnTo>
                  <a:pt x="78936" y="163135"/>
                </a:lnTo>
                <a:close/>
              </a:path>
              <a:path w="228600" h="274954">
                <a:moveTo>
                  <a:pt x="128250" y="144716"/>
                </a:moveTo>
                <a:lnTo>
                  <a:pt x="78936" y="144716"/>
                </a:lnTo>
                <a:lnTo>
                  <a:pt x="95165" y="142476"/>
                </a:lnTo>
                <a:lnTo>
                  <a:pt x="107797" y="136165"/>
                </a:lnTo>
                <a:lnTo>
                  <a:pt x="116030" y="126401"/>
                </a:lnTo>
                <a:lnTo>
                  <a:pt x="119062" y="113799"/>
                </a:lnTo>
                <a:lnTo>
                  <a:pt x="116030" y="101106"/>
                </a:lnTo>
                <a:lnTo>
                  <a:pt x="107797" y="91352"/>
                </a:lnTo>
                <a:lnTo>
                  <a:pt x="95165" y="85093"/>
                </a:lnTo>
                <a:lnTo>
                  <a:pt x="78936" y="82883"/>
                </a:lnTo>
                <a:lnTo>
                  <a:pt x="128463" y="82883"/>
                </a:lnTo>
                <a:lnTo>
                  <a:pt x="137121" y="93349"/>
                </a:lnTo>
                <a:lnTo>
                  <a:pt x="141866" y="113799"/>
                </a:lnTo>
                <a:lnTo>
                  <a:pt x="137121" y="134089"/>
                </a:lnTo>
                <a:lnTo>
                  <a:pt x="128250" y="144716"/>
                </a:lnTo>
                <a:close/>
              </a:path>
              <a:path w="228600" h="274954">
                <a:moveTo>
                  <a:pt x="228257" y="274523"/>
                </a:moveTo>
                <a:lnTo>
                  <a:pt x="48896" y="274523"/>
                </a:lnTo>
                <a:lnTo>
                  <a:pt x="48896" y="177168"/>
                </a:lnTo>
                <a:lnTo>
                  <a:pt x="73016" y="177168"/>
                </a:lnTo>
                <a:lnTo>
                  <a:pt x="73016" y="206111"/>
                </a:lnTo>
                <a:lnTo>
                  <a:pt x="228257" y="206111"/>
                </a:lnTo>
                <a:lnTo>
                  <a:pt x="228257" y="225187"/>
                </a:lnTo>
                <a:lnTo>
                  <a:pt x="73016" y="225187"/>
                </a:lnTo>
                <a:lnTo>
                  <a:pt x="73016" y="255008"/>
                </a:lnTo>
                <a:lnTo>
                  <a:pt x="228257" y="255008"/>
                </a:lnTo>
                <a:lnTo>
                  <a:pt x="228257" y="274523"/>
                </a:lnTo>
                <a:close/>
              </a:path>
              <a:path w="228600" h="274954">
                <a:moveTo>
                  <a:pt x="228257" y="206111"/>
                </a:moveTo>
                <a:lnTo>
                  <a:pt x="204138" y="206111"/>
                </a:lnTo>
                <a:lnTo>
                  <a:pt x="204138" y="177168"/>
                </a:lnTo>
                <a:lnTo>
                  <a:pt x="228257" y="177168"/>
                </a:lnTo>
                <a:lnTo>
                  <a:pt x="228257" y="206111"/>
                </a:lnTo>
                <a:close/>
              </a:path>
              <a:path w="228600" h="274954">
                <a:moveTo>
                  <a:pt x="228257" y="255008"/>
                </a:moveTo>
                <a:lnTo>
                  <a:pt x="204138" y="255008"/>
                </a:lnTo>
                <a:lnTo>
                  <a:pt x="204138" y="225187"/>
                </a:lnTo>
                <a:lnTo>
                  <a:pt x="228257" y="225187"/>
                </a:lnTo>
                <a:lnTo>
                  <a:pt x="228257" y="255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8745005" y="7264819"/>
            <a:ext cx="46990" cy="84455"/>
          </a:xfrm>
          <a:custGeom>
            <a:avLst/>
            <a:gdLst/>
            <a:ahLst/>
            <a:cxnLst/>
            <a:rect l="l" t="t" r="r" b="b"/>
            <a:pathLst>
              <a:path w="46990" h="84454">
                <a:moveTo>
                  <a:pt x="23023" y="84418"/>
                </a:moveTo>
                <a:lnTo>
                  <a:pt x="0" y="84418"/>
                </a:lnTo>
                <a:lnTo>
                  <a:pt x="17102" y="0"/>
                </a:lnTo>
                <a:lnTo>
                  <a:pt x="46923" y="0"/>
                </a:lnTo>
                <a:lnTo>
                  <a:pt x="23023" y="844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2403889" y="7499350"/>
            <a:ext cx="24765" cy="49530"/>
          </a:xfrm>
          <a:custGeom>
            <a:avLst/>
            <a:gdLst/>
            <a:ahLst/>
            <a:cxnLst/>
            <a:rect l="l" t="t" r="r" b="b"/>
            <a:pathLst>
              <a:path w="24764" h="49529">
                <a:moveTo>
                  <a:pt x="0" y="0"/>
                </a:moveTo>
                <a:lnTo>
                  <a:pt x="24338" y="0"/>
                </a:lnTo>
                <a:lnTo>
                  <a:pt x="24338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2403889" y="7548880"/>
            <a:ext cx="191770" cy="20320"/>
          </a:xfrm>
          <a:custGeom>
            <a:avLst/>
            <a:gdLst/>
            <a:ahLst/>
            <a:cxnLst/>
            <a:rect l="l" t="t" r="r" b="b"/>
            <a:pathLst>
              <a:path w="191769" h="20320">
                <a:moveTo>
                  <a:pt x="0" y="0"/>
                </a:moveTo>
                <a:lnTo>
                  <a:pt x="191640" y="0"/>
                </a:lnTo>
                <a:lnTo>
                  <a:pt x="191640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2403889" y="7569200"/>
            <a:ext cx="24765" cy="50800"/>
          </a:xfrm>
          <a:custGeom>
            <a:avLst/>
            <a:gdLst/>
            <a:ahLst/>
            <a:cxnLst/>
            <a:rect l="l" t="t" r="r" b="b"/>
            <a:pathLst>
              <a:path w="24764" h="50800">
                <a:moveTo>
                  <a:pt x="0" y="0"/>
                </a:moveTo>
                <a:lnTo>
                  <a:pt x="24338" y="0"/>
                </a:lnTo>
                <a:lnTo>
                  <a:pt x="24338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2403889" y="7620000"/>
            <a:ext cx="191770" cy="20320"/>
          </a:xfrm>
          <a:custGeom>
            <a:avLst/>
            <a:gdLst/>
            <a:ahLst/>
            <a:cxnLst/>
            <a:rect l="l" t="t" r="r" b="b"/>
            <a:pathLst>
              <a:path w="191769" h="20320">
                <a:moveTo>
                  <a:pt x="0" y="0"/>
                </a:moveTo>
                <a:lnTo>
                  <a:pt x="191640" y="0"/>
                </a:lnTo>
                <a:lnTo>
                  <a:pt x="191640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2571409" y="7499381"/>
            <a:ext cx="24130" cy="50165"/>
          </a:xfrm>
          <a:custGeom>
            <a:avLst/>
            <a:gdLst/>
            <a:ahLst/>
            <a:cxnLst/>
            <a:rect l="l" t="t" r="r" b="b"/>
            <a:pathLst>
              <a:path w="24130" h="50165">
                <a:moveTo>
                  <a:pt x="24119" y="49773"/>
                </a:moveTo>
                <a:lnTo>
                  <a:pt x="0" y="49773"/>
                </a:lnTo>
                <a:lnTo>
                  <a:pt x="0" y="0"/>
                </a:lnTo>
                <a:lnTo>
                  <a:pt x="24119" y="0"/>
                </a:lnTo>
                <a:lnTo>
                  <a:pt x="24119" y="497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2571409" y="7569107"/>
            <a:ext cx="24130" cy="51435"/>
          </a:xfrm>
          <a:custGeom>
            <a:avLst/>
            <a:gdLst/>
            <a:ahLst/>
            <a:cxnLst/>
            <a:rect l="l" t="t" r="r" b="b"/>
            <a:pathLst>
              <a:path w="24130" h="51434">
                <a:moveTo>
                  <a:pt x="24119" y="51308"/>
                </a:moveTo>
                <a:lnTo>
                  <a:pt x="0" y="51308"/>
                </a:lnTo>
                <a:lnTo>
                  <a:pt x="0" y="0"/>
                </a:lnTo>
                <a:lnTo>
                  <a:pt x="24119" y="0"/>
                </a:lnTo>
                <a:lnTo>
                  <a:pt x="24119" y="513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2487430" y="7640370"/>
            <a:ext cx="24130" cy="59690"/>
          </a:xfrm>
          <a:custGeom>
            <a:avLst/>
            <a:gdLst/>
            <a:ahLst/>
            <a:cxnLst/>
            <a:rect l="l" t="t" r="r" b="b"/>
            <a:pathLst>
              <a:path w="24130" h="59690">
                <a:moveTo>
                  <a:pt x="24119" y="59421"/>
                </a:moveTo>
                <a:lnTo>
                  <a:pt x="0" y="59421"/>
                </a:lnTo>
                <a:lnTo>
                  <a:pt x="0" y="0"/>
                </a:lnTo>
                <a:lnTo>
                  <a:pt x="24119" y="0"/>
                </a:lnTo>
                <a:lnTo>
                  <a:pt x="24119" y="594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2374068" y="7699791"/>
            <a:ext cx="252729" cy="20955"/>
          </a:xfrm>
          <a:custGeom>
            <a:avLst/>
            <a:gdLst/>
            <a:ahLst/>
            <a:cxnLst/>
            <a:rect l="l" t="t" r="r" b="b"/>
            <a:pathLst>
              <a:path w="252730" h="20954">
                <a:moveTo>
                  <a:pt x="252377" y="20391"/>
                </a:moveTo>
                <a:lnTo>
                  <a:pt x="0" y="20391"/>
                </a:lnTo>
                <a:lnTo>
                  <a:pt x="0" y="0"/>
                </a:lnTo>
                <a:lnTo>
                  <a:pt x="252377" y="0"/>
                </a:lnTo>
                <a:lnTo>
                  <a:pt x="252377" y="203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2648811" y="7477235"/>
            <a:ext cx="228600" cy="274955"/>
          </a:xfrm>
          <a:custGeom>
            <a:avLst/>
            <a:gdLst/>
            <a:ahLst/>
            <a:cxnLst/>
            <a:rect l="l" t="t" r="r" b="b"/>
            <a:pathLst>
              <a:path w="228600" h="274954">
                <a:moveTo>
                  <a:pt x="92530" y="31574"/>
                </a:moveTo>
                <a:lnTo>
                  <a:pt x="68630" y="31574"/>
                </a:lnTo>
                <a:lnTo>
                  <a:pt x="68630" y="0"/>
                </a:lnTo>
                <a:lnTo>
                  <a:pt x="92530" y="0"/>
                </a:lnTo>
                <a:lnTo>
                  <a:pt x="92530" y="31574"/>
                </a:lnTo>
                <a:close/>
              </a:path>
              <a:path w="228600" h="274954">
                <a:moveTo>
                  <a:pt x="228257" y="169713"/>
                </a:moveTo>
                <a:lnTo>
                  <a:pt x="203918" y="169713"/>
                </a:lnTo>
                <a:lnTo>
                  <a:pt x="203918" y="106783"/>
                </a:lnTo>
                <a:lnTo>
                  <a:pt x="156995" y="106783"/>
                </a:lnTo>
                <a:lnTo>
                  <a:pt x="156995" y="86391"/>
                </a:lnTo>
                <a:lnTo>
                  <a:pt x="203918" y="86391"/>
                </a:lnTo>
                <a:lnTo>
                  <a:pt x="203918" y="2631"/>
                </a:lnTo>
                <a:lnTo>
                  <a:pt x="228257" y="2631"/>
                </a:lnTo>
                <a:lnTo>
                  <a:pt x="228257" y="169713"/>
                </a:lnTo>
                <a:close/>
              </a:path>
              <a:path w="228600" h="274954">
                <a:moveTo>
                  <a:pt x="160942" y="51527"/>
                </a:moveTo>
                <a:lnTo>
                  <a:pt x="0" y="51527"/>
                </a:lnTo>
                <a:lnTo>
                  <a:pt x="0" y="31574"/>
                </a:lnTo>
                <a:lnTo>
                  <a:pt x="160942" y="31574"/>
                </a:lnTo>
                <a:lnTo>
                  <a:pt x="160942" y="51527"/>
                </a:lnTo>
                <a:close/>
              </a:path>
              <a:path w="228600" h="274954">
                <a:moveTo>
                  <a:pt x="80471" y="164012"/>
                </a:moveTo>
                <a:lnTo>
                  <a:pt x="54649" y="160500"/>
                </a:lnTo>
                <a:lnTo>
                  <a:pt x="34397" y="150554"/>
                </a:lnTo>
                <a:lnTo>
                  <a:pt x="21176" y="135058"/>
                </a:lnTo>
                <a:lnTo>
                  <a:pt x="16445" y="114896"/>
                </a:lnTo>
                <a:lnTo>
                  <a:pt x="21176" y="95011"/>
                </a:lnTo>
                <a:lnTo>
                  <a:pt x="34397" y="79484"/>
                </a:lnTo>
                <a:lnTo>
                  <a:pt x="54649" y="69384"/>
                </a:lnTo>
                <a:lnTo>
                  <a:pt x="80471" y="65780"/>
                </a:lnTo>
                <a:lnTo>
                  <a:pt x="106262" y="69384"/>
                </a:lnTo>
                <a:lnTo>
                  <a:pt x="126462" y="79484"/>
                </a:lnTo>
                <a:lnTo>
                  <a:pt x="130846" y="84637"/>
                </a:lnTo>
                <a:lnTo>
                  <a:pt x="80471" y="84637"/>
                </a:lnTo>
                <a:lnTo>
                  <a:pt x="63926" y="86867"/>
                </a:lnTo>
                <a:lnTo>
                  <a:pt x="51061" y="93106"/>
                </a:lnTo>
                <a:lnTo>
                  <a:pt x="42760" y="102675"/>
                </a:lnTo>
                <a:lnTo>
                  <a:pt x="39906" y="114896"/>
                </a:lnTo>
                <a:lnTo>
                  <a:pt x="42760" y="127305"/>
                </a:lnTo>
                <a:lnTo>
                  <a:pt x="51061" y="136877"/>
                </a:lnTo>
                <a:lnTo>
                  <a:pt x="63926" y="143079"/>
                </a:lnTo>
                <a:lnTo>
                  <a:pt x="80471" y="145374"/>
                </a:lnTo>
                <a:lnTo>
                  <a:pt x="130878" y="145374"/>
                </a:lnTo>
                <a:lnTo>
                  <a:pt x="126462" y="150554"/>
                </a:lnTo>
                <a:lnTo>
                  <a:pt x="106262" y="160500"/>
                </a:lnTo>
                <a:lnTo>
                  <a:pt x="80471" y="164012"/>
                </a:lnTo>
                <a:close/>
              </a:path>
              <a:path w="228600" h="274954">
                <a:moveTo>
                  <a:pt x="130878" y="145374"/>
                </a:moveTo>
                <a:lnTo>
                  <a:pt x="80471" y="145374"/>
                </a:lnTo>
                <a:lnTo>
                  <a:pt x="96892" y="143079"/>
                </a:lnTo>
                <a:lnTo>
                  <a:pt x="109716" y="136877"/>
                </a:lnTo>
                <a:lnTo>
                  <a:pt x="118058" y="127305"/>
                </a:lnTo>
                <a:lnTo>
                  <a:pt x="121035" y="114896"/>
                </a:lnTo>
                <a:lnTo>
                  <a:pt x="118058" y="102675"/>
                </a:lnTo>
                <a:lnTo>
                  <a:pt x="109716" y="93106"/>
                </a:lnTo>
                <a:lnTo>
                  <a:pt x="96892" y="86867"/>
                </a:lnTo>
                <a:lnTo>
                  <a:pt x="80471" y="84637"/>
                </a:lnTo>
                <a:lnTo>
                  <a:pt x="130846" y="84637"/>
                </a:lnTo>
                <a:lnTo>
                  <a:pt x="139673" y="95011"/>
                </a:lnTo>
                <a:lnTo>
                  <a:pt x="144497" y="114896"/>
                </a:lnTo>
                <a:lnTo>
                  <a:pt x="139673" y="135058"/>
                </a:lnTo>
                <a:lnTo>
                  <a:pt x="130878" y="145374"/>
                </a:lnTo>
                <a:close/>
              </a:path>
              <a:path w="228600" h="274954">
                <a:moveTo>
                  <a:pt x="228257" y="274523"/>
                </a:moveTo>
                <a:lnTo>
                  <a:pt x="48019" y="274523"/>
                </a:lnTo>
                <a:lnTo>
                  <a:pt x="48019" y="184404"/>
                </a:lnTo>
                <a:lnTo>
                  <a:pt x="228257" y="184404"/>
                </a:lnTo>
                <a:lnTo>
                  <a:pt x="228257" y="203919"/>
                </a:lnTo>
                <a:lnTo>
                  <a:pt x="72358" y="203919"/>
                </a:lnTo>
                <a:lnTo>
                  <a:pt x="72358" y="254569"/>
                </a:lnTo>
                <a:lnTo>
                  <a:pt x="228257" y="254569"/>
                </a:lnTo>
                <a:lnTo>
                  <a:pt x="228257" y="274523"/>
                </a:lnTo>
                <a:close/>
              </a:path>
              <a:path w="228600" h="274954">
                <a:moveTo>
                  <a:pt x="228257" y="254569"/>
                </a:moveTo>
                <a:lnTo>
                  <a:pt x="204357" y="254569"/>
                </a:lnTo>
                <a:lnTo>
                  <a:pt x="204357" y="203919"/>
                </a:lnTo>
                <a:lnTo>
                  <a:pt x="228257" y="203919"/>
                </a:lnTo>
                <a:lnTo>
                  <a:pt x="228257" y="2545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2919168" y="7479865"/>
            <a:ext cx="263525" cy="276225"/>
          </a:xfrm>
          <a:custGeom>
            <a:avLst/>
            <a:gdLst/>
            <a:ahLst/>
            <a:cxnLst/>
            <a:rect l="l" t="t" r="r" b="b"/>
            <a:pathLst>
              <a:path w="263525" h="276225">
                <a:moveTo>
                  <a:pt x="217294" y="275619"/>
                </a:moveTo>
                <a:lnTo>
                  <a:pt x="192955" y="275619"/>
                </a:lnTo>
                <a:lnTo>
                  <a:pt x="192955" y="0"/>
                </a:lnTo>
                <a:lnTo>
                  <a:pt x="217294" y="0"/>
                </a:lnTo>
                <a:lnTo>
                  <a:pt x="217294" y="111826"/>
                </a:lnTo>
                <a:lnTo>
                  <a:pt x="263340" y="111826"/>
                </a:lnTo>
                <a:lnTo>
                  <a:pt x="263340" y="132876"/>
                </a:lnTo>
                <a:lnTo>
                  <a:pt x="217294" y="132876"/>
                </a:lnTo>
                <a:lnTo>
                  <a:pt x="217294" y="275619"/>
                </a:lnTo>
                <a:close/>
              </a:path>
              <a:path w="263525" h="276225">
                <a:moveTo>
                  <a:pt x="15348" y="216636"/>
                </a:moveTo>
                <a:lnTo>
                  <a:pt x="0" y="197121"/>
                </a:lnTo>
                <a:lnTo>
                  <a:pt x="28203" y="176544"/>
                </a:lnTo>
                <a:lnTo>
                  <a:pt x="51144" y="146964"/>
                </a:lnTo>
                <a:lnTo>
                  <a:pt x="66602" y="111710"/>
                </a:lnTo>
                <a:lnTo>
                  <a:pt x="72358" y="74112"/>
                </a:lnTo>
                <a:lnTo>
                  <a:pt x="72358" y="23900"/>
                </a:lnTo>
                <a:lnTo>
                  <a:pt x="96477" y="23900"/>
                </a:lnTo>
                <a:lnTo>
                  <a:pt x="96477" y="74112"/>
                </a:lnTo>
                <a:lnTo>
                  <a:pt x="102000" y="110240"/>
                </a:lnTo>
                <a:lnTo>
                  <a:pt x="108501" y="124544"/>
                </a:lnTo>
                <a:lnTo>
                  <a:pt x="84746" y="124544"/>
                </a:lnTo>
                <a:lnTo>
                  <a:pt x="73086" y="153749"/>
                </a:lnTo>
                <a:lnTo>
                  <a:pt x="57078" y="179593"/>
                </a:lnTo>
                <a:lnTo>
                  <a:pt x="37554" y="200936"/>
                </a:lnTo>
                <a:lnTo>
                  <a:pt x="15348" y="216636"/>
                </a:lnTo>
                <a:close/>
              </a:path>
              <a:path w="263525" h="276225">
                <a:moveTo>
                  <a:pt x="152610" y="211374"/>
                </a:moveTo>
                <a:lnTo>
                  <a:pt x="130967" y="196481"/>
                </a:lnTo>
                <a:lnTo>
                  <a:pt x="111936" y="176346"/>
                </a:lnTo>
                <a:lnTo>
                  <a:pt x="96275" y="152017"/>
                </a:lnTo>
                <a:lnTo>
                  <a:pt x="84746" y="124544"/>
                </a:lnTo>
                <a:lnTo>
                  <a:pt x="108501" y="124544"/>
                </a:lnTo>
                <a:lnTo>
                  <a:pt x="117308" y="143921"/>
                </a:lnTo>
                <a:lnTo>
                  <a:pt x="140016" y="172135"/>
                </a:lnTo>
                <a:lnTo>
                  <a:pt x="167739" y="191859"/>
                </a:lnTo>
                <a:lnTo>
                  <a:pt x="152610" y="2113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1742793" y="7950140"/>
            <a:ext cx="83979" cy="22453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1885097" y="8050126"/>
            <a:ext cx="99060" cy="24765"/>
          </a:xfrm>
          <a:custGeom>
            <a:avLst/>
            <a:gdLst/>
            <a:ahLst/>
            <a:cxnLst/>
            <a:rect l="l" t="t" r="r" b="b"/>
            <a:pathLst>
              <a:path w="99060" h="24765">
                <a:moveTo>
                  <a:pt x="98451" y="24557"/>
                </a:moveTo>
                <a:lnTo>
                  <a:pt x="0" y="24557"/>
                </a:lnTo>
                <a:lnTo>
                  <a:pt x="0" y="0"/>
                </a:lnTo>
                <a:lnTo>
                  <a:pt x="98451" y="0"/>
                </a:lnTo>
                <a:lnTo>
                  <a:pt x="98451" y="245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2018632" y="7950140"/>
            <a:ext cx="166862" cy="22453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2221454" y="8136517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5" h="40004">
                <a:moveTo>
                  <a:pt x="19953" y="39906"/>
                </a:moveTo>
                <a:lnTo>
                  <a:pt x="12179" y="38330"/>
                </a:lnTo>
                <a:lnTo>
                  <a:pt x="5783" y="34041"/>
                </a:lnTo>
                <a:lnTo>
                  <a:pt x="1483" y="27696"/>
                </a:lnTo>
                <a:lnTo>
                  <a:pt x="0" y="19953"/>
                </a:lnTo>
                <a:lnTo>
                  <a:pt x="1483" y="12210"/>
                </a:lnTo>
                <a:lnTo>
                  <a:pt x="5783" y="5865"/>
                </a:lnTo>
                <a:lnTo>
                  <a:pt x="12179" y="1575"/>
                </a:lnTo>
                <a:lnTo>
                  <a:pt x="19953" y="0"/>
                </a:lnTo>
                <a:lnTo>
                  <a:pt x="27696" y="1575"/>
                </a:lnTo>
                <a:lnTo>
                  <a:pt x="34041" y="5865"/>
                </a:lnTo>
                <a:lnTo>
                  <a:pt x="38330" y="12210"/>
                </a:lnTo>
                <a:lnTo>
                  <a:pt x="39906" y="19953"/>
                </a:lnTo>
                <a:lnTo>
                  <a:pt x="38330" y="27696"/>
                </a:lnTo>
                <a:lnTo>
                  <a:pt x="34041" y="34041"/>
                </a:lnTo>
                <a:lnTo>
                  <a:pt x="27696" y="38330"/>
                </a:lnTo>
                <a:lnTo>
                  <a:pt x="19953" y="3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2368993" y="7924266"/>
            <a:ext cx="239395" cy="276225"/>
          </a:xfrm>
          <a:custGeom>
            <a:avLst/>
            <a:gdLst/>
            <a:ahLst/>
            <a:cxnLst/>
            <a:rect l="l" t="t" r="r" b="b"/>
            <a:pathLst>
              <a:path w="239394" h="276225">
                <a:moveTo>
                  <a:pt x="238782" y="275619"/>
                </a:moveTo>
                <a:lnTo>
                  <a:pt x="215540" y="275619"/>
                </a:lnTo>
                <a:lnTo>
                  <a:pt x="215540" y="0"/>
                </a:lnTo>
                <a:lnTo>
                  <a:pt x="238782" y="0"/>
                </a:lnTo>
                <a:lnTo>
                  <a:pt x="238782" y="275619"/>
                </a:lnTo>
                <a:close/>
              </a:path>
              <a:path w="239394" h="276225">
                <a:moveTo>
                  <a:pt x="183088" y="261147"/>
                </a:moveTo>
                <a:lnTo>
                  <a:pt x="160065" y="261147"/>
                </a:lnTo>
                <a:lnTo>
                  <a:pt x="160065" y="119281"/>
                </a:lnTo>
                <a:lnTo>
                  <a:pt x="113580" y="119281"/>
                </a:lnTo>
                <a:lnTo>
                  <a:pt x="113580" y="99328"/>
                </a:lnTo>
                <a:lnTo>
                  <a:pt x="160065" y="99328"/>
                </a:lnTo>
                <a:lnTo>
                  <a:pt x="160065" y="6578"/>
                </a:lnTo>
                <a:lnTo>
                  <a:pt x="183088" y="6578"/>
                </a:lnTo>
                <a:lnTo>
                  <a:pt x="183088" y="261147"/>
                </a:lnTo>
                <a:close/>
              </a:path>
              <a:path w="239394" h="276225">
                <a:moveTo>
                  <a:pt x="134630" y="52624"/>
                </a:moveTo>
                <a:lnTo>
                  <a:pt x="7455" y="52624"/>
                </a:lnTo>
                <a:lnTo>
                  <a:pt x="7455" y="32451"/>
                </a:lnTo>
                <a:lnTo>
                  <a:pt x="134630" y="32451"/>
                </a:lnTo>
                <a:lnTo>
                  <a:pt x="134630" y="52624"/>
                </a:lnTo>
                <a:close/>
              </a:path>
              <a:path w="239394" h="276225">
                <a:moveTo>
                  <a:pt x="15348" y="220364"/>
                </a:moveTo>
                <a:lnTo>
                  <a:pt x="0" y="202164"/>
                </a:lnTo>
                <a:lnTo>
                  <a:pt x="25678" y="180190"/>
                </a:lnTo>
                <a:lnTo>
                  <a:pt x="44758" y="150527"/>
                </a:lnTo>
                <a:lnTo>
                  <a:pt x="56643" y="115766"/>
                </a:lnTo>
                <a:lnTo>
                  <a:pt x="60737" y="78497"/>
                </a:lnTo>
                <a:lnTo>
                  <a:pt x="60737" y="52624"/>
                </a:lnTo>
                <a:lnTo>
                  <a:pt x="84198" y="52624"/>
                </a:lnTo>
                <a:lnTo>
                  <a:pt x="84198" y="78497"/>
                </a:lnTo>
                <a:lnTo>
                  <a:pt x="88149" y="113909"/>
                </a:lnTo>
                <a:lnTo>
                  <a:pt x="94751" y="132766"/>
                </a:lnTo>
                <a:lnTo>
                  <a:pt x="72796" y="132766"/>
                </a:lnTo>
                <a:lnTo>
                  <a:pt x="63543" y="160020"/>
                </a:lnTo>
                <a:lnTo>
                  <a:pt x="50733" y="184294"/>
                </a:lnTo>
                <a:lnTo>
                  <a:pt x="34592" y="204703"/>
                </a:lnTo>
                <a:lnTo>
                  <a:pt x="15348" y="220364"/>
                </a:lnTo>
                <a:close/>
              </a:path>
              <a:path w="239394" h="276225">
                <a:moveTo>
                  <a:pt x="128929" y="213786"/>
                </a:moveTo>
                <a:lnTo>
                  <a:pt x="110106" y="199215"/>
                </a:lnTo>
                <a:lnTo>
                  <a:pt x="94367" y="180347"/>
                </a:lnTo>
                <a:lnTo>
                  <a:pt x="81875" y="157944"/>
                </a:lnTo>
                <a:lnTo>
                  <a:pt x="72796" y="132766"/>
                </a:lnTo>
                <a:lnTo>
                  <a:pt x="94751" y="132766"/>
                </a:lnTo>
                <a:lnTo>
                  <a:pt x="99684" y="146854"/>
                </a:lnTo>
                <a:lnTo>
                  <a:pt x="118332" y="174948"/>
                </a:lnTo>
                <a:lnTo>
                  <a:pt x="143620" y="195806"/>
                </a:lnTo>
                <a:lnTo>
                  <a:pt x="128929" y="2137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2648340" y="7924266"/>
            <a:ext cx="224790" cy="276225"/>
          </a:xfrm>
          <a:custGeom>
            <a:avLst/>
            <a:gdLst/>
            <a:ahLst/>
            <a:cxnLst/>
            <a:rect l="l" t="t" r="r" b="b"/>
            <a:pathLst>
              <a:path w="224789" h="276225">
                <a:moveTo>
                  <a:pt x="224530" y="276058"/>
                </a:moveTo>
                <a:lnTo>
                  <a:pt x="200191" y="276058"/>
                </a:lnTo>
                <a:lnTo>
                  <a:pt x="200191" y="0"/>
                </a:lnTo>
                <a:lnTo>
                  <a:pt x="224530" y="0"/>
                </a:lnTo>
                <a:lnTo>
                  <a:pt x="224530" y="276058"/>
                </a:lnTo>
                <a:close/>
              </a:path>
              <a:path w="224789" h="276225">
                <a:moveTo>
                  <a:pt x="3289" y="215540"/>
                </a:moveTo>
                <a:lnTo>
                  <a:pt x="0" y="195148"/>
                </a:lnTo>
                <a:lnTo>
                  <a:pt x="55933" y="194778"/>
                </a:lnTo>
                <a:lnTo>
                  <a:pt x="76305" y="194271"/>
                </a:lnTo>
                <a:lnTo>
                  <a:pt x="76305" y="146361"/>
                </a:lnTo>
                <a:lnTo>
                  <a:pt x="51037" y="139430"/>
                </a:lnTo>
                <a:lnTo>
                  <a:pt x="31382" y="125859"/>
                </a:lnTo>
                <a:lnTo>
                  <a:pt x="18675" y="106615"/>
                </a:lnTo>
                <a:lnTo>
                  <a:pt x="14252" y="82663"/>
                </a:lnTo>
                <a:lnTo>
                  <a:pt x="19669" y="56399"/>
                </a:lnTo>
                <a:lnTo>
                  <a:pt x="35055" y="36014"/>
                </a:lnTo>
                <a:lnTo>
                  <a:pt x="58623" y="22783"/>
                </a:lnTo>
                <a:lnTo>
                  <a:pt x="88584" y="17979"/>
                </a:lnTo>
                <a:lnTo>
                  <a:pt x="118483" y="22783"/>
                </a:lnTo>
                <a:lnTo>
                  <a:pt x="141948" y="36014"/>
                </a:lnTo>
                <a:lnTo>
                  <a:pt x="144386" y="39248"/>
                </a:lnTo>
                <a:lnTo>
                  <a:pt x="88584" y="39248"/>
                </a:lnTo>
                <a:lnTo>
                  <a:pt x="68277" y="42394"/>
                </a:lnTo>
                <a:lnTo>
                  <a:pt x="52267" y="51253"/>
                </a:lnTo>
                <a:lnTo>
                  <a:pt x="41808" y="64964"/>
                </a:lnTo>
                <a:lnTo>
                  <a:pt x="38152" y="82663"/>
                </a:lnTo>
                <a:lnTo>
                  <a:pt x="41808" y="100301"/>
                </a:lnTo>
                <a:lnTo>
                  <a:pt x="52267" y="114074"/>
                </a:lnTo>
                <a:lnTo>
                  <a:pt x="68277" y="122995"/>
                </a:lnTo>
                <a:lnTo>
                  <a:pt x="88584" y="126078"/>
                </a:lnTo>
                <a:lnTo>
                  <a:pt x="145374" y="126078"/>
                </a:lnTo>
                <a:lnTo>
                  <a:pt x="125929" y="139538"/>
                </a:lnTo>
                <a:lnTo>
                  <a:pt x="100643" y="146470"/>
                </a:lnTo>
                <a:lnTo>
                  <a:pt x="100643" y="193284"/>
                </a:lnTo>
                <a:lnTo>
                  <a:pt x="182822" y="193284"/>
                </a:lnTo>
                <a:lnTo>
                  <a:pt x="183965" y="203699"/>
                </a:lnTo>
                <a:lnTo>
                  <a:pt x="136093" y="210452"/>
                </a:lnTo>
                <a:lnTo>
                  <a:pt x="88611" y="213977"/>
                </a:lnTo>
                <a:lnTo>
                  <a:pt x="43637" y="215324"/>
                </a:lnTo>
                <a:lnTo>
                  <a:pt x="3289" y="215540"/>
                </a:lnTo>
                <a:close/>
              </a:path>
              <a:path w="224789" h="276225">
                <a:moveTo>
                  <a:pt x="145374" y="126078"/>
                </a:moveTo>
                <a:lnTo>
                  <a:pt x="88584" y="126078"/>
                </a:lnTo>
                <a:lnTo>
                  <a:pt x="108767" y="122995"/>
                </a:lnTo>
                <a:lnTo>
                  <a:pt x="124735" y="114074"/>
                </a:lnTo>
                <a:lnTo>
                  <a:pt x="135236" y="100301"/>
                </a:lnTo>
                <a:lnTo>
                  <a:pt x="139015" y="82663"/>
                </a:lnTo>
                <a:lnTo>
                  <a:pt x="135236" y="64964"/>
                </a:lnTo>
                <a:lnTo>
                  <a:pt x="124735" y="51253"/>
                </a:lnTo>
                <a:lnTo>
                  <a:pt x="108767" y="42394"/>
                </a:lnTo>
                <a:lnTo>
                  <a:pt x="88584" y="39248"/>
                </a:lnTo>
                <a:lnTo>
                  <a:pt x="144386" y="39248"/>
                </a:lnTo>
                <a:lnTo>
                  <a:pt x="157314" y="56399"/>
                </a:lnTo>
                <a:lnTo>
                  <a:pt x="162915" y="82663"/>
                </a:lnTo>
                <a:lnTo>
                  <a:pt x="158289" y="106678"/>
                </a:lnTo>
                <a:lnTo>
                  <a:pt x="145552" y="125955"/>
                </a:lnTo>
                <a:lnTo>
                  <a:pt x="145374" y="126078"/>
                </a:lnTo>
                <a:close/>
              </a:path>
              <a:path w="224789" h="276225">
                <a:moveTo>
                  <a:pt x="182822" y="193284"/>
                </a:moveTo>
                <a:lnTo>
                  <a:pt x="100643" y="193284"/>
                </a:lnTo>
                <a:lnTo>
                  <a:pt x="121186" y="192102"/>
                </a:lnTo>
                <a:lnTo>
                  <a:pt x="141729" y="190488"/>
                </a:lnTo>
                <a:lnTo>
                  <a:pt x="162066" y="188381"/>
                </a:lnTo>
                <a:lnTo>
                  <a:pt x="181992" y="185719"/>
                </a:lnTo>
                <a:lnTo>
                  <a:pt x="182822" y="1932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2922864" y="7924266"/>
            <a:ext cx="224790" cy="276225"/>
          </a:xfrm>
          <a:custGeom>
            <a:avLst/>
            <a:gdLst/>
            <a:ahLst/>
            <a:cxnLst/>
            <a:rect l="l" t="t" r="r" b="b"/>
            <a:pathLst>
              <a:path w="224789" h="276225">
                <a:moveTo>
                  <a:pt x="224530" y="276058"/>
                </a:moveTo>
                <a:lnTo>
                  <a:pt x="200191" y="276058"/>
                </a:lnTo>
                <a:lnTo>
                  <a:pt x="200191" y="0"/>
                </a:lnTo>
                <a:lnTo>
                  <a:pt x="224530" y="0"/>
                </a:lnTo>
                <a:lnTo>
                  <a:pt x="224530" y="276058"/>
                </a:lnTo>
                <a:close/>
              </a:path>
              <a:path w="224789" h="276225">
                <a:moveTo>
                  <a:pt x="162696" y="139235"/>
                </a:moveTo>
                <a:lnTo>
                  <a:pt x="21049" y="139235"/>
                </a:lnTo>
                <a:lnTo>
                  <a:pt x="21049" y="26312"/>
                </a:lnTo>
                <a:lnTo>
                  <a:pt x="161600" y="26312"/>
                </a:lnTo>
                <a:lnTo>
                  <a:pt x="161600" y="46046"/>
                </a:lnTo>
                <a:lnTo>
                  <a:pt x="44949" y="46046"/>
                </a:lnTo>
                <a:lnTo>
                  <a:pt x="44949" y="119062"/>
                </a:lnTo>
                <a:lnTo>
                  <a:pt x="162696" y="119062"/>
                </a:lnTo>
                <a:lnTo>
                  <a:pt x="162696" y="139235"/>
                </a:lnTo>
                <a:close/>
              </a:path>
              <a:path w="224789" h="276225">
                <a:moveTo>
                  <a:pt x="3289" y="215759"/>
                </a:moveTo>
                <a:lnTo>
                  <a:pt x="0" y="195148"/>
                </a:lnTo>
                <a:lnTo>
                  <a:pt x="37755" y="194942"/>
                </a:lnTo>
                <a:lnTo>
                  <a:pt x="78059" y="194161"/>
                </a:lnTo>
                <a:lnTo>
                  <a:pt x="78059" y="139235"/>
                </a:lnTo>
                <a:lnTo>
                  <a:pt x="102398" y="139235"/>
                </a:lnTo>
                <a:lnTo>
                  <a:pt x="102398" y="193394"/>
                </a:lnTo>
                <a:lnTo>
                  <a:pt x="182634" y="193394"/>
                </a:lnTo>
                <a:lnTo>
                  <a:pt x="183965" y="205673"/>
                </a:lnTo>
                <a:lnTo>
                  <a:pt x="137357" y="211041"/>
                </a:lnTo>
                <a:lnTo>
                  <a:pt x="90502" y="214087"/>
                </a:lnTo>
                <a:lnTo>
                  <a:pt x="45210" y="215447"/>
                </a:lnTo>
                <a:lnTo>
                  <a:pt x="3289" y="215759"/>
                </a:lnTo>
                <a:close/>
              </a:path>
              <a:path w="224789" h="276225">
                <a:moveTo>
                  <a:pt x="182634" y="193394"/>
                </a:moveTo>
                <a:lnTo>
                  <a:pt x="102398" y="193394"/>
                </a:lnTo>
                <a:lnTo>
                  <a:pt x="122620" y="192376"/>
                </a:lnTo>
                <a:lnTo>
                  <a:pt x="142729" y="191091"/>
                </a:lnTo>
                <a:lnTo>
                  <a:pt x="162571" y="189478"/>
                </a:lnTo>
                <a:lnTo>
                  <a:pt x="181992" y="187473"/>
                </a:lnTo>
                <a:lnTo>
                  <a:pt x="182634" y="1933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3230058" y="7934959"/>
            <a:ext cx="24130" cy="72390"/>
          </a:xfrm>
          <a:custGeom>
            <a:avLst/>
            <a:gdLst/>
            <a:ahLst/>
            <a:cxnLst/>
            <a:rect l="l" t="t" r="r" b="b"/>
            <a:pathLst>
              <a:path w="24129" h="72390">
                <a:moveTo>
                  <a:pt x="0" y="0"/>
                </a:moveTo>
                <a:lnTo>
                  <a:pt x="24119" y="0"/>
                </a:lnTo>
                <a:lnTo>
                  <a:pt x="24119" y="72390"/>
                </a:lnTo>
                <a:lnTo>
                  <a:pt x="0" y="723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3230058" y="8007350"/>
            <a:ext cx="188595" cy="20320"/>
          </a:xfrm>
          <a:custGeom>
            <a:avLst/>
            <a:gdLst/>
            <a:ahLst/>
            <a:cxnLst/>
            <a:rect l="l" t="t" r="r" b="b"/>
            <a:pathLst>
              <a:path w="188595" h="20320">
                <a:moveTo>
                  <a:pt x="0" y="0"/>
                </a:moveTo>
                <a:lnTo>
                  <a:pt x="188570" y="0"/>
                </a:lnTo>
                <a:lnTo>
                  <a:pt x="188570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3195413" y="8065036"/>
            <a:ext cx="252729" cy="20320"/>
          </a:xfrm>
          <a:custGeom>
            <a:avLst/>
            <a:gdLst/>
            <a:ahLst/>
            <a:cxnLst/>
            <a:rect l="l" t="t" r="r" b="b"/>
            <a:pathLst>
              <a:path w="252729" h="20320">
                <a:moveTo>
                  <a:pt x="252377" y="19734"/>
                </a:moveTo>
                <a:lnTo>
                  <a:pt x="0" y="19734"/>
                </a:lnTo>
                <a:lnTo>
                  <a:pt x="0" y="0"/>
                </a:lnTo>
                <a:lnTo>
                  <a:pt x="252377" y="0"/>
                </a:lnTo>
                <a:lnTo>
                  <a:pt x="252377" y="197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3228304" y="8112759"/>
            <a:ext cx="24130" cy="59690"/>
          </a:xfrm>
          <a:custGeom>
            <a:avLst/>
            <a:gdLst/>
            <a:ahLst/>
            <a:cxnLst/>
            <a:rect l="l" t="t" r="r" b="b"/>
            <a:pathLst>
              <a:path w="24129" h="59690">
                <a:moveTo>
                  <a:pt x="0" y="0"/>
                </a:moveTo>
                <a:lnTo>
                  <a:pt x="24119" y="0"/>
                </a:lnTo>
                <a:lnTo>
                  <a:pt x="24119" y="59690"/>
                </a:lnTo>
                <a:lnTo>
                  <a:pt x="0" y="596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3228304" y="8172450"/>
            <a:ext cx="192405" cy="20320"/>
          </a:xfrm>
          <a:custGeom>
            <a:avLst/>
            <a:gdLst/>
            <a:ahLst/>
            <a:cxnLst/>
            <a:rect l="l" t="t" r="r" b="b"/>
            <a:pathLst>
              <a:path w="192404" h="20320">
                <a:moveTo>
                  <a:pt x="0" y="0"/>
                </a:moveTo>
                <a:lnTo>
                  <a:pt x="192078" y="0"/>
                </a:lnTo>
                <a:lnTo>
                  <a:pt x="192078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3559897" y="7924266"/>
            <a:ext cx="225425" cy="276225"/>
          </a:xfrm>
          <a:custGeom>
            <a:avLst/>
            <a:gdLst/>
            <a:ahLst/>
            <a:cxnLst/>
            <a:rect l="l" t="t" r="r" b="b"/>
            <a:pathLst>
              <a:path w="225425" h="276225">
                <a:moveTo>
                  <a:pt x="225407" y="110730"/>
                </a:moveTo>
                <a:lnTo>
                  <a:pt x="202164" y="110730"/>
                </a:lnTo>
                <a:lnTo>
                  <a:pt x="202164" y="0"/>
                </a:lnTo>
                <a:lnTo>
                  <a:pt x="225407" y="0"/>
                </a:lnTo>
                <a:lnTo>
                  <a:pt x="225407" y="110730"/>
                </a:lnTo>
                <a:close/>
              </a:path>
              <a:path w="225425" h="276225">
                <a:moveTo>
                  <a:pt x="161819" y="261147"/>
                </a:moveTo>
                <a:lnTo>
                  <a:pt x="139235" y="261147"/>
                </a:lnTo>
                <a:lnTo>
                  <a:pt x="139235" y="6139"/>
                </a:lnTo>
                <a:lnTo>
                  <a:pt x="161819" y="6139"/>
                </a:lnTo>
                <a:lnTo>
                  <a:pt x="161819" y="110730"/>
                </a:lnTo>
                <a:lnTo>
                  <a:pt x="225407" y="110730"/>
                </a:lnTo>
                <a:lnTo>
                  <a:pt x="225407" y="130902"/>
                </a:lnTo>
                <a:lnTo>
                  <a:pt x="161819" y="130902"/>
                </a:lnTo>
                <a:lnTo>
                  <a:pt x="161819" y="261147"/>
                </a:lnTo>
                <a:close/>
              </a:path>
              <a:path w="225425" h="276225">
                <a:moveTo>
                  <a:pt x="225407" y="275619"/>
                </a:moveTo>
                <a:lnTo>
                  <a:pt x="202164" y="275619"/>
                </a:lnTo>
                <a:lnTo>
                  <a:pt x="202164" y="130902"/>
                </a:lnTo>
                <a:lnTo>
                  <a:pt x="225407" y="130902"/>
                </a:lnTo>
                <a:lnTo>
                  <a:pt x="225407" y="275619"/>
                </a:lnTo>
                <a:close/>
              </a:path>
              <a:path w="225425" h="276225">
                <a:moveTo>
                  <a:pt x="17760" y="207427"/>
                </a:moveTo>
                <a:lnTo>
                  <a:pt x="0" y="207427"/>
                </a:lnTo>
                <a:lnTo>
                  <a:pt x="0" y="33767"/>
                </a:lnTo>
                <a:lnTo>
                  <a:pt x="103275" y="33767"/>
                </a:lnTo>
                <a:lnTo>
                  <a:pt x="103275" y="53720"/>
                </a:lnTo>
                <a:lnTo>
                  <a:pt x="24338" y="53720"/>
                </a:lnTo>
                <a:lnTo>
                  <a:pt x="24338" y="186596"/>
                </a:lnTo>
                <a:lnTo>
                  <a:pt x="119911" y="186596"/>
                </a:lnTo>
                <a:lnTo>
                  <a:pt x="121255" y="199095"/>
                </a:lnTo>
                <a:lnTo>
                  <a:pt x="97067" y="203326"/>
                </a:lnTo>
                <a:lnTo>
                  <a:pt x="72961" y="205810"/>
                </a:lnTo>
                <a:lnTo>
                  <a:pt x="47128" y="207019"/>
                </a:lnTo>
                <a:lnTo>
                  <a:pt x="17760" y="207427"/>
                </a:lnTo>
                <a:close/>
              </a:path>
              <a:path w="225425" h="276225">
                <a:moveTo>
                  <a:pt x="119911" y="186596"/>
                </a:moveTo>
                <a:lnTo>
                  <a:pt x="24338" y="186596"/>
                </a:lnTo>
                <a:lnTo>
                  <a:pt x="50902" y="186196"/>
                </a:lnTo>
                <a:lnTo>
                  <a:pt x="74537" y="184952"/>
                </a:lnTo>
                <a:lnTo>
                  <a:pt x="96753" y="182557"/>
                </a:lnTo>
                <a:lnTo>
                  <a:pt x="119062" y="178703"/>
                </a:lnTo>
                <a:lnTo>
                  <a:pt x="119911" y="1865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3823237" y="7924266"/>
            <a:ext cx="258445" cy="275590"/>
          </a:xfrm>
          <a:custGeom>
            <a:avLst/>
            <a:gdLst/>
            <a:ahLst/>
            <a:cxnLst/>
            <a:rect l="l" t="t" r="r" b="b"/>
            <a:pathLst>
              <a:path w="258445" h="275590">
                <a:moveTo>
                  <a:pt x="216636" y="167739"/>
                </a:moveTo>
                <a:lnTo>
                  <a:pt x="192297" y="167739"/>
                </a:lnTo>
                <a:lnTo>
                  <a:pt x="192297" y="0"/>
                </a:lnTo>
                <a:lnTo>
                  <a:pt x="216636" y="0"/>
                </a:lnTo>
                <a:lnTo>
                  <a:pt x="216636" y="71919"/>
                </a:lnTo>
                <a:lnTo>
                  <a:pt x="258078" y="71919"/>
                </a:lnTo>
                <a:lnTo>
                  <a:pt x="258078" y="92311"/>
                </a:lnTo>
                <a:lnTo>
                  <a:pt x="216636" y="92311"/>
                </a:lnTo>
                <a:lnTo>
                  <a:pt x="216636" y="167739"/>
                </a:lnTo>
                <a:close/>
              </a:path>
              <a:path w="258445" h="275590">
                <a:moveTo>
                  <a:pt x="13156" y="156995"/>
                </a:moveTo>
                <a:lnTo>
                  <a:pt x="0" y="137480"/>
                </a:lnTo>
                <a:lnTo>
                  <a:pt x="28278" y="122186"/>
                </a:lnTo>
                <a:lnTo>
                  <a:pt x="50102" y="100314"/>
                </a:lnTo>
                <a:lnTo>
                  <a:pt x="64197" y="73345"/>
                </a:lnTo>
                <a:lnTo>
                  <a:pt x="69288" y="42757"/>
                </a:lnTo>
                <a:lnTo>
                  <a:pt x="69288" y="14252"/>
                </a:lnTo>
                <a:lnTo>
                  <a:pt x="93188" y="14252"/>
                </a:lnTo>
                <a:lnTo>
                  <a:pt x="93188" y="44511"/>
                </a:lnTo>
                <a:lnTo>
                  <a:pt x="98266" y="71779"/>
                </a:lnTo>
                <a:lnTo>
                  <a:pt x="106857" y="86610"/>
                </a:lnTo>
                <a:lnTo>
                  <a:pt x="81896" y="86610"/>
                </a:lnTo>
                <a:lnTo>
                  <a:pt x="70693" y="109603"/>
                </a:lnTo>
                <a:lnTo>
                  <a:pt x="55173" y="129367"/>
                </a:lnTo>
                <a:lnTo>
                  <a:pt x="35829" y="145350"/>
                </a:lnTo>
                <a:lnTo>
                  <a:pt x="13156" y="156995"/>
                </a:lnTo>
                <a:close/>
              </a:path>
              <a:path w="258445" h="275590">
                <a:moveTo>
                  <a:pt x="148444" y="149321"/>
                </a:moveTo>
                <a:lnTo>
                  <a:pt x="126868" y="138844"/>
                </a:lnTo>
                <a:lnTo>
                  <a:pt x="108222" y="124544"/>
                </a:lnTo>
                <a:lnTo>
                  <a:pt x="93050" y="106954"/>
                </a:lnTo>
                <a:lnTo>
                  <a:pt x="81896" y="86610"/>
                </a:lnTo>
                <a:lnTo>
                  <a:pt x="106857" y="86610"/>
                </a:lnTo>
                <a:lnTo>
                  <a:pt x="112429" y="96231"/>
                </a:lnTo>
                <a:lnTo>
                  <a:pt x="134075" y="116201"/>
                </a:lnTo>
                <a:lnTo>
                  <a:pt x="161600" y="130025"/>
                </a:lnTo>
                <a:lnTo>
                  <a:pt x="148444" y="149321"/>
                </a:lnTo>
                <a:close/>
              </a:path>
              <a:path w="258445" h="275590">
                <a:moveTo>
                  <a:pt x="128271" y="274961"/>
                </a:moveTo>
                <a:lnTo>
                  <a:pt x="90026" y="271617"/>
                </a:lnTo>
                <a:lnTo>
                  <a:pt x="61257" y="261860"/>
                </a:lnTo>
                <a:lnTo>
                  <a:pt x="43137" y="246100"/>
                </a:lnTo>
                <a:lnTo>
                  <a:pt x="36836" y="224749"/>
                </a:lnTo>
                <a:lnTo>
                  <a:pt x="43137" y="203617"/>
                </a:lnTo>
                <a:lnTo>
                  <a:pt x="61257" y="187912"/>
                </a:lnTo>
                <a:lnTo>
                  <a:pt x="90026" y="178127"/>
                </a:lnTo>
                <a:lnTo>
                  <a:pt x="128271" y="174756"/>
                </a:lnTo>
                <a:lnTo>
                  <a:pt x="166321" y="178127"/>
                </a:lnTo>
                <a:lnTo>
                  <a:pt x="194874" y="187912"/>
                </a:lnTo>
                <a:lnTo>
                  <a:pt x="202140" y="194271"/>
                </a:lnTo>
                <a:lnTo>
                  <a:pt x="128271" y="194271"/>
                </a:lnTo>
                <a:lnTo>
                  <a:pt x="100181" y="196381"/>
                </a:lnTo>
                <a:lnTo>
                  <a:pt x="79018" y="202438"/>
                </a:lnTo>
                <a:lnTo>
                  <a:pt x="65708" y="212031"/>
                </a:lnTo>
                <a:lnTo>
                  <a:pt x="61175" y="224749"/>
                </a:lnTo>
                <a:lnTo>
                  <a:pt x="65708" y="237782"/>
                </a:lnTo>
                <a:lnTo>
                  <a:pt x="79018" y="247443"/>
                </a:lnTo>
                <a:lnTo>
                  <a:pt x="100181" y="253487"/>
                </a:lnTo>
                <a:lnTo>
                  <a:pt x="128271" y="255666"/>
                </a:lnTo>
                <a:lnTo>
                  <a:pt x="201927" y="255666"/>
                </a:lnTo>
                <a:lnTo>
                  <a:pt x="194874" y="261860"/>
                </a:lnTo>
                <a:lnTo>
                  <a:pt x="166321" y="271617"/>
                </a:lnTo>
                <a:lnTo>
                  <a:pt x="128271" y="274961"/>
                </a:lnTo>
                <a:close/>
              </a:path>
              <a:path w="258445" h="275590">
                <a:moveTo>
                  <a:pt x="201927" y="255666"/>
                </a:moveTo>
                <a:lnTo>
                  <a:pt x="128271" y="255666"/>
                </a:lnTo>
                <a:lnTo>
                  <a:pt x="156331" y="253487"/>
                </a:lnTo>
                <a:lnTo>
                  <a:pt x="177442" y="247443"/>
                </a:lnTo>
                <a:lnTo>
                  <a:pt x="190742" y="237782"/>
                </a:lnTo>
                <a:lnTo>
                  <a:pt x="195367" y="224749"/>
                </a:lnTo>
                <a:lnTo>
                  <a:pt x="190742" y="212031"/>
                </a:lnTo>
                <a:lnTo>
                  <a:pt x="177442" y="202438"/>
                </a:lnTo>
                <a:lnTo>
                  <a:pt x="156331" y="196381"/>
                </a:lnTo>
                <a:lnTo>
                  <a:pt x="128271" y="194271"/>
                </a:lnTo>
                <a:lnTo>
                  <a:pt x="202140" y="194271"/>
                </a:lnTo>
                <a:lnTo>
                  <a:pt x="212819" y="203617"/>
                </a:lnTo>
                <a:lnTo>
                  <a:pt x="219048" y="224749"/>
                </a:lnTo>
                <a:lnTo>
                  <a:pt x="212819" y="246100"/>
                </a:lnTo>
                <a:lnTo>
                  <a:pt x="201927" y="2556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4108066" y="7992678"/>
            <a:ext cx="40005" cy="153670"/>
          </a:xfrm>
          <a:custGeom>
            <a:avLst/>
            <a:gdLst/>
            <a:ahLst/>
            <a:cxnLst/>
            <a:rect l="l" t="t" r="r" b="b"/>
            <a:pathLst>
              <a:path w="40004" h="153670">
                <a:moveTo>
                  <a:pt x="19953" y="39906"/>
                </a:moveTo>
                <a:lnTo>
                  <a:pt x="12179" y="38330"/>
                </a:lnTo>
                <a:lnTo>
                  <a:pt x="5783" y="34041"/>
                </a:lnTo>
                <a:lnTo>
                  <a:pt x="1483" y="27696"/>
                </a:lnTo>
                <a:lnTo>
                  <a:pt x="0" y="19953"/>
                </a:lnTo>
                <a:lnTo>
                  <a:pt x="1483" y="12210"/>
                </a:lnTo>
                <a:lnTo>
                  <a:pt x="5783" y="5865"/>
                </a:lnTo>
                <a:lnTo>
                  <a:pt x="12179" y="1575"/>
                </a:lnTo>
                <a:lnTo>
                  <a:pt x="19953" y="0"/>
                </a:lnTo>
                <a:lnTo>
                  <a:pt x="27696" y="1575"/>
                </a:lnTo>
                <a:lnTo>
                  <a:pt x="34041" y="5865"/>
                </a:lnTo>
                <a:lnTo>
                  <a:pt x="38330" y="12210"/>
                </a:lnTo>
                <a:lnTo>
                  <a:pt x="39906" y="19953"/>
                </a:lnTo>
                <a:lnTo>
                  <a:pt x="38330" y="27696"/>
                </a:lnTo>
                <a:lnTo>
                  <a:pt x="34041" y="34041"/>
                </a:lnTo>
                <a:lnTo>
                  <a:pt x="27696" y="38330"/>
                </a:lnTo>
                <a:lnTo>
                  <a:pt x="19953" y="39906"/>
                </a:lnTo>
                <a:close/>
              </a:path>
              <a:path w="40004" h="153670">
                <a:moveTo>
                  <a:pt x="19953" y="153268"/>
                </a:moveTo>
                <a:lnTo>
                  <a:pt x="12179" y="151692"/>
                </a:lnTo>
                <a:lnTo>
                  <a:pt x="5783" y="147402"/>
                </a:lnTo>
                <a:lnTo>
                  <a:pt x="1483" y="141057"/>
                </a:lnTo>
                <a:lnTo>
                  <a:pt x="0" y="133314"/>
                </a:lnTo>
                <a:lnTo>
                  <a:pt x="1483" y="125571"/>
                </a:lnTo>
                <a:lnTo>
                  <a:pt x="5783" y="119226"/>
                </a:lnTo>
                <a:lnTo>
                  <a:pt x="12179" y="114937"/>
                </a:lnTo>
                <a:lnTo>
                  <a:pt x="19953" y="113361"/>
                </a:lnTo>
                <a:lnTo>
                  <a:pt x="27696" y="114937"/>
                </a:lnTo>
                <a:lnTo>
                  <a:pt x="34041" y="119226"/>
                </a:lnTo>
                <a:lnTo>
                  <a:pt x="38330" y="125571"/>
                </a:lnTo>
                <a:lnTo>
                  <a:pt x="39906" y="133314"/>
                </a:lnTo>
                <a:lnTo>
                  <a:pt x="38330" y="141057"/>
                </a:lnTo>
                <a:lnTo>
                  <a:pt x="34041" y="147402"/>
                </a:lnTo>
                <a:lnTo>
                  <a:pt x="27696" y="151692"/>
                </a:lnTo>
                <a:lnTo>
                  <a:pt x="19953" y="1532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4258029" y="7924266"/>
            <a:ext cx="258445" cy="276225"/>
          </a:xfrm>
          <a:custGeom>
            <a:avLst/>
            <a:gdLst/>
            <a:ahLst/>
            <a:cxnLst/>
            <a:rect l="l" t="t" r="r" b="b"/>
            <a:pathLst>
              <a:path w="258445" h="276225">
                <a:moveTo>
                  <a:pt x="216636" y="165985"/>
                </a:moveTo>
                <a:lnTo>
                  <a:pt x="192297" y="165985"/>
                </a:lnTo>
                <a:lnTo>
                  <a:pt x="192297" y="0"/>
                </a:lnTo>
                <a:lnTo>
                  <a:pt x="216636" y="0"/>
                </a:lnTo>
                <a:lnTo>
                  <a:pt x="216636" y="72796"/>
                </a:lnTo>
                <a:lnTo>
                  <a:pt x="258078" y="72796"/>
                </a:lnTo>
                <a:lnTo>
                  <a:pt x="258078" y="93627"/>
                </a:lnTo>
                <a:lnTo>
                  <a:pt x="216636" y="93627"/>
                </a:lnTo>
                <a:lnTo>
                  <a:pt x="216636" y="165985"/>
                </a:lnTo>
                <a:close/>
              </a:path>
              <a:path w="258445" h="276225">
                <a:moveTo>
                  <a:pt x="156337" y="39248"/>
                </a:moveTo>
                <a:lnTo>
                  <a:pt x="7455" y="39248"/>
                </a:lnTo>
                <a:lnTo>
                  <a:pt x="7455" y="19295"/>
                </a:lnTo>
                <a:lnTo>
                  <a:pt x="156337" y="19295"/>
                </a:lnTo>
                <a:lnTo>
                  <a:pt x="156337" y="39248"/>
                </a:lnTo>
                <a:close/>
              </a:path>
              <a:path w="258445" h="276225">
                <a:moveTo>
                  <a:pt x="13156" y="159626"/>
                </a:moveTo>
                <a:lnTo>
                  <a:pt x="0" y="140769"/>
                </a:lnTo>
                <a:lnTo>
                  <a:pt x="28449" y="126109"/>
                </a:lnTo>
                <a:lnTo>
                  <a:pt x="50650" y="105221"/>
                </a:lnTo>
                <a:lnTo>
                  <a:pt x="65122" y="79686"/>
                </a:lnTo>
                <a:lnTo>
                  <a:pt x="70384" y="51089"/>
                </a:lnTo>
                <a:lnTo>
                  <a:pt x="70384" y="39248"/>
                </a:lnTo>
                <a:lnTo>
                  <a:pt x="94504" y="39248"/>
                </a:lnTo>
                <a:lnTo>
                  <a:pt x="94504" y="51089"/>
                </a:lnTo>
                <a:lnTo>
                  <a:pt x="99355" y="77720"/>
                </a:lnTo>
                <a:lnTo>
                  <a:pt x="107663" y="92202"/>
                </a:lnTo>
                <a:lnTo>
                  <a:pt x="82663" y="92202"/>
                </a:lnTo>
                <a:lnTo>
                  <a:pt x="71371" y="114253"/>
                </a:lnTo>
                <a:lnTo>
                  <a:pt x="55639" y="133191"/>
                </a:lnTo>
                <a:lnTo>
                  <a:pt x="36042" y="148490"/>
                </a:lnTo>
                <a:lnTo>
                  <a:pt x="13156" y="159626"/>
                </a:lnTo>
                <a:close/>
              </a:path>
              <a:path w="258445" h="276225">
                <a:moveTo>
                  <a:pt x="149759" y="154145"/>
                </a:moveTo>
                <a:lnTo>
                  <a:pt x="127713" y="143788"/>
                </a:lnTo>
                <a:lnTo>
                  <a:pt x="108893" y="129669"/>
                </a:lnTo>
                <a:lnTo>
                  <a:pt x="93733" y="112302"/>
                </a:lnTo>
                <a:lnTo>
                  <a:pt x="82663" y="92202"/>
                </a:lnTo>
                <a:lnTo>
                  <a:pt x="107663" y="92202"/>
                </a:lnTo>
                <a:lnTo>
                  <a:pt x="113087" y="101658"/>
                </a:lnTo>
                <a:lnTo>
                  <a:pt x="134465" y="121361"/>
                </a:lnTo>
                <a:lnTo>
                  <a:pt x="162258" y="135288"/>
                </a:lnTo>
                <a:lnTo>
                  <a:pt x="149759" y="154145"/>
                </a:lnTo>
                <a:close/>
              </a:path>
              <a:path w="258445" h="276225">
                <a:moveTo>
                  <a:pt x="216636" y="275619"/>
                </a:moveTo>
                <a:lnTo>
                  <a:pt x="192297" y="275619"/>
                </a:lnTo>
                <a:lnTo>
                  <a:pt x="192297" y="200629"/>
                </a:lnTo>
                <a:lnTo>
                  <a:pt x="36179" y="200629"/>
                </a:lnTo>
                <a:lnTo>
                  <a:pt x="36179" y="180676"/>
                </a:lnTo>
                <a:lnTo>
                  <a:pt x="216636" y="180676"/>
                </a:lnTo>
                <a:lnTo>
                  <a:pt x="216636" y="275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4566320" y="7933690"/>
            <a:ext cx="186055" cy="19050"/>
          </a:xfrm>
          <a:custGeom>
            <a:avLst/>
            <a:gdLst/>
            <a:ahLst/>
            <a:cxnLst/>
            <a:rect l="l" t="t" r="r" b="b"/>
            <a:pathLst>
              <a:path w="186054" h="19050">
                <a:moveTo>
                  <a:pt x="0" y="0"/>
                </a:moveTo>
                <a:lnTo>
                  <a:pt x="185939" y="0"/>
                </a:lnTo>
                <a:lnTo>
                  <a:pt x="18593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4566320" y="7952740"/>
            <a:ext cx="24130" cy="45720"/>
          </a:xfrm>
          <a:custGeom>
            <a:avLst/>
            <a:gdLst/>
            <a:ahLst/>
            <a:cxnLst/>
            <a:rect l="l" t="t" r="r" b="b"/>
            <a:pathLst>
              <a:path w="24129" h="45720">
                <a:moveTo>
                  <a:pt x="0" y="0"/>
                </a:moveTo>
                <a:lnTo>
                  <a:pt x="23900" y="0"/>
                </a:lnTo>
                <a:lnTo>
                  <a:pt x="23900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4566320" y="7998459"/>
            <a:ext cx="186055" cy="19050"/>
          </a:xfrm>
          <a:custGeom>
            <a:avLst/>
            <a:gdLst/>
            <a:ahLst/>
            <a:cxnLst/>
            <a:rect l="l" t="t" r="r" b="b"/>
            <a:pathLst>
              <a:path w="186054" h="19050">
                <a:moveTo>
                  <a:pt x="0" y="0"/>
                </a:moveTo>
                <a:lnTo>
                  <a:pt x="185939" y="0"/>
                </a:lnTo>
                <a:lnTo>
                  <a:pt x="18593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4727920" y="7952990"/>
            <a:ext cx="24765" cy="45085"/>
          </a:xfrm>
          <a:custGeom>
            <a:avLst/>
            <a:gdLst/>
            <a:ahLst/>
            <a:cxnLst/>
            <a:rect l="l" t="t" r="r" b="b"/>
            <a:pathLst>
              <a:path w="24764" h="45084">
                <a:moveTo>
                  <a:pt x="24338" y="44949"/>
                </a:moveTo>
                <a:lnTo>
                  <a:pt x="0" y="44949"/>
                </a:lnTo>
                <a:lnTo>
                  <a:pt x="0" y="0"/>
                </a:lnTo>
                <a:lnTo>
                  <a:pt x="24338" y="0"/>
                </a:lnTo>
                <a:lnTo>
                  <a:pt x="24338" y="449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4533649" y="8040697"/>
            <a:ext cx="251460" cy="20320"/>
          </a:xfrm>
          <a:custGeom>
            <a:avLst/>
            <a:gdLst/>
            <a:ahLst/>
            <a:cxnLst/>
            <a:rect l="l" t="t" r="r" b="b"/>
            <a:pathLst>
              <a:path w="251460" h="20320">
                <a:moveTo>
                  <a:pt x="251280" y="19734"/>
                </a:moveTo>
                <a:lnTo>
                  <a:pt x="0" y="19734"/>
                </a:lnTo>
                <a:lnTo>
                  <a:pt x="0" y="0"/>
                </a:lnTo>
                <a:lnTo>
                  <a:pt x="251280" y="0"/>
                </a:lnTo>
                <a:lnTo>
                  <a:pt x="251280" y="197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4646791" y="8060432"/>
            <a:ext cx="24765" cy="27940"/>
          </a:xfrm>
          <a:custGeom>
            <a:avLst/>
            <a:gdLst/>
            <a:ahLst/>
            <a:cxnLst/>
            <a:rect l="l" t="t" r="r" b="b"/>
            <a:pathLst>
              <a:path w="24764" h="27940">
                <a:moveTo>
                  <a:pt x="24338" y="27408"/>
                </a:moveTo>
                <a:lnTo>
                  <a:pt x="0" y="27408"/>
                </a:lnTo>
                <a:lnTo>
                  <a:pt x="0" y="0"/>
                </a:lnTo>
                <a:lnTo>
                  <a:pt x="24338" y="0"/>
                </a:lnTo>
                <a:lnTo>
                  <a:pt x="24338" y="274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4564127" y="8087359"/>
            <a:ext cx="188595" cy="19050"/>
          </a:xfrm>
          <a:custGeom>
            <a:avLst/>
            <a:gdLst/>
            <a:ahLst/>
            <a:cxnLst/>
            <a:rect l="l" t="t" r="r" b="b"/>
            <a:pathLst>
              <a:path w="188595" h="19050">
                <a:moveTo>
                  <a:pt x="0" y="0"/>
                </a:moveTo>
                <a:lnTo>
                  <a:pt x="188350" y="0"/>
                </a:lnTo>
                <a:lnTo>
                  <a:pt x="1883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4728578" y="8106409"/>
            <a:ext cx="24130" cy="25400"/>
          </a:xfrm>
          <a:custGeom>
            <a:avLst/>
            <a:gdLst/>
            <a:ahLst/>
            <a:cxnLst/>
            <a:rect l="l" t="t" r="r" b="b"/>
            <a:pathLst>
              <a:path w="24129" h="25400">
                <a:moveTo>
                  <a:pt x="0" y="0"/>
                </a:moveTo>
                <a:lnTo>
                  <a:pt x="23900" y="0"/>
                </a:lnTo>
                <a:lnTo>
                  <a:pt x="2390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4564784" y="8131809"/>
            <a:ext cx="187960" cy="17780"/>
          </a:xfrm>
          <a:custGeom>
            <a:avLst/>
            <a:gdLst/>
            <a:ahLst/>
            <a:cxnLst/>
            <a:rect l="l" t="t" r="r" b="b"/>
            <a:pathLst>
              <a:path w="187960" h="17779">
                <a:moveTo>
                  <a:pt x="0" y="0"/>
                </a:moveTo>
                <a:lnTo>
                  <a:pt x="187693" y="0"/>
                </a:lnTo>
                <a:lnTo>
                  <a:pt x="187693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4564784" y="8149590"/>
            <a:ext cx="24130" cy="27940"/>
          </a:xfrm>
          <a:custGeom>
            <a:avLst/>
            <a:gdLst/>
            <a:ahLst/>
            <a:cxnLst/>
            <a:rect l="l" t="t" r="r" b="b"/>
            <a:pathLst>
              <a:path w="24129" h="27940">
                <a:moveTo>
                  <a:pt x="0" y="0"/>
                </a:moveTo>
                <a:lnTo>
                  <a:pt x="23900" y="0"/>
                </a:lnTo>
                <a:lnTo>
                  <a:pt x="23900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4564784" y="8177530"/>
            <a:ext cx="196215" cy="19050"/>
          </a:xfrm>
          <a:custGeom>
            <a:avLst/>
            <a:gdLst/>
            <a:ahLst/>
            <a:cxnLst/>
            <a:rect l="l" t="t" r="r" b="b"/>
            <a:pathLst>
              <a:path w="196214" h="19050">
                <a:moveTo>
                  <a:pt x="0" y="0"/>
                </a:moveTo>
                <a:lnTo>
                  <a:pt x="196025" y="0"/>
                </a:lnTo>
                <a:lnTo>
                  <a:pt x="19602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4887627" y="7929748"/>
            <a:ext cx="252095" cy="269875"/>
          </a:xfrm>
          <a:custGeom>
            <a:avLst/>
            <a:gdLst/>
            <a:ahLst/>
            <a:cxnLst/>
            <a:rect l="l" t="t" r="r" b="b"/>
            <a:pathLst>
              <a:path w="252095" h="269875">
                <a:moveTo>
                  <a:pt x="222556" y="91653"/>
                </a:moveTo>
                <a:lnTo>
                  <a:pt x="34425" y="91653"/>
                </a:lnTo>
                <a:lnTo>
                  <a:pt x="34425" y="0"/>
                </a:lnTo>
                <a:lnTo>
                  <a:pt x="58544" y="0"/>
                </a:lnTo>
                <a:lnTo>
                  <a:pt x="58544" y="71700"/>
                </a:lnTo>
                <a:lnTo>
                  <a:pt x="222556" y="71700"/>
                </a:lnTo>
                <a:lnTo>
                  <a:pt x="222556" y="91653"/>
                </a:lnTo>
                <a:close/>
              </a:path>
              <a:path w="252095" h="269875">
                <a:moveTo>
                  <a:pt x="137700" y="128052"/>
                </a:moveTo>
                <a:lnTo>
                  <a:pt x="113799" y="128052"/>
                </a:lnTo>
                <a:lnTo>
                  <a:pt x="113799" y="91653"/>
                </a:lnTo>
                <a:lnTo>
                  <a:pt x="137700" y="91653"/>
                </a:lnTo>
                <a:lnTo>
                  <a:pt x="137700" y="128052"/>
                </a:lnTo>
                <a:close/>
              </a:path>
              <a:path w="252095" h="269875">
                <a:moveTo>
                  <a:pt x="251500" y="148444"/>
                </a:moveTo>
                <a:lnTo>
                  <a:pt x="0" y="148444"/>
                </a:lnTo>
                <a:lnTo>
                  <a:pt x="0" y="128052"/>
                </a:lnTo>
                <a:lnTo>
                  <a:pt x="251500" y="128052"/>
                </a:lnTo>
                <a:lnTo>
                  <a:pt x="251500" y="148444"/>
                </a:lnTo>
                <a:close/>
              </a:path>
              <a:path w="252095" h="269875">
                <a:moveTo>
                  <a:pt x="125421" y="269480"/>
                </a:moveTo>
                <a:lnTo>
                  <a:pt x="85483" y="266139"/>
                </a:lnTo>
                <a:lnTo>
                  <a:pt x="55556" y="256406"/>
                </a:lnTo>
                <a:lnTo>
                  <a:pt x="36771" y="240711"/>
                </a:lnTo>
                <a:lnTo>
                  <a:pt x="30258" y="219487"/>
                </a:lnTo>
                <a:lnTo>
                  <a:pt x="36771" y="198135"/>
                </a:lnTo>
                <a:lnTo>
                  <a:pt x="55556" y="182375"/>
                </a:lnTo>
                <a:lnTo>
                  <a:pt x="85483" y="172618"/>
                </a:lnTo>
                <a:lnTo>
                  <a:pt x="125421" y="169274"/>
                </a:lnTo>
                <a:lnTo>
                  <a:pt x="165201" y="172618"/>
                </a:lnTo>
                <a:lnTo>
                  <a:pt x="195011" y="182375"/>
                </a:lnTo>
                <a:lnTo>
                  <a:pt x="202120" y="188350"/>
                </a:lnTo>
                <a:lnTo>
                  <a:pt x="125421" y="188350"/>
                </a:lnTo>
                <a:lnTo>
                  <a:pt x="95799" y="190533"/>
                </a:lnTo>
                <a:lnTo>
                  <a:pt x="73619" y="196600"/>
                </a:lnTo>
                <a:lnTo>
                  <a:pt x="59743" y="206327"/>
                </a:lnTo>
                <a:lnTo>
                  <a:pt x="55036" y="219487"/>
                </a:lnTo>
                <a:lnTo>
                  <a:pt x="59743" y="232331"/>
                </a:lnTo>
                <a:lnTo>
                  <a:pt x="73619" y="241989"/>
                </a:lnTo>
                <a:lnTo>
                  <a:pt x="95799" y="248070"/>
                </a:lnTo>
                <a:lnTo>
                  <a:pt x="125421" y="250184"/>
                </a:lnTo>
                <a:lnTo>
                  <a:pt x="202444" y="250184"/>
                </a:lnTo>
                <a:lnTo>
                  <a:pt x="195011" y="256406"/>
                </a:lnTo>
                <a:lnTo>
                  <a:pt x="165201" y="266139"/>
                </a:lnTo>
                <a:lnTo>
                  <a:pt x="125421" y="269480"/>
                </a:lnTo>
                <a:close/>
              </a:path>
              <a:path w="252095" h="269875">
                <a:moveTo>
                  <a:pt x="202444" y="250184"/>
                </a:moveTo>
                <a:lnTo>
                  <a:pt x="125421" y="250184"/>
                </a:lnTo>
                <a:lnTo>
                  <a:pt x="154922" y="248070"/>
                </a:lnTo>
                <a:lnTo>
                  <a:pt x="177086" y="241989"/>
                </a:lnTo>
                <a:lnTo>
                  <a:pt x="191067" y="232331"/>
                </a:lnTo>
                <a:lnTo>
                  <a:pt x="196025" y="219487"/>
                </a:lnTo>
                <a:lnTo>
                  <a:pt x="191067" y="206327"/>
                </a:lnTo>
                <a:lnTo>
                  <a:pt x="177086" y="196600"/>
                </a:lnTo>
                <a:lnTo>
                  <a:pt x="154922" y="190533"/>
                </a:lnTo>
                <a:lnTo>
                  <a:pt x="125421" y="188350"/>
                </a:lnTo>
                <a:lnTo>
                  <a:pt x="202120" y="188350"/>
                </a:lnTo>
                <a:lnTo>
                  <a:pt x="213762" y="198135"/>
                </a:lnTo>
                <a:lnTo>
                  <a:pt x="220364" y="219487"/>
                </a:lnTo>
                <a:lnTo>
                  <a:pt x="213762" y="240711"/>
                </a:lnTo>
                <a:lnTo>
                  <a:pt x="202444" y="250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5163904" y="7924266"/>
            <a:ext cx="256540" cy="275590"/>
          </a:xfrm>
          <a:custGeom>
            <a:avLst/>
            <a:gdLst/>
            <a:ahLst/>
            <a:cxnLst/>
            <a:rect l="l" t="t" r="r" b="b"/>
            <a:pathLst>
              <a:path w="256539" h="275590">
                <a:moveTo>
                  <a:pt x="211593" y="275400"/>
                </a:moveTo>
                <a:lnTo>
                  <a:pt x="187254" y="275400"/>
                </a:lnTo>
                <a:lnTo>
                  <a:pt x="187254" y="0"/>
                </a:lnTo>
                <a:lnTo>
                  <a:pt x="211593" y="0"/>
                </a:lnTo>
                <a:lnTo>
                  <a:pt x="211593" y="112045"/>
                </a:lnTo>
                <a:lnTo>
                  <a:pt x="256323" y="112045"/>
                </a:lnTo>
                <a:lnTo>
                  <a:pt x="256323" y="132656"/>
                </a:lnTo>
                <a:lnTo>
                  <a:pt x="211593" y="132656"/>
                </a:lnTo>
                <a:lnTo>
                  <a:pt x="211593" y="275400"/>
                </a:lnTo>
                <a:close/>
              </a:path>
              <a:path w="256539" h="275590">
                <a:moveTo>
                  <a:pt x="13594" y="222995"/>
                </a:moveTo>
                <a:lnTo>
                  <a:pt x="0" y="203918"/>
                </a:lnTo>
                <a:lnTo>
                  <a:pt x="47348" y="174132"/>
                </a:lnTo>
                <a:lnTo>
                  <a:pt x="82444" y="138220"/>
                </a:lnTo>
                <a:lnTo>
                  <a:pt x="105207" y="96676"/>
                </a:lnTo>
                <a:lnTo>
                  <a:pt x="115554" y="49993"/>
                </a:lnTo>
                <a:lnTo>
                  <a:pt x="12936" y="49993"/>
                </a:lnTo>
                <a:lnTo>
                  <a:pt x="12936" y="29601"/>
                </a:lnTo>
                <a:lnTo>
                  <a:pt x="140331" y="29601"/>
                </a:lnTo>
                <a:lnTo>
                  <a:pt x="135696" y="75436"/>
                </a:lnTo>
                <a:lnTo>
                  <a:pt x="121516" y="118641"/>
                </a:lnTo>
                <a:lnTo>
                  <a:pt x="96979" y="158267"/>
                </a:lnTo>
                <a:lnTo>
                  <a:pt x="61275" y="193367"/>
                </a:lnTo>
                <a:lnTo>
                  <a:pt x="13594" y="222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5434919" y="8153620"/>
            <a:ext cx="46990" cy="84455"/>
          </a:xfrm>
          <a:custGeom>
            <a:avLst/>
            <a:gdLst/>
            <a:ahLst/>
            <a:cxnLst/>
            <a:rect l="l" t="t" r="r" b="b"/>
            <a:pathLst>
              <a:path w="46989" h="84454">
                <a:moveTo>
                  <a:pt x="23023" y="84418"/>
                </a:moveTo>
                <a:lnTo>
                  <a:pt x="0" y="84418"/>
                </a:lnTo>
                <a:lnTo>
                  <a:pt x="17102" y="0"/>
                </a:lnTo>
                <a:lnTo>
                  <a:pt x="46923" y="0"/>
                </a:lnTo>
                <a:lnTo>
                  <a:pt x="23023" y="844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5594185" y="7924266"/>
            <a:ext cx="263525" cy="276225"/>
          </a:xfrm>
          <a:custGeom>
            <a:avLst/>
            <a:gdLst/>
            <a:ahLst/>
            <a:cxnLst/>
            <a:rect l="l" t="t" r="r" b="b"/>
            <a:pathLst>
              <a:path w="263525" h="276225">
                <a:moveTo>
                  <a:pt x="217294" y="275619"/>
                </a:moveTo>
                <a:lnTo>
                  <a:pt x="192955" y="275619"/>
                </a:lnTo>
                <a:lnTo>
                  <a:pt x="192955" y="0"/>
                </a:lnTo>
                <a:lnTo>
                  <a:pt x="217294" y="0"/>
                </a:lnTo>
                <a:lnTo>
                  <a:pt x="217294" y="111826"/>
                </a:lnTo>
                <a:lnTo>
                  <a:pt x="263340" y="111826"/>
                </a:lnTo>
                <a:lnTo>
                  <a:pt x="263340" y="132876"/>
                </a:lnTo>
                <a:lnTo>
                  <a:pt x="217294" y="132876"/>
                </a:lnTo>
                <a:lnTo>
                  <a:pt x="217294" y="275619"/>
                </a:lnTo>
                <a:close/>
              </a:path>
              <a:path w="263525" h="276225">
                <a:moveTo>
                  <a:pt x="15348" y="216636"/>
                </a:moveTo>
                <a:lnTo>
                  <a:pt x="0" y="197121"/>
                </a:lnTo>
                <a:lnTo>
                  <a:pt x="28203" y="176544"/>
                </a:lnTo>
                <a:lnTo>
                  <a:pt x="51144" y="146964"/>
                </a:lnTo>
                <a:lnTo>
                  <a:pt x="66602" y="111710"/>
                </a:lnTo>
                <a:lnTo>
                  <a:pt x="72358" y="74112"/>
                </a:lnTo>
                <a:lnTo>
                  <a:pt x="72358" y="23900"/>
                </a:lnTo>
                <a:lnTo>
                  <a:pt x="96477" y="23900"/>
                </a:lnTo>
                <a:lnTo>
                  <a:pt x="96477" y="74112"/>
                </a:lnTo>
                <a:lnTo>
                  <a:pt x="102000" y="110240"/>
                </a:lnTo>
                <a:lnTo>
                  <a:pt x="108501" y="124544"/>
                </a:lnTo>
                <a:lnTo>
                  <a:pt x="84746" y="124544"/>
                </a:lnTo>
                <a:lnTo>
                  <a:pt x="73086" y="153749"/>
                </a:lnTo>
                <a:lnTo>
                  <a:pt x="57078" y="179593"/>
                </a:lnTo>
                <a:lnTo>
                  <a:pt x="37554" y="200936"/>
                </a:lnTo>
                <a:lnTo>
                  <a:pt x="15348" y="216636"/>
                </a:lnTo>
                <a:close/>
              </a:path>
              <a:path w="263525" h="276225">
                <a:moveTo>
                  <a:pt x="152610" y="211374"/>
                </a:moveTo>
                <a:lnTo>
                  <a:pt x="130967" y="196481"/>
                </a:lnTo>
                <a:lnTo>
                  <a:pt x="111936" y="176346"/>
                </a:lnTo>
                <a:lnTo>
                  <a:pt x="96275" y="152017"/>
                </a:lnTo>
                <a:lnTo>
                  <a:pt x="84746" y="124544"/>
                </a:lnTo>
                <a:lnTo>
                  <a:pt x="108501" y="124544"/>
                </a:lnTo>
                <a:lnTo>
                  <a:pt x="117308" y="143921"/>
                </a:lnTo>
                <a:lnTo>
                  <a:pt x="140016" y="172135"/>
                </a:lnTo>
                <a:lnTo>
                  <a:pt x="167739" y="191859"/>
                </a:lnTo>
                <a:lnTo>
                  <a:pt x="152610" y="2113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5873751" y="7924486"/>
            <a:ext cx="235585" cy="269875"/>
          </a:xfrm>
          <a:custGeom>
            <a:avLst/>
            <a:gdLst/>
            <a:ahLst/>
            <a:cxnLst/>
            <a:rect l="l" t="t" r="r" b="b"/>
            <a:pathLst>
              <a:path w="235585" h="269875">
                <a:moveTo>
                  <a:pt x="227380" y="202164"/>
                </a:moveTo>
                <a:lnTo>
                  <a:pt x="203041" y="202164"/>
                </a:lnTo>
                <a:lnTo>
                  <a:pt x="203041" y="96258"/>
                </a:lnTo>
                <a:lnTo>
                  <a:pt x="146251" y="96258"/>
                </a:lnTo>
                <a:lnTo>
                  <a:pt x="146251" y="76305"/>
                </a:lnTo>
                <a:lnTo>
                  <a:pt x="203041" y="76305"/>
                </a:lnTo>
                <a:lnTo>
                  <a:pt x="203041" y="0"/>
                </a:lnTo>
                <a:lnTo>
                  <a:pt x="227380" y="0"/>
                </a:lnTo>
                <a:lnTo>
                  <a:pt x="227380" y="202164"/>
                </a:lnTo>
                <a:close/>
              </a:path>
              <a:path w="235585" h="269875">
                <a:moveTo>
                  <a:pt x="156337" y="42537"/>
                </a:moveTo>
                <a:lnTo>
                  <a:pt x="7893" y="42537"/>
                </a:lnTo>
                <a:lnTo>
                  <a:pt x="7893" y="22365"/>
                </a:lnTo>
                <a:lnTo>
                  <a:pt x="156337" y="22365"/>
                </a:lnTo>
                <a:lnTo>
                  <a:pt x="156337" y="42537"/>
                </a:lnTo>
                <a:close/>
              </a:path>
              <a:path w="235585" h="269875">
                <a:moveTo>
                  <a:pt x="12717" y="166862"/>
                </a:moveTo>
                <a:lnTo>
                  <a:pt x="0" y="146909"/>
                </a:lnTo>
                <a:lnTo>
                  <a:pt x="28169" y="132365"/>
                </a:lnTo>
                <a:lnTo>
                  <a:pt x="50376" y="111305"/>
                </a:lnTo>
                <a:lnTo>
                  <a:pt x="64937" y="85517"/>
                </a:lnTo>
                <a:lnTo>
                  <a:pt x="70165" y="56790"/>
                </a:lnTo>
                <a:lnTo>
                  <a:pt x="70165" y="42537"/>
                </a:lnTo>
                <a:lnTo>
                  <a:pt x="94723" y="42537"/>
                </a:lnTo>
                <a:lnTo>
                  <a:pt x="94723" y="56790"/>
                </a:lnTo>
                <a:lnTo>
                  <a:pt x="99670" y="82955"/>
                </a:lnTo>
                <a:lnTo>
                  <a:pt x="108092" y="97464"/>
                </a:lnTo>
                <a:lnTo>
                  <a:pt x="82883" y="97464"/>
                </a:lnTo>
                <a:lnTo>
                  <a:pt x="71488" y="119994"/>
                </a:lnTo>
                <a:lnTo>
                  <a:pt x="55611" y="139481"/>
                </a:lnTo>
                <a:lnTo>
                  <a:pt x="35829" y="155310"/>
                </a:lnTo>
                <a:lnTo>
                  <a:pt x="12717" y="166862"/>
                </a:lnTo>
                <a:close/>
              </a:path>
              <a:path w="235585" h="269875">
                <a:moveTo>
                  <a:pt x="149979" y="160284"/>
                </a:moveTo>
                <a:lnTo>
                  <a:pt x="128040" y="149759"/>
                </a:lnTo>
                <a:lnTo>
                  <a:pt x="109236" y="135370"/>
                </a:lnTo>
                <a:lnTo>
                  <a:pt x="94029" y="117733"/>
                </a:lnTo>
                <a:lnTo>
                  <a:pt x="82883" y="97464"/>
                </a:lnTo>
                <a:lnTo>
                  <a:pt x="108092" y="97464"/>
                </a:lnTo>
                <a:lnTo>
                  <a:pt x="113580" y="106920"/>
                </a:lnTo>
                <a:lnTo>
                  <a:pt x="135055" y="126815"/>
                </a:lnTo>
                <a:lnTo>
                  <a:pt x="162696" y="140769"/>
                </a:lnTo>
                <a:lnTo>
                  <a:pt x="149979" y="160284"/>
                </a:lnTo>
                <a:close/>
              </a:path>
              <a:path w="235585" h="269875">
                <a:moveTo>
                  <a:pt x="235055" y="269260"/>
                </a:moveTo>
                <a:lnTo>
                  <a:pt x="50431" y="269260"/>
                </a:lnTo>
                <a:lnTo>
                  <a:pt x="50431" y="183965"/>
                </a:lnTo>
                <a:lnTo>
                  <a:pt x="74770" y="183965"/>
                </a:lnTo>
                <a:lnTo>
                  <a:pt x="74770" y="249088"/>
                </a:lnTo>
                <a:lnTo>
                  <a:pt x="235055" y="249088"/>
                </a:lnTo>
                <a:lnTo>
                  <a:pt x="235055" y="269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6230142" y="7924266"/>
            <a:ext cx="233045" cy="276225"/>
          </a:xfrm>
          <a:custGeom>
            <a:avLst/>
            <a:gdLst/>
            <a:ahLst/>
            <a:cxnLst/>
            <a:rect l="l" t="t" r="r" b="b"/>
            <a:pathLst>
              <a:path w="233045" h="276225">
                <a:moveTo>
                  <a:pt x="232643" y="275619"/>
                </a:moveTo>
                <a:lnTo>
                  <a:pt x="209181" y="275619"/>
                </a:lnTo>
                <a:lnTo>
                  <a:pt x="209181" y="0"/>
                </a:lnTo>
                <a:lnTo>
                  <a:pt x="232643" y="0"/>
                </a:lnTo>
                <a:lnTo>
                  <a:pt x="232643" y="275619"/>
                </a:lnTo>
                <a:close/>
              </a:path>
              <a:path w="233045" h="276225">
                <a:moveTo>
                  <a:pt x="177826" y="66876"/>
                </a:moveTo>
                <a:lnTo>
                  <a:pt x="154583" y="66876"/>
                </a:lnTo>
                <a:lnTo>
                  <a:pt x="154583" y="5920"/>
                </a:lnTo>
                <a:lnTo>
                  <a:pt x="177826" y="5920"/>
                </a:lnTo>
                <a:lnTo>
                  <a:pt x="177826" y="66876"/>
                </a:lnTo>
                <a:close/>
              </a:path>
              <a:path w="233045" h="276225">
                <a:moveTo>
                  <a:pt x="58983" y="214663"/>
                </a:moveTo>
                <a:lnTo>
                  <a:pt x="34688" y="208047"/>
                </a:lnTo>
                <a:lnTo>
                  <a:pt x="16088" y="188871"/>
                </a:lnTo>
                <a:lnTo>
                  <a:pt x="4190" y="158636"/>
                </a:lnTo>
                <a:lnTo>
                  <a:pt x="0" y="118843"/>
                </a:lnTo>
                <a:lnTo>
                  <a:pt x="4190" y="79207"/>
                </a:lnTo>
                <a:lnTo>
                  <a:pt x="16088" y="49088"/>
                </a:lnTo>
                <a:lnTo>
                  <a:pt x="34688" y="29947"/>
                </a:lnTo>
                <a:lnTo>
                  <a:pt x="58983" y="23242"/>
                </a:lnTo>
                <a:lnTo>
                  <a:pt x="75669" y="26175"/>
                </a:lnTo>
                <a:lnTo>
                  <a:pt x="90023" y="34699"/>
                </a:lnTo>
                <a:lnTo>
                  <a:pt x="99746" y="46046"/>
                </a:lnTo>
                <a:lnTo>
                  <a:pt x="58983" y="46046"/>
                </a:lnTo>
                <a:lnTo>
                  <a:pt x="43737" y="51130"/>
                </a:lnTo>
                <a:lnTo>
                  <a:pt x="32232" y="65670"/>
                </a:lnTo>
                <a:lnTo>
                  <a:pt x="25003" y="88597"/>
                </a:lnTo>
                <a:lnTo>
                  <a:pt x="22584" y="118843"/>
                </a:lnTo>
                <a:lnTo>
                  <a:pt x="25003" y="149119"/>
                </a:lnTo>
                <a:lnTo>
                  <a:pt x="32232" y="172097"/>
                </a:lnTo>
                <a:lnTo>
                  <a:pt x="43737" y="186648"/>
                </a:lnTo>
                <a:lnTo>
                  <a:pt x="58983" y="191640"/>
                </a:lnTo>
                <a:lnTo>
                  <a:pt x="99989" y="191640"/>
                </a:lnTo>
                <a:lnTo>
                  <a:pt x="90023" y="203288"/>
                </a:lnTo>
                <a:lnTo>
                  <a:pt x="75669" y="211792"/>
                </a:lnTo>
                <a:lnTo>
                  <a:pt x="58983" y="214663"/>
                </a:lnTo>
                <a:close/>
              </a:path>
              <a:path w="233045" h="276225">
                <a:moveTo>
                  <a:pt x="99989" y="191640"/>
                </a:moveTo>
                <a:lnTo>
                  <a:pt x="58983" y="191640"/>
                </a:lnTo>
                <a:lnTo>
                  <a:pt x="74300" y="186648"/>
                </a:lnTo>
                <a:lnTo>
                  <a:pt x="85980" y="172097"/>
                </a:lnTo>
                <a:lnTo>
                  <a:pt x="93425" y="149119"/>
                </a:lnTo>
                <a:lnTo>
                  <a:pt x="96039" y="118843"/>
                </a:lnTo>
                <a:lnTo>
                  <a:pt x="93425" y="88597"/>
                </a:lnTo>
                <a:lnTo>
                  <a:pt x="85980" y="65670"/>
                </a:lnTo>
                <a:lnTo>
                  <a:pt x="74300" y="51130"/>
                </a:lnTo>
                <a:lnTo>
                  <a:pt x="58983" y="46046"/>
                </a:lnTo>
                <a:lnTo>
                  <a:pt x="99746" y="46046"/>
                </a:lnTo>
                <a:lnTo>
                  <a:pt x="101765" y="48403"/>
                </a:lnTo>
                <a:lnTo>
                  <a:pt x="110620" y="66876"/>
                </a:lnTo>
                <a:lnTo>
                  <a:pt x="177826" y="66876"/>
                </a:lnTo>
                <a:lnTo>
                  <a:pt x="177826" y="87049"/>
                </a:lnTo>
                <a:lnTo>
                  <a:pt x="115883" y="87049"/>
                </a:lnTo>
                <a:lnTo>
                  <a:pt x="117051" y="94468"/>
                </a:lnTo>
                <a:lnTo>
                  <a:pt x="117911" y="102247"/>
                </a:lnTo>
                <a:lnTo>
                  <a:pt x="118442" y="110375"/>
                </a:lnTo>
                <a:lnTo>
                  <a:pt x="118623" y="118843"/>
                </a:lnTo>
                <a:lnTo>
                  <a:pt x="118442" y="127264"/>
                </a:lnTo>
                <a:lnTo>
                  <a:pt x="117911" y="135397"/>
                </a:lnTo>
                <a:lnTo>
                  <a:pt x="117051" y="143202"/>
                </a:lnTo>
                <a:lnTo>
                  <a:pt x="115883" y="150636"/>
                </a:lnTo>
                <a:lnTo>
                  <a:pt x="177826" y="150636"/>
                </a:lnTo>
                <a:lnTo>
                  <a:pt x="177826" y="171028"/>
                </a:lnTo>
                <a:lnTo>
                  <a:pt x="110620" y="171028"/>
                </a:lnTo>
                <a:lnTo>
                  <a:pt x="101765" y="189563"/>
                </a:lnTo>
                <a:lnTo>
                  <a:pt x="99989" y="191640"/>
                </a:lnTo>
                <a:close/>
              </a:path>
              <a:path w="233045" h="276225">
                <a:moveTo>
                  <a:pt x="177826" y="150636"/>
                </a:moveTo>
                <a:lnTo>
                  <a:pt x="154583" y="150636"/>
                </a:lnTo>
                <a:lnTo>
                  <a:pt x="154583" y="87049"/>
                </a:lnTo>
                <a:lnTo>
                  <a:pt x="177826" y="87049"/>
                </a:lnTo>
                <a:lnTo>
                  <a:pt x="177826" y="150636"/>
                </a:lnTo>
                <a:close/>
              </a:path>
              <a:path w="233045" h="276225">
                <a:moveTo>
                  <a:pt x="177826" y="261586"/>
                </a:moveTo>
                <a:lnTo>
                  <a:pt x="154583" y="261586"/>
                </a:lnTo>
                <a:lnTo>
                  <a:pt x="154583" y="171028"/>
                </a:lnTo>
                <a:lnTo>
                  <a:pt x="177826" y="171028"/>
                </a:lnTo>
                <a:lnTo>
                  <a:pt x="177826" y="2615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6512997" y="7924266"/>
            <a:ext cx="245745" cy="275590"/>
          </a:xfrm>
          <a:custGeom>
            <a:avLst/>
            <a:gdLst/>
            <a:ahLst/>
            <a:cxnLst/>
            <a:rect l="l" t="t" r="r" b="b"/>
            <a:pathLst>
              <a:path w="245745" h="275590">
                <a:moveTo>
                  <a:pt x="203699" y="165766"/>
                </a:moveTo>
                <a:lnTo>
                  <a:pt x="179361" y="165766"/>
                </a:lnTo>
                <a:lnTo>
                  <a:pt x="179361" y="0"/>
                </a:lnTo>
                <a:lnTo>
                  <a:pt x="203699" y="0"/>
                </a:lnTo>
                <a:lnTo>
                  <a:pt x="203699" y="69288"/>
                </a:lnTo>
                <a:lnTo>
                  <a:pt x="245141" y="69288"/>
                </a:lnTo>
                <a:lnTo>
                  <a:pt x="245141" y="90119"/>
                </a:lnTo>
                <a:lnTo>
                  <a:pt x="203699" y="90119"/>
                </a:lnTo>
                <a:lnTo>
                  <a:pt x="203699" y="165766"/>
                </a:lnTo>
                <a:close/>
              </a:path>
              <a:path w="245745" h="275590">
                <a:moveTo>
                  <a:pt x="128271" y="144278"/>
                </a:moveTo>
                <a:lnTo>
                  <a:pt x="0" y="144278"/>
                </a:lnTo>
                <a:lnTo>
                  <a:pt x="0" y="17102"/>
                </a:lnTo>
                <a:lnTo>
                  <a:pt x="23900" y="17102"/>
                </a:lnTo>
                <a:lnTo>
                  <a:pt x="23900" y="59421"/>
                </a:lnTo>
                <a:lnTo>
                  <a:pt x="128271" y="59421"/>
                </a:lnTo>
                <a:lnTo>
                  <a:pt x="128271" y="78717"/>
                </a:lnTo>
                <a:lnTo>
                  <a:pt x="23900" y="78717"/>
                </a:lnTo>
                <a:lnTo>
                  <a:pt x="23900" y="124544"/>
                </a:lnTo>
                <a:lnTo>
                  <a:pt x="128271" y="124544"/>
                </a:lnTo>
                <a:lnTo>
                  <a:pt x="128271" y="144278"/>
                </a:lnTo>
                <a:close/>
              </a:path>
              <a:path w="245745" h="275590">
                <a:moveTo>
                  <a:pt x="128271" y="59421"/>
                </a:moveTo>
                <a:lnTo>
                  <a:pt x="104152" y="59421"/>
                </a:lnTo>
                <a:lnTo>
                  <a:pt x="104152" y="17102"/>
                </a:lnTo>
                <a:lnTo>
                  <a:pt x="128271" y="17102"/>
                </a:lnTo>
                <a:lnTo>
                  <a:pt x="128271" y="59421"/>
                </a:lnTo>
                <a:close/>
              </a:path>
              <a:path w="245745" h="275590">
                <a:moveTo>
                  <a:pt x="128271" y="124544"/>
                </a:moveTo>
                <a:lnTo>
                  <a:pt x="104152" y="124544"/>
                </a:lnTo>
                <a:lnTo>
                  <a:pt x="104152" y="78717"/>
                </a:lnTo>
                <a:lnTo>
                  <a:pt x="128271" y="78717"/>
                </a:lnTo>
                <a:lnTo>
                  <a:pt x="128271" y="124544"/>
                </a:lnTo>
                <a:close/>
              </a:path>
              <a:path w="245745" h="275590">
                <a:moveTo>
                  <a:pt x="115334" y="275400"/>
                </a:moveTo>
                <a:lnTo>
                  <a:pt x="77089" y="271854"/>
                </a:lnTo>
                <a:lnTo>
                  <a:pt x="48321" y="261833"/>
                </a:lnTo>
                <a:lnTo>
                  <a:pt x="30200" y="245768"/>
                </a:lnTo>
                <a:lnTo>
                  <a:pt x="23900" y="224091"/>
                </a:lnTo>
                <a:lnTo>
                  <a:pt x="30200" y="202545"/>
                </a:lnTo>
                <a:lnTo>
                  <a:pt x="48321" y="186569"/>
                </a:lnTo>
                <a:lnTo>
                  <a:pt x="77089" y="176637"/>
                </a:lnTo>
                <a:lnTo>
                  <a:pt x="115334" y="173221"/>
                </a:lnTo>
                <a:lnTo>
                  <a:pt x="153384" y="176637"/>
                </a:lnTo>
                <a:lnTo>
                  <a:pt x="181937" y="186569"/>
                </a:lnTo>
                <a:lnTo>
                  <a:pt x="188618" y="192517"/>
                </a:lnTo>
                <a:lnTo>
                  <a:pt x="115334" y="192517"/>
                </a:lnTo>
                <a:lnTo>
                  <a:pt x="87244" y="194767"/>
                </a:lnTo>
                <a:lnTo>
                  <a:pt x="66081" y="200986"/>
                </a:lnTo>
                <a:lnTo>
                  <a:pt x="52771" y="210863"/>
                </a:lnTo>
                <a:lnTo>
                  <a:pt x="48238" y="224091"/>
                </a:lnTo>
                <a:lnTo>
                  <a:pt x="52771" y="237350"/>
                </a:lnTo>
                <a:lnTo>
                  <a:pt x="66081" y="247279"/>
                </a:lnTo>
                <a:lnTo>
                  <a:pt x="87244" y="253507"/>
                </a:lnTo>
                <a:lnTo>
                  <a:pt x="115334" y="255666"/>
                </a:lnTo>
                <a:lnTo>
                  <a:pt x="188826" y="255666"/>
                </a:lnTo>
                <a:lnTo>
                  <a:pt x="181937" y="261833"/>
                </a:lnTo>
                <a:lnTo>
                  <a:pt x="153384" y="271854"/>
                </a:lnTo>
                <a:lnTo>
                  <a:pt x="115334" y="275400"/>
                </a:lnTo>
                <a:close/>
              </a:path>
              <a:path w="245745" h="275590">
                <a:moveTo>
                  <a:pt x="188826" y="255666"/>
                </a:moveTo>
                <a:lnTo>
                  <a:pt x="115334" y="255666"/>
                </a:lnTo>
                <a:lnTo>
                  <a:pt x="143394" y="253507"/>
                </a:lnTo>
                <a:lnTo>
                  <a:pt x="164505" y="247279"/>
                </a:lnTo>
                <a:lnTo>
                  <a:pt x="177805" y="237350"/>
                </a:lnTo>
                <a:lnTo>
                  <a:pt x="182430" y="224091"/>
                </a:lnTo>
                <a:lnTo>
                  <a:pt x="177805" y="210863"/>
                </a:lnTo>
                <a:lnTo>
                  <a:pt x="164505" y="200986"/>
                </a:lnTo>
                <a:lnTo>
                  <a:pt x="143394" y="194767"/>
                </a:lnTo>
                <a:lnTo>
                  <a:pt x="115334" y="192517"/>
                </a:lnTo>
                <a:lnTo>
                  <a:pt x="188618" y="192517"/>
                </a:lnTo>
                <a:lnTo>
                  <a:pt x="199883" y="202545"/>
                </a:lnTo>
                <a:lnTo>
                  <a:pt x="206111" y="224091"/>
                </a:lnTo>
                <a:lnTo>
                  <a:pt x="199883" y="245768"/>
                </a:lnTo>
                <a:lnTo>
                  <a:pt x="188826" y="2556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6855135" y="7934133"/>
            <a:ext cx="251460" cy="266065"/>
          </a:xfrm>
          <a:custGeom>
            <a:avLst/>
            <a:gdLst/>
            <a:ahLst/>
            <a:cxnLst/>
            <a:rect l="l" t="t" r="r" b="b"/>
            <a:pathLst>
              <a:path w="251459" h="266065">
                <a:moveTo>
                  <a:pt x="23023" y="115115"/>
                </a:moveTo>
                <a:lnTo>
                  <a:pt x="12936" y="95162"/>
                </a:lnTo>
                <a:lnTo>
                  <a:pt x="49592" y="85349"/>
                </a:lnTo>
                <a:lnTo>
                  <a:pt x="81704" y="67644"/>
                </a:lnTo>
                <a:lnTo>
                  <a:pt x="104484" y="43853"/>
                </a:lnTo>
                <a:lnTo>
                  <a:pt x="113142" y="15787"/>
                </a:lnTo>
                <a:lnTo>
                  <a:pt x="113142" y="0"/>
                </a:lnTo>
                <a:lnTo>
                  <a:pt x="138357" y="0"/>
                </a:lnTo>
                <a:lnTo>
                  <a:pt x="138357" y="15787"/>
                </a:lnTo>
                <a:lnTo>
                  <a:pt x="147049" y="43576"/>
                </a:lnTo>
                <a:lnTo>
                  <a:pt x="153416" y="50212"/>
                </a:lnTo>
                <a:lnTo>
                  <a:pt x="125859" y="50212"/>
                </a:lnTo>
                <a:lnTo>
                  <a:pt x="108419" y="73720"/>
                </a:lnTo>
                <a:lnTo>
                  <a:pt x="83938" y="92736"/>
                </a:lnTo>
                <a:lnTo>
                  <a:pt x="54709" y="106716"/>
                </a:lnTo>
                <a:lnTo>
                  <a:pt x="23023" y="115115"/>
                </a:lnTo>
                <a:close/>
              </a:path>
              <a:path w="251459" h="266065">
                <a:moveTo>
                  <a:pt x="228915" y="115115"/>
                </a:moveTo>
                <a:lnTo>
                  <a:pt x="197164" y="106685"/>
                </a:lnTo>
                <a:lnTo>
                  <a:pt x="167890" y="92654"/>
                </a:lnTo>
                <a:lnTo>
                  <a:pt x="143365" y="73627"/>
                </a:lnTo>
                <a:lnTo>
                  <a:pt x="125859" y="50212"/>
                </a:lnTo>
                <a:lnTo>
                  <a:pt x="153416" y="50212"/>
                </a:lnTo>
                <a:lnTo>
                  <a:pt x="169905" y="67397"/>
                </a:lnTo>
                <a:lnTo>
                  <a:pt x="202092" y="85257"/>
                </a:lnTo>
                <a:lnTo>
                  <a:pt x="238782" y="95162"/>
                </a:lnTo>
                <a:lnTo>
                  <a:pt x="228915" y="115115"/>
                </a:lnTo>
                <a:close/>
              </a:path>
              <a:path w="251459" h="266065">
                <a:moveTo>
                  <a:pt x="251280" y="165766"/>
                </a:moveTo>
                <a:lnTo>
                  <a:pt x="0" y="165766"/>
                </a:lnTo>
                <a:lnTo>
                  <a:pt x="0" y="145374"/>
                </a:lnTo>
                <a:lnTo>
                  <a:pt x="251280" y="145374"/>
                </a:lnTo>
                <a:lnTo>
                  <a:pt x="251280" y="165766"/>
                </a:lnTo>
                <a:close/>
              </a:path>
              <a:path w="251459" h="266065">
                <a:moveTo>
                  <a:pt x="137042" y="265752"/>
                </a:moveTo>
                <a:lnTo>
                  <a:pt x="113142" y="265752"/>
                </a:lnTo>
                <a:lnTo>
                  <a:pt x="113142" y="165766"/>
                </a:lnTo>
                <a:lnTo>
                  <a:pt x="137042" y="165766"/>
                </a:lnTo>
                <a:lnTo>
                  <a:pt x="137042" y="265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7129657" y="7941588"/>
            <a:ext cx="252377" cy="22277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7402427" y="8153620"/>
            <a:ext cx="46990" cy="84455"/>
          </a:xfrm>
          <a:custGeom>
            <a:avLst/>
            <a:gdLst/>
            <a:ahLst/>
            <a:cxnLst/>
            <a:rect l="l" t="t" r="r" b="b"/>
            <a:pathLst>
              <a:path w="46990" h="84454">
                <a:moveTo>
                  <a:pt x="23023" y="84418"/>
                </a:moveTo>
                <a:lnTo>
                  <a:pt x="0" y="84418"/>
                </a:lnTo>
                <a:lnTo>
                  <a:pt x="17102" y="0"/>
                </a:lnTo>
                <a:lnTo>
                  <a:pt x="46923" y="0"/>
                </a:lnTo>
                <a:lnTo>
                  <a:pt x="23023" y="844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2374068" y="8375903"/>
            <a:ext cx="252095" cy="262255"/>
          </a:xfrm>
          <a:custGeom>
            <a:avLst/>
            <a:gdLst/>
            <a:ahLst/>
            <a:cxnLst/>
            <a:rect l="l" t="t" r="r" b="b"/>
            <a:pathLst>
              <a:path w="252094" h="262254">
                <a:moveTo>
                  <a:pt x="26312" y="111607"/>
                </a:moveTo>
                <a:lnTo>
                  <a:pt x="16445" y="92530"/>
                </a:lnTo>
                <a:lnTo>
                  <a:pt x="51904" y="82060"/>
                </a:lnTo>
                <a:lnTo>
                  <a:pt x="82883" y="64026"/>
                </a:lnTo>
                <a:lnTo>
                  <a:pt x="104816" y="40235"/>
                </a:lnTo>
                <a:lnTo>
                  <a:pt x="113142" y="12498"/>
                </a:lnTo>
                <a:lnTo>
                  <a:pt x="113142" y="0"/>
                </a:lnTo>
                <a:lnTo>
                  <a:pt x="137700" y="0"/>
                </a:lnTo>
                <a:lnTo>
                  <a:pt x="137700" y="12498"/>
                </a:lnTo>
                <a:lnTo>
                  <a:pt x="146025" y="40389"/>
                </a:lnTo>
                <a:lnTo>
                  <a:pt x="152126" y="47032"/>
                </a:lnTo>
                <a:lnTo>
                  <a:pt x="125530" y="47032"/>
                </a:lnTo>
                <a:lnTo>
                  <a:pt x="108671" y="70150"/>
                </a:lnTo>
                <a:lnTo>
                  <a:pt x="85130" y="88981"/>
                </a:lnTo>
                <a:lnTo>
                  <a:pt x="56985" y="102982"/>
                </a:lnTo>
                <a:lnTo>
                  <a:pt x="26312" y="111607"/>
                </a:lnTo>
                <a:close/>
              </a:path>
              <a:path w="252094" h="262254">
                <a:moveTo>
                  <a:pt x="224749" y="111607"/>
                </a:moveTo>
                <a:lnTo>
                  <a:pt x="194168" y="102920"/>
                </a:lnTo>
                <a:lnTo>
                  <a:pt x="166013" y="88899"/>
                </a:lnTo>
                <a:lnTo>
                  <a:pt x="142421" y="70088"/>
                </a:lnTo>
                <a:lnTo>
                  <a:pt x="125530" y="47032"/>
                </a:lnTo>
                <a:lnTo>
                  <a:pt x="152126" y="47032"/>
                </a:lnTo>
                <a:lnTo>
                  <a:pt x="167959" y="64272"/>
                </a:lnTo>
                <a:lnTo>
                  <a:pt x="198937" y="82276"/>
                </a:lnTo>
                <a:lnTo>
                  <a:pt x="234397" y="92530"/>
                </a:lnTo>
                <a:lnTo>
                  <a:pt x="224749" y="111607"/>
                </a:lnTo>
                <a:close/>
              </a:path>
              <a:path w="252094" h="262254">
                <a:moveTo>
                  <a:pt x="137480" y="140550"/>
                </a:moveTo>
                <a:lnTo>
                  <a:pt x="113580" y="140550"/>
                </a:lnTo>
                <a:lnTo>
                  <a:pt x="113580" y="93846"/>
                </a:lnTo>
                <a:lnTo>
                  <a:pt x="137480" y="93846"/>
                </a:lnTo>
                <a:lnTo>
                  <a:pt x="137480" y="140550"/>
                </a:lnTo>
                <a:close/>
              </a:path>
              <a:path w="252094" h="262254">
                <a:moveTo>
                  <a:pt x="251938" y="160942"/>
                </a:moveTo>
                <a:lnTo>
                  <a:pt x="0" y="160942"/>
                </a:lnTo>
                <a:lnTo>
                  <a:pt x="0" y="140550"/>
                </a:lnTo>
                <a:lnTo>
                  <a:pt x="251938" y="140550"/>
                </a:lnTo>
                <a:lnTo>
                  <a:pt x="251938" y="160942"/>
                </a:lnTo>
                <a:close/>
              </a:path>
              <a:path w="252094" h="262254">
                <a:moveTo>
                  <a:pt x="223214" y="262244"/>
                </a:moveTo>
                <a:lnTo>
                  <a:pt x="32451" y="262244"/>
                </a:lnTo>
                <a:lnTo>
                  <a:pt x="32451" y="183088"/>
                </a:lnTo>
                <a:lnTo>
                  <a:pt x="57009" y="183088"/>
                </a:lnTo>
                <a:lnTo>
                  <a:pt x="57009" y="242071"/>
                </a:lnTo>
                <a:lnTo>
                  <a:pt x="223214" y="242071"/>
                </a:lnTo>
                <a:lnTo>
                  <a:pt x="223214" y="262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2647934" y="8368667"/>
            <a:ext cx="235585" cy="276225"/>
          </a:xfrm>
          <a:custGeom>
            <a:avLst/>
            <a:gdLst/>
            <a:ahLst/>
            <a:cxnLst/>
            <a:rect l="l" t="t" r="r" b="b"/>
            <a:pathLst>
              <a:path w="235585" h="276225">
                <a:moveTo>
                  <a:pt x="235493" y="116211"/>
                </a:moveTo>
                <a:lnTo>
                  <a:pt x="212251" y="116211"/>
                </a:lnTo>
                <a:lnTo>
                  <a:pt x="212251" y="0"/>
                </a:lnTo>
                <a:lnTo>
                  <a:pt x="235493" y="0"/>
                </a:lnTo>
                <a:lnTo>
                  <a:pt x="235493" y="116211"/>
                </a:lnTo>
                <a:close/>
              </a:path>
              <a:path w="235585" h="276225">
                <a:moveTo>
                  <a:pt x="175633" y="262024"/>
                </a:moveTo>
                <a:lnTo>
                  <a:pt x="152610" y="262024"/>
                </a:lnTo>
                <a:lnTo>
                  <a:pt x="152610" y="6578"/>
                </a:lnTo>
                <a:lnTo>
                  <a:pt x="175633" y="6578"/>
                </a:lnTo>
                <a:lnTo>
                  <a:pt x="175633" y="116211"/>
                </a:lnTo>
                <a:lnTo>
                  <a:pt x="235493" y="116211"/>
                </a:lnTo>
                <a:lnTo>
                  <a:pt x="235493" y="136384"/>
                </a:lnTo>
                <a:lnTo>
                  <a:pt x="175633" y="136384"/>
                </a:lnTo>
                <a:lnTo>
                  <a:pt x="175633" y="262024"/>
                </a:lnTo>
                <a:close/>
              </a:path>
              <a:path w="235585" h="276225">
                <a:moveTo>
                  <a:pt x="235493" y="275619"/>
                </a:moveTo>
                <a:lnTo>
                  <a:pt x="212251" y="275619"/>
                </a:lnTo>
                <a:lnTo>
                  <a:pt x="212251" y="136384"/>
                </a:lnTo>
                <a:lnTo>
                  <a:pt x="235493" y="136384"/>
                </a:lnTo>
                <a:lnTo>
                  <a:pt x="235493" y="275619"/>
                </a:lnTo>
                <a:close/>
              </a:path>
              <a:path w="235585" h="276225">
                <a:moveTo>
                  <a:pt x="81567" y="47581"/>
                </a:moveTo>
                <a:lnTo>
                  <a:pt x="57228" y="47581"/>
                </a:lnTo>
                <a:lnTo>
                  <a:pt x="57228" y="8332"/>
                </a:lnTo>
                <a:lnTo>
                  <a:pt x="81567" y="8332"/>
                </a:lnTo>
                <a:lnTo>
                  <a:pt x="81567" y="47581"/>
                </a:lnTo>
                <a:close/>
              </a:path>
              <a:path w="235585" h="276225">
                <a:moveTo>
                  <a:pt x="138357" y="67534"/>
                </a:moveTo>
                <a:lnTo>
                  <a:pt x="0" y="67534"/>
                </a:lnTo>
                <a:lnTo>
                  <a:pt x="0" y="47581"/>
                </a:lnTo>
                <a:lnTo>
                  <a:pt x="138357" y="47581"/>
                </a:lnTo>
                <a:lnTo>
                  <a:pt x="138357" y="67534"/>
                </a:lnTo>
                <a:close/>
              </a:path>
              <a:path w="235585" h="276225">
                <a:moveTo>
                  <a:pt x="69288" y="211812"/>
                </a:moveTo>
                <a:lnTo>
                  <a:pt x="45484" y="207156"/>
                </a:lnTo>
                <a:lnTo>
                  <a:pt x="26695" y="194134"/>
                </a:lnTo>
                <a:lnTo>
                  <a:pt x="14403" y="174163"/>
                </a:lnTo>
                <a:lnTo>
                  <a:pt x="10086" y="148663"/>
                </a:lnTo>
                <a:lnTo>
                  <a:pt x="14403" y="123451"/>
                </a:lnTo>
                <a:lnTo>
                  <a:pt x="26695" y="103686"/>
                </a:lnTo>
                <a:lnTo>
                  <a:pt x="45484" y="90787"/>
                </a:lnTo>
                <a:lnTo>
                  <a:pt x="69288" y="86172"/>
                </a:lnTo>
                <a:lnTo>
                  <a:pt x="93192" y="90787"/>
                </a:lnTo>
                <a:lnTo>
                  <a:pt x="112018" y="103686"/>
                </a:lnTo>
                <a:lnTo>
                  <a:pt x="113819" y="106564"/>
                </a:lnTo>
                <a:lnTo>
                  <a:pt x="69288" y="106564"/>
                </a:lnTo>
                <a:lnTo>
                  <a:pt x="54145" y="109842"/>
                </a:lnTo>
                <a:lnTo>
                  <a:pt x="42209" y="118651"/>
                </a:lnTo>
                <a:lnTo>
                  <a:pt x="34383" y="131940"/>
                </a:lnTo>
                <a:lnTo>
                  <a:pt x="31574" y="148663"/>
                </a:lnTo>
                <a:lnTo>
                  <a:pt x="34383" y="165598"/>
                </a:lnTo>
                <a:lnTo>
                  <a:pt x="42209" y="178895"/>
                </a:lnTo>
                <a:lnTo>
                  <a:pt x="54145" y="187545"/>
                </a:lnTo>
                <a:lnTo>
                  <a:pt x="69288" y="190543"/>
                </a:lnTo>
                <a:lnTo>
                  <a:pt x="114242" y="190543"/>
                </a:lnTo>
                <a:lnTo>
                  <a:pt x="112018" y="194134"/>
                </a:lnTo>
                <a:lnTo>
                  <a:pt x="93192" y="207156"/>
                </a:lnTo>
                <a:lnTo>
                  <a:pt x="69288" y="211812"/>
                </a:lnTo>
                <a:close/>
              </a:path>
              <a:path w="235585" h="276225">
                <a:moveTo>
                  <a:pt x="114242" y="190543"/>
                </a:moveTo>
                <a:lnTo>
                  <a:pt x="69288" y="190543"/>
                </a:lnTo>
                <a:lnTo>
                  <a:pt x="84466" y="187545"/>
                </a:lnTo>
                <a:lnTo>
                  <a:pt x="96477" y="178895"/>
                </a:lnTo>
                <a:lnTo>
                  <a:pt x="104378" y="165598"/>
                </a:lnTo>
                <a:lnTo>
                  <a:pt x="107221" y="148663"/>
                </a:lnTo>
                <a:lnTo>
                  <a:pt x="104378" y="131940"/>
                </a:lnTo>
                <a:lnTo>
                  <a:pt x="96477" y="118651"/>
                </a:lnTo>
                <a:lnTo>
                  <a:pt x="84466" y="109842"/>
                </a:lnTo>
                <a:lnTo>
                  <a:pt x="69288" y="106564"/>
                </a:lnTo>
                <a:lnTo>
                  <a:pt x="113819" y="106564"/>
                </a:lnTo>
                <a:lnTo>
                  <a:pt x="124389" y="123451"/>
                </a:lnTo>
                <a:lnTo>
                  <a:pt x="128929" y="148663"/>
                </a:lnTo>
                <a:lnTo>
                  <a:pt x="124389" y="174163"/>
                </a:lnTo>
                <a:lnTo>
                  <a:pt x="114242" y="1905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2923773" y="8368667"/>
            <a:ext cx="229235" cy="275590"/>
          </a:xfrm>
          <a:custGeom>
            <a:avLst/>
            <a:gdLst/>
            <a:ahLst/>
            <a:cxnLst/>
            <a:rect l="l" t="t" r="r" b="b"/>
            <a:pathLst>
              <a:path w="229235" h="275590">
                <a:moveTo>
                  <a:pt x="227819" y="170151"/>
                </a:moveTo>
                <a:lnTo>
                  <a:pt x="203480" y="170151"/>
                </a:lnTo>
                <a:lnTo>
                  <a:pt x="203480" y="118843"/>
                </a:lnTo>
                <a:lnTo>
                  <a:pt x="156776" y="118843"/>
                </a:lnTo>
                <a:lnTo>
                  <a:pt x="156776" y="98889"/>
                </a:lnTo>
                <a:lnTo>
                  <a:pt x="203480" y="98889"/>
                </a:lnTo>
                <a:lnTo>
                  <a:pt x="203480" y="69507"/>
                </a:lnTo>
                <a:lnTo>
                  <a:pt x="156776" y="69507"/>
                </a:lnTo>
                <a:lnTo>
                  <a:pt x="156776" y="49554"/>
                </a:lnTo>
                <a:lnTo>
                  <a:pt x="203480" y="49554"/>
                </a:lnTo>
                <a:lnTo>
                  <a:pt x="203480" y="0"/>
                </a:lnTo>
                <a:lnTo>
                  <a:pt x="227819" y="0"/>
                </a:lnTo>
                <a:lnTo>
                  <a:pt x="227819" y="170151"/>
                </a:lnTo>
                <a:close/>
              </a:path>
              <a:path w="229235" h="275590">
                <a:moveTo>
                  <a:pt x="153925" y="41003"/>
                </a:moveTo>
                <a:lnTo>
                  <a:pt x="7674" y="41003"/>
                </a:lnTo>
                <a:lnTo>
                  <a:pt x="7674" y="20830"/>
                </a:lnTo>
                <a:lnTo>
                  <a:pt x="153925" y="20830"/>
                </a:lnTo>
                <a:lnTo>
                  <a:pt x="153925" y="41003"/>
                </a:lnTo>
                <a:close/>
              </a:path>
              <a:path w="229235" h="275590">
                <a:moveTo>
                  <a:pt x="3069" y="153487"/>
                </a:moveTo>
                <a:lnTo>
                  <a:pt x="0" y="132876"/>
                </a:lnTo>
                <a:lnTo>
                  <a:pt x="35521" y="132656"/>
                </a:lnTo>
                <a:lnTo>
                  <a:pt x="35521" y="41003"/>
                </a:lnTo>
                <a:lnTo>
                  <a:pt x="59202" y="41003"/>
                </a:lnTo>
                <a:lnTo>
                  <a:pt x="59202" y="132328"/>
                </a:lnTo>
                <a:lnTo>
                  <a:pt x="163528" y="132328"/>
                </a:lnTo>
                <a:lnTo>
                  <a:pt x="164231" y="144278"/>
                </a:lnTo>
                <a:lnTo>
                  <a:pt x="122676" y="149232"/>
                </a:lnTo>
                <a:lnTo>
                  <a:pt x="80279" y="152007"/>
                </a:lnTo>
                <a:lnTo>
                  <a:pt x="39567" y="153220"/>
                </a:lnTo>
                <a:lnTo>
                  <a:pt x="3069" y="153487"/>
                </a:lnTo>
                <a:close/>
              </a:path>
              <a:path w="229235" h="275590">
                <a:moveTo>
                  <a:pt x="163528" y="132328"/>
                </a:moveTo>
                <a:lnTo>
                  <a:pt x="59202" y="132328"/>
                </a:lnTo>
                <a:lnTo>
                  <a:pt x="80676" y="131670"/>
                </a:lnTo>
                <a:lnTo>
                  <a:pt x="102398" y="130683"/>
                </a:lnTo>
                <a:lnTo>
                  <a:pt x="102398" y="41003"/>
                </a:lnTo>
                <a:lnTo>
                  <a:pt x="125859" y="41003"/>
                </a:lnTo>
                <a:lnTo>
                  <a:pt x="125859" y="129258"/>
                </a:lnTo>
                <a:lnTo>
                  <a:pt x="163348" y="129258"/>
                </a:lnTo>
                <a:lnTo>
                  <a:pt x="163528" y="132328"/>
                </a:lnTo>
                <a:close/>
              </a:path>
              <a:path w="229235" h="275590">
                <a:moveTo>
                  <a:pt x="163348" y="129258"/>
                </a:moveTo>
                <a:lnTo>
                  <a:pt x="125859" y="129258"/>
                </a:lnTo>
                <a:lnTo>
                  <a:pt x="144826" y="127654"/>
                </a:lnTo>
                <a:lnTo>
                  <a:pt x="154073" y="126714"/>
                </a:lnTo>
                <a:lnTo>
                  <a:pt x="163135" y="125640"/>
                </a:lnTo>
                <a:lnTo>
                  <a:pt x="163348" y="129258"/>
                </a:lnTo>
                <a:close/>
              </a:path>
              <a:path w="229235" h="275590">
                <a:moveTo>
                  <a:pt x="136384" y="274961"/>
                </a:moveTo>
                <a:lnTo>
                  <a:pt x="97601" y="271628"/>
                </a:lnTo>
                <a:lnTo>
                  <a:pt x="68521" y="261942"/>
                </a:lnTo>
                <a:lnTo>
                  <a:pt x="50294" y="246378"/>
                </a:lnTo>
                <a:lnTo>
                  <a:pt x="44072" y="225407"/>
                </a:lnTo>
                <a:lnTo>
                  <a:pt x="50294" y="204343"/>
                </a:lnTo>
                <a:lnTo>
                  <a:pt x="68521" y="188789"/>
                </a:lnTo>
                <a:lnTo>
                  <a:pt x="97601" y="179155"/>
                </a:lnTo>
                <a:lnTo>
                  <a:pt x="136384" y="175852"/>
                </a:lnTo>
                <a:lnTo>
                  <a:pt x="175136" y="179155"/>
                </a:lnTo>
                <a:lnTo>
                  <a:pt x="204165" y="188789"/>
                </a:lnTo>
                <a:lnTo>
                  <a:pt x="211355" y="194929"/>
                </a:lnTo>
                <a:lnTo>
                  <a:pt x="136384" y="194929"/>
                </a:lnTo>
                <a:lnTo>
                  <a:pt x="107752" y="197008"/>
                </a:lnTo>
                <a:lnTo>
                  <a:pt x="86254" y="203014"/>
                </a:lnTo>
                <a:lnTo>
                  <a:pt x="72772" y="212597"/>
                </a:lnTo>
                <a:lnTo>
                  <a:pt x="68192" y="225407"/>
                </a:lnTo>
                <a:lnTo>
                  <a:pt x="72772" y="238183"/>
                </a:lnTo>
                <a:lnTo>
                  <a:pt x="86254" y="247690"/>
                </a:lnTo>
                <a:lnTo>
                  <a:pt x="107752" y="253620"/>
                </a:lnTo>
                <a:lnTo>
                  <a:pt x="136384" y="255666"/>
                </a:lnTo>
                <a:lnTo>
                  <a:pt x="211511" y="255666"/>
                </a:lnTo>
                <a:lnTo>
                  <a:pt x="204165" y="261942"/>
                </a:lnTo>
                <a:lnTo>
                  <a:pt x="175136" y="271628"/>
                </a:lnTo>
                <a:lnTo>
                  <a:pt x="136384" y="274961"/>
                </a:lnTo>
                <a:close/>
              </a:path>
              <a:path w="229235" h="275590">
                <a:moveTo>
                  <a:pt x="211511" y="255666"/>
                </a:moveTo>
                <a:lnTo>
                  <a:pt x="136384" y="255666"/>
                </a:lnTo>
                <a:lnTo>
                  <a:pt x="164892" y="253620"/>
                </a:lnTo>
                <a:lnTo>
                  <a:pt x="186350" y="247690"/>
                </a:lnTo>
                <a:lnTo>
                  <a:pt x="199872" y="238183"/>
                </a:lnTo>
                <a:lnTo>
                  <a:pt x="204576" y="225407"/>
                </a:lnTo>
                <a:lnTo>
                  <a:pt x="199872" y="212597"/>
                </a:lnTo>
                <a:lnTo>
                  <a:pt x="186350" y="203014"/>
                </a:lnTo>
                <a:lnTo>
                  <a:pt x="164892" y="197008"/>
                </a:lnTo>
                <a:lnTo>
                  <a:pt x="136384" y="194929"/>
                </a:lnTo>
                <a:lnTo>
                  <a:pt x="211355" y="194929"/>
                </a:lnTo>
                <a:lnTo>
                  <a:pt x="222382" y="204343"/>
                </a:lnTo>
                <a:lnTo>
                  <a:pt x="228696" y="225407"/>
                </a:lnTo>
                <a:lnTo>
                  <a:pt x="222382" y="246378"/>
                </a:lnTo>
                <a:lnTo>
                  <a:pt x="211511" y="2556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3199392" y="8368667"/>
            <a:ext cx="256540" cy="275590"/>
          </a:xfrm>
          <a:custGeom>
            <a:avLst/>
            <a:gdLst/>
            <a:ahLst/>
            <a:cxnLst/>
            <a:rect l="l" t="t" r="r" b="b"/>
            <a:pathLst>
              <a:path w="256539" h="275590">
                <a:moveTo>
                  <a:pt x="211593" y="275400"/>
                </a:moveTo>
                <a:lnTo>
                  <a:pt x="187254" y="275400"/>
                </a:lnTo>
                <a:lnTo>
                  <a:pt x="187254" y="0"/>
                </a:lnTo>
                <a:lnTo>
                  <a:pt x="211593" y="0"/>
                </a:lnTo>
                <a:lnTo>
                  <a:pt x="211593" y="112045"/>
                </a:lnTo>
                <a:lnTo>
                  <a:pt x="256323" y="112045"/>
                </a:lnTo>
                <a:lnTo>
                  <a:pt x="256323" y="132656"/>
                </a:lnTo>
                <a:lnTo>
                  <a:pt x="211593" y="132656"/>
                </a:lnTo>
                <a:lnTo>
                  <a:pt x="211593" y="275400"/>
                </a:lnTo>
                <a:close/>
              </a:path>
              <a:path w="256539" h="275590">
                <a:moveTo>
                  <a:pt x="13594" y="222995"/>
                </a:moveTo>
                <a:lnTo>
                  <a:pt x="0" y="203918"/>
                </a:lnTo>
                <a:lnTo>
                  <a:pt x="47348" y="174132"/>
                </a:lnTo>
                <a:lnTo>
                  <a:pt x="82444" y="138220"/>
                </a:lnTo>
                <a:lnTo>
                  <a:pt x="105207" y="96676"/>
                </a:lnTo>
                <a:lnTo>
                  <a:pt x="115554" y="49993"/>
                </a:lnTo>
                <a:lnTo>
                  <a:pt x="12936" y="49993"/>
                </a:lnTo>
                <a:lnTo>
                  <a:pt x="12936" y="29601"/>
                </a:lnTo>
                <a:lnTo>
                  <a:pt x="140331" y="29601"/>
                </a:lnTo>
                <a:lnTo>
                  <a:pt x="135696" y="75436"/>
                </a:lnTo>
                <a:lnTo>
                  <a:pt x="121516" y="118641"/>
                </a:lnTo>
                <a:lnTo>
                  <a:pt x="96979" y="158267"/>
                </a:lnTo>
                <a:lnTo>
                  <a:pt x="61275" y="193367"/>
                </a:lnTo>
                <a:lnTo>
                  <a:pt x="13594" y="222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3546992" y="8368667"/>
            <a:ext cx="264160" cy="276225"/>
          </a:xfrm>
          <a:custGeom>
            <a:avLst/>
            <a:gdLst/>
            <a:ahLst/>
            <a:cxnLst/>
            <a:rect l="l" t="t" r="r" b="b"/>
            <a:pathLst>
              <a:path w="264160" h="276225">
                <a:moveTo>
                  <a:pt x="217952" y="275619"/>
                </a:moveTo>
                <a:lnTo>
                  <a:pt x="193613" y="275619"/>
                </a:lnTo>
                <a:lnTo>
                  <a:pt x="193613" y="0"/>
                </a:lnTo>
                <a:lnTo>
                  <a:pt x="217952" y="0"/>
                </a:lnTo>
                <a:lnTo>
                  <a:pt x="217952" y="111388"/>
                </a:lnTo>
                <a:lnTo>
                  <a:pt x="263998" y="111388"/>
                </a:lnTo>
                <a:lnTo>
                  <a:pt x="263998" y="132218"/>
                </a:lnTo>
                <a:lnTo>
                  <a:pt x="217952" y="132218"/>
                </a:lnTo>
                <a:lnTo>
                  <a:pt x="217952" y="275619"/>
                </a:lnTo>
                <a:close/>
              </a:path>
              <a:path w="264160" h="276225">
                <a:moveTo>
                  <a:pt x="159846" y="48677"/>
                </a:moveTo>
                <a:lnTo>
                  <a:pt x="9867" y="48677"/>
                </a:lnTo>
                <a:lnTo>
                  <a:pt x="9867" y="28285"/>
                </a:lnTo>
                <a:lnTo>
                  <a:pt x="159846" y="28285"/>
                </a:lnTo>
                <a:lnTo>
                  <a:pt x="159846" y="48677"/>
                </a:lnTo>
                <a:close/>
              </a:path>
              <a:path w="264160" h="276225">
                <a:moveTo>
                  <a:pt x="14690" y="222556"/>
                </a:moveTo>
                <a:lnTo>
                  <a:pt x="0" y="203261"/>
                </a:lnTo>
                <a:lnTo>
                  <a:pt x="28258" y="183184"/>
                </a:lnTo>
                <a:lnTo>
                  <a:pt x="51747" y="154309"/>
                </a:lnTo>
                <a:lnTo>
                  <a:pt x="67835" y="120254"/>
                </a:lnTo>
                <a:lnTo>
                  <a:pt x="73893" y="84637"/>
                </a:lnTo>
                <a:lnTo>
                  <a:pt x="73893" y="48677"/>
                </a:lnTo>
                <a:lnTo>
                  <a:pt x="97793" y="48677"/>
                </a:lnTo>
                <a:lnTo>
                  <a:pt x="97793" y="84637"/>
                </a:lnTo>
                <a:lnTo>
                  <a:pt x="103292" y="118020"/>
                </a:lnTo>
                <a:lnTo>
                  <a:pt x="109419" y="130793"/>
                </a:lnTo>
                <a:lnTo>
                  <a:pt x="86062" y="130793"/>
                </a:lnTo>
                <a:lnTo>
                  <a:pt x="73846" y="159931"/>
                </a:lnTo>
                <a:lnTo>
                  <a:pt x="57160" y="185884"/>
                </a:lnTo>
                <a:lnTo>
                  <a:pt x="37081" y="207232"/>
                </a:lnTo>
                <a:lnTo>
                  <a:pt x="14690" y="222556"/>
                </a:lnTo>
                <a:close/>
              </a:path>
              <a:path w="264160" h="276225">
                <a:moveTo>
                  <a:pt x="155460" y="215759"/>
                </a:moveTo>
                <a:lnTo>
                  <a:pt x="133362" y="201296"/>
                </a:lnTo>
                <a:lnTo>
                  <a:pt x="113854" y="181539"/>
                </a:lnTo>
                <a:lnTo>
                  <a:pt x="97800" y="157651"/>
                </a:lnTo>
                <a:lnTo>
                  <a:pt x="86062" y="130793"/>
                </a:lnTo>
                <a:lnTo>
                  <a:pt x="109419" y="130793"/>
                </a:lnTo>
                <a:lnTo>
                  <a:pt x="118596" y="149924"/>
                </a:lnTo>
                <a:lnTo>
                  <a:pt x="141424" y="177140"/>
                </a:lnTo>
                <a:lnTo>
                  <a:pt x="169493" y="196463"/>
                </a:lnTo>
                <a:lnTo>
                  <a:pt x="155460" y="215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3823927" y="8368667"/>
            <a:ext cx="238125" cy="276225"/>
          </a:xfrm>
          <a:custGeom>
            <a:avLst/>
            <a:gdLst/>
            <a:ahLst/>
            <a:cxnLst/>
            <a:rect l="l" t="t" r="r" b="b"/>
            <a:pathLst>
              <a:path w="238125" h="276225">
                <a:moveTo>
                  <a:pt x="237686" y="275619"/>
                </a:moveTo>
                <a:lnTo>
                  <a:pt x="214443" y="275619"/>
                </a:lnTo>
                <a:lnTo>
                  <a:pt x="214443" y="0"/>
                </a:lnTo>
                <a:lnTo>
                  <a:pt x="237686" y="0"/>
                </a:lnTo>
                <a:lnTo>
                  <a:pt x="237686" y="275619"/>
                </a:lnTo>
                <a:close/>
              </a:path>
              <a:path w="238125" h="276225">
                <a:moveTo>
                  <a:pt x="181992" y="261147"/>
                </a:moveTo>
                <a:lnTo>
                  <a:pt x="158969" y="261147"/>
                </a:lnTo>
                <a:lnTo>
                  <a:pt x="158969" y="129367"/>
                </a:lnTo>
                <a:lnTo>
                  <a:pt x="115554" y="129367"/>
                </a:lnTo>
                <a:lnTo>
                  <a:pt x="115554" y="108756"/>
                </a:lnTo>
                <a:lnTo>
                  <a:pt x="158969" y="108756"/>
                </a:lnTo>
                <a:lnTo>
                  <a:pt x="158969" y="6578"/>
                </a:lnTo>
                <a:lnTo>
                  <a:pt x="181992" y="6578"/>
                </a:lnTo>
                <a:lnTo>
                  <a:pt x="181992" y="261147"/>
                </a:lnTo>
                <a:close/>
              </a:path>
              <a:path w="238125" h="276225">
                <a:moveTo>
                  <a:pt x="83102" y="51089"/>
                </a:moveTo>
                <a:lnTo>
                  <a:pt x="59860" y="51089"/>
                </a:lnTo>
                <a:lnTo>
                  <a:pt x="59860" y="10086"/>
                </a:lnTo>
                <a:lnTo>
                  <a:pt x="83102" y="10086"/>
                </a:lnTo>
                <a:lnTo>
                  <a:pt x="83102" y="51089"/>
                </a:lnTo>
                <a:close/>
              </a:path>
              <a:path w="238125" h="276225">
                <a:moveTo>
                  <a:pt x="134630" y="71262"/>
                </a:moveTo>
                <a:lnTo>
                  <a:pt x="7455" y="71262"/>
                </a:lnTo>
                <a:lnTo>
                  <a:pt x="7455" y="51089"/>
                </a:lnTo>
                <a:lnTo>
                  <a:pt x="134630" y="51089"/>
                </a:lnTo>
                <a:lnTo>
                  <a:pt x="134630" y="71262"/>
                </a:lnTo>
                <a:close/>
              </a:path>
              <a:path w="238125" h="276225">
                <a:moveTo>
                  <a:pt x="14690" y="219048"/>
                </a:moveTo>
                <a:lnTo>
                  <a:pt x="0" y="200629"/>
                </a:lnTo>
                <a:lnTo>
                  <a:pt x="25140" y="179703"/>
                </a:lnTo>
                <a:lnTo>
                  <a:pt x="43908" y="151623"/>
                </a:lnTo>
                <a:lnTo>
                  <a:pt x="55687" y="119103"/>
                </a:lnTo>
                <a:lnTo>
                  <a:pt x="59860" y="84856"/>
                </a:lnTo>
                <a:lnTo>
                  <a:pt x="59860" y="71262"/>
                </a:lnTo>
                <a:lnTo>
                  <a:pt x="82883" y="71262"/>
                </a:lnTo>
                <a:lnTo>
                  <a:pt x="82883" y="84856"/>
                </a:lnTo>
                <a:lnTo>
                  <a:pt x="86997" y="117870"/>
                </a:lnTo>
                <a:lnTo>
                  <a:pt x="93967" y="136055"/>
                </a:lnTo>
                <a:lnTo>
                  <a:pt x="71700" y="136055"/>
                </a:lnTo>
                <a:lnTo>
                  <a:pt x="62484" y="161619"/>
                </a:lnTo>
                <a:lnTo>
                  <a:pt x="49773" y="184582"/>
                </a:lnTo>
                <a:lnTo>
                  <a:pt x="33774" y="204030"/>
                </a:lnTo>
                <a:lnTo>
                  <a:pt x="14690" y="219048"/>
                </a:lnTo>
                <a:close/>
              </a:path>
              <a:path w="238125" h="276225">
                <a:moveTo>
                  <a:pt x="128929" y="212908"/>
                </a:moveTo>
                <a:lnTo>
                  <a:pt x="109827" y="199250"/>
                </a:lnTo>
                <a:lnTo>
                  <a:pt x="93778" y="181348"/>
                </a:lnTo>
                <a:lnTo>
                  <a:pt x="80997" y="160012"/>
                </a:lnTo>
                <a:lnTo>
                  <a:pt x="71700" y="136055"/>
                </a:lnTo>
                <a:lnTo>
                  <a:pt x="93967" y="136055"/>
                </a:lnTo>
                <a:lnTo>
                  <a:pt x="98862" y="148827"/>
                </a:lnTo>
                <a:lnTo>
                  <a:pt x="117757" y="175263"/>
                </a:lnTo>
                <a:lnTo>
                  <a:pt x="142962" y="194709"/>
                </a:lnTo>
                <a:lnTo>
                  <a:pt x="128929" y="212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7790" y="4615812"/>
            <a:ext cx="7812238" cy="4375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44107" y="3396668"/>
            <a:ext cx="284480" cy="339725"/>
          </a:xfrm>
          <a:custGeom>
            <a:avLst/>
            <a:gdLst/>
            <a:ahLst/>
            <a:cxnLst/>
            <a:rect l="l" t="t" r="r" b="b"/>
            <a:pathLst>
              <a:path w="284479" h="339725">
                <a:moveTo>
                  <a:pt x="160515" y="339471"/>
                </a:moveTo>
                <a:lnTo>
                  <a:pt x="116928" y="339471"/>
                </a:lnTo>
                <a:lnTo>
                  <a:pt x="0" y="0"/>
                </a:lnTo>
                <a:lnTo>
                  <a:pt x="51968" y="0"/>
                </a:lnTo>
                <a:lnTo>
                  <a:pt x="139141" y="270319"/>
                </a:lnTo>
                <a:lnTo>
                  <a:pt x="139700" y="271716"/>
                </a:lnTo>
                <a:lnTo>
                  <a:pt x="140677" y="272415"/>
                </a:lnTo>
                <a:lnTo>
                  <a:pt x="143471" y="272415"/>
                </a:lnTo>
                <a:lnTo>
                  <a:pt x="144449" y="271716"/>
                </a:lnTo>
                <a:lnTo>
                  <a:pt x="145008" y="270319"/>
                </a:lnTo>
                <a:lnTo>
                  <a:pt x="232181" y="0"/>
                </a:lnTo>
                <a:lnTo>
                  <a:pt x="284149" y="0"/>
                </a:lnTo>
                <a:lnTo>
                  <a:pt x="170154" y="330669"/>
                </a:lnTo>
                <a:lnTo>
                  <a:pt x="169037" y="333463"/>
                </a:lnTo>
                <a:lnTo>
                  <a:pt x="167360" y="335629"/>
                </a:lnTo>
                <a:lnTo>
                  <a:pt x="162890" y="338702"/>
                </a:lnTo>
                <a:lnTo>
                  <a:pt x="160515" y="3394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57593" y="3493480"/>
            <a:ext cx="194043" cy="2426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11149" y="3397250"/>
            <a:ext cx="50165" cy="334010"/>
          </a:xfrm>
          <a:custGeom>
            <a:avLst/>
            <a:gdLst/>
            <a:ahLst/>
            <a:cxnLst/>
            <a:rect l="l" t="t" r="r" b="b"/>
            <a:pathLst>
              <a:path w="50164" h="334010">
                <a:moveTo>
                  <a:pt x="0" y="0"/>
                </a:moveTo>
                <a:lnTo>
                  <a:pt x="49872" y="0"/>
                </a:lnTo>
                <a:lnTo>
                  <a:pt x="49872" y="334010"/>
                </a:lnTo>
                <a:lnTo>
                  <a:pt x="0" y="3340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11149" y="3731259"/>
            <a:ext cx="47625" cy="3810"/>
          </a:xfrm>
          <a:custGeom>
            <a:avLst/>
            <a:gdLst/>
            <a:ahLst/>
            <a:cxnLst/>
            <a:rect l="l" t="t" r="r" b="b"/>
            <a:pathLst>
              <a:path w="47625" h="3810">
                <a:moveTo>
                  <a:pt x="0" y="0"/>
                </a:moveTo>
                <a:lnTo>
                  <a:pt x="47002" y="0"/>
                </a:lnTo>
                <a:lnTo>
                  <a:pt x="47002" y="3810"/>
                </a:lnTo>
                <a:lnTo>
                  <a:pt x="0" y="38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111149" y="3735070"/>
            <a:ext cx="44450" cy="1270"/>
          </a:xfrm>
          <a:custGeom>
            <a:avLst/>
            <a:gdLst/>
            <a:ahLst/>
            <a:cxnLst/>
            <a:rect l="l" t="t" r="r" b="b"/>
            <a:pathLst>
              <a:path w="44450" h="1270">
                <a:moveTo>
                  <a:pt x="0" y="0"/>
                </a:moveTo>
                <a:lnTo>
                  <a:pt x="44146" y="0"/>
                </a:lnTo>
                <a:lnTo>
                  <a:pt x="44146" y="1269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20534" y="3493899"/>
            <a:ext cx="205778" cy="2418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477442" y="3494318"/>
            <a:ext cx="217932" cy="24307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43231" y="3393315"/>
            <a:ext cx="304165" cy="353695"/>
          </a:xfrm>
          <a:custGeom>
            <a:avLst/>
            <a:gdLst/>
            <a:ahLst/>
            <a:cxnLst/>
            <a:rect l="l" t="t" r="r" b="b"/>
            <a:pathLst>
              <a:path w="304164" h="353695">
                <a:moveTo>
                  <a:pt x="112240" y="353301"/>
                </a:moveTo>
                <a:lnTo>
                  <a:pt x="70277" y="348704"/>
                </a:lnTo>
                <a:lnTo>
                  <a:pt x="30109" y="329687"/>
                </a:lnTo>
                <a:lnTo>
                  <a:pt x="3693" y="291064"/>
                </a:lnTo>
                <a:lnTo>
                  <a:pt x="0" y="262893"/>
                </a:lnTo>
                <a:lnTo>
                  <a:pt x="759" y="253136"/>
                </a:lnTo>
                <a:lnTo>
                  <a:pt x="15986" y="216046"/>
                </a:lnTo>
                <a:lnTo>
                  <a:pt x="43926" y="187058"/>
                </a:lnTo>
                <a:lnTo>
                  <a:pt x="82065" y="158000"/>
                </a:lnTo>
                <a:lnTo>
                  <a:pt x="62367" y="137883"/>
                </a:lnTo>
                <a:lnTo>
                  <a:pt x="39264" y="100544"/>
                </a:lnTo>
                <a:lnTo>
                  <a:pt x="34686" y="67579"/>
                </a:lnTo>
                <a:lnTo>
                  <a:pt x="35597" y="59197"/>
                </a:lnTo>
                <a:lnTo>
                  <a:pt x="54967" y="23993"/>
                </a:lnTo>
                <a:lnTo>
                  <a:pt x="91285" y="4610"/>
                </a:lnTo>
                <a:lnTo>
                  <a:pt x="126908" y="0"/>
                </a:lnTo>
                <a:lnTo>
                  <a:pt x="137098" y="353"/>
                </a:lnTo>
                <a:lnTo>
                  <a:pt x="179243" y="12415"/>
                </a:lnTo>
                <a:lnTo>
                  <a:pt x="206039" y="39814"/>
                </a:lnTo>
                <a:lnTo>
                  <a:pt x="126070" y="39814"/>
                </a:lnTo>
                <a:lnTo>
                  <a:pt x="114911" y="40561"/>
                </a:lnTo>
                <a:lnTo>
                  <a:pt x="83112" y="65536"/>
                </a:lnTo>
                <a:lnTo>
                  <a:pt x="81907" y="73800"/>
                </a:lnTo>
                <a:lnTo>
                  <a:pt x="82484" y="82981"/>
                </a:lnTo>
                <a:lnTo>
                  <a:pt x="109881" y="123582"/>
                </a:lnTo>
                <a:lnTo>
                  <a:pt x="117688" y="131597"/>
                </a:lnTo>
                <a:lnTo>
                  <a:pt x="186840" y="131597"/>
                </a:lnTo>
                <a:lnTo>
                  <a:pt x="185722" y="132715"/>
                </a:lnTo>
                <a:lnTo>
                  <a:pt x="181391" y="136626"/>
                </a:lnTo>
                <a:lnTo>
                  <a:pt x="177200" y="139979"/>
                </a:lnTo>
                <a:lnTo>
                  <a:pt x="145768" y="164287"/>
                </a:lnTo>
                <a:lnTo>
                  <a:pt x="169698" y="189852"/>
                </a:lnTo>
                <a:lnTo>
                  <a:pt x="111821" y="189852"/>
                </a:lnTo>
                <a:lnTo>
                  <a:pt x="82065" y="212064"/>
                </a:lnTo>
                <a:lnTo>
                  <a:pt x="55164" y="240235"/>
                </a:lnTo>
                <a:lnTo>
                  <a:pt x="48956" y="258584"/>
                </a:lnTo>
                <a:lnTo>
                  <a:pt x="49178" y="271013"/>
                </a:lnTo>
                <a:lnTo>
                  <a:pt x="75031" y="305170"/>
                </a:lnTo>
                <a:lnTo>
                  <a:pt x="114754" y="313067"/>
                </a:lnTo>
                <a:lnTo>
                  <a:pt x="218666" y="313067"/>
                </a:lnTo>
                <a:lnTo>
                  <a:pt x="210492" y="320166"/>
                </a:lnTo>
                <a:lnTo>
                  <a:pt x="173009" y="342404"/>
                </a:lnTo>
                <a:lnTo>
                  <a:pt x="128925" y="352620"/>
                </a:lnTo>
                <a:lnTo>
                  <a:pt x="112240" y="353301"/>
                </a:lnTo>
                <a:close/>
              </a:path>
              <a:path w="304164" h="353695">
                <a:moveTo>
                  <a:pt x="186840" y="131597"/>
                </a:moveTo>
                <a:lnTo>
                  <a:pt x="117688" y="131597"/>
                </a:lnTo>
                <a:lnTo>
                  <a:pt x="149959" y="107289"/>
                </a:lnTo>
                <a:lnTo>
                  <a:pt x="156106" y="102539"/>
                </a:lnTo>
                <a:lnTo>
                  <a:pt x="160855" y="97440"/>
                </a:lnTo>
                <a:lnTo>
                  <a:pt x="167561" y="86544"/>
                </a:lnTo>
                <a:lnTo>
                  <a:pt x="169237" y="81165"/>
                </a:lnTo>
                <a:lnTo>
                  <a:pt x="169164" y="75018"/>
                </a:lnTo>
                <a:lnTo>
                  <a:pt x="144039" y="42119"/>
                </a:lnTo>
                <a:lnTo>
                  <a:pt x="126070" y="39814"/>
                </a:lnTo>
                <a:lnTo>
                  <a:pt x="206039" y="39814"/>
                </a:lnTo>
                <a:lnTo>
                  <a:pt x="214444" y="73800"/>
                </a:lnTo>
                <a:lnTo>
                  <a:pt x="214385" y="82981"/>
                </a:lnTo>
                <a:lnTo>
                  <a:pt x="198714" y="118744"/>
                </a:lnTo>
                <a:lnTo>
                  <a:pt x="194663" y="123774"/>
                </a:lnTo>
                <a:lnTo>
                  <a:pt x="186840" y="131597"/>
                </a:lnTo>
                <a:close/>
              </a:path>
              <a:path w="304164" h="353695">
                <a:moveTo>
                  <a:pt x="260364" y="236372"/>
                </a:moveTo>
                <a:lnTo>
                  <a:pt x="213243" y="236372"/>
                </a:lnTo>
                <a:lnTo>
                  <a:pt x="215469" y="230531"/>
                </a:lnTo>
                <a:lnTo>
                  <a:pt x="217539" y="224323"/>
                </a:lnTo>
                <a:lnTo>
                  <a:pt x="225816" y="184823"/>
                </a:lnTo>
                <a:lnTo>
                  <a:pt x="270660" y="188595"/>
                </a:lnTo>
                <a:lnTo>
                  <a:pt x="270101" y="195300"/>
                </a:lnTo>
                <a:lnTo>
                  <a:pt x="268983" y="202495"/>
                </a:lnTo>
                <a:lnTo>
                  <a:pt x="265630" y="217862"/>
                </a:lnTo>
                <a:lnTo>
                  <a:pt x="263675" y="225405"/>
                </a:lnTo>
                <a:lnTo>
                  <a:pt x="260364" y="236372"/>
                </a:lnTo>
                <a:close/>
              </a:path>
              <a:path w="304164" h="353695">
                <a:moveTo>
                  <a:pt x="218666" y="313067"/>
                </a:moveTo>
                <a:lnTo>
                  <a:pt x="114754" y="313067"/>
                </a:lnTo>
                <a:lnTo>
                  <a:pt x="125913" y="312412"/>
                </a:lnTo>
                <a:lnTo>
                  <a:pt x="136757" y="310448"/>
                </a:lnTo>
                <a:lnTo>
                  <a:pt x="175838" y="290645"/>
                </a:lnTo>
                <a:lnTo>
                  <a:pt x="190611" y="275767"/>
                </a:lnTo>
                <a:lnTo>
                  <a:pt x="111821" y="189852"/>
                </a:lnTo>
                <a:lnTo>
                  <a:pt x="169698" y="189852"/>
                </a:lnTo>
                <a:lnTo>
                  <a:pt x="213243" y="236372"/>
                </a:lnTo>
                <a:lnTo>
                  <a:pt x="260364" y="236372"/>
                </a:lnTo>
                <a:lnTo>
                  <a:pt x="259197" y="240235"/>
                </a:lnTo>
                <a:lnTo>
                  <a:pt x="256759" y="247269"/>
                </a:lnTo>
                <a:lnTo>
                  <a:pt x="251451" y="260680"/>
                </a:lnTo>
                <a:lnTo>
                  <a:pt x="248866" y="266547"/>
                </a:lnTo>
                <a:lnTo>
                  <a:pt x="246352" y="271576"/>
                </a:lnTo>
                <a:lnTo>
                  <a:pt x="282482" y="310134"/>
                </a:lnTo>
                <a:lnTo>
                  <a:pt x="222044" y="310134"/>
                </a:lnTo>
                <a:lnTo>
                  <a:pt x="218666" y="313067"/>
                </a:lnTo>
                <a:close/>
              </a:path>
              <a:path w="304164" h="353695">
                <a:moveTo>
                  <a:pt x="302232" y="337794"/>
                </a:moveTo>
                <a:lnTo>
                  <a:pt x="246771" y="337794"/>
                </a:lnTo>
                <a:lnTo>
                  <a:pt x="222044" y="310134"/>
                </a:lnTo>
                <a:lnTo>
                  <a:pt x="282482" y="310134"/>
                </a:lnTo>
                <a:lnTo>
                  <a:pt x="302511" y="331508"/>
                </a:lnTo>
                <a:lnTo>
                  <a:pt x="303629" y="332625"/>
                </a:lnTo>
                <a:lnTo>
                  <a:pt x="304048" y="333952"/>
                </a:lnTo>
                <a:lnTo>
                  <a:pt x="303489" y="337026"/>
                </a:lnTo>
                <a:lnTo>
                  <a:pt x="302232" y="337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57896" y="3396668"/>
            <a:ext cx="284480" cy="339725"/>
          </a:xfrm>
          <a:custGeom>
            <a:avLst/>
            <a:gdLst/>
            <a:ahLst/>
            <a:cxnLst/>
            <a:rect l="l" t="t" r="r" b="b"/>
            <a:pathLst>
              <a:path w="284479" h="339725">
                <a:moveTo>
                  <a:pt x="160515" y="339471"/>
                </a:moveTo>
                <a:lnTo>
                  <a:pt x="116928" y="339471"/>
                </a:lnTo>
                <a:lnTo>
                  <a:pt x="0" y="0"/>
                </a:lnTo>
                <a:lnTo>
                  <a:pt x="51968" y="0"/>
                </a:lnTo>
                <a:lnTo>
                  <a:pt x="139141" y="270319"/>
                </a:lnTo>
                <a:lnTo>
                  <a:pt x="139700" y="271716"/>
                </a:lnTo>
                <a:lnTo>
                  <a:pt x="140677" y="272415"/>
                </a:lnTo>
                <a:lnTo>
                  <a:pt x="143471" y="272415"/>
                </a:lnTo>
                <a:lnTo>
                  <a:pt x="144449" y="271716"/>
                </a:lnTo>
                <a:lnTo>
                  <a:pt x="145008" y="270319"/>
                </a:lnTo>
                <a:lnTo>
                  <a:pt x="232181" y="0"/>
                </a:lnTo>
                <a:lnTo>
                  <a:pt x="284149" y="0"/>
                </a:lnTo>
                <a:lnTo>
                  <a:pt x="170154" y="330669"/>
                </a:lnTo>
                <a:lnTo>
                  <a:pt x="169037" y="333463"/>
                </a:lnTo>
                <a:lnTo>
                  <a:pt x="167360" y="335629"/>
                </a:lnTo>
                <a:lnTo>
                  <a:pt x="162890" y="338702"/>
                </a:lnTo>
                <a:lnTo>
                  <a:pt x="160515" y="3394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78089" y="3396668"/>
            <a:ext cx="53975" cy="60960"/>
          </a:xfrm>
          <a:custGeom>
            <a:avLst/>
            <a:gdLst/>
            <a:ahLst/>
            <a:cxnLst/>
            <a:rect l="l" t="t" r="r" b="b"/>
            <a:pathLst>
              <a:path w="53975" h="60960">
                <a:moveTo>
                  <a:pt x="53644" y="60350"/>
                </a:moveTo>
                <a:lnTo>
                  <a:pt x="0" y="60350"/>
                </a:lnTo>
                <a:lnTo>
                  <a:pt x="0" y="0"/>
                </a:lnTo>
                <a:lnTo>
                  <a:pt x="53644" y="0"/>
                </a:lnTo>
                <a:lnTo>
                  <a:pt x="53644" y="60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381022" y="3493770"/>
            <a:ext cx="48895" cy="242570"/>
          </a:xfrm>
          <a:custGeom>
            <a:avLst/>
            <a:gdLst/>
            <a:ahLst/>
            <a:cxnLst/>
            <a:rect l="l" t="t" r="r" b="b"/>
            <a:pathLst>
              <a:path w="48895" h="242570">
                <a:moveTo>
                  <a:pt x="0" y="0"/>
                </a:moveTo>
                <a:lnTo>
                  <a:pt x="48615" y="0"/>
                </a:lnTo>
                <a:lnTo>
                  <a:pt x="48615" y="242570"/>
                </a:lnTo>
                <a:lnTo>
                  <a:pt x="0" y="2425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87054" y="3493480"/>
            <a:ext cx="194043" cy="2426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740191" y="3397925"/>
            <a:ext cx="205104" cy="337820"/>
          </a:xfrm>
          <a:custGeom>
            <a:avLst/>
            <a:gdLst/>
            <a:ahLst/>
            <a:cxnLst/>
            <a:rect l="l" t="t" r="r" b="b"/>
            <a:pathLst>
              <a:path w="205104" h="337820">
                <a:moveTo>
                  <a:pt x="118186" y="337794"/>
                </a:moveTo>
                <a:lnTo>
                  <a:pt x="15925" y="336118"/>
                </a:lnTo>
                <a:lnTo>
                  <a:pt x="11175" y="336118"/>
                </a:lnTo>
                <a:lnTo>
                  <a:pt x="7334" y="334371"/>
                </a:lnTo>
                <a:lnTo>
                  <a:pt x="1466" y="327386"/>
                </a:lnTo>
                <a:lnTo>
                  <a:pt x="0" y="323405"/>
                </a:lnTo>
                <a:lnTo>
                  <a:pt x="0" y="0"/>
                </a:lnTo>
                <a:lnTo>
                  <a:pt x="49453" y="0"/>
                </a:lnTo>
                <a:lnTo>
                  <a:pt x="49453" y="98069"/>
                </a:lnTo>
                <a:lnTo>
                  <a:pt x="132052" y="98069"/>
                </a:lnTo>
                <a:lnTo>
                  <a:pt x="175707" y="111113"/>
                </a:lnTo>
                <a:lnTo>
                  <a:pt x="197078" y="136626"/>
                </a:lnTo>
                <a:lnTo>
                  <a:pt x="98069" y="136626"/>
                </a:lnTo>
                <a:lnTo>
                  <a:pt x="91922" y="136766"/>
                </a:lnTo>
                <a:lnTo>
                  <a:pt x="67894" y="137883"/>
                </a:lnTo>
                <a:lnTo>
                  <a:pt x="64820" y="138163"/>
                </a:lnTo>
                <a:lnTo>
                  <a:pt x="61747" y="138303"/>
                </a:lnTo>
                <a:lnTo>
                  <a:pt x="55600" y="138303"/>
                </a:lnTo>
                <a:lnTo>
                  <a:pt x="52527" y="138442"/>
                </a:lnTo>
                <a:lnTo>
                  <a:pt x="49453" y="138722"/>
                </a:lnTo>
                <a:lnTo>
                  <a:pt x="49453" y="294906"/>
                </a:lnTo>
                <a:lnTo>
                  <a:pt x="51409" y="296303"/>
                </a:lnTo>
                <a:lnTo>
                  <a:pt x="55321" y="296303"/>
                </a:lnTo>
                <a:lnTo>
                  <a:pt x="112318" y="297561"/>
                </a:lnTo>
                <a:lnTo>
                  <a:pt x="197452" y="297561"/>
                </a:lnTo>
                <a:lnTo>
                  <a:pt x="192327" y="308117"/>
                </a:lnTo>
                <a:lnTo>
                  <a:pt x="182518" y="319354"/>
                </a:lnTo>
                <a:lnTo>
                  <a:pt x="170089" y="327736"/>
                </a:lnTo>
                <a:lnTo>
                  <a:pt x="155224" y="333603"/>
                </a:lnTo>
                <a:lnTo>
                  <a:pt x="137923" y="336956"/>
                </a:lnTo>
                <a:lnTo>
                  <a:pt x="118186" y="337794"/>
                </a:lnTo>
                <a:close/>
              </a:path>
              <a:path w="205104" h="337820">
                <a:moveTo>
                  <a:pt x="132052" y="98069"/>
                </a:moveTo>
                <a:lnTo>
                  <a:pt x="62096" y="98069"/>
                </a:lnTo>
                <a:lnTo>
                  <a:pt x="65379" y="97929"/>
                </a:lnTo>
                <a:lnTo>
                  <a:pt x="68732" y="97650"/>
                </a:lnTo>
                <a:lnTo>
                  <a:pt x="74320" y="97370"/>
                </a:lnTo>
                <a:lnTo>
                  <a:pt x="80397" y="97161"/>
                </a:lnTo>
                <a:lnTo>
                  <a:pt x="93529" y="96881"/>
                </a:lnTo>
                <a:lnTo>
                  <a:pt x="99885" y="96812"/>
                </a:lnTo>
                <a:lnTo>
                  <a:pt x="106032" y="96812"/>
                </a:lnTo>
                <a:lnTo>
                  <a:pt x="118932" y="97087"/>
                </a:lnTo>
                <a:lnTo>
                  <a:pt x="130811" y="97912"/>
                </a:lnTo>
                <a:lnTo>
                  <a:pt x="132052" y="98069"/>
                </a:lnTo>
                <a:close/>
              </a:path>
              <a:path w="205104" h="337820">
                <a:moveTo>
                  <a:pt x="197452" y="297561"/>
                </a:moveTo>
                <a:lnTo>
                  <a:pt x="112318" y="297561"/>
                </a:lnTo>
                <a:lnTo>
                  <a:pt x="123438" y="296971"/>
                </a:lnTo>
                <a:lnTo>
                  <a:pt x="132907" y="295203"/>
                </a:lnTo>
                <a:lnTo>
                  <a:pt x="157581" y="256070"/>
                </a:lnTo>
                <a:lnTo>
                  <a:pt x="157460" y="171896"/>
                </a:lnTo>
                <a:lnTo>
                  <a:pt x="132854" y="139071"/>
                </a:lnTo>
                <a:lnTo>
                  <a:pt x="112039" y="136626"/>
                </a:lnTo>
                <a:lnTo>
                  <a:pt x="197078" y="136626"/>
                </a:lnTo>
                <a:lnTo>
                  <a:pt x="204939" y="183565"/>
                </a:lnTo>
                <a:lnTo>
                  <a:pt x="204883" y="256070"/>
                </a:lnTo>
                <a:lnTo>
                  <a:pt x="203538" y="276055"/>
                </a:lnTo>
                <a:lnTo>
                  <a:pt x="199334" y="293684"/>
                </a:lnTo>
                <a:lnTo>
                  <a:pt x="197452" y="2975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00033" y="3396668"/>
            <a:ext cx="53975" cy="60960"/>
          </a:xfrm>
          <a:custGeom>
            <a:avLst/>
            <a:gdLst/>
            <a:ahLst/>
            <a:cxnLst/>
            <a:rect l="l" t="t" r="r" b="b"/>
            <a:pathLst>
              <a:path w="53975" h="60960">
                <a:moveTo>
                  <a:pt x="53644" y="60350"/>
                </a:moveTo>
                <a:lnTo>
                  <a:pt x="0" y="60350"/>
                </a:lnTo>
                <a:lnTo>
                  <a:pt x="0" y="0"/>
                </a:lnTo>
                <a:lnTo>
                  <a:pt x="53644" y="0"/>
                </a:lnTo>
                <a:lnTo>
                  <a:pt x="53644" y="60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02967" y="3493770"/>
            <a:ext cx="48895" cy="242570"/>
          </a:xfrm>
          <a:custGeom>
            <a:avLst/>
            <a:gdLst/>
            <a:ahLst/>
            <a:cxnLst/>
            <a:rect l="l" t="t" r="r" b="b"/>
            <a:pathLst>
              <a:path w="48895" h="242570">
                <a:moveTo>
                  <a:pt x="0" y="0"/>
                </a:moveTo>
                <a:lnTo>
                  <a:pt x="48615" y="0"/>
                </a:lnTo>
                <a:lnTo>
                  <a:pt x="48615" y="242570"/>
                </a:lnTo>
                <a:lnTo>
                  <a:pt x="0" y="2425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118638" y="3397250"/>
            <a:ext cx="50165" cy="334010"/>
          </a:xfrm>
          <a:custGeom>
            <a:avLst/>
            <a:gdLst/>
            <a:ahLst/>
            <a:cxnLst/>
            <a:rect l="l" t="t" r="r" b="b"/>
            <a:pathLst>
              <a:path w="50164" h="334010">
                <a:moveTo>
                  <a:pt x="0" y="0"/>
                </a:moveTo>
                <a:lnTo>
                  <a:pt x="49872" y="0"/>
                </a:lnTo>
                <a:lnTo>
                  <a:pt x="49872" y="334010"/>
                </a:lnTo>
                <a:lnTo>
                  <a:pt x="0" y="3340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18638" y="3731259"/>
            <a:ext cx="47625" cy="3810"/>
          </a:xfrm>
          <a:custGeom>
            <a:avLst/>
            <a:gdLst/>
            <a:ahLst/>
            <a:cxnLst/>
            <a:rect l="l" t="t" r="r" b="b"/>
            <a:pathLst>
              <a:path w="47625" h="3810">
                <a:moveTo>
                  <a:pt x="0" y="0"/>
                </a:moveTo>
                <a:lnTo>
                  <a:pt x="47002" y="0"/>
                </a:lnTo>
                <a:lnTo>
                  <a:pt x="47002" y="3810"/>
                </a:lnTo>
                <a:lnTo>
                  <a:pt x="0" y="38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118638" y="3735070"/>
            <a:ext cx="44450" cy="1270"/>
          </a:xfrm>
          <a:custGeom>
            <a:avLst/>
            <a:gdLst/>
            <a:ahLst/>
            <a:cxnLst/>
            <a:rect l="l" t="t" r="r" b="b"/>
            <a:pathLst>
              <a:path w="44450" h="1270">
                <a:moveTo>
                  <a:pt x="0" y="0"/>
                </a:moveTo>
                <a:lnTo>
                  <a:pt x="44146" y="0"/>
                </a:lnTo>
                <a:lnTo>
                  <a:pt x="44146" y="1269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32633" y="3396668"/>
            <a:ext cx="53975" cy="60960"/>
          </a:xfrm>
          <a:custGeom>
            <a:avLst/>
            <a:gdLst/>
            <a:ahLst/>
            <a:cxnLst/>
            <a:rect l="l" t="t" r="r" b="b"/>
            <a:pathLst>
              <a:path w="53975" h="60960">
                <a:moveTo>
                  <a:pt x="53644" y="60350"/>
                </a:moveTo>
                <a:lnTo>
                  <a:pt x="0" y="60350"/>
                </a:lnTo>
                <a:lnTo>
                  <a:pt x="0" y="0"/>
                </a:lnTo>
                <a:lnTo>
                  <a:pt x="53644" y="0"/>
                </a:lnTo>
                <a:lnTo>
                  <a:pt x="53644" y="60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235567" y="3493770"/>
            <a:ext cx="48895" cy="242570"/>
          </a:xfrm>
          <a:custGeom>
            <a:avLst/>
            <a:gdLst/>
            <a:ahLst/>
            <a:cxnLst/>
            <a:rect l="l" t="t" r="r" b="b"/>
            <a:pathLst>
              <a:path w="48895" h="242570">
                <a:moveTo>
                  <a:pt x="0" y="0"/>
                </a:moveTo>
                <a:lnTo>
                  <a:pt x="48615" y="0"/>
                </a:lnTo>
                <a:lnTo>
                  <a:pt x="48615" y="242570"/>
                </a:lnTo>
                <a:lnTo>
                  <a:pt x="0" y="2425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325673" y="3422233"/>
            <a:ext cx="161290" cy="314325"/>
          </a:xfrm>
          <a:custGeom>
            <a:avLst/>
            <a:gdLst/>
            <a:ahLst/>
            <a:cxnLst/>
            <a:rect l="l" t="t" r="r" b="b"/>
            <a:pathLst>
              <a:path w="161289" h="314325">
                <a:moveTo>
                  <a:pt x="155346" y="313905"/>
                </a:moveTo>
                <a:lnTo>
                  <a:pt x="99745" y="313905"/>
                </a:lnTo>
                <a:lnTo>
                  <a:pt x="72609" y="310160"/>
                </a:lnTo>
                <a:lnTo>
                  <a:pt x="53225" y="298923"/>
                </a:lnTo>
                <a:lnTo>
                  <a:pt x="41595" y="280194"/>
                </a:lnTo>
                <a:lnTo>
                  <a:pt x="37719" y="253974"/>
                </a:lnTo>
                <a:lnTo>
                  <a:pt x="37719" y="113157"/>
                </a:lnTo>
                <a:lnTo>
                  <a:pt x="0" y="113157"/>
                </a:lnTo>
                <a:lnTo>
                  <a:pt x="0" y="72085"/>
                </a:lnTo>
                <a:lnTo>
                  <a:pt x="37719" y="72085"/>
                </a:lnTo>
                <a:lnTo>
                  <a:pt x="37719" y="0"/>
                </a:lnTo>
                <a:lnTo>
                  <a:pt x="86753" y="0"/>
                </a:lnTo>
                <a:lnTo>
                  <a:pt x="86753" y="72085"/>
                </a:lnTo>
                <a:lnTo>
                  <a:pt x="145427" y="72085"/>
                </a:lnTo>
                <a:lnTo>
                  <a:pt x="145427" y="111061"/>
                </a:lnTo>
                <a:lnTo>
                  <a:pt x="143471" y="113157"/>
                </a:lnTo>
                <a:lnTo>
                  <a:pt x="86753" y="113157"/>
                </a:lnTo>
                <a:lnTo>
                  <a:pt x="86753" y="259842"/>
                </a:lnTo>
                <a:lnTo>
                  <a:pt x="89198" y="265849"/>
                </a:lnTo>
                <a:lnTo>
                  <a:pt x="98977" y="271437"/>
                </a:lnTo>
                <a:lnTo>
                  <a:pt x="105473" y="272834"/>
                </a:lnTo>
                <a:lnTo>
                  <a:pt x="160934" y="272834"/>
                </a:lnTo>
                <a:lnTo>
                  <a:pt x="160934" y="308178"/>
                </a:lnTo>
                <a:lnTo>
                  <a:pt x="160166" y="310064"/>
                </a:lnTo>
                <a:lnTo>
                  <a:pt x="157092" y="313137"/>
                </a:lnTo>
                <a:lnTo>
                  <a:pt x="155346" y="3139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515945" y="3494318"/>
            <a:ext cx="203200" cy="325755"/>
          </a:xfrm>
          <a:custGeom>
            <a:avLst/>
            <a:gdLst/>
            <a:ahLst/>
            <a:cxnLst/>
            <a:rect l="l" t="t" r="r" b="b"/>
            <a:pathLst>
              <a:path w="203200" h="325754">
                <a:moveTo>
                  <a:pt x="89359" y="325601"/>
                </a:moveTo>
                <a:lnTo>
                  <a:pt x="69221" y="325570"/>
                </a:lnTo>
                <a:lnTo>
                  <a:pt x="45472" y="324523"/>
                </a:lnTo>
                <a:lnTo>
                  <a:pt x="19697" y="322287"/>
                </a:lnTo>
                <a:lnTo>
                  <a:pt x="19697" y="281635"/>
                </a:lnTo>
                <a:lnTo>
                  <a:pt x="47201" y="283835"/>
                </a:lnTo>
                <a:lnTo>
                  <a:pt x="73552" y="285407"/>
                </a:lnTo>
                <a:lnTo>
                  <a:pt x="86400" y="285773"/>
                </a:lnTo>
                <a:lnTo>
                  <a:pt x="99169" y="285616"/>
                </a:lnTo>
                <a:lnTo>
                  <a:pt x="111860" y="284935"/>
                </a:lnTo>
                <a:lnTo>
                  <a:pt x="151923" y="269760"/>
                </a:lnTo>
                <a:lnTo>
                  <a:pt x="154228" y="262635"/>
                </a:lnTo>
                <a:lnTo>
                  <a:pt x="154228" y="236791"/>
                </a:lnTo>
                <a:lnTo>
                  <a:pt x="139245" y="238205"/>
                </a:lnTo>
                <a:lnTo>
                  <a:pt x="123634" y="239096"/>
                </a:lnTo>
                <a:lnTo>
                  <a:pt x="100924" y="239685"/>
                </a:lnTo>
                <a:lnTo>
                  <a:pt x="93878" y="239725"/>
                </a:lnTo>
                <a:lnTo>
                  <a:pt x="71024" y="238441"/>
                </a:lnTo>
                <a:lnTo>
                  <a:pt x="22421" y="219189"/>
                </a:lnTo>
                <a:lnTo>
                  <a:pt x="1401" y="174005"/>
                </a:lnTo>
                <a:lnTo>
                  <a:pt x="0" y="152552"/>
                </a:lnTo>
                <a:lnTo>
                  <a:pt x="0" y="0"/>
                </a:lnTo>
                <a:lnTo>
                  <a:pt x="46939" y="0"/>
                </a:lnTo>
                <a:lnTo>
                  <a:pt x="46939" y="161912"/>
                </a:lnTo>
                <a:lnTo>
                  <a:pt x="47917" y="169805"/>
                </a:lnTo>
                <a:lnTo>
                  <a:pt x="81095" y="198443"/>
                </a:lnTo>
                <a:lnTo>
                  <a:pt x="88709" y="199072"/>
                </a:lnTo>
                <a:lnTo>
                  <a:pt x="125729" y="198862"/>
                </a:lnTo>
                <a:lnTo>
                  <a:pt x="132226" y="198640"/>
                </a:lnTo>
                <a:lnTo>
                  <a:pt x="139141" y="198181"/>
                </a:lnTo>
                <a:lnTo>
                  <a:pt x="154228" y="196557"/>
                </a:lnTo>
                <a:lnTo>
                  <a:pt x="154228" y="0"/>
                </a:lnTo>
                <a:lnTo>
                  <a:pt x="202844" y="0"/>
                </a:lnTo>
                <a:lnTo>
                  <a:pt x="202844" y="243497"/>
                </a:lnTo>
                <a:lnTo>
                  <a:pt x="202495" y="251180"/>
                </a:lnTo>
                <a:lnTo>
                  <a:pt x="190952" y="293736"/>
                </a:lnTo>
                <a:lnTo>
                  <a:pt x="158707" y="317442"/>
                </a:lnTo>
                <a:lnTo>
                  <a:pt x="124891" y="324461"/>
                </a:lnTo>
                <a:lnTo>
                  <a:pt x="115881" y="3250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65992" y="4916297"/>
            <a:ext cx="278765" cy="417195"/>
          </a:xfrm>
          <a:custGeom>
            <a:avLst/>
            <a:gdLst/>
            <a:ahLst/>
            <a:cxnLst/>
            <a:rect l="l" t="t" r="r" b="b"/>
            <a:pathLst>
              <a:path w="278764" h="417195">
                <a:moveTo>
                  <a:pt x="271610" y="417067"/>
                </a:moveTo>
                <a:lnTo>
                  <a:pt x="15070" y="417067"/>
                </a:lnTo>
                <a:lnTo>
                  <a:pt x="10583" y="415035"/>
                </a:lnTo>
                <a:lnTo>
                  <a:pt x="2116" y="406907"/>
                </a:lnTo>
                <a:lnTo>
                  <a:pt x="0" y="401997"/>
                </a:lnTo>
                <a:lnTo>
                  <a:pt x="0" y="343915"/>
                </a:lnTo>
                <a:lnTo>
                  <a:pt x="20150" y="305646"/>
                </a:lnTo>
                <a:lnTo>
                  <a:pt x="167354" y="180260"/>
                </a:lnTo>
                <a:lnTo>
                  <a:pt x="176752" y="171497"/>
                </a:lnTo>
                <a:lnTo>
                  <a:pt x="202353" y="140123"/>
                </a:lnTo>
                <a:lnTo>
                  <a:pt x="213359" y="109897"/>
                </a:lnTo>
                <a:lnTo>
                  <a:pt x="213359" y="93979"/>
                </a:lnTo>
                <a:lnTo>
                  <a:pt x="184488" y="56472"/>
                </a:lnTo>
                <a:lnTo>
                  <a:pt x="148335" y="50291"/>
                </a:lnTo>
                <a:lnTo>
                  <a:pt x="136567" y="50461"/>
                </a:lnTo>
                <a:lnTo>
                  <a:pt x="86058" y="54467"/>
                </a:lnTo>
                <a:lnTo>
                  <a:pt x="45973" y="61261"/>
                </a:lnTo>
                <a:lnTo>
                  <a:pt x="14731" y="69595"/>
                </a:lnTo>
                <a:lnTo>
                  <a:pt x="14731" y="18795"/>
                </a:lnTo>
                <a:lnTo>
                  <a:pt x="57403" y="7873"/>
                </a:lnTo>
                <a:lnTo>
                  <a:pt x="105505" y="1492"/>
                </a:lnTo>
                <a:lnTo>
                  <a:pt x="147827" y="0"/>
                </a:lnTo>
                <a:lnTo>
                  <a:pt x="160099" y="523"/>
                </a:lnTo>
                <a:lnTo>
                  <a:pt x="205533" y="8096"/>
                </a:lnTo>
                <a:lnTo>
                  <a:pt x="241649" y="26177"/>
                </a:lnTo>
                <a:lnTo>
                  <a:pt x="265112" y="56578"/>
                </a:lnTo>
                <a:lnTo>
                  <a:pt x="271779" y="88391"/>
                </a:lnTo>
                <a:lnTo>
                  <a:pt x="271779" y="101091"/>
                </a:lnTo>
                <a:lnTo>
                  <a:pt x="263175" y="141636"/>
                </a:lnTo>
                <a:lnTo>
                  <a:pt x="241744" y="178879"/>
                </a:lnTo>
                <a:lnTo>
                  <a:pt x="213883" y="209851"/>
                </a:lnTo>
                <a:lnTo>
                  <a:pt x="74506" y="327321"/>
                </a:lnTo>
                <a:lnTo>
                  <a:pt x="70442" y="331554"/>
                </a:lnTo>
                <a:lnTo>
                  <a:pt x="66717" y="335957"/>
                </a:lnTo>
                <a:lnTo>
                  <a:pt x="64685" y="338920"/>
                </a:lnTo>
                <a:lnTo>
                  <a:pt x="61298" y="345355"/>
                </a:lnTo>
                <a:lnTo>
                  <a:pt x="60451" y="348826"/>
                </a:lnTo>
                <a:lnTo>
                  <a:pt x="60451" y="367791"/>
                </a:lnTo>
                <a:lnTo>
                  <a:pt x="61806" y="368807"/>
                </a:lnTo>
                <a:lnTo>
                  <a:pt x="278383" y="368807"/>
                </a:lnTo>
                <a:lnTo>
                  <a:pt x="278383" y="409109"/>
                </a:lnTo>
                <a:lnTo>
                  <a:pt x="277452" y="411564"/>
                </a:lnTo>
                <a:lnTo>
                  <a:pt x="273727" y="415967"/>
                </a:lnTo>
                <a:lnTo>
                  <a:pt x="271610" y="4170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997208" y="5279009"/>
            <a:ext cx="58419" cy="56515"/>
          </a:xfrm>
          <a:custGeom>
            <a:avLst/>
            <a:gdLst/>
            <a:ahLst/>
            <a:cxnLst/>
            <a:rect l="l" t="t" r="r" b="b"/>
            <a:pathLst>
              <a:path w="58419" h="56514">
                <a:moveTo>
                  <a:pt x="57911" y="56387"/>
                </a:moveTo>
                <a:lnTo>
                  <a:pt x="0" y="56387"/>
                </a:lnTo>
                <a:lnTo>
                  <a:pt x="0" y="0"/>
                </a:lnTo>
                <a:lnTo>
                  <a:pt x="57911" y="0"/>
                </a:lnTo>
                <a:lnTo>
                  <a:pt x="57911" y="563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252148" y="4896485"/>
            <a:ext cx="405130" cy="483870"/>
          </a:xfrm>
          <a:custGeom>
            <a:avLst/>
            <a:gdLst/>
            <a:ahLst/>
            <a:cxnLst/>
            <a:rect l="l" t="t" r="r" b="b"/>
            <a:pathLst>
              <a:path w="405130" h="483870">
                <a:moveTo>
                  <a:pt x="397425" y="483615"/>
                </a:moveTo>
                <a:lnTo>
                  <a:pt x="347979" y="483615"/>
                </a:lnTo>
                <a:lnTo>
                  <a:pt x="347979" y="0"/>
                </a:lnTo>
                <a:lnTo>
                  <a:pt x="404875" y="0"/>
                </a:lnTo>
                <a:lnTo>
                  <a:pt x="404875" y="476165"/>
                </a:lnTo>
                <a:lnTo>
                  <a:pt x="403859" y="478535"/>
                </a:lnTo>
                <a:lnTo>
                  <a:pt x="399795" y="482599"/>
                </a:lnTo>
                <a:lnTo>
                  <a:pt x="397425" y="483615"/>
                </a:lnTo>
                <a:close/>
              </a:path>
              <a:path w="405130" h="483870">
                <a:moveTo>
                  <a:pt x="29971" y="409447"/>
                </a:moveTo>
                <a:lnTo>
                  <a:pt x="0" y="368299"/>
                </a:lnTo>
                <a:lnTo>
                  <a:pt x="14541" y="364585"/>
                </a:lnTo>
                <a:lnTo>
                  <a:pt x="29717" y="360044"/>
                </a:lnTo>
                <a:lnTo>
                  <a:pt x="78454" y="341486"/>
                </a:lnTo>
                <a:lnTo>
                  <a:pt x="124459" y="315721"/>
                </a:lnTo>
                <a:lnTo>
                  <a:pt x="162464" y="282527"/>
                </a:lnTo>
                <a:lnTo>
                  <a:pt x="187197" y="241553"/>
                </a:lnTo>
                <a:lnTo>
                  <a:pt x="192531" y="78231"/>
                </a:lnTo>
                <a:lnTo>
                  <a:pt x="192531" y="74845"/>
                </a:lnTo>
                <a:lnTo>
                  <a:pt x="190669" y="73151"/>
                </a:lnTo>
                <a:lnTo>
                  <a:pt x="12699" y="73151"/>
                </a:lnTo>
                <a:lnTo>
                  <a:pt x="12699" y="24383"/>
                </a:lnTo>
                <a:lnTo>
                  <a:pt x="229785" y="24383"/>
                </a:lnTo>
                <a:lnTo>
                  <a:pt x="236981" y="27516"/>
                </a:lnTo>
                <a:lnTo>
                  <a:pt x="248157" y="40047"/>
                </a:lnTo>
                <a:lnTo>
                  <a:pt x="250951" y="47243"/>
                </a:lnTo>
                <a:lnTo>
                  <a:pt x="250951" y="201675"/>
                </a:lnTo>
                <a:lnTo>
                  <a:pt x="245871" y="244284"/>
                </a:lnTo>
                <a:lnTo>
                  <a:pt x="230631" y="281685"/>
                </a:lnTo>
                <a:lnTo>
                  <a:pt x="207390" y="314197"/>
                </a:lnTo>
                <a:lnTo>
                  <a:pt x="178307" y="342137"/>
                </a:lnTo>
                <a:lnTo>
                  <a:pt x="144525" y="365505"/>
                </a:lnTo>
                <a:lnTo>
                  <a:pt x="107187" y="384301"/>
                </a:lnTo>
                <a:lnTo>
                  <a:pt x="68325" y="398843"/>
                </a:lnTo>
                <a:lnTo>
                  <a:pt x="49085" y="404637"/>
                </a:lnTo>
                <a:lnTo>
                  <a:pt x="29971" y="409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717984" y="4896485"/>
            <a:ext cx="419734" cy="483870"/>
          </a:xfrm>
          <a:custGeom>
            <a:avLst/>
            <a:gdLst/>
            <a:ahLst/>
            <a:cxnLst/>
            <a:rect l="l" t="t" r="r" b="b"/>
            <a:pathLst>
              <a:path w="419735" h="483870">
                <a:moveTo>
                  <a:pt x="22182" y="364574"/>
                </a:moveTo>
                <a:lnTo>
                  <a:pt x="14816" y="361611"/>
                </a:lnTo>
                <a:lnTo>
                  <a:pt x="2963" y="349080"/>
                </a:lnTo>
                <a:lnTo>
                  <a:pt x="0" y="341883"/>
                </a:lnTo>
                <a:lnTo>
                  <a:pt x="0" y="46566"/>
                </a:lnTo>
                <a:lnTo>
                  <a:pt x="2963" y="39285"/>
                </a:lnTo>
                <a:lnTo>
                  <a:pt x="14816" y="27770"/>
                </a:lnTo>
                <a:lnTo>
                  <a:pt x="22182" y="24891"/>
                </a:lnTo>
                <a:lnTo>
                  <a:pt x="196087" y="24891"/>
                </a:lnTo>
                <a:lnTo>
                  <a:pt x="196087" y="71627"/>
                </a:lnTo>
                <a:lnTo>
                  <a:pt x="58589" y="71627"/>
                </a:lnTo>
                <a:lnTo>
                  <a:pt x="56895" y="73321"/>
                </a:lnTo>
                <a:lnTo>
                  <a:pt x="56895" y="316314"/>
                </a:lnTo>
                <a:lnTo>
                  <a:pt x="58589" y="318007"/>
                </a:lnTo>
                <a:lnTo>
                  <a:pt x="61975" y="318007"/>
                </a:lnTo>
                <a:lnTo>
                  <a:pt x="69881" y="318214"/>
                </a:lnTo>
                <a:lnTo>
                  <a:pt x="77850" y="318325"/>
                </a:lnTo>
                <a:lnTo>
                  <a:pt x="227075" y="318341"/>
                </a:lnTo>
                <a:lnTo>
                  <a:pt x="227075" y="353567"/>
                </a:lnTo>
                <a:lnTo>
                  <a:pt x="175990" y="358616"/>
                </a:lnTo>
                <a:lnTo>
                  <a:pt x="131921" y="361902"/>
                </a:lnTo>
                <a:lnTo>
                  <a:pt x="79613" y="363807"/>
                </a:lnTo>
                <a:lnTo>
                  <a:pt x="30987" y="364235"/>
                </a:lnTo>
                <a:lnTo>
                  <a:pt x="22182" y="364574"/>
                </a:lnTo>
                <a:close/>
              </a:path>
              <a:path w="419735" h="483870">
                <a:moveTo>
                  <a:pt x="227075" y="318341"/>
                </a:moveTo>
                <a:lnTo>
                  <a:pt x="85883" y="318341"/>
                </a:lnTo>
                <a:lnTo>
                  <a:pt x="93979" y="318261"/>
                </a:lnTo>
                <a:lnTo>
                  <a:pt x="102298" y="318071"/>
                </a:lnTo>
                <a:lnTo>
                  <a:pt x="149923" y="315150"/>
                </a:lnTo>
                <a:lnTo>
                  <a:pt x="227075" y="306323"/>
                </a:lnTo>
                <a:lnTo>
                  <a:pt x="227075" y="318341"/>
                </a:lnTo>
                <a:close/>
              </a:path>
              <a:path w="419735" h="483870">
                <a:moveTo>
                  <a:pt x="297349" y="471931"/>
                </a:moveTo>
                <a:lnTo>
                  <a:pt x="247395" y="471931"/>
                </a:lnTo>
                <a:lnTo>
                  <a:pt x="247395" y="0"/>
                </a:lnTo>
                <a:lnTo>
                  <a:pt x="304799" y="0"/>
                </a:lnTo>
                <a:lnTo>
                  <a:pt x="304799" y="162051"/>
                </a:lnTo>
                <a:lnTo>
                  <a:pt x="419607" y="162051"/>
                </a:lnTo>
                <a:lnTo>
                  <a:pt x="419607" y="210311"/>
                </a:lnTo>
                <a:lnTo>
                  <a:pt x="304799" y="210311"/>
                </a:lnTo>
                <a:lnTo>
                  <a:pt x="304799" y="464481"/>
                </a:lnTo>
                <a:lnTo>
                  <a:pt x="303783" y="466851"/>
                </a:lnTo>
                <a:lnTo>
                  <a:pt x="299719" y="470915"/>
                </a:lnTo>
                <a:lnTo>
                  <a:pt x="297349" y="471931"/>
                </a:lnTo>
                <a:close/>
              </a:path>
              <a:path w="419735" h="483870">
                <a:moveTo>
                  <a:pt x="419607" y="162051"/>
                </a:moveTo>
                <a:lnTo>
                  <a:pt x="362203" y="162051"/>
                </a:lnTo>
                <a:lnTo>
                  <a:pt x="362203" y="0"/>
                </a:lnTo>
                <a:lnTo>
                  <a:pt x="419607" y="0"/>
                </a:lnTo>
                <a:lnTo>
                  <a:pt x="419607" y="162051"/>
                </a:lnTo>
                <a:close/>
              </a:path>
              <a:path w="419735" h="483870">
                <a:moveTo>
                  <a:pt x="412157" y="483615"/>
                </a:moveTo>
                <a:lnTo>
                  <a:pt x="362203" y="483615"/>
                </a:lnTo>
                <a:lnTo>
                  <a:pt x="362203" y="210311"/>
                </a:lnTo>
                <a:lnTo>
                  <a:pt x="419607" y="210311"/>
                </a:lnTo>
                <a:lnTo>
                  <a:pt x="419607" y="476165"/>
                </a:lnTo>
                <a:lnTo>
                  <a:pt x="418591" y="478535"/>
                </a:lnTo>
                <a:lnTo>
                  <a:pt x="414527" y="482599"/>
                </a:lnTo>
                <a:lnTo>
                  <a:pt x="412157" y="483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320264" y="4896485"/>
            <a:ext cx="450215" cy="483870"/>
          </a:xfrm>
          <a:custGeom>
            <a:avLst/>
            <a:gdLst/>
            <a:ahLst/>
            <a:cxnLst/>
            <a:rect l="l" t="t" r="r" b="b"/>
            <a:pathLst>
              <a:path w="450214" h="483870">
                <a:moveTo>
                  <a:pt x="375581" y="483615"/>
                </a:moveTo>
                <a:lnTo>
                  <a:pt x="325627" y="483615"/>
                </a:lnTo>
                <a:lnTo>
                  <a:pt x="325627" y="0"/>
                </a:lnTo>
                <a:lnTo>
                  <a:pt x="383031" y="0"/>
                </a:lnTo>
                <a:lnTo>
                  <a:pt x="383031" y="170179"/>
                </a:lnTo>
                <a:lnTo>
                  <a:pt x="450087" y="170179"/>
                </a:lnTo>
                <a:lnTo>
                  <a:pt x="450087" y="218439"/>
                </a:lnTo>
                <a:lnTo>
                  <a:pt x="383031" y="218439"/>
                </a:lnTo>
                <a:lnTo>
                  <a:pt x="383031" y="476165"/>
                </a:lnTo>
                <a:lnTo>
                  <a:pt x="382015" y="478535"/>
                </a:lnTo>
                <a:lnTo>
                  <a:pt x="377951" y="482599"/>
                </a:lnTo>
                <a:lnTo>
                  <a:pt x="375581" y="483615"/>
                </a:lnTo>
                <a:close/>
              </a:path>
              <a:path w="450214" h="483870">
                <a:moveTo>
                  <a:pt x="29971" y="409447"/>
                </a:moveTo>
                <a:lnTo>
                  <a:pt x="0" y="368299"/>
                </a:lnTo>
                <a:lnTo>
                  <a:pt x="14541" y="364585"/>
                </a:lnTo>
                <a:lnTo>
                  <a:pt x="29717" y="360044"/>
                </a:lnTo>
                <a:lnTo>
                  <a:pt x="78454" y="341486"/>
                </a:lnTo>
                <a:lnTo>
                  <a:pt x="124459" y="315721"/>
                </a:lnTo>
                <a:lnTo>
                  <a:pt x="162464" y="282527"/>
                </a:lnTo>
                <a:lnTo>
                  <a:pt x="187197" y="241553"/>
                </a:lnTo>
                <a:lnTo>
                  <a:pt x="192531" y="78231"/>
                </a:lnTo>
                <a:lnTo>
                  <a:pt x="192531" y="74845"/>
                </a:lnTo>
                <a:lnTo>
                  <a:pt x="190669" y="73151"/>
                </a:lnTo>
                <a:lnTo>
                  <a:pt x="12699" y="73151"/>
                </a:lnTo>
                <a:lnTo>
                  <a:pt x="12699" y="24383"/>
                </a:lnTo>
                <a:lnTo>
                  <a:pt x="229785" y="24383"/>
                </a:lnTo>
                <a:lnTo>
                  <a:pt x="236981" y="27516"/>
                </a:lnTo>
                <a:lnTo>
                  <a:pt x="248157" y="40047"/>
                </a:lnTo>
                <a:lnTo>
                  <a:pt x="250951" y="47243"/>
                </a:lnTo>
                <a:lnTo>
                  <a:pt x="250951" y="201675"/>
                </a:lnTo>
                <a:lnTo>
                  <a:pt x="245871" y="244284"/>
                </a:lnTo>
                <a:lnTo>
                  <a:pt x="230631" y="281685"/>
                </a:lnTo>
                <a:lnTo>
                  <a:pt x="207390" y="314197"/>
                </a:lnTo>
                <a:lnTo>
                  <a:pt x="178307" y="342137"/>
                </a:lnTo>
                <a:lnTo>
                  <a:pt x="144525" y="365505"/>
                </a:lnTo>
                <a:lnTo>
                  <a:pt x="107187" y="384301"/>
                </a:lnTo>
                <a:lnTo>
                  <a:pt x="68325" y="398843"/>
                </a:lnTo>
                <a:lnTo>
                  <a:pt x="49085" y="404637"/>
                </a:lnTo>
                <a:lnTo>
                  <a:pt x="29971" y="409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787116" y="4895469"/>
            <a:ext cx="410209" cy="485140"/>
          </a:xfrm>
          <a:custGeom>
            <a:avLst/>
            <a:gdLst/>
            <a:ahLst/>
            <a:cxnLst/>
            <a:rect l="l" t="t" r="r" b="b"/>
            <a:pathLst>
              <a:path w="410210" h="485139">
                <a:moveTo>
                  <a:pt x="190499" y="59943"/>
                </a:moveTo>
                <a:lnTo>
                  <a:pt x="131063" y="59943"/>
                </a:lnTo>
                <a:lnTo>
                  <a:pt x="131063" y="0"/>
                </a:lnTo>
                <a:lnTo>
                  <a:pt x="190499" y="0"/>
                </a:lnTo>
                <a:lnTo>
                  <a:pt x="190499" y="59943"/>
                </a:lnTo>
                <a:close/>
              </a:path>
              <a:path w="410210" h="485139">
                <a:moveTo>
                  <a:pt x="302259" y="107695"/>
                </a:moveTo>
                <a:lnTo>
                  <a:pt x="18795" y="107695"/>
                </a:lnTo>
                <a:lnTo>
                  <a:pt x="18795" y="59943"/>
                </a:lnTo>
                <a:lnTo>
                  <a:pt x="302259" y="59943"/>
                </a:lnTo>
                <a:lnTo>
                  <a:pt x="302259" y="107695"/>
                </a:lnTo>
                <a:close/>
              </a:path>
              <a:path w="410210" h="485139">
                <a:moveTo>
                  <a:pt x="40639" y="379475"/>
                </a:moveTo>
                <a:lnTo>
                  <a:pt x="0" y="341375"/>
                </a:lnTo>
                <a:lnTo>
                  <a:pt x="12144" y="333882"/>
                </a:lnTo>
                <a:lnTo>
                  <a:pt x="24193" y="325627"/>
                </a:lnTo>
                <a:lnTo>
                  <a:pt x="59499" y="296544"/>
                </a:lnTo>
                <a:lnTo>
                  <a:pt x="89915" y="264413"/>
                </a:lnTo>
                <a:lnTo>
                  <a:pt x="113490" y="231552"/>
                </a:lnTo>
                <a:lnTo>
                  <a:pt x="130349" y="191055"/>
                </a:lnTo>
                <a:lnTo>
                  <a:pt x="131063" y="182371"/>
                </a:lnTo>
                <a:lnTo>
                  <a:pt x="131063" y="107695"/>
                </a:lnTo>
                <a:lnTo>
                  <a:pt x="190499" y="107695"/>
                </a:lnTo>
                <a:lnTo>
                  <a:pt x="190575" y="182371"/>
                </a:lnTo>
                <a:lnTo>
                  <a:pt x="202183" y="221741"/>
                </a:lnTo>
                <a:lnTo>
                  <a:pt x="231496" y="262127"/>
                </a:lnTo>
                <a:lnTo>
                  <a:pt x="161035" y="262127"/>
                </a:lnTo>
                <a:lnTo>
                  <a:pt x="132651" y="301847"/>
                </a:lnTo>
                <a:lnTo>
                  <a:pt x="100758" y="334994"/>
                </a:lnTo>
                <a:lnTo>
                  <a:pt x="65547" y="363997"/>
                </a:lnTo>
                <a:lnTo>
                  <a:pt x="48656" y="375046"/>
                </a:lnTo>
                <a:lnTo>
                  <a:pt x="40639" y="379475"/>
                </a:lnTo>
                <a:close/>
              </a:path>
              <a:path w="410210" h="485139">
                <a:moveTo>
                  <a:pt x="278383" y="370839"/>
                </a:moveTo>
                <a:lnTo>
                  <a:pt x="242569" y="346201"/>
                </a:lnTo>
                <a:lnTo>
                  <a:pt x="208533" y="318261"/>
                </a:lnTo>
                <a:lnTo>
                  <a:pt x="180085" y="289305"/>
                </a:lnTo>
                <a:lnTo>
                  <a:pt x="161035" y="262127"/>
                </a:lnTo>
                <a:lnTo>
                  <a:pt x="231496" y="262127"/>
                </a:lnTo>
                <a:lnTo>
                  <a:pt x="232155" y="262889"/>
                </a:lnTo>
                <a:lnTo>
                  <a:pt x="241537" y="272779"/>
                </a:lnTo>
                <a:lnTo>
                  <a:pt x="272541" y="300735"/>
                </a:lnTo>
                <a:lnTo>
                  <a:pt x="304974" y="324548"/>
                </a:lnTo>
                <a:lnTo>
                  <a:pt x="315467" y="331215"/>
                </a:lnTo>
                <a:lnTo>
                  <a:pt x="278383" y="370839"/>
                </a:lnTo>
                <a:close/>
              </a:path>
              <a:path w="410210" h="485139">
                <a:moveTo>
                  <a:pt x="402505" y="484631"/>
                </a:moveTo>
                <a:lnTo>
                  <a:pt x="352551" y="484631"/>
                </a:lnTo>
                <a:lnTo>
                  <a:pt x="352551" y="1016"/>
                </a:lnTo>
                <a:lnTo>
                  <a:pt x="409955" y="1016"/>
                </a:lnTo>
                <a:lnTo>
                  <a:pt x="409955" y="477181"/>
                </a:lnTo>
                <a:lnTo>
                  <a:pt x="408939" y="479551"/>
                </a:lnTo>
                <a:lnTo>
                  <a:pt x="404875" y="483615"/>
                </a:lnTo>
                <a:lnTo>
                  <a:pt x="402505" y="4846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746638" y="5847093"/>
            <a:ext cx="142243" cy="22169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926898" y="5947475"/>
            <a:ext cx="96520" cy="24130"/>
          </a:xfrm>
          <a:custGeom>
            <a:avLst/>
            <a:gdLst/>
            <a:ahLst/>
            <a:cxnLst/>
            <a:rect l="l" t="t" r="r" b="b"/>
            <a:pathLst>
              <a:path w="96519" h="24129">
                <a:moveTo>
                  <a:pt x="95896" y="23920"/>
                </a:moveTo>
                <a:lnTo>
                  <a:pt x="0" y="23920"/>
                </a:lnTo>
                <a:lnTo>
                  <a:pt x="0" y="0"/>
                </a:lnTo>
                <a:lnTo>
                  <a:pt x="95896" y="0"/>
                </a:lnTo>
                <a:lnTo>
                  <a:pt x="95896" y="23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057822" y="5850083"/>
            <a:ext cx="81800" cy="2187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197289" y="6031625"/>
            <a:ext cx="39370" cy="39370"/>
          </a:xfrm>
          <a:custGeom>
            <a:avLst/>
            <a:gdLst/>
            <a:ahLst/>
            <a:cxnLst/>
            <a:rect l="l" t="t" r="r" b="b"/>
            <a:pathLst>
              <a:path w="39369" h="39370">
                <a:moveTo>
                  <a:pt x="19435" y="38871"/>
                </a:moveTo>
                <a:lnTo>
                  <a:pt x="11863" y="37336"/>
                </a:lnTo>
                <a:lnTo>
                  <a:pt x="5633" y="33158"/>
                </a:lnTo>
                <a:lnTo>
                  <a:pt x="1444" y="26977"/>
                </a:lnTo>
                <a:lnTo>
                  <a:pt x="0" y="19435"/>
                </a:lnTo>
                <a:lnTo>
                  <a:pt x="1444" y="11893"/>
                </a:lnTo>
                <a:lnTo>
                  <a:pt x="5633" y="5713"/>
                </a:lnTo>
                <a:lnTo>
                  <a:pt x="11863" y="1535"/>
                </a:lnTo>
                <a:lnTo>
                  <a:pt x="19435" y="0"/>
                </a:lnTo>
                <a:lnTo>
                  <a:pt x="26977" y="1535"/>
                </a:lnTo>
                <a:lnTo>
                  <a:pt x="33158" y="5713"/>
                </a:lnTo>
                <a:lnTo>
                  <a:pt x="37336" y="11893"/>
                </a:lnTo>
                <a:lnTo>
                  <a:pt x="38871" y="19435"/>
                </a:lnTo>
                <a:lnTo>
                  <a:pt x="37336" y="26977"/>
                </a:lnTo>
                <a:lnTo>
                  <a:pt x="33158" y="33158"/>
                </a:lnTo>
                <a:lnTo>
                  <a:pt x="26977" y="37336"/>
                </a:lnTo>
                <a:lnTo>
                  <a:pt x="19435" y="388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40372" y="5824881"/>
            <a:ext cx="256540" cy="268605"/>
          </a:xfrm>
          <a:custGeom>
            <a:avLst/>
            <a:gdLst/>
            <a:ahLst/>
            <a:cxnLst/>
            <a:rect l="l" t="t" r="r" b="b"/>
            <a:pathLst>
              <a:path w="256539" h="268604">
                <a:moveTo>
                  <a:pt x="211656" y="268468"/>
                </a:moveTo>
                <a:lnTo>
                  <a:pt x="187949" y="268468"/>
                </a:lnTo>
                <a:lnTo>
                  <a:pt x="187949" y="0"/>
                </a:lnTo>
                <a:lnTo>
                  <a:pt x="211656" y="0"/>
                </a:lnTo>
                <a:lnTo>
                  <a:pt x="211656" y="108925"/>
                </a:lnTo>
                <a:lnTo>
                  <a:pt x="256508" y="108925"/>
                </a:lnTo>
                <a:lnTo>
                  <a:pt x="256508" y="129428"/>
                </a:lnTo>
                <a:lnTo>
                  <a:pt x="211656" y="129428"/>
                </a:lnTo>
                <a:lnTo>
                  <a:pt x="211656" y="268468"/>
                </a:lnTo>
                <a:close/>
              </a:path>
              <a:path w="256539" h="268604">
                <a:moveTo>
                  <a:pt x="14950" y="211015"/>
                </a:moveTo>
                <a:lnTo>
                  <a:pt x="0" y="192007"/>
                </a:lnTo>
                <a:lnTo>
                  <a:pt x="27471" y="171964"/>
                </a:lnTo>
                <a:lnTo>
                  <a:pt x="49817" y="143151"/>
                </a:lnTo>
                <a:lnTo>
                  <a:pt x="64874" y="108811"/>
                </a:lnTo>
                <a:lnTo>
                  <a:pt x="70481" y="72189"/>
                </a:lnTo>
                <a:lnTo>
                  <a:pt x="70481" y="23280"/>
                </a:lnTo>
                <a:lnTo>
                  <a:pt x="93974" y="23280"/>
                </a:lnTo>
                <a:lnTo>
                  <a:pt x="93974" y="72189"/>
                </a:lnTo>
                <a:lnTo>
                  <a:pt x="99354" y="107380"/>
                </a:lnTo>
                <a:lnTo>
                  <a:pt x="105686" y="121312"/>
                </a:lnTo>
                <a:lnTo>
                  <a:pt x="82548" y="121312"/>
                </a:lnTo>
                <a:lnTo>
                  <a:pt x="71190" y="149760"/>
                </a:lnTo>
                <a:lnTo>
                  <a:pt x="55597" y="174934"/>
                </a:lnTo>
                <a:lnTo>
                  <a:pt x="36580" y="195723"/>
                </a:lnTo>
                <a:lnTo>
                  <a:pt x="14950" y="211015"/>
                </a:lnTo>
                <a:close/>
              </a:path>
              <a:path w="256539" h="268604">
                <a:moveTo>
                  <a:pt x="148650" y="205890"/>
                </a:moveTo>
                <a:lnTo>
                  <a:pt x="127569" y="191383"/>
                </a:lnTo>
                <a:lnTo>
                  <a:pt x="109032" y="171770"/>
                </a:lnTo>
                <a:lnTo>
                  <a:pt x="93777" y="148073"/>
                </a:lnTo>
                <a:lnTo>
                  <a:pt x="82548" y="121312"/>
                </a:lnTo>
                <a:lnTo>
                  <a:pt x="105686" y="121312"/>
                </a:lnTo>
                <a:lnTo>
                  <a:pt x="114264" y="140187"/>
                </a:lnTo>
                <a:lnTo>
                  <a:pt x="136383" y="167669"/>
                </a:lnTo>
                <a:lnTo>
                  <a:pt x="163387" y="186881"/>
                </a:lnTo>
                <a:lnTo>
                  <a:pt x="148650" y="205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611617" y="5830007"/>
            <a:ext cx="245110" cy="262890"/>
          </a:xfrm>
          <a:custGeom>
            <a:avLst/>
            <a:gdLst/>
            <a:ahLst/>
            <a:cxnLst/>
            <a:rect l="l" t="t" r="r" b="b"/>
            <a:pathLst>
              <a:path w="245110" h="262889">
                <a:moveTo>
                  <a:pt x="84363" y="127720"/>
                </a:moveTo>
                <a:lnTo>
                  <a:pt x="60656" y="127720"/>
                </a:lnTo>
                <a:lnTo>
                  <a:pt x="60656" y="89809"/>
                </a:lnTo>
                <a:lnTo>
                  <a:pt x="46361" y="82576"/>
                </a:lnTo>
                <a:lnTo>
                  <a:pt x="35841" y="73431"/>
                </a:lnTo>
                <a:lnTo>
                  <a:pt x="29345" y="62463"/>
                </a:lnTo>
                <a:lnTo>
                  <a:pt x="27124" y="49763"/>
                </a:lnTo>
                <a:lnTo>
                  <a:pt x="33715" y="28652"/>
                </a:lnTo>
                <a:lnTo>
                  <a:pt x="52620" y="13028"/>
                </a:lnTo>
                <a:lnTo>
                  <a:pt x="82538" y="3330"/>
                </a:lnTo>
                <a:lnTo>
                  <a:pt x="122167" y="0"/>
                </a:lnTo>
                <a:lnTo>
                  <a:pt x="161672" y="3330"/>
                </a:lnTo>
                <a:lnTo>
                  <a:pt x="191526" y="13028"/>
                </a:lnTo>
                <a:lnTo>
                  <a:pt x="198237" y="18581"/>
                </a:lnTo>
                <a:lnTo>
                  <a:pt x="122167" y="18581"/>
                </a:lnTo>
                <a:lnTo>
                  <a:pt x="92653" y="20720"/>
                </a:lnTo>
                <a:lnTo>
                  <a:pt x="70427" y="26884"/>
                </a:lnTo>
                <a:lnTo>
                  <a:pt x="56451" y="36692"/>
                </a:lnTo>
                <a:lnTo>
                  <a:pt x="51686" y="49763"/>
                </a:lnTo>
                <a:lnTo>
                  <a:pt x="56451" y="62892"/>
                </a:lnTo>
                <a:lnTo>
                  <a:pt x="70427" y="72616"/>
                </a:lnTo>
                <a:lnTo>
                  <a:pt x="92653" y="78657"/>
                </a:lnTo>
                <a:lnTo>
                  <a:pt x="122167" y="80732"/>
                </a:lnTo>
                <a:lnTo>
                  <a:pt x="199917" y="80732"/>
                </a:lnTo>
                <a:lnTo>
                  <a:pt x="197984" y="82426"/>
                </a:lnTo>
                <a:lnTo>
                  <a:pt x="183891" y="89596"/>
                </a:lnTo>
                <a:lnTo>
                  <a:pt x="183891" y="96003"/>
                </a:lnTo>
                <a:lnTo>
                  <a:pt x="160397" y="96003"/>
                </a:lnTo>
                <a:lnTo>
                  <a:pt x="159699" y="96110"/>
                </a:lnTo>
                <a:lnTo>
                  <a:pt x="84363" y="96110"/>
                </a:lnTo>
                <a:lnTo>
                  <a:pt x="84363" y="127720"/>
                </a:lnTo>
                <a:close/>
              </a:path>
              <a:path w="245110" h="262889">
                <a:moveTo>
                  <a:pt x="199917" y="80732"/>
                </a:moveTo>
                <a:lnTo>
                  <a:pt x="122167" y="80732"/>
                </a:lnTo>
                <a:lnTo>
                  <a:pt x="151594" y="78657"/>
                </a:lnTo>
                <a:lnTo>
                  <a:pt x="173853" y="72616"/>
                </a:lnTo>
                <a:lnTo>
                  <a:pt x="187942" y="62892"/>
                </a:lnTo>
                <a:lnTo>
                  <a:pt x="192861" y="49763"/>
                </a:lnTo>
                <a:lnTo>
                  <a:pt x="187942" y="36692"/>
                </a:lnTo>
                <a:lnTo>
                  <a:pt x="173853" y="26884"/>
                </a:lnTo>
                <a:lnTo>
                  <a:pt x="151594" y="20720"/>
                </a:lnTo>
                <a:lnTo>
                  <a:pt x="122167" y="18581"/>
                </a:lnTo>
                <a:lnTo>
                  <a:pt x="198237" y="18581"/>
                </a:lnTo>
                <a:lnTo>
                  <a:pt x="210408" y="28652"/>
                </a:lnTo>
                <a:lnTo>
                  <a:pt x="216996" y="49763"/>
                </a:lnTo>
                <a:lnTo>
                  <a:pt x="214796" y="62400"/>
                </a:lnTo>
                <a:lnTo>
                  <a:pt x="208372" y="73324"/>
                </a:lnTo>
                <a:lnTo>
                  <a:pt x="199917" y="80732"/>
                </a:lnTo>
                <a:close/>
              </a:path>
              <a:path w="245110" h="262889">
                <a:moveTo>
                  <a:pt x="183891" y="127720"/>
                </a:moveTo>
                <a:lnTo>
                  <a:pt x="160397" y="127720"/>
                </a:lnTo>
                <a:lnTo>
                  <a:pt x="160397" y="96003"/>
                </a:lnTo>
                <a:lnTo>
                  <a:pt x="183891" y="96003"/>
                </a:lnTo>
                <a:lnTo>
                  <a:pt x="183891" y="127720"/>
                </a:lnTo>
                <a:close/>
              </a:path>
              <a:path w="245110" h="262889">
                <a:moveTo>
                  <a:pt x="122167" y="99100"/>
                </a:moveTo>
                <a:lnTo>
                  <a:pt x="111980" y="98918"/>
                </a:lnTo>
                <a:lnTo>
                  <a:pt x="102264" y="98366"/>
                </a:lnTo>
                <a:lnTo>
                  <a:pt x="93048" y="97433"/>
                </a:lnTo>
                <a:lnTo>
                  <a:pt x="84363" y="96110"/>
                </a:lnTo>
                <a:lnTo>
                  <a:pt x="159699" y="96110"/>
                </a:lnTo>
                <a:lnTo>
                  <a:pt x="151630" y="97343"/>
                </a:lnTo>
                <a:lnTo>
                  <a:pt x="142323" y="98313"/>
                </a:lnTo>
                <a:lnTo>
                  <a:pt x="132495" y="98902"/>
                </a:lnTo>
                <a:lnTo>
                  <a:pt x="122167" y="99100"/>
                </a:lnTo>
                <a:close/>
              </a:path>
              <a:path w="245110" h="262889">
                <a:moveTo>
                  <a:pt x="244761" y="147155"/>
                </a:moveTo>
                <a:lnTo>
                  <a:pt x="0" y="147155"/>
                </a:lnTo>
                <a:lnTo>
                  <a:pt x="0" y="127720"/>
                </a:lnTo>
                <a:lnTo>
                  <a:pt x="244761" y="127720"/>
                </a:lnTo>
                <a:lnTo>
                  <a:pt x="244761" y="147155"/>
                </a:lnTo>
                <a:close/>
              </a:path>
              <a:path w="245110" h="262889">
                <a:moveTo>
                  <a:pt x="122167" y="262701"/>
                </a:moveTo>
                <a:lnTo>
                  <a:pt x="83175" y="259585"/>
                </a:lnTo>
                <a:lnTo>
                  <a:pt x="54035" y="250421"/>
                </a:lnTo>
                <a:lnTo>
                  <a:pt x="35787" y="235490"/>
                </a:lnTo>
                <a:lnTo>
                  <a:pt x="29473" y="215073"/>
                </a:lnTo>
                <a:lnTo>
                  <a:pt x="35787" y="194783"/>
                </a:lnTo>
                <a:lnTo>
                  <a:pt x="54035" y="179940"/>
                </a:lnTo>
                <a:lnTo>
                  <a:pt x="83175" y="170863"/>
                </a:lnTo>
                <a:lnTo>
                  <a:pt x="122167" y="167872"/>
                </a:lnTo>
                <a:lnTo>
                  <a:pt x="160914" y="170863"/>
                </a:lnTo>
                <a:lnTo>
                  <a:pt x="189951" y="179940"/>
                </a:lnTo>
                <a:lnTo>
                  <a:pt x="197441" y="186027"/>
                </a:lnTo>
                <a:lnTo>
                  <a:pt x="122167" y="186027"/>
                </a:lnTo>
                <a:lnTo>
                  <a:pt x="93313" y="188102"/>
                </a:lnTo>
                <a:lnTo>
                  <a:pt x="71709" y="193822"/>
                </a:lnTo>
                <a:lnTo>
                  <a:pt x="58193" y="202906"/>
                </a:lnTo>
                <a:lnTo>
                  <a:pt x="53608" y="215073"/>
                </a:lnTo>
                <a:lnTo>
                  <a:pt x="58193" y="227391"/>
                </a:lnTo>
                <a:lnTo>
                  <a:pt x="71709" y="236565"/>
                </a:lnTo>
                <a:lnTo>
                  <a:pt x="93313" y="242255"/>
                </a:lnTo>
                <a:lnTo>
                  <a:pt x="122167" y="244120"/>
                </a:lnTo>
                <a:lnTo>
                  <a:pt x="197659" y="244120"/>
                </a:lnTo>
                <a:lnTo>
                  <a:pt x="189951" y="250421"/>
                </a:lnTo>
                <a:lnTo>
                  <a:pt x="160914" y="259585"/>
                </a:lnTo>
                <a:lnTo>
                  <a:pt x="122167" y="262701"/>
                </a:lnTo>
                <a:close/>
              </a:path>
              <a:path w="245110" h="262889">
                <a:moveTo>
                  <a:pt x="197659" y="244120"/>
                </a:moveTo>
                <a:lnTo>
                  <a:pt x="122167" y="244120"/>
                </a:lnTo>
                <a:lnTo>
                  <a:pt x="150903" y="242255"/>
                </a:lnTo>
                <a:lnTo>
                  <a:pt x="172491" y="236565"/>
                </a:lnTo>
                <a:lnTo>
                  <a:pt x="186110" y="227391"/>
                </a:lnTo>
                <a:lnTo>
                  <a:pt x="190939" y="215073"/>
                </a:lnTo>
                <a:lnTo>
                  <a:pt x="186110" y="202906"/>
                </a:lnTo>
                <a:lnTo>
                  <a:pt x="172491" y="193822"/>
                </a:lnTo>
                <a:lnTo>
                  <a:pt x="150903" y="188102"/>
                </a:lnTo>
                <a:lnTo>
                  <a:pt x="122167" y="186027"/>
                </a:lnTo>
                <a:lnTo>
                  <a:pt x="197441" y="186027"/>
                </a:lnTo>
                <a:lnTo>
                  <a:pt x="208216" y="194783"/>
                </a:lnTo>
                <a:lnTo>
                  <a:pt x="214646" y="215073"/>
                </a:lnTo>
                <a:lnTo>
                  <a:pt x="208216" y="235490"/>
                </a:lnTo>
                <a:lnTo>
                  <a:pt x="197659" y="244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874533" y="5824881"/>
            <a:ext cx="257175" cy="268605"/>
          </a:xfrm>
          <a:custGeom>
            <a:avLst/>
            <a:gdLst/>
            <a:ahLst/>
            <a:cxnLst/>
            <a:rect l="l" t="t" r="r" b="b"/>
            <a:pathLst>
              <a:path w="257175" h="268604">
                <a:moveTo>
                  <a:pt x="212297" y="268468"/>
                </a:moveTo>
                <a:lnTo>
                  <a:pt x="188590" y="268468"/>
                </a:lnTo>
                <a:lnTo>
                  <a:pt x="188590" y="0"/>
                </a:lnTo>
                <a:lnTo>
                  <a:pt x="212297" y="0"/>
                </a:lnTo>
                <a:lnTo>
                  <a:pt x="212297" y="108498"/>
                </a:lnTo>
                <a:lnTo>
                  <a:pt x="257148" y="108498"/>
                </a:lnTo>
                <a:lnTo>
                  <a:pt x="257148" y="128788"/>
                </a:lnTo>
                <a:lnTo>
                  <a:pt x="212297" y="128788"/>
                </a:lnTo>
                <a:lnTo>
                  <a:pt x="212297" y="268468"/>
                </a:lnTo>
                <a:close/>
              </a:path>
              <a:path w="257175" h="268604">
                <a:moveTo>
                  <a:pt x="155698" y="47414"/>
                </a:moveTo>
                <a:lnTo>
                  <a:pt x="9611" y="47414"/>
                </a:lnTo>
                <a:lnTo>
                  <a:pt x="9611" y="27551"/>
                </a:lnTo>
                <a:lnTo>
                  <a:pt x="155698" y="27551"/>
                </a:lnTo>
                <a:lnTo>
                  <a:pt x="155698" y="47414"/>
                </a:lnTo>
                <a:close/>
              </a:path>
              <a:path w="257175" h="268604">
                <a:moveTo>
                  <a:pt x="14309" y="216782"/>
                </a:moveTo>
                <a:lnTo>
                  <a:pt x="0" y="197987"/>
                </a:lnTo>
                <a:lnTo>
                  <a:pt x="27524" y="178431"/>
                </a:lnTo>
                <a:lnTo>
                  <a:pt x="50404" y="150306"/>
                </a:lnTo>
                <a:lnTo>
                  <a:pt x="66075" y="117134"/>
                </a:lnTo>
                <a:lnTo>
                  <a:pt x="71976" y="82441"/>
                </a:lnTo>
                <a:lnTo>
                  <a:pt x="71976" y="47414"/>
                </a:lnTo>
                <a:lnTo>
                  <a:pt x="95256" y="47414"/>
                </a:lnTo>
                <a:lnTo>
                  <a:pt x="95256" y="82441"/>
                </a:lnTo>
                <a:lnTo>
                  <a:pt x="100612" y="114958"/>
                </a:lnTo>
                <a:lnTo>
                  <a:pt x="106580" y="127399"/>
                </a:lnTo>
                <a:lnTo>
                  <a:pt x="83829" y="127399"/>
                </a:lnTo>
                <a:lnTo>
                  <a:pt x="71931" y="155782"/>
                </a:lnTo>
                <a:lnTo>
                  <a:pt x="55677" y="181061"/>
                </a:lnTo>
                <a:lnTo>
                  <a:pt x="36119" y="201855"/>
                </a:lnTo>
                <a:lnTo>
                  <a:pt x="14309" y="216782"/>
                </a:lnTo>
                <a:close/>
              </a:path>
              <a:path w="257175" h="268604">
                <a:moveTo>
                  <a:pt x="151427" y="210161"/>
                </a:moveTo>
                <a:lnTo>
                  <a:pt x="129902" y="196073"/>
                </a:lnTo>
                <a:lnTo>
                  <a:pt x="110900" y="176829"/>
                </a:lnTo>
                <a:lnTo>
                  <a:pt x="95262" y="153561"/>
                </a:lnTo>
                <a:lnTo>
                  <a:pt x="83829" y="127399"/>
                </a:lnTo>
                <a:lnTo>
                  <a:pt x="106580" y="127399"/>
                </a:lnTo>
                <a:lnTo>
                  <a:pt x="115519" y="146034"/>
                </a:lnTo>
                <a:lnTo>
                  <a:pt x="137755" y="172545"/>
                </a:lnTo>
                <a:lnTo>
                  <a:pt x="165096" y="191366"/>
                </a:lnTo>
                <a:lnTo>
                  <a:pt x="151427" y="210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225583" y="5824881"/>
            <a:ext cx="250190" cy="268605"/>
          </a:xfrm>
          <a:custGeom>
            <a:avLst/>
            <a:gdLst/>
            <a:ahLst/>
            <a:cxnLst/>
            <a:rect l="l" t="t" r="r" b="b"/>
            <a:pathLst>
              <a:path w="250189" h="268604">
                <a:moveTo>
                  <a:pt x="206103" y="268255"/>
                </a:moveTo>
                <a:lnTo>
                  <a:pt x="182396" y="268255"/>
                </a:lnTo>
                <a:lnTo>
                  <a:pt x="182396" y="0"/>
                </a:lnTo>
                <a:lnTo>
                  <a:pt x="206103" y="0"/>
                </a:lnTo>
                <a:lnTo>
                  <a:pt x="206103" y="109138"/>
                </a:lnTo>
                <a:lnTo>
                  <a:pt x="249673" y="109138"/>
                </a:lnTo>
                <a:lnTo>
                  <a:pt x="249673" y="129215"/>
                </a:lnTo>
                <a:lnTo>
                  <a:pt x="206103" y="129215"/>
                </a:lnTo>
                <a:lnTo>
                  <a:pt x="206103" y="268255"/>
                </a:lnTo>
                <a:close/>
              </a:path>
              <a:path w="250189" h="268604">
                <a:moveTo>
                  <a:pt x="13241" y="217209"/>
                </a:moveTo>
                <a:lnTo>
                  <a:pt x="0" y="198628"/>
                </a:lnTo>
                <a:lnTo>
                  <a:pt x="46119" y="169614"/>
                </a:lnTo>
                <a:lnTo>
                  <a:pt x="80305" y="134634"/>
                </a:lnTo>
                <a:lnTo>
                  <a:pt x="102477" y="94168"/>
                </a:lnTo>
                <a:lnTo>
                  <a:pt x="112556" y="48695"/>
                </a:lnTo>
                <a:lnTo>
                  <a:pt x="12601" y="48695"/>
                </a:lnTo>
                <a:lnTo>
                  <a:pt x="12601" y="28833"/>
                </a:lnTo>
                <a:lnTo>
                  <a:pt x="136690" y="28833"/>
                </a:lnTo>
                <a:lnTo>
                  <a:pt x="132176" y="73479"/>
                </a:lnTo>
                <a:lnTo>
                  <a:pt x="118363" y="115563"/>
                </a:lnTo>
                <a:lnTo>
                  <a:pt x="94463" y="154161"/>
                </a:lnTo>
                <a:lnTo>
                  <a:pt x="59685" y="188350"/>
                </a:lnTo>
                <a:lnTo>
                  <a:pt x="13241" y="217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496615" y="5824881"/>
            <a:ext cx="216535" cy="268605"/>
          </a:xfrm>
          <a:custGeom>
            <a:avLst/>
            <a:gdLst/>
            <a:ahLst/>
            <a:cxnLst/>
            <a:rect l="l" t="t" r="r" b="b"/>
            <a:pathLst>
              <a:path w="216535" h="268604">
                <a:moveTo>
                  <a:pt x="215928" y="268468"/>
                </a:moveTo>
                <a:lnTo>
                  <a:pt x="192220" y="268468"/>
                </a:lnTo>
                <a:lnTo>
                  <a:pt x="192220" y="0"/>
                </a:lnTo>
                <a:lnTo>
                  <a:pt x="215928" y="0"/>
                </a:lnTo>
                <a:lnTo>
                  <a:pt x="215928" y="268468"/>
                </a:lnTo>
                <a:close/>
              </a:path>
              <a:path w="216535" h="268604">
                <a:moveTo>
                  <a:pt x="93761" y="46773"/>
                </a:moveTo>
                <a:lnTo>
                  <a:pt x="70267" y="46773"/>
                </a:lnTo>
                <a:lnTo>
                  <a:pt x="70267" y="4912"/>
                </a:lnTo>
                <a:lnTo>
                  <a:pt x="93761" y="4912"/>
                </a:lnTo>
                <a:lnTo>
                  <a:pt x="93761" y="46773"/>
                </a:lnTo>
                <a:close/>
              </a:path>
              <a:path w="216535" h="268604">
                <a:moveTo>
                  <a:pt x="156126" y="65995"/>
                </a:moveTo>
                <a:lnTo>
                  <a:pt x="7261" y="65995"/>
                </a:lnTo>
                <a:lnTo>
                  <a:pt x="7261" y="46773"/>
                </a:lnTo>
                <a:lnTo>
                  <a:pt x="156126" y="46773"/>
                </a:lnTo>
                <a:lnTo>
                  <a:pt x="156126" y="65995"/>
                </a:lnTo>
                <a:close/>
              </a:path>
              <a:path w="216535" h="268604">
                <a:moveTo>
                  <a:pt x="13455" y="216355"/>
                </a:moveTo>
                <a:lnTo>
                  <a:pt x="0" y="197987"/>
                </a:lnTo>
                <a:lnTo>
                  <a:pt x="27862" y="179679"/>
                </a:lnTo>
                <a:lnTo>
                  <a:pt x="50217" y="153563"/>
                </a:lnTo>
                <a:lnTo>
                  <a:pt x="65084" y="122000"/>
                </a:lnTo>
                <a:lnTo>
                  <a:pt x="70481" y="87353"/>
                </a:lnTo>
                <a:lnTo>
                  <a:pt x="70481" y="65995"/>
                </a:lnTo>
                <a:lnTo>
                  <a:pt x="93761" y="65995"/>
                </a:lnTo>
                <a:lnTo>
                  <a:pt x="93761" y="87353"/>
                </a:lnTo>
                <a:lnTo>
                  <a:pt x="99297" y="120481"/>
                </a:lnTo>
                <a:lnTo>
                  <a:pt x="105733" y="133273"/>
                </a:lnTo>
                <a:lnTo>
                  <a:pt x="82548" y="133273"/>
                </a:lnTo>
                <a:lnTo>
                  <a:pt x="70971" y="160055"/>
                </a:lnTo>
                <a:lnTo>
                  <a:pt x="55049" y="183424"/>
                </a:lnTo>
                <a:lnTo>
                  <a:pt x="35604" y="202487"/>
                </a:lnTo>
                <a:lnTo>
                  <a:pt x="13455" y="216355"/>
                </a:lnTo>
                <a:close/>
              </a:path>
              <a:path w="216535" h="268604">
                <a:moveTo>
                  <a:pt x="152281" y="211656"/>
                </a:moveTo>
                <a:lnTo>
                  <a:pt x="130077" y="198583"/>
                </a:lnTo>
                <a:lnTo>
                  <a:pt x="110487" y="180594"/>
                </a:lnTo>
                <a:lnTo>
                  <a:pt x="94360" y="158540"/>
                </a:lnTo>
                <a:lnTo>
                  <a:pt x="82548" y="133273"/>
                </a:lnTo>
                <a:lnTo>
                  <a:pt x="105733" y="133273"/>
                </a:lnTo>
                <a:lnTo>
                  <a:pt x="114504" y="150706"/>
                </a:lnTo>
                <a:lnTo>
                  <a:pt x="137281" y="175685"/>
                </a:lnTo>
                <a:lnTo>
                  <a:pt x="165523" y="193075"/>
                </a:lnTo>
                <a:lnTo>
                  <a:pt x="152281" y="211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777471" y="5840045"/>
            <a:ext cx="64135" cy="273685"/>
          </a:xfrm>
          <a:custGeom>
            <a:avLst/>
            <a:gdLst/>
            <a:ahLst/>
            <a:cxnLst/>
            <a:rect l="l" t="t" r="r" b="b"/>
            <a:pathLst>
              <a:path w="64135" h="273685">
                <a:moveTo>
                  <a:pt x="63860" y="273380"/>
                </a:moveTo>
                <a:lnTo>
                  <a:pt x="40793" y="273380"/>
                </a:lnTo>
                <a:lnTo>
                  <a:pt x="23336" y="243553"/>
                </a:lnTo>
                <a:lnTo>
                  <a:pt x="10545" y="210962"/>
                </a:lnTo>
                <a:lnTo>
                  <a:pt x="2679" y="175408"/>
                </a:lnTo>
                <a:lnTo>
                  <a:pt x="0" y="136690"/>
                </a:lnTo>
                <a:lnTo>
                  <a:pt x="2679" y="97972"/>
                </a:lnTo>
                <a:lnTo>
                  <a:pt x="10545" y="62418"/>
                </a:lnTo>
                <a:lnTo>
                  <a:pt x="23336" y="29827"/>
                </a:lnTo>
                <a:lnTo>
                  <a:pt x="40793" y="0"/>
                </a:lnTo>
                <a:lnTo>
                  <a:pt x="63860" y="0"/>
                </a:lnTo>
                <a:lnTo>
                  <a:pt x="49436" y="26103"/>
                </a:lnTo>
                <a:lnTo>
                  <a:pt x="37696" y="59855"/>
                </a:lnTo>
                <a:lnTo>
                  <a:pt x="29800" y="97852"/>
                </a:lnTo>
                <a:lnTo>
                  <a:pt x="26910" y="136690"/>
                </a:lnTo>
                <a:lnTo>
                  <a:pt x="29800" y="175528"/>
                </a:lnTo>
                <a:lnTo>
                  <a:pt x="37696" y="213525"/>
                </a:lnTo>
                <a:lnTo>
                  <a:pt x="49436" y="247277"/>
                </a:lnTo>
                <a:lnTo>
                  <a:pt x="63860" y="2733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863971" y="5830221"/>
            <a:ext cx="245110" cy="262890"/>
          </a:xfrm>
          <a:custGeom>
            <a:avLst/>
            <a:gdLst/>
            <a:ahLst/>
            <a:cxnLst/>
            <a:rect l="l" t="t" r="r" b="b"/>
            <a:pathLst>
              <a:path w="245110" h="262889">
                <a:moveTo>
                  <a:pt x="216782" y="89275"/>
                </a:moveTo>
                <a:lnTo>
                  <a:pt x="33531" y="89275"/>
                </a:lnTo>
                <a:lnTo>
                  <a:pt x="33531" y="0"/>
                </a:lnTo>
                <a:lnTo>
                  <a:pt x="57025" y="0"/>
                </a:lnTo>
                <a:lnTo>
                  <a:pt x="57025" y="69840"/>
                </a:lnTo>
                <a:lnTo>
                  <a:pt x="216782" y="69840"/>
                </a:lnTo>
                <a:lnTo>
                  <a:pt x="216782" y="89275"/>
                </a:lnTo>
                <a:close/>
              </a:path>
              <a:path w="245110" h="262889">
                <a:moveTo>
                  <a:pt x="134127" y="124730"/>
                </a:moveTo>
                <a:lnTo>
                  <a:pt x="110847" y="124730"/>
                </a:lnTo>
                <a:lnTo>
                  <a:pt x="110847" y="89275"/>
                </a:lnTo>
                <a:lnTo>
                  <a:pt x="134127" y="89275"/>
                </a:lnTo>
                <a:lnTo>
                  <a:pt x="134127" y="124730"/>
                </a:lnTo>
                <a:close/>
              </a:path>
              <a:path w="245110" h="262889">
                <a:moveTo>
                  <a:pt x="244974" y="144592"/>
                </a:moveTo>
                <a:lnTo>
                  <a:pt x="0" y="144592"/>
                </a:lnTo>
                <a:lnTo>
                  <a:pt x="0" y="124730"/>
                </a:lnTo>
                <a:lnTo>
                  <a:pt x="244974" y="124730"/>
                </a:lnTo>
                <a:lnTo>
                  <a:pt x="244974" y="144592"/>
                </a:lnTo>
                <a:close/>
              </a:path>
              <a:path w="245110" h="262889">
                <a:moveTo>
                  <a:pt x="122167" y="262488"/>
                </a:moveTo>
                <a:lnTo>
                  <a:pt x="83265" y="259234"/>
                </a:lnTo>
                <a:lnTo>
                  <a:pt x="54115" y="249753"/>
                </a:lnTo>
                <a:lnTo>
                  <a:pt x="35817" y="234466"/>
                </a:lnTo>
                <a:lnTo>
                  <a:pt x="29473" y="213792"/>
                </a:lnTo>
                <a:lnTo>
                  <a:pt x="35817" y="192995"/>
                </a:lnTo>
                <a:lnTo>
                  <a:pt x="54115" y="177644"/>
                </a:lnTo>
                <a:lnTo>
                  <a:pt x="83265" y="168139"/>
                </a:lnTo>
                <a:lnTo>
                  <a:pt x="122167" y="164882"/>
                </a:lnTo>
                <a:lnTo>
                  <a:pt x="160914" y="168139"/>
                </a:lnTo>
                <a:lnTo>
                  <a:pt x="189951" y="177644"/>
                </a:lnTo>
                <a:lnTo>
                  <a:pt x="196876" y="183464"/>
                </a:lnTo>
                <a:lnTo>
                  <a:pt x="122167" y="183464"/>
                </a:lnTo>
                <a:lnTo>
                  <a:pt x="93313" y="185590"/>
                </a:lnTo>
                <a:lnTo>
                  <a:pt x="71709" y="191500"/>
                </a:lnTo>
                <a:lnTo>
                  <a:pt x="58193" y="200974"/>
                </a:lnTo>
                <a:lnTo>
                  <a:pt x="53608" y="213792"/>
                </a:lnTo>
                <a:lnTo>
                  <a:pt x="58193" y="226303"/>
                </a:lnTo>
                <a:lnTo>
                  <a:pt x="71709" y="235710"/>
                </a:lnTo>
                <a:lnTo>
                  <a:pt x="93313" y="241634"/>
                </a:lnTo>
                <a:lnTo>
                  <a:pt x="122167" y="243693"/>
                </a:lnTo>
                <a:lnTo>
                  <a:pt x="197192" y="243693"/>
                </a:lnTo>
                <a:lnTo>
                  <a:pt x="189951" y="249753"/>
                </a:lnTo>
                <a:lnTo>
                  <a:pt x="160914" y="259234"/>
                </a:lnTo>
                <a:lnTo>
                  <a:pt x="122167" y="262488"/>
                </a:lnTo>
                <a:close/>
              </a:path>
              <a:path w="245110" h="262889">
                <a:moveTo>
                  <a:pt x="197192" y="243693"/>
                </a:moveTo>
                <a:lnTo>
                  <a:pt x="122167" y="243693"/>
                </a:lnTo>
                <a:lnTo>
                  <a:pt x="150903" y="241634"/>
                </a:lnTo>
                <a:lnTo>
                  <a:pt x="172491" y="235710"/>
                </a:lnTo>
                <a:lnTo>
                  <a:pt x="186110" y="226303"/>
                </a:lnTo>
                <a:lnTo>
                  <a:pt x="190939" y="213792"/>
                </a:lnTo>
                <a:lnTo>
                  <a:pt x="186110" y="200974"/>
                </a:lnTo>
                <a:lnTo>
                  <a:pt x="172491" y="191500"/>
                </a:lnTo>
                <a:lnTo>
                  <a:pt x="150903" y="185590"/>
                </a:lnTo>
                <a:lnTo>
                  <a:pt x="122167" y="183464"/>
                </a:lnTo>
                <a:lnTo>
                  <a:pt x="196876" y="183464"/>
                </a:lnTo>
                <a:lnTo>
                  <a:pt x="208216" y="192995"/>
                </a:lnTo>
                <a:lnTo>
                  <a:pt x="214646" y="213792"/>
                </a:lnTo>
                <a:lnTo>
                  <a:pt x="208216" y="234466"/>
                </a:lnTo>
                <a:lnTo>
                  <a:pt x="197192" y="2436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133080" y="5824881"/>
            <a:ext cx="250190" cy="268605"/>
          </a:xfrm>
          <a:custGeom>
            <a:avLst/>
            <a:gdLst/>
            <a:ahLst/>
            <a:cxnLst/>
            <a:rect l="l" t="t" r="r" b="b"/>
            <a:pathLst>
              <a:path w="250189" h="268604">
                <a:moveTo>
                  <a:pt x="206103" y="268255"/>
                </a:moveTo>
                <a:lnTo>
                  <a:pt x="182396" y="268255"/>
                </a:lnTo>
                <a:lnTo>
                  <a:pt x="182396" y="0"/>
                </a:lnTo>
                <a:lnTo>
                  <a:pt x="206103" y="0"/>
                </a:lnTo>
                <a:lnTo>
                  <a:pt x="206103" y="109138"/>
                </a:lnTo>
                <a:lnTo>
                  <a:pt x="249673" y="109138"/>
                </a:lnTo>
                <a:lnTo>
                  <a:pt x="249673" y="129215"/>
                </a:lnTo>
                <a:lnTo>
                  <a:pt x="206103" y="129215"/>
                </a:lnTo>
                <a:lnTo>
                  <a:pt x="206103" y="268255"/>
                </a:lnTo>
                <a:close/>
              </a:path>
              <a:path w="250189" h="268604">
                <a:moveTo>
                  <a:pt x="13241" y="217209"/>
                </a:moveTo>
                <a:lnTo>
                  <a:pt x="0" y="198628"/>
                </a:lnTo>
                <a:lnTo>
                  <a:pt x="46119" y="169614"/>
                </a:lnTo>
                <a:lnTo>
                  <a:pt x="80305" y="134634"/>
                </a:lnTo>
                <a:lnTo>
                  <a:pt x="102477" y="94168"/>
                </a:lnTo>
                <a:lnTo>
                  <a:pt x="112556" y="48695"/>
                </a:lnTo>
                <a:lnTo>
                  <a:pt x="12601" y="48695"/>
                </a:lnTo>
                <a:lnTo>
                  <a:pt x="12601" y="28833"/>
                </a:lnTo>
                <a:lnTo>
                  <a:pt x="136690" y="28833"/>
                </a:lnTo>
                <a:lnTo>
                  <a:pt x="132176" y="73479"/>
                </a:lnTo>
                <a:lnTo>
                  <a:pt x="118363" y="115563"/>
                </a:lnTo>
                <a:lnTo>
                  <a:pt x="94463" y="154161"/>
                </a:lnTo>
                <a:lnTo>
                  <a:pt x="59685" y="188350"/>
                </a:lnTo>
                <a:lnTo>
                  <a:pt x="13241" y="217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399626" y="5840045"/>
            <a:ext cx="64135" cy="273685"/>
          </a:xfrm>
          <a:custGeom>
            <a:avLst/>
            <a:gdLst/>
            <a:ahLst/>
            <a:cxnLst/>
            <a:rect l="l" t="t" r="r" b="b"/>
            <a:pathLst>
              <a:path w="64135" h="273685">
                <a:moveTo>
                  <a:pt x="23066" y="273380"/>
                </a:moveTo>
                <a:lnTo>
                  <a:pt x="0" y="273380"/>
                </a:lnTo>
                <a:lnTo>
                  <a:pt x="14423" y="247277"/>
                </a:lnTo>
                <a:lnTo>
                  <a:pt x="26163" y="213525"/>
                </a:lnTo>
                <a:lnTo>
                  <a:pt x="34059" y="175528"/>
                </a:lnTo>
                <a:lnTo>
                  <a:pt x="36949" y="136690"/>
                </a:lnTo>
                <a:lnTo>
                  <a:pt x="34059" y="97852"/>
                </a:lnTo>
                <a:lnTo>
                  <a:pt x="26163" y="59855"/>
                </a:lnTo>
                <a:lnTo>
                  <a:pt x="14423" y="26103"/>
                </a:lnTo>
                <a:lnTo>
                  <a:pt x="0" y="0"/>
                </a:lnTo>
                <a:lnTo>
                  <a:pt x="23066" y="0"/>
                </a:lnTo>
                <a:lnTo>
                  <a:pt x="40523" y="29827"/>
                </a:lnTo>
                <a:lnTo>
                  <a:pt x="53314" y="62418"/>
                </a:lnTo>
                <a:lnTo>
                  <a:pt x="61180" y="97972"/>
                </a:lnTo>
                <a:lnTo>
                  <a:pt x="63860" y="136690"/>
                </a:lnTo>
                <a:lnTo>
                  <a:pt x="61180" y="175408"/>
                </a:lnTo>
                <a:lnTo>
                  <a:pt x="53314" y="210962"/>
                </a:lnTo>
                <a:lnTo>
                  <a:pt x="40523" y="243553"/>
                </a:lnTo>
                <a:lnTo>
                  <a:pt x="23066" y="2733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513037" y="5910099"/>
            <a:ext cx="39370" cy="160655"/>
          </a:xfrm>
          <a:custGeom>
            <a:avLst/>
            <a:gdLst/>
            <a:ahLst/>
            <a:cxnLst/>
            <a:rect l="l" t="t" r="r" b="b"/>
            <a:pathLst>
              <a:path w="39370" h="160654">
                <a:moveTo>
                  <a:pt x="19649" y="38871"/>
                </a:moveTo>
                <a:lnTo>
                  <a:pt x="12077" y="37336"/>
                </a:lnTo>
                <a:lnTo>
                  <a:pt x="5846" y="33158"/>
                </a:lnTo>
                <a:lnTo>
                  <a:pt x="1658" y="26977"/>
                </a:lnTo>
                <a:lnTo>
                  <a:pt x="213" y="19435"/>
                </a:lnTo>
                <a:lnTo>
                  <a:pt x="1658" y="11893"/>
                </a:lnTo>
                <a:lnTo>
                  <a:pt x="5846" y="5713"/>
                </a:lnTo>
                <a:lnTo>
                  <a:pt x="12077" y="1535"/>
                </a:lnTo>
                <a:lnTo>
                  <a:pt x="19649" y="0"/>
                </a:lnTo>
                <a:lnTo>
                  <a:pt x="27191" y="1535"/>
                </a:lnTo>
                <a:lnTo>
                  <a:pt x="33371" y="5713"/>
                </a:lnTo>
                <a:lnTo>
                  <a:pt x="37549" y="11893"/>
                </a:lnTo>
                <a:lnTo>
                  <a:pt x="39084" y="19435"/>
                </a:lnTo>
                <a:lnTo>
                  <a:pt x="37549" y="26977"/>
                </a:lnTo>
                <a:lnTo>
                  <a:pt x="33371" y="33158"/>
                </a:lnTo>
                <a:lnTo>
                  <a:pt x="27191" y="37336"/>
                </a:lnTo>
                <a:lnTo>
                  <a:pt x="19649" y="38871"/>
                </a:lnTo>
                <a:close/>
              </a:path>
              <a:path w="39370" h="160654">
                <a:moveTo>
                  <a:pt x="19435" y="160397"/>
                </a:moveTo>
                <a:lnTo>
                  <a:pt x="11863" y="158862"/>
                </a:lnTo>
                <a:lnTo>
                  <a:pt x="5633" y="154684"/>
                </a:lnTo>
                <a:lnTo>
                  <a:pt x="1444" y="148504"/>
                </a:lnTo>
                <a:lnTo>
                  <a:pt x="0" y="140962"/>
                </a:lnTo>
                <a:lnTo>
                  <a:pt x="1444" y="133420"/>
                </a:lnTo>
                <a:lnTo>
                  <a:pt x="5633" y="127239"/>
                </a:lnTo>
                <a:lnTo>
                  <a:pt x="11863" y="123061"/>
                </a:lnTo>
                <a:lnTo>
                  <a:pt x="19435" y="121526"/>
                </a:lnTo>
                <a:lnTo>
                  <a:pt x="26977" y="123061"/>
                </a:lnTo>
                <a:lnTo>
                  <a:pt x="33158" y="127239"/>
                </a:lnTo>
                <a:lnTo>
                  <a:pt x="37336" y="133420"/>
                </a:lnTo>
                <a:lnTo>
                  <a:pt x="38871" y="140962"/>
                </a:lnTo>
                <a:lnTo>
                  <a:pt x="37336" y="148504"/>
                </a:lnTo>
                <a:lnTo>
                  <a:pt x="33158" y="154684"/>
                </a:lnTo>
                <a:lnTo>
                  <a:pt x="26977" y="158862"/>
                </a:lnTo>
                <a:lnTo>
                  <a:pt x="19435" y="1603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660343" y="5824881"/>
            <a:ext cx="250190" cy="262890"/>
          </a:xfrm>
          <a:custGeom>
            <a:avLst/>
            <a:gdLst/>
            <a:ahLst/>
            <a:cxnLst/>
            <a:rect l="l" t="t" r="r" b="b"/>
            <a:pathLst>
              <a:path w="250189" h="262889">
                <a:moveTo>
                  <a:pt x="209520" y="196492"/>
                </a:moveTo>
                <a:lnTo>
                  <a:pt x="185600" y="196492"/>
                </a:lnTo>
                <a:lnTo>
                  <a:pt x="185600" y="0"/>
                </a:lnTo>
                <a:lnTo>
                  <a:pt x="209520" y="0"/>
                </a:lnTo>
                <a:lnTo>
                  <a:pt x="209520" y="81587"/>
                </a:lnTo>
                <a:lnTo>
                  <a:pt x="249887" y="81587"/>
                </a:lnTo>
                <a:lnTo>
                  <a:pt x="249887" y="101663"/>
                </a:lnTo>
                <a:lnTo>
                  <a:pt x="209520" y="101663"/>
                </a:lnTo>
                <a:lnTo>
                  <a:pt x="209520" y="196492"/>
                </a:lnTo>
                <a:close/>
              </a:path>
              <a:path w="250189" h="262889">
                <a:moveTo>
                  <a:pt x="10251" y="165310"/>
                </a:moveTo>
                <a:lnTo>
                  <a:pt x="0" y="146301"/>
                </a:lnTo>
                <a:lnTo>
                  <a:pt x="43830" y="127995"/>
                </a:lnTo>
                <a:lnTo>
                  <a:pt x="77849" y="103732"/>
                </a:lnTo>
                <a:lnTo>
                  <a:pt x="100735" y="74323"/>
                </a:lnTo>
                <a:lnTo>
                  <a:pt x="111167" y="40579"/>
                </a:lnTo>
                <a:lnTo>
                  <a:pt x="11106" y="40579"/>
                </a:lnTo>
                <a:lnTo>
                  <a:pt x="11106" y="20717"/>
                </a:lnTo>
                <a:lnTo>
                  <a:pt x="136904" y="20717"/>
                </a:lnTo>
                <a:lnTo>
                  <a:pt x="127987" y="69109"/>
                </a:lnTo>
                <a:lnTo>
                  <a:pt x="102571" y="109913"/>
                </a:lnTo>
                <a:lnTo>
                  <a:pt x="62658" y="142266"/>
                </a:lnTo>
                <a:lnTo>
                  <a:pt x="10251" y="165310"/>
                </a:lnTo>
                <a:close/>
              </a:path>
              <a:path w="250189" h="262889">
                <a:moveTo>
                  <a:pt x="221694" y="262488"/>
                </a:moveTo>
                <a:lnTo>
                  <a:pt x="41220" y="262488"/>
                </a:lnTo>
                <a:lnTo>
                  <a:pt x="41220" y="176416"/>
                </a:lnTo>
                <a:lnTo>
                  <a:pt x="64927" y="176416"/>
                </a:lnTo>
                <a:lnTo>
                  <a:pt x="64927" y="242839"/>
                </a:lnTo>
                <a:lnTo>
                  <a:pt x="221694" y="242839"/>
                </a:lnTo>
                <a:lnTo>
                  <a:pt x="221694" y="2624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927957" y="5824881"/>
            <a:ext cx="229235" cy="262890"/>
          </a:xfrm>
          <a:custGeom>
            <a:avLst/>
            <a:gdLst/>
            <a:ahLst/>
            <a:cxnLst/>
            <a:rect l="l" t="t" r="r" b="b"/>
            <a:pathLst>
              <a:path w="229235" h="262889">
                <a:moveTo>
                  <a:pt x="221908" y="199909"/>
                </a:moveTo>
                <a:lnTo>
                  <a:pt x="198201" y="199909"/>
                </a:lnTo>
                <a:lnTo>
                  <a:pt x="198201" y="121953"/>
                </a:lnTo>
                <a:lnTo>
                  <a:pt x="152068" y="121953"/>
                </a:lnTo>
                <a:lnTo>
                  <a:pt x="152068" y="101877"/>
                </a:lnTo>
                <a:lnTo>
                  <a:pt x="198201" y="101877"/>
                </a:lnTo>
                <a:lnTo>
                  <a:pt x="198201" y="70908"/>
                </a:lnTo>
                <a:lnTo>
                  <a:pt x="152068" y="70908"/>
                </a:lnTo>
                <a:lnTo>
                  <a:pt x="152068" y="51258"/>
                </a:lnTo>
                <a:lnTo>
                  <a:pt x="198201" y="51258"/>
                </a:lnTo>
                <a:lnTo>
                  <a:pt x="198201" y="0"/>
                </a:lnTo>
                <a:lnTo>
                  <a:pt x="221908" y="0"/>
                </a:lnTo>
                <a:lnTo>
                  <a:pt x="221908" y="199909"/>
                </a:lnTo>
                <a:close/>
              </a:path>
              <a:path w="229235" h="262889">
                <a:moveTo>
                  <a:pt x="149932" y="41220"/>
                </a:moveTo>
                <a:lnTo>
                  <a:pt x="7475" y="41220"/>
                </a:lnTo>
                <a:lnTo>
                  <a:pt x="7475" y="21785"/>
                </a:lnTo>
                <a:lnTo>
                  <a:pt x="149932" y="21785"/>
                </a:lnTo>
                <a:lnTo>
                  <a:pt x="149932" y="41220"/>
                </a:lnTo>
                <a:close/>
              </a:path>
              <a:path w="229235" h="262889">
                <a:moveTo>
                  <a:pt x="2990" y="159116"/>
                </a:moveTo>
                <a:lnTo>
                  <a:pt x="0" y="138826"/>
                </a:lnTo>
                <a:lnTo>
                  <a:pt x="34599" y="138505"/>
                </a:lnTo>
                <a:lnTo>
                  <a:pt x="34599" y="41220"/>
                </a:lnTo>
                <a:lnTo>
                  <a:pt x="57666" y="41220"/>
                </a:lnTo>
                <a:lnTo>
                  <a:pt x="57666" y="138078"/>
                </a:lnTo>
                <a:lnTo>
                  <a:pt x="159256" y="138078"/>
                </a:lnTo>
                <a:lnTo>
                  <a:pt x="159970" y="149932"/>
                </a:lnTo>
                <a:lnTo>
                  <a:pt x="119584" y="154761"/>
                </a:lnTo>
                <a:lnTo>
                  <a:pt x="78276" y="157487"/>
                </a:lnTo>
                <a:lnTo>
                  <a:pt x="38571" y="158732"/>
                </a:lnTo>
                <a:lnTo>
                  <a:pt x="2990" y="159116"/>
                </a:lnTo>
                <a:close/>
              </a:path>
              <a:path w="229235" h="262889">
                <a:moveTo>
                  <a:pt x="159256" y="138078"/>
                </a:moveTo>
                <a:lnTo>
                  <a:pt x="57666" y="138078"/>
                </a:lnTo>
                <a:lnTo>
                  <a:pt x="78583" y="137544"/>
                </a:lnTo>
                <a:lnTo>
                  <a:pt x="99741" y="136690"/>
                </a:lnTo>
                <a:lnTo>
                  <a:pt x="99741" y="41220"/>
                </a:lnTo>
                <a:lnTo>
                  <a:pt x="122594" y="41220"/>
                </a:lnTo>
                <a:lnTo>
                  <a:pt x="122594" y="135408"/>
                </a:lnTo>
                <a:lnTo>
                  <a:pt x="159095" y="135408"/>
                </a:lnTo>
                <a:lnTo>
                  <a:pt x="159256" y="138078"/>
                </a:lnTo>
                <a:close/>
              </a:path>
              <a:path w="229235" h="262889">
                <a:moveTo>
                  <a:pt x="159095" y="135408"/>
                </a:moveTo>
                <a:lnTo>
                  <a:pt x="122594" y="135408"/>
                </a:lnTo>
                <a:lnTo>
                  <a:pt x="141068" y="133967"/>
                </a:lnTo>
                <a:lnTo>
                  <a:pt x="150075" y="133126"/>
                </a:lnTo>
                <a:lnTo>
                  <a:pt x="158902" y="132205"/>
                </a:lnTo>
                <a:lnTo>
                  <a:pt x="159095" y="135408"/>
                </a:lnTo>
                <a:close/>
              </a:path>
              <a:path w="229235" h="262889">
                <a:moveTo>
                  <a:pt x="229170" y="262488"/>
                </a:moveTo>
                <a:lnTo>
                  <a:pt x="48909" y="262488"/>
                </a:lnTo>
                <a:lnTo>
                  <a:pt x="48909" y="183250"/>
                </a:lnTo>
                <a:lnTo>
                  <a:pt x="72830" y="183250"/>
                </a:lnTo>
                <a:lnTo>
                  <a:pt x="72830" y="242839"/>
                </a:lnTo>
                <a:lnTo>
                  <a:pt x="229170" y="242839"/>
                </a:lnTo>
                <a:lnTo>
                  <a:pt x="229170" y="2624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193222" y="5824881"/>
            <a:ext cx="254635" cy="268605"/>
          </a:xfrm>
          <a:custGeom>
            <a:avLst/>
            <a:gdLst/>
            <a:ahLst/>
            <a:cxnLst/>
            <a:rect l="l" t="t" r="r" b="b"/>
            <a:pathLst>
              <a:path w="254635" h="268604">
                <a:moveTo>
                  <a:pt x="209307" y="268468"/>
                </a:moveTo>
                <a:lnTo>
                  <a:pt x="185813" y="268468"/>
                </a:lnTo>
                <a:lnTo>
                  <a:pt x="185813" y="0"/>
                </a:lnTo>
                <a:lnTo>
                  <a:pt x="209307" y="0"/>
                </a:lnTo>
                <a:lnTo>
                  <a:pt x="209307" y="110633"/>
                </a:lnTo>
                <a:lnTo>
                  <a:pt x="254158" y="110633"/>
                </a:lnTo>
                <a:lnTo>
                  <a:pt x="254158" y="130496"/>
                </a:lnTo>
                <a:lnTo>
                  <a:pt x="209307" y="130496"/>
                </a:lnTo>
                <a:lnTo>
                  <a:pt x="209307" y="268468"/>
                </a:lnTo>
                <a:close/>
              </a:path>
              <a:path w="254635" h="268604">
                <a:moveTo>
                  <a:pt x="92693" y="43142"/>
                </a:moveTo>
                <a:lnTo>
                  <a:pt x="68985" y="43142"/>
                </a:lnTo>
                <a:lnTo>
                  <a:pt x="68985" y="3203"/>
                </a:lnTo>
                <a:lnTo>
                  <a:pt x="92693" y="3203"/>
                </a:lnTo>
                <a:lnTo>
                  <a:pt x="92693" y="43142"/>
                </a:lnTo>
                <a:close/>
              </a:path>
              <a:path w="254635" h="268604">
                <a:moveTo>
                  <a:pt x="159756" y="62792"/>
                </a:moveTo>
                <a:lnTo>
                  <a:pt x="0" y="62792"/>
                </a:lnTo>
                <a:lnTo>
                  <a:pt x="0" y="43142"/>
                </a:lnTo>
                <a:lnTo>
                  <a:pt x="159756" y="43142"/>
                </a:lnTo>
                <a:lnTo>
                  <a:pt x="159756" y="62792"/>
                </a:lnTo>
                <a:close/>
              </a:path>
              <a:path w="254635" h="268604">
                <a:moveTo>
                  <a:pt x="81159" y="208239"/>
                </a:moveTo>
                <a:lnTo>
                  <a:pt x="54722" y="203734"/>
                </a:lnTo>
                <a:lnTo>
                  <a:pt x="33852" y="191099"/>
                </a:lnTo>
                <a:lnTo>
                  <a:pt x="20189" y="171657"/>
                </a:lnTo>
                <a:lnTo>
                  <a:pt x="15377" y="146728"/>
                </a:lnTo>
                <a:lnTo>
                  <a:pt x="20189" y="121766"/>
                </a:lnTo>
                <a:lnTo>
                  <a:pt x="33852" y="102250"/>
                </a:lnTo>
                <a:lnTo>
                  <a:pt x="54722" y="89542"/>
                </a:lnTo>
                <a:lnTo>
                  <a:pt x="81159" y="85004"/>
                </a:lnTo>
                <a:lnTo>
                  <a:pt x="107446" y="89542"/>
                </a:lnTo>
                <a:lnTo>
                  <a:pt x="128227" y="102250"/>
                </a:lnTo>
                <a:lnTo>
                  <a:pt x="130063" y="104867"/>
                </a:lnTo>
                <a:lnTo>
                  <a:pt x="81159" y="104867"/>
                </a:lnTo>
                <a:lnTo>
                  <a:pt x="63846" y="107984"/>
                </a:lnTo>
                <a:lnTo>
                  <a:pt x="50137" y="116667"/>
                </a:lnTo>
                <a:lnTo>
                  <a:pt x="41153" y="129916"/>
                </a:lnTo>
                <a:lnTo>
                  <a:pt x="38017" y="146728"/>
                </a:lnTo>
                <a:lnTo>
                  <a:pt x="41153" y="163504"/>
                </a:lnTo>
                <a:lnTo>
                  <a:pt x="50137" y="176656"/>
                </a:lnTo>
                <a:lnTo>
                  <a:pt x="63846" y="185202"/>
                </a:lnTo>
                <a:lnTo>
                  <a:pt x="81159" y="188162"/>
                </a:lnTo>
                <a:lnTo>
                  <a:pt x="130295" y="188162"/>
                </a:lnTo>
                <a:lnTo>
                  <a:pt x="128227" y="191099"/>
                </a:lnTo>
                <a:lnTo>
                  <a:pt x="107446" y="203734"/>
                </a:lnTo>
                <a:lnTo>
                  <a:pt x="81159" y="208239"/>
                </a:lnTo>
                <a:close/>
              </a:path>
              <a:path w="254635" h="268604">
                <a:moveTo>
                  <a:pt x="130295" y="188162"/>
                </a:moveTo>
                <a:lnTo>
                  <a:pt x="81159" y="188162"/>
                </a:lnTo>
                <a:lnTo>
                  <a:pt x="98323" y="185202"/>
                </a:lnTo>
                <a:lnTo>
                  <a:pt x="111942" y="176656"/>
                </a:lnTo>
                <a:lnTo>
                  <a:pt x="120955" y="163504"/>
                </a:lnTo>
                <a:lnTo>
                  <a:pt x="124302" y="146728"/>
                </a:lnTo>
                <a:lnTo>
                  <a:pt x="120955" y="129916"/>
                </a:lnTo>
                <a:lnTo>
                  <a:pt x="111942" y="116667"/>
                </a:lnTo>
                <a:lnTo>
                  <a:pt x="98323" y="107984"/>
                </a:lnTo>
                <a:lnTo>
                  <a:pt x="81159" y="104867"/>
                </a:lnTo>
                <a:lnTo>
                  <a:pt x="130063" y="104867"/>
                </a:lnTo>
                <a:lnTo>
                  <a:pt x="141919" y="121766"/>
                </a:lnTo>
                <a:lnTo>
                  <a:pt x="146942" y="146728"/>
                </a:lnTo>
                <a:lnTo>
                  <a:pt x="141919" y="171657"/>
                </a:lnTo>
                <a:lnTo>
                  <a:pt x="130295" y="18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462332" y="5824881"/>
            <a:ext cx="229870" cy="268605"/>
          </a:xfrm>
          <a:custGeom>
            <a:avLst/>
            <a:gdLst/>
            <a:ahLst/>
            <a:cxnLst/>
            <a:rect l="l" t="t" r="r" b="b"/>
            <a:pathLst>
              <a:path w="229870" h="268604">
                <a:moveTo>
                  <a:pt x="229597" y="268468"/>
                </a:moveTo>
                <a:lnTo>
                  <a:pt x="206957" y="268468"/>
                </a:lnTo>
                <a:lnTo>
                  <a:pt x="206957" y="0"/>
                </a:lnTo>
                <a:lnTo>
                  <a:pt x="229597" y="0"/>
                </a:lnTo>
                <a:lnTo>
                  <a:pt x="229597" y="268468"/>
                </a:lnTo>
                <a:close/>
              </a:path>
              <a:path w="229870" h="268604">
                <a:moveTo>
                  <a:pt x="173212" y="110206"/>
                </a:moveTo>
                <a:lnTo>
                  <a:pt x="150573" y="110206"/>
                </a:lnTo>
                <a:lnTo>
                  <a:pt x="150573" y="7261"/>
                </a:lnTo>
                <a:lnTo>
                  <a:pt x="173212" y="7261"/>
                </a:lnTo>
                <a:lnTo>
                  <a:pt x="173212" y="110206"/>
                </a:lnTo>
                <a:close/>
              </a:path>
              <a:path w="229870" h="268604">
                <a:moveTo>
                  <a:pt x="13882" y="210375"/>
                </a:moveTo>
                <a:lnTo>
                  <a:pt x="0" y="193288"/>
                </a:lnTo>
                <a:lnTo>
                  <a:pt x="38350" y="164832"/>
                </a:lnTo>
                <a:lnTo>
                  <a:pt x="66209" y="131751"/>
                </a:lnTo>
                <a:lnTo>
                  <a:pt x="83976" y="94625"/>
                </a:lnTo>
                <a:lnTo>
                  <a:pt x="92052" y="54035"/>
                </a:lnTo>
                <a:lnTo>
                  <a:pt x="11533" y="54035"/>
                </a:lnTo>
                <a:lnTo>
                  <a:pt x="11533" y="34172"/>
                </a:lnTo>
                <a:lnTo>
                  <a:pt x="115759" y="34172"/>
                </a:lnTo>
                <a:lnTo>
                  <a:pt x="114903" y="53861"/>
                </a:lnTo>
                <a:lnTo>
                  <a:pt x="112435" y="73150"/>
                </a:lnTo>
                <a:lnTo>
                  <a:pt x="108266" y="91959"/>
                </a:lnTo>
                <a:lnTo>
                  <a:pt x="102304" y="110206"/>
                </a:lnTo>
                <a:lnTo>
                  <a:pt x="173212" y="110206"/>
                </a:lnTo>
                <a:lnTo>
                  <a:pt x="173212" y="129428"/>
                </a:lnTo>
                <a:lnTo>
                  <a:pt x="93547" y="129428"/>
                </a:lnTo>
                <a:lnTo>
                  <a:pt x="79523" y="152123"/>
                </a:lnTo>
                <a:lnTo>
                  <a:pt x="61684" y="173305"/>
                </a:lnTo>
                <a:lnTo>
                  <a:pt x="39860" y="192786"/>
                </a:lnTo>
                <a:lnTo>
                  <a:pt x="13882" y="210375"/>
                </a:lnTo>
                <a:close/>
              </a:path>
              <a:path w="229870" h="268604">
                <a:moveTo>
                  <a:pt x="173212" y="254799"/>
                </a:moveTo>
                <a:lnTo>
                  <a:pt x="150573" y="254799"/>
                </a:lnTo>
                <a:lnTo>
                  <a:pt x="150573" y="129428"/>
                </a:lnTo>
                <a:lnTo>
                  <a:pt x="173212" y="129428"/>
                </a:lnTo>
                <a:lnTo>
                  <a:pt x="173212" y="254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727810" y="6048285"/>
            <a:ext cx="45720" cy="82550"/>
          </a:xfrm>
          <a:custGeom>
            <a:avLst/>
            <a:gdLst/>
            <a:ahLst/>
            <a:cxnLst/>
            <a:rect l="l" t="t" r="r" b="b"/>
            <a:pathLst>
              <a:path w="45720" h="82550">
                <a:moveTo>
                  <a:pt x="22425" y="82227"/>
                </a:moveTo>
                <a:lnTo>
                  <a:pt x="0" y="82227"/>
                </a:lnTo>
                <a:lnTo>
                  <a:pt x="16659" y="0"/>
                </a:lnTo>
                <a:lnTo>
                  <a:pt x="45705" y="0"/>
                </a:lnTo>
                <a:lnTo>
                  <a:pt x="22425" y="82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886343" y="5828939"/>
            <a:ext cx="246379" cy="264160"/>
          </a:xfrm>
          <a:custGeom>
            <a:avLst/>
            <a:gdLst/>
            <a:ahLst/>
            <a:cxnLst/>
            <a:rect l="l" t="t" r="r" b="b"/>
            <a:pathLst>
              <a:path w="246379" h="264160">
                <a:moveTo>
                  <a:pt x="217850" y="78169"/>
                </a:moveTo>
                <a:lnTo>
                  <a:pt x="34172" y="78169"/>
                </a:lnTo>
                <a:lnTo>
                  <a:pt x="34172" y="0"/>
                </a:lnTo>
                <a:lnTo>
                  <a:pt x="57666" y="0"/>
                </a:lnTo>
                <a:lnTo>
                  <a:pt x="57666" y="59161"/>
                </a:lnTo>
                <a:lnTo>
                  <a:pt x="217850" y="59161"/>
                </a:lnTo>
                <a:lnTo>
                  <a:pt x="217850" y="78169"/>
                </a:lnTo>
                <a:close/>
              </a:path>
              <a:path w="246379" h="264160">
                <a:moveTo>
                  <a:pt x="135195" y="105507"/>
                </a:moveTo>
                <a:lnTo>
                  <a:pt x="111701" y="105507"/>
                </a:lnTo>
                <a:lnTo>
                  <a:pt x="111701" y="78169"/>
                </a:lnTo>
                <a:lnTo>
                  <a:pt x="135195" y="78169"/>
                </a:lnTo>
                <a:lnTo>
                  <a:pt x="135195" y="105507"/>
                </a:lnTo>
                <a:close/>
              </a:path>
              <a:path w="246379" h="264160">
                <a:moveTo>
                  <a:pt x="245829" y="124730"/>
                </a:moveTo>
                <a:lnTo>
                  <a:pt x="0" y="124730"/>
                </a:lnTo>
                <a:lnTo>
                  <a:pt x="0" y="105507"/>
                </a:lnTo>
                <a:lnTo>
                  <a:pt x="245829" y="105507"/>
                </a:lnTo>
                <a:lnTo>
                  <a:pt x="245829" y="124730"/>
                </a:lnTo>
                <a:close/>
              </a:path>
              <a:path w="246379" h="264160">
                <a:moveTo>
                  <a:pt x="134554" y="159970"/>
                </a:moveTo>
                <a:lnTo>
                  <a:pt x="111061" y="159970"/>
                </a:lnTo>
                <a:lnTo>
                  <a:pt x="111061" y="135195"/>
                </a:lnTo>
                <a:lnTo>
                  <a:pt x="134554" y="135195"/>
                </a:lnTo>
                <a:lnTo>
                  <a:pt x="134554" y="159970"/>
                </a:lnTo>
                <a:close/>
              </a:path>
              <a:path w="246379" h="264160">
                <a:moveTo>
                  <a:pt x="222549" y="178765"/>
                </a:moveTo>
                <a:lnTo>
                  <a:pt x="23280" y="178765"/>
                </a:lnTo>
                <a:lnTo>
                  <a:pt x="23280" y="159970"/>
                </a:lnTo>
                <a:lnTo>
                  <a:pt x="222549" y="159970"/>
                </a:lnTo>
                <a:lnTo>
                  <a:pt x="222549" y="178765"/>
                </a:lnTo>
                <a:close/>
              </a:path>
              <a:path w="246379" h="264160">
                <a:moveTo>
                  <a:pt x="122594" y="263769"/>
                </a:moveTo>
                <a:lnTo>
                  <a:pt x="88051" y="261463"/>
                </a:lnTo>
                <a:lnTo>
                  <a:pt x="62658" y="254612"/>
                </a:lnTo>
                <a:lnTo>
                  <a:pt x="46997" y="243316"/>
                </a:lnTo>
                <a:lnTo>
                  <a:pt x="41647" y="227675"/>
                </a:lnTo>
                <a:lnTo>
                  <a:pt x="46997" y="211876"/>
                </a:lnTo>
                <a:lnTo>
                  <a:pt x="62658" y="200443"/>
                </a:lnTo>
                <a:lnTo>
                  <a:pt x="88051" y="193495"/>
                </a:lnTo>
                <a:lnTo>
                  <a:pt x="122594" y="191153"/>
                </a:lnTo>
                <a:lnTo>
                  <a:pt x="157204" y="193495"/>
                </a:lnTo>
                <a:lnTo>
                  <a:pt x="182743" y="200443"/>
                </a:lnTo>
                <a:lnTo>
                  <a:pt x="193522" y="208239"/>
                </a:lnTo>
                <a:lnTo>
                  <a:pt x="122594" y="208239"/>
                </a:lnTo>
                <a:lnTo>
                  <a:pt x="98616" y="209444"/>
                </a:lnTo>
                <a:lnTo>
                  <a:pt x="80866" y="213071"/>
                </a:lnTo>
                <a:lnTo>
                  <a:pt x="69883" y="219141"/>
                </a:lnTo>
                <a:lnTo>
                  <a:pt x="66209" y="227675"/>
                </a:lnTo>
                <a:lnTo>
                  <a:pt x="69883" y="236051"/>
                </a:lnTo>
                <a:lnTo>
                  <a:pt x="80866" y="241984"/>
                </a:lnTo>
                <a:lnTo>
                  <a:pt x="98616" y="245515"/>
                </a:lnTo>
                <a:lnTo>
                  <a:pt x="122594" y="246683"/>
                </a:lnTo>
                <a:lnTo>
                  <a:pt x="193839" y="246683"/>
                </a:lnTo>
                <a:lnTo>
                  <a:pt x="182743" y="254612"/>
                </a:lnTo>
                <a:lnTo>
                  <a:pt x="157204" y="261463"/>
                </a:lnTo>
                <a:lnTo>
                  <a:pt x="122594" y="263769"/>
                </a:lnTo>
                <a:close/>
              </a:path>
              <a:path w="246379" h="264160">
                <a:moveTo>
                  <a:pt x="193839" y="246683"/>
                </a:moveTo>
                <a:lnTo>
                  <a:pt x="122594" y="246683"/>
                </a:lnTo>
                <a:lnTo>
                  <a:pt x="146608" y="245515"/>
                </a:lnTo>
                <a:lnTo>
                  <a:pt x="164455" y="241984"/>
                </a:lnTo>
                <a:lnTo>
                  <a:pt x="175575" y="236051"/>
                </a:lnTo>
                <a:lnTo>
                  <a:pt x="179406" y="227675"/>
                </a:lnTo>
                <a:lnTo>
                  <a:pt x="175575" y="219141"/>
                </a:lnTo>
                <a:lnTo>
                  <a:pt x="164455" y="213071"/>
                </a:lnTo>
                <a:lnTo>
                  <a:pt x="146608" y="209444"/>
                </a:lnTo>
                <a:lnTo>
                  <a:pt x="122594" y="208239"/>
                </a:lnTo>
                <a:lnTo>
                  <a:pt x="193522" y="208239"/>
                </a:lnTo>
                <a:lnTo>
                  <a:pt x="198551" y="211876"/>
                </a:lnTo>
                <a:lnTo>
                  <a:pt x="203967" y="227675"/>
                </a:lnTo>
                <a:lnTo>
                  <a:pt x="198551" y="243316"/>
                </a:lnTo>
                <a:lnTo>
                  <a:pt x="193839" y="2466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159510" y="5824881"/>
            <a:ext cx="216535" cy="268605"/>
          </a:xfrm>
          <a:custGeom>
            <a:avLst/>
            <a:gdLst/>
            <a:ahLst/>
            <a:cxnLst/>
            <a:rect l="l" t="t" r="r" b="b"/>
            <a:pathLst>
              <a:path w="216535" h="268604">
                <a:moveTo>
                  <a:pt x="215928" y="268468"/>
                </a:moveTo>
                <a:lnTo>
                  <a:pt x="192220" y="268468"/>
                </a:lnTo>
                <a:lnTo>
                  <a:pt x="192220" y="0"/>
                </a:lnTo>
                <a:lnTo>
                  <a:pt x="215928" y="0"/>
                </a:lnTo>
                <a:lnTo>
                  <a:pt x="215928" y="268468"/>
                </a:lnTo>
                <a:close/>
              </a:path>
              <a:path w="216535" h="268604">
                <a:moveTo>
                  <a:pt x="93761" y="46773"/>
                </a:moveTo>
                <a:lnTo>
                  <a:pt x="70267" y="46773"/>
                </a:lnTo>
                <a:lnTo>
                  <a:pt x="70267" y="4912"/>
                </a:lnTo>
                <a:lnTo>
                  <a:pt x="93761" y="4912"/>
                </a:lnTo>
                <a:lnTo>
                  <a:pt x="93761" y="46773"/>
                </a:lnTo>
                <a:close/>
              </a:path>
              <a:path w="216535" h="268604">
                <a:moveTo>
                  <a:pt x="156126" y="65995"/>
                </a:moveTo>
                <a:lnTo>
                  <a:pt x="7261" y="65995"/>
                </a:lnTo>
                <a:lnTo>
                  <a:pt x="7261" y="46773"/>
                </a:lnTo>
                <a:lnTo>
                  <a:pt x="156126" y="46773"/>
                </a:lnTo>
                <a:lnTo>
                  <a:pt x="156126" y="65995"/>
                </a:lnTo>
                <a:close/>
              </a:path>
              <a:path w="216535" h="268604">
                <a:moveTo>
                  <a:pt x="13455" y="216355"/>
                </a:moveTo>
                <a:lnTo>
                  <a:pt x="0" y="197987"/>
                </a:lnTo>
                <a:lnTo>
                  <a:pt x="27862" y="179679"/>
                </a:lnTo>
                <a:lnTo>
                  <a:pt x="50217" y="153563"/>
                </a:lnTo>
                <a:lnTo>
                  <a:pt x="65084" y="122000"/>
                </a:lnTo>
                <a:lnTo>
                  <a:pt x="70481" y="87353"/>
                </a:lnTo>
                <a:lnTo>
                  <a:pt x="70481" y="65995"/>
                </a:lnTo>
                <a:lnTo>
                  <a:pt x="93761" y="65995"/>
                </a:lnTo>
                <a:lnTo>
                  <a:pt x="93761" y="87353"/>
                </a:lnTo>
                <a:lnTo>
                  <a:pt x="99297" y="120481"/>
                </a:lnTo>
                <a:lnTo>
                  <a:pt x="105733" y="133273"/>
                </a:lnTo>
                <a:lnTo>
                  <a:pt x="82548" y="133273"/>
                </a:lnTo>
                <a:lnTo>
                  <a:pt x="70971" y="160055"/>
                </a:lnTo>
                <a:lnTo>
                  <a:pt x="55049" y="183424"/>
                </a:lnTo>
                <a:lnTo>
                  <a:pt x="35604" y="202487"/>
                </a:lnTo>
                <a:lnTo>
                  <a:pt x="13455" y="216355"/>
                </a:lnTo>
                <a:close/>
              </a:path>
              <a:path w="216535" h="268604">
                <a:moveTo>
                  <a:pt x="152281" y="211656"/>
                </a:moveTo>
                <a:lnTo>
                  <a:pt x="130077" y="198583"/>
                </a:lnTo>
                <a:lnTo>
                  <a:pt x="110487" y="180594"/>
                </a:lnTo>
                <a:lnTo>
                  <a:pt x="94360" y="158540"/>
                </a:lnTo>
                <a:lnTo>
                  <a:pt x="82548" y="133273"/>
                </a:lnTo>
                <a:lnTo>
                  <a:pt x="105733" y="133273"/>
                </a:lnTo>
                <a:lnTo>
                  <a:pt x="114504" y="150706"/>
                </a:lnTo>
                <a:lnTo>
                  <a:pt x="137281" y="175685"/>
                </a:lnTo>
                <a:lnTo>
                  <a:pt x="165523" y="193075"/>
                </a:lnTo>
                <a:lnTo>
                  <a:pt x="152281" y="211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421571" y="5824881"/>
            <a:ext cx="221615" cy="268605"/>
          </a:xfrm>
          <a:custGeom>
            <a:avLst/>
            <a:gdLst/>
            <a:ahLst/>
            <a:cxnLst/>
            <a:rect l="l" t="t" r="r" b="b"/>
            <a:pathLst>
              <a:path w="221615" h="268604">
                <a:moveTo>
                  <a:pt x="221267" y="268468"/>
                </a:moveTo>
                <a:lnTo>
                  <a:pt x="197560" y="268468"/>
                </a:lnTo>
                <a:lnTo>
                  <a:pt x="197560" y="0"/>
                </a:lnTo>
                <a:lnTo>
                  <a:pt x="221267" y="0"/>
                </a:lnTo>
                <a:lnTo>
                  <a:pt x="221267" y="268468"/>
                </a:lnTo>
                <a:close/>
              </a:path>
              <a:path w="221615" h="268604">
                <a:moveTo>
                  <a:pt x="159970" y="47414"/>
                </a:moveTo>
                <a:lnTo>
                  <a:pt x="8756" y="47414"/>
                </a:lnTo>
                <a:lnTo>
                  <a:pt x="8756" y="27551"/>
                </a:lnTo>
                <a:lnTo>
                  <a:pt x="159970" y="27551"/>
                </a:lnTo>
                <a:lnTo>
                  <a:pt x="159970" y="47414"/>
                </a:lnTo>
                <a:close/>
              </a:path>
              <a:path w="221615" h="268604">
                <a:moveTo>
                  <a:pt x="14096" y="216782"/>
                </a:moveTo>
                <a:lnTo>
                  <a:pt x="0" y="197987"/>
                </a:lnTo>
                <a:lnTo>
                  <a:pt x="27468" y="178702"/>
                </a:lnTo>
                <a:lnTo>
                  <a:pt x="50431" y="150706"/>
                </a:lnTo>
                <a:lnTo>
                  <a:pt x="66226" y="117465"/>
                </a:lnTo>
                <a:lnTo>
                  <a:pt x="72189" y="82441"/>
                </a:lnTo>
                <a:lnTo>
                  <a:pt x="72189" y="47414"/>
                </a:lnTo>
                <a:lnTo>
                  <a:pt x="96110" y="47414"/>
                </a:lnTo>
                <a:lnTo>
                  <a:pt x="96110" y="82441"/>
                </a:lnTo>
                <a:lnTo>
                  <a:pt x="101900" y="116250"/>
                </a:lnTo>
                <a:lnTo>
                  <a:pt x="107760" y="127933"/>
                </a:lnTo>
                <a:lnTo>
                  <a:pt x="84470" y="127933"/>
                </a:lnTo>
                <a:lnTo>
                  <a:pt x="72468" y="156232"/>
                </a:lnTo>
                <a:lnTo>
                  <a:pt x="56051" y="181328"/>
                </a:lnTo>
                <a:lnTo>
                  <a:pt x="36250" y="201938"/>
                </a:lnTo>
                <a:lnTo>
                  <a:pt x="14096" y="216782"/>
                </a:lnTo>
                <a:close/>
              </a:path>
              <a:path w="221615" h="268604">
                <a:moveTo>
                  <a:pt x="155485" y="210161"/>
                </a:moveTo>
                <a:lnTo>
                  <a:pt x="132916" y="196487"/>
                </a:lnTo>
                <a:lnTo>
                  <a:pt x="112929" y="177577"/>
                </a:lnTo>
                <a:lnTo>
                  <a:pt x="96467" y="154402"/>
                </a:lnTo>
                <a:lnTo>
                  <a:pt x="84470" y="127933"/>
                </a:lnTo>
                <a:lnTo>
                  <a:pt x="107760" y="127933"/>
                </a:lnTo>
                <a:lnTo>
                  <a:pt x="117601" y="147556"/>
                </a:lnTo>
                <a:lnTo>
                  <a:pt x="140711" y="173536"/>
                </a:lnTo>
                <a:lnTo>
                  <a:pt x="168727" y="191366"/>
                </a:lnTo>
                <a:lnTo>
                  <a:pt x="155485" y="210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771409" y="5824881"/>
            <a:ext cx="245745" cy="267970"/>
          </a:xfrm>
          <a:custGeom>
            <a:avLst/>
            <a:gdLst/>
            <a:ahLst/>
            <a:cxnLst/>
            <a:rect l="l" t="t" r="r" b="b"/>
            <a:pathLst>
              <a:path w="245745" h="267970">
                <a:moveTo>
                  <a:pt x="204822" y="134127"/>
                </a:moveTo>
                <a:lnTo>
                  <a:pt x="181114" y="134127"/>
                </a:lnTo>
                <a:lnTo>
                  <a:pt x="181114" y="0"/>
                </a:lnTo>
                <a:lnTo>
                  <a:pt x="204822" y="0"/>
                </a:lnTo>
                <a:lnTo>
                  <a:pt x="204822" y="60442"/>
                </a:lnTo>
                <a:lnTo>
                  <a:pt x="245188" y="60442"/>
                </a:lnTo>
                <a:lnTo>
                  <a:pt x="245188" y="80305"/>
                </a:lnTo>
                <a:lnTo>
                  <a:pt x="204822" y="80305"/>
                </a:lnTo>
                <a:lnTo>
                  <a:pt x="204822" y="134127"/>
                </a:lnTo>
                <a:close/>
              </a:path>
              <a:path w="245745" h="267970">
                <a:moveTo>
                  <a:pt x="69840" y="139466"/>
                </a:moveTo>
                <a:lnTo>
                  <a:pt x="41958" y="134801"/>
                </a:lnTo>
                <a:lnTo>
                  <a:pt x="19782" y="122006"/>
                </a:lnTo>
                <a:lnTo>
                  <a:pt x="5175" y="102404"/>
                </a:lnTo>
                <a:lnTo>
                  <a:pt x="0" y="77315"/>
                </a:lnTo>
                <a:lnTo>
                  <a:pt x="5175" y="52320"/>
                </a:lnTo>
                <a:lnTo>
                  <a:pt x="19782" y="32730"/>
                </a:lnTo>
                <a:lnTo>
                  <a:pt x="41958" y="19949"/>
                </a:lnTo>
                <a:lnTo>
                  <a:pt x="69840" y="15377"/>
                </a:lnTo>
                <a:lnTo>
                  <a:pt x="97658" y="19949"/>
                </a:lnTo>
                <a:lnTo>
                  <a:pt x="119710" y="32730"/>
                </a:lnTo>
                <a:lnTo>
                  <a:pt x="121571" y="35240"/>
                </a:lnTo>
                <a:lnTo>
                  <a:pt x="69840" y="35240"/>
                </a:lnTo>
                <a:lnTo>
                  <a:pt x="51362" y="38390"/>
                </a:lnTo>
                <a:lnTo>
                  <a:pt x="36548" y="47147"/>
                </a:lnTo>
                <a:lnTo>
                  <a:pt x="26740" y="60469"/>
                </a:lnTo>
                <a:lnTo>
                  <a:pt x="23280" y="77315"/>
                </a:lnTo>
                <a:lnTo>
                  <a:pt x="26740" y="94318"/>
                </a:lnTo>
                <a:lnTo>
                  <a:pt x="36548" y="107777"/>
                </a:lnTo>
                <a:lnTo>
                  <a:pt x="51362" y="116630"/>
                </a:lnTo>
                <a:lnTo>
                  <a:pt x="69840" y="119817"/>
                </a:lnTo>
                <a:lnTo>
                  <a:pt x="121332" y="119817"/>
                </a:lnTo>
                <a:lnTo>
                  <a:pt x="119710" y="122006"/>
                </a:lnTo>
                <a:lnTo>
                  <a:pt x="97658" y="134801"/>
                </a:lnTo>
                <a:lnTo>
                  <a:pt x="69840" y="139466"/>
                </a:lnTo>
                <a:close/>
              </a:path>
              <a:path w="245745" h="267970">
                <a:moveTo>
                  <a:pt x="121332" y="119817"/>
                </a:moveTo>
                <a:lnTo>
                  <a:pt x="69840" y="119817"/>
                </a:lnTo>
                <a:lnTo>
                  <a:pt x="88288" y="116630"/>
                </a:lnTo>
                <a:lnTo>
                  <a:pt x="103051" y="107777"/>
                </a:lnTo>
                <a:lnTo>
                  <a:pt x="112849" y="94318"/>
                </a:lnTo>
                <a:lnTo>
                  <a:pt x="116400" y="77315"/>
                </a:lnTo>
                <a:lnTo>
                  <a:pt x="112849" y="60469"/>
                </a:lnTo>
                <a:lnTo>
                  <a:pt x="103051" y="47147"/>
                </a:lnTo>
                <a:lnTo>
                  <a:pt x="88288" y="38390"/>
                </a:lnTo>
                <a:lnTo>
                  <a:pt x="69840" y="35240"/>
                </a:lnTo>
                <a:lnTo>
                  <a:pt x="121571" y="35240"/>
                </a:lnTo>
                <a:lnTo>
                  <a:pt x="134234" y="52320"/>
                </a:lnTo>
                <a:lnTo>
                  <a:pt x="139466" y="77315"/>
                </a:lnTo>
                <a:lnTo>
                  <a:pt x="134234" y="102404"/>
                </a:lnTo>
                <a:lnTo>
                  <a:pt x="121332" y="119817"/>
                </a:lnTo>
                <a:close/>
              </a:path>
              <a:path w="245745" h="267970">
                <a:moveTo>
                  <a:pt x="175775" y="164455"/>
                </a:moveTo>
                <a:lnTo>
                  <a:pt x="152495" y="164455"/>
                </a:lnTo>
                <a:lnTo>
                  <a:pt x="152495" y="140748"/>
                </a:lnTo>
                <a:lnTo>
                  <a:pt x="175775" y="140748"/>
                </a:lnTo>
                <a:lnTo>
                  <a:pt x="175775" y="164455"/>
                </a:lnTo>
                <a:close/>
              </a:path>
              <a:path w="245745" h="267970">
                <a:moveTo>
                  <a:pt x="36308" y="261206"/>
                </a:moveTo>
                <a:lnTo>
                  <a:pt x="23493" y="261206"/>
                </a:lnTo>
                <a:lnTo>
                  <a:pt x="23493" y="163174"/>
                </a:lnTo>
                <a:lnTo>
                  <a:pt x="46560" y="163174"/>
                </a:lnTo>
                <a:lnTo>
                  <a:pt x="46560" y="241557"/>
                </a:lnTo>
                <a:lnTo>
                  <a:pt x="103520" y="241557"/>
                </a:lnTo>
                <a:lnTo>
                  <a:pt x="105507" y="251382"/>
                </a:lnTo>
                <a:lnTo>
                  <a:pt x="86075" y="256611"/>
                </a:lnTo>
                <a:lnTo>
                  <a:pt x="67624" y="259578"/>
                </a:lnTo>
                <a:lnTo>
                  <a:pt x="50815" y="260903"/>
                </a:lnTo>
                <a:lnTo>
                  <a:pt x="36308" y="261206"/>
                </a:lnTo>
                <a:close/>
              </a:path>
              <a:path w="245745" h="267970">
                <a:moveTo>
                  <a:pt x="231733" y="183037"/>
                </a:moveTo>
                <a:lnTo>
                  <a:pt x="95896" y="183037"/>
                </a:lnTo>
                <a:lnTo>
                  <a:pt x="95896" y="164455"/>
                </a:lnTo>
                <a:lnTo>
                  <a:pt x="231733" y="164455"/>
                </a:lnTo>
                <a:lnTo>
                  <a:pt x="231733" y="183037"/>
                </a:lnTo>
                <a:close/>
              </a:path>
              <a:path w="245745" h="267970">
                <a:moveTo>
                  <a:pt x="163814" y="267827"/>
                </a:moveTo>
                <a:lnTo>
                  <a:pt x="143451" y="265194"/>
                </a:lnTo>
                <a:lnTo>
                  <a:pt x="127613" y="257656"/>
                </a:lnTo>
                <a:lnTo>
                  <a:pt x="117381" y="245752"/>
                </a:lnTo>
                <a:lnTo>
                  <a:pt x="113837" y="230024"/>
                </a:lnTo>
                <a:lnTo>
                  <a:pt x="117381" y="214262"/>
                </a:lnTo>
                <a:lnTo>
                  <a:pt x="127613" y="202285"/>
                </a:lnTo>
                <a:lnTo>
                  <a:pt x="143451" y="194673"/>
                </a:lnTo>
                <a:lnTo>
                  <a:pt x="163814" y="192007"/>
                </a:lnTo>
                <a:lnTo>
                  <a:pt x="183971" y="194673"/>
                </a:lnTo>
                <a:lnTo>
                  <a:pt x="199803" y="202285"/>
                </a:lnTo>
                <a:lnTo>
                  <a:pt x="205706" y="209093"/>
                </a:lnTo>
                <a:lnTo>
                  <a:pt x="163814" y="209093"/>
                </a:lnTo>
                <a:lnTo>
                  <a:pt x="152191" y="210712"/>
                </a:lnTo>
                <a:lnTo>
                  <a:pt x="143071" y="214993"/>
                </a:lnTo>
                <a:lnTo>
                  <a:pt x="137114" y="221558"/>
                </a:lnTo>
                <a:lnTo>
                  <a:pt x="134981" y="230024"/>
                </a:lnTo>
                <a:lnTo>
                  <a:pt x="137114" y="238577"/>
                </a:lnTo>
                <a:lnTo>
                  <a:pt x="143071" y="245108"/>
                </a:lnTo>
                <a:lnTo>
                  <a:pt x="152191" y="249276"/>
                </a:lnTo>
                <a:lnTo>
                  <a:pt x="163814" y="250741"/>
                </a:lnTo>
                <a:lnTo>
                  <a:pt x="205835" y="250741"/>
                </a:lnTo>
                <a:lnTo>
                  <a:pt x="199803" y="257656"/>
                </a:lnTo>
                <a:lnTo>
                  <a:pt x="183971" y="265194"/>
                </a:lnTo>
                <a:lnTo>
                  <a:pt x="163814" y="267827"/>
                </a:lnTo>
                <a:close/>
              </a:path>
              <a:path w="245745" h="267970">
                <a:moveTo>
                  <a:pt x="205835" y="250741"/>
                </a:moveTo>
                <a:lnTo>
                  <a:pt x="163814" y="250741"/>
                </a:lnTo>
                <a:lnTo>
                  <a:pt x="175314" y="249276"/>
                </a:lnTo>
                <a:lnTo>
                  <a:pt x="184371" y="245108"/>
                </a:lnTo>
                <a:lnTo>
                  <a:pt x="190305" y="238577"/>
                </a:lnTo>
                <a:lnTo>
                  <a:pt x="192434" y="230024"/>
                </a:lnTo>
                <a:lnTo>
                  <a:pt x="190305" y="221558"/>
                </a:lnTo>
                <a:lnTo>
                  <a:pt x="184371" y="214993"/>
                </a:lnTo>
                <a:lnTo>
                  <a:pt x="175314" y="210712"/>
                </a:lnTo>
                <a:lnTo>
                  <a:pt x="163814" y="209093"/>
                </a:lnTo>
                <a:lnTo>
                  <a:pt x="205706" y="209093"/>
                </a:lnTo>
                <a:lnTo>
                  <a:pt x="210188" y="214262"/>
                </a:lnTo>
                <a:lnTo>
                  <a:pt x="214006" y="230024"/>
                </a:lnTo>
                <a:lnTo>
                  <a:pt x="210188" y="245752"/>
                </a:lnTo>
                <a:lnTo>
                  <a:pt x="205835" y="250741"/>
                </a:lnTo>
                <a:close/>
              </a:path>
              <a:path w="245745" h="267970">
                <a:moveTo>
                  <a:pt x="103520" y="241557"/>
                </a:moveTo>
                <a:lnTo>
                  <a:pt x="46560" y="241557"/>
                </a:lnTo>
                <a:lnTo>
                  <a:pt x="59044" y="240753"/>
                </a:lnTo>
                <a:lnTo>
                  <a:pt x="72830" y="239128"/>
                </a:lnTo>
                <a:lnTo>
                  <a:pt x="87256" y="236421"/>
                </a:lnTo>
                <a:lnTo>
                  <a:pt x="101663" y="232373"/>
                </a:lnTo>
                <a:lnTo>
                  <a:pt x="103520" y="2415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033684" y="5852005"/>
            <a:ext cx="244761" cy="2033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378624" y="5824881"/>
            <a:ext cx="221615" cy="268605"/>
          </a:xfrm>
          <a:custGeom>
            <a:avLst/>
            <a:gdLst/>
            <a:ahLst/>
            <a:cxnLst/>
            <a:rect l="l" t="t" r="r" b="b"/>
            <a:pathLst>
              <a:path w="221615" h="268604">
                <a:moveTo>
                  <a:pt x="221267" y="268468"/>
                </a:moveTo>
                <a:lnTo>
                  <a:pt x="197560" y="268468"/>
                </a:lnTo>
                <a:lnTo>
                  <a:pt x="197560" y="0"/>
                </a:lnTo>
                <a:lnTo>
                  <a:pt x="221267" y="0"/>
                </a:lnTo>
                <a:lnTo>
                  <a:pt x="221267" y="268468"/>
                </a:lnTo>
                <a:close/>
              </a:path>
              <a:path w="221615" h="268604">
                <a:moveTo>
                  <a:pt x="159970" y="47414"/>
                </a:moveTo>
                <a:lnTo>
                  <a:pt x="8756" y="47414"/>
                </a:lnTo>
                <a:lnTo>
                  <a:pt x="8756" y="27551"/>
                </a:lnTo>
                <a:lnTo>
                  <a:pt x="159970" y="27551"/>
                </a:lnTo>
                <a:lnTo>
                  <a:pt x="159970" y="47414"/>
                </a:lnTo>
                <a:close/>
              </a:path>
              <a:path w="221615" h="268604">
                <a:moveTo>
                  <a:pt x="14096" y="216782"/>
                </a:moveTo>
                <a:lnTo>
                  <a:pt x="0" y="197987"/>
                </a:lnTo>
                <a:lnTo>
                  <a:pt x="27468" y="178702"/>
                </a:lnTo>
                <a:lnTo>
                  <a:pt x="50431" y="150706"/>
                </a:lnTo>
                <a:lnTo>
                  <a:pt x="66226" y="117465"/>
                </a:lnTo>
                <a:lnTo>
                  <a:pt x="72189" y="82441"/>
                </a:lnTo>
                <a:lnTo>
                  <a:pt x="72189" y="47414"/>
                </a:lnTo>
                <a:lnTo>
                  <a:pt x="96110" y="47414"/>
                </a:lnTo>
                <a:lnTo>
                  <a:pt x="96110" y="82441"/>
                </a:lnTo>
                <a:lnTo>
                  <a:pt x="101900" y="116250"/>
                </a:lnTo>
                <a:lnTo>
                  <a:pt x="107760" y="127933"/>
                </a:lnTo>
                <a:lnTo>
                  <a:pt x="84470" y="127933"/>
                </a:lnTo>
                <a:lnTo>
                  <a:pt x="72468" y="156232"/>
                </a:lnTo>
                <a:lnTo>
                  <a:pt x="56051" y="181328"/>
                </a:lnTo>
                <a:lnTo>
                  <a:pt x="36250" y="201938"/>
                </a:lnTo>
                <a:lnTo>
                  <a:pt x="14096" y="216782"/>
                </a:lnTo>
                <a:close/>
              </a:path>
              <a:path w="221615" h="268604">
                <a:moveTo>
                  <a:pt x="155485" y="210161"/>
                </a:moveTo>
                <a:lnTo>
                  <a:pt x="132916" y="196487"/>
                </a:lnTo>
                <a:lnTo>
                  <a:pt x="112929" y="177577"/>
                </a:lnTo>
                <a:lnTo>
                  <a:pt x="96467" y="154402"/>
                </a:lnTo>
                <a:lnTo>
                  <a:pt x="84470" y="127933"/>
                </a:lnTo>
                <a:lnTo>
                  <a:pt x="107760" y="127933"/>
                </a:lnTo>
                <a:lnTo>
                  <a:pt x="117601" y="147556"/>
                </a:lnTo>
                <a:lnTo>
                  <a:pt x="140711" y="173536"/>
                </a:lnTo>
                <a:lnTo>
                  <a:pt x="168727" y="191366"/>
                </a:lnTo>
                <a:lnTo>
                  <a:pt x="155485" y="210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644529" y="5825095"/>
            <a:ext cx="229870" cy="262890"/>
          </a:xfrm>
          <a:custGeom>
            <a:avLst/>
            <a:gdLst/>
            <a:ahLst/>
            <a:cxnLst/>
            <a:rect l="l" t="t" r="r" b="b"/>
            <a:pathLst>
              <a:path w="229870" h="262889">
                <a:moveTo>
                  <a:pt x="222762" y="203967"/>
                </a:moveTo>
                <a:lnTo>
                  <a:pt x="198841" y="203967"/>
                </a:lnTo>
                <a:lnTo>
                  <a:pt x="198841" y="175988"/>
                </a:lnTo>
                <a:lnTo>
                  <a:pt x="143524" y="175988"/>
                </a:lnTo>
                <a:lnTo>
                  <a:pt x="143524" y="158689"/>
                </a:lnTo>
                <a:lnTo>
                  <a:pt x="198841" y="158689"/>
                </a:lnTo>
                <a:lnTo>
                  <a:pt x="198841" y="0"/>
                </a:lnTo>
                <a:lnTo>
                  <a:pt x="222762" y="0"/>
                </a:lnTo>
                <a:lnTo>
                  <a:pt x="222762" y="203967"/>
                </a:lnTo>
                <a:close/>
              </a:path>
              <a:path w="229870" h="262889">
                <a:moveTo>
                  <a:pt x="88208" y="104226"/>
                </a:moveTo>
                <a:lnTo>
                  <a:pt x="61036" y="100976"/>
                </a:lnTo>
                <a:lnTo>
                  <a:pt x="39992" y="91678"/>
                </a:lnTo>
                <a:lnTo>
                  <a:pt x="26397" y="77015"/>
                </a:lnTo>
                <a:lnTo>
                  <a:pt x="21571" y="57666"/>
                </a:lnTo>
                <a:lnTo>
                  <a:pt x="26397" y="38464"/>
                </a:lnTo>
                <a:lnTo>
                  <a:pt x="39992" y="23707"/>
                </a:lnTo>
                <a:lnTo>
                  <a:pt x="61036" y="14236"/>
                </a:lnTo>
                <a:lnTo>
                  <a:pt x="88208" y="10892"/>
                </a:lnTo>
                <a:lnTo>
                  <a:pt x="115135" y="14236"/>
                </a:lnTo>
                <a:lnTo>
                  <a:pt x="136076" y="23707"/>
                </a:lnTo>
                <a:lnTo>
                  <a:pt x="140804" y="28833"/>
                </a:lnTo>
                <a:lnTo>
                  <a:pt x="88208" y="28833"/>
                </a:lnTo>
                <a:lnTo>
                  <a:pt x="70220" y="30815"/>
                </a:lnTo>
                <a:lnTo>
                  <a:pt x="56278" y="36682"/>
                </a:lnTo>
                <a:lnTo>
                  <a:pt x="47301" y="45832"/>
                </a:lnTo>
                <a:lnTo>
                  <a:pt x="44210" y="57666"/>
                </a:lnTo>
                <a:lnTo>
                  <a:pt x="47301" y="69559"/>
                </a:lnTo>
                <a:lnTo>
                  <a:pt x="56278" y="78650"/>
                </a:lnTo>
                <a:lnTo>
                  <a:pt x="70220" y="84457"/>
                </a:lnTo>
                <a:lnTo>
                  <a:pt x="88208" y="86499"/>
                </a:lnTo>
                <a:lnTo>
                  <a:pt x="140884" y="86499"/>
                </a:lnTo>
                <a:lnTo>
                  <a:pt x="136076" y="91678"/>
                </a:lnTo>
                <a:lnTo>
                  <a:pt x="115135" y="100976"/>
                </a:lnTo>
                <a:lnTo>
                  <a:pt x="88208" y="104226"/>
                </a:lnTo>
                <a:close/>
              </a:path>
              <a:path w="229870" h="262889">
                <a:moveTo>
                  <a:pt x="140884" y="86499"/>
                </a:moveTo>
                <a:lnTo>
                  <a:pt x="88208" y="86499"/>
                </a:lnTo>
                <a:lnTo>
                  <a:pt x="105741" y="84457"/>
                </a:lnTo>
                <a:lnTo>
                  <a:pt x="119550" y="78650"/>
                </a:lnTo>
                <a:lnTo>
                  <a:pt x="128634" y="69559"/>
                </a:lnTo>
                <a:lnTo>
                  <a:pt x="131991" y="57666"/>
                </a:lnTo>
                <a:lnTo>
                  <a:pt x="128634" y="45832"/>
                </a:lnTo>
                <a:lnTo>
                  <a:pt x="119550" y="36682"/>
                </a:lnTo>
                <a:lnTo>
                  <a:pt x="105741" y="30815"/>
                </a:lnTo>
                <a:lnTo>
                  <a:pt x="88208" y="28833"/>
                </a:lnTo>
                <a:lnTo>
                  <a:pt x="140804" y="28833"/>
                </a:lnTo>
                <a:lnTo>
                  <a:pt x="149688" y="38464"/>
                </a:lnTo>
                <a:lnTo>
                  <a:pt x="154631" y="57666"/>
                </a:lnTo>
                <a:lnTo>
                  <a:pt x="149688" y="77015"/>
                </a:lnTo>
                <a:lnTo>
                  <a:pt x="140884" y="86499"/>
                </a:lnTo>
                <a:close/>
              </a:path>
              <a:path w="229870" h="262889">
                <a:moveTo>
                  <a:pt x="20708" y="143766"/>
                </a:moveTo>
                <a:lnTo>
                  <a:pt x="3203" y="143738"/>
                </a:lnTo>
                <a:lnTo>
                  <a:pt x="0" y="124302"/>
                </a:lnTo>
                <a:lnTo>
                  <a:pt x="40302" y="123999"/>
                </a:lnTo>
                <a:lnTo>
                  <a:pt x="84550" y="122994"/>
                </a:lnTo>
                <a:lnTo>
                  <a:pt x="130199" y="120668"/>
                </a:lnTo>
                <a:lnTo>
                  <a:pt x="174707" y="116400"/>
                </a:lnTo>
                <a:lnTo>
                  <a:pt x="176416" y="133700"/>
                </a:lnTo>
                <a:lnTo>
                  <a:pt x="158216" y="136330"/>
                </a:lnTo>
                <a:lnTo>
                  <a:pt x="139747" y="138479"/>
                </a:lnTo>
                <a:lnTo>
                  <a:pt x="121137" y="140187"/>
                </a:lnTo>
                <a:lnTo>
                  <a:pt x="102517" y="141495"/>
                </a:lnTo>
                <a:lnTo>
                  <a:pt x="102517" y="142670"/>
                </a:lnTo>
                <a:lnTo>
                  <a:pt x="78810" y="142670"/>
                </a:lnTo>
                <a:lnTo>
                  <a:pt x="58722" y="143303"/>
                </a:lnTo>
                <a:lnTo>
                  <a:pt x="39285" y="143645"/>
                </a:lnTo>
                <a:lnTo>
                  <a:pt x="20708" y="143766"/>
                </a:lnTo>
                <a:close/>
              </a:path>
              <a:path w="229870" h="262889">
                <a:moveTo>
                  <a:pt x="102517" y="194570"/>
                </a:moveTo>
                <a:lnTo>
                  <a:pt x="78810" y="194570"/>
                </a:lnTo>
                <a:lnTo>
                  <a:pt x="78810" y="142670"/>
                </a:lnTo>
                <a:lnTo>
                  <a:pt x="102517" y="142670"/>
                </a:lnTo>
                <a:lnTo>
                  <a:pt x="102517" y="194570"/>
                </a:lnTo>
                <a:close/>
              </a:path>
              <a:path w="229870" h="262889">
                <a:moveTo>
                  <a:pt x="229383" y="262274"/>
                </a:moveTo>
                <a:lnTo>
                  <a:pt x="38657" y="262274"/>
                </a:lnTo>
                <a:lnTo>
                  <a:pt x="38657" y="183891"/>
                </a:lnTo>
                <a:lnTo>
                  <a:pt x="62365" y="183891"/>
                </a:lnTo>
                <a:lnTo>
                  <a:pt x="62365" y="242625"/>
                </a:lnTo>
                <a:lnTo>
                  <a:pt x="229383" y="242625"/>
                </a:lnTo>
                <a:lnTo>
                  <a:pt x="229383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746638" y="6712835"/>
            <a:ext cx="142243" cy="22169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926898" y="6813217"/>
            <a:ext cx="96520" cy="24130"/>
          </a:xfrm>
          <a:custGeom>
            <a:avLst/>
            <a:gdLst/>
            <a:ahLst/>
            <a:cxnLst/>
            <a:rect l="l" t="t" r="r" b="b"/>
            <a:pathLst>
              <a:path w="96519" h="24129">
                <a:moveTo>
                  <a:pt x="95896" y="23920"/>
                </a:moveTo>
                <a:lnTo>
                  <a:pt x="0" y="23920"/>
                </a:lnTo>
                <a:lnTo>
                  <a:pt x="0" y="0"/>
                </a:lnTo>
                <a:lnTo>
                  <a:pt x="95896" y="0"/>
                </a:lnTo>
                <a:lnTo>
                  <a:pt x="95896" y="23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062094" y="6712835"/>
            <a:ext cx="142243" cy="22169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243209" y="6897367"/>
            <a:ext cx="39370" cy="39370"/>
          </a:xfrm>
          <a:custGeom>
            <a:avLst/>
            <a:gdLst/>
            <a:ahLst/>
            <a:cxnLst/>
            <a:rect l="l" t="t" r="r" b="b"/>
            <a:pathLst>
              <a:path w="39369" h="39370">
                <a:moveTo>
                  <a:pt x="19435" y="38871"/>
                </a:moveTo>
                <a:lnTo>
                  <a:pt x="11863" y="37336"/>
                </a:lnTo>
                <a:lnTo>
                  <a:pt x="5633" y="33158"/>
                </a:lnTo>
                <a:lnTo>
                  <a:pt x="1444" y="26977"/>
                </a:lnTo>
                <a:lnTo>
                  <a:pt x="0" y="19435"/>
                </a:lnTo>
                <a:lnTo>
                  <a:pt x="1444" y="11893"/>
                </a:lnTo>
                <a:lnTo>
                  <a:pt x="5633" y="5713"/>
                </a:lnTo>
                <a:lnTo>
                  <a:pt x="11863" y="1535"/>
                </a:lnTo>
                <a:lnTo>
                  <a:pt x="19435" y="0"/>
                </a:lnTo>
                <a:lnTo>
                  <a:pt x="26977" y="1535"/>
                </a:lnTo>
                <a:lnTo>
                  <a:pt x="33158" y="5713"/>
                </a:lnTo>
                <a:lnTo>
                  <a:pt x="37336" y="11893"/>
                </a:lnTo>
                <a:lnTo>
                  <a:pt x="38871" y="19435"/>
                </a:lnTo>
                <a:lnTo>
                  <a:pt x="37336" y="26977"/>
                </a:lnTo>
                <a:lnTo>
                  <a:pt x="33158" y="33158"/>
                </a:lnTo>
                <a:lnTo>
                  <a:pt x="26977" y="37336"/>
                </a:lnTo>
                <a:lnTo>
                  <a:pt x="19435" y="388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388676" y="6690623"/>
            <a:ext cx="231140" cy="267970"/>
          </a:xfrm>
          <a:custGeom>
            <a:avLst/>
            <a:gdLst/>
            <a:ahLst/>
            <a:cxnLst/>
            <a:rect l="l" t="t" r="r" b="b"/>
            <a:pathLst>
              <a:path w="231139" h="267970">
                <a:moveTo>
                  <a:pt x="229383" y="73257"/>
                </a:moveTo>
                <a:lnTo>
                  <a:pt x="206957" y="73257"/>
                </a:lnTo>
                <a:lnTo>
                  <a:pt x="206957" y="0"/>
                </a:lnTo>
                <a:lnTo>
                  <a:pt x="229383" y="0"/>
                </a:lnTo>
                <a:lnTo>
                  <a:pt x="229383" y="73257"/>
                </a:lnTo>
                <a:close/>
              </a:path>
              <a:path w="231139" h="267970">
                <a:moveTo>
                  <a:pt x="170863" y="160397"/>
                </a:moveTo>
                <a:lnTo>
                  <a:pt x="148650" y="160397"/>
                </a:lnTo>
                <a:lnTo>
                  <a:pt x="148650" y="5339"/>
                </a:lnTo>
                <a:lnTo>
                  <a:pt x="170863" y="5339"/>
                </a:lnTo>
                <a:lnTo>
                  <a:pt x="170863" y="73257"/>
                </a:lnTo>
                <a:lnTo>
                  <a:pt x="229383" y="73257"/>
                </a:lnTo>
                <a:lnTo>
                  <a:pt x="229383" y="92906"/>
                </a:lnTo>
                <a:lnTo>
                  <a:pt x="170863" y="92906"/>
                </a:lnTo>
                <a:lnTo>
                  <a:pt x="170863" y="160397"/>
                </a:lnTo>
                <a:close/>
              </a:path>
              <a:path w="231139" h="267970">
                <a:moveTo>
                  <a:pt x="229383" y="170008"/>
                </a:moveTo>
                <a:lnTo>
                  <a:pt x="206957" y="170008"/>
                </a:lnTo>
                <a:lnTo>
                  <a:pt x="206957" y="92906"/>
                </a:lnTo>
                <a:lnTo>
                  <a:pt x="229383" y="92906"/>
                </a:lnTo>
                <a:lnTo>
                  <a:pt x="229383" y="170008"/>
                </a:lnTo>
                <a:close/>
              </a:path>
              <a:path w="231139" h="267970">
                <a:moveTo>
                  <a:pt x="80946" y="32250"/>
                </a:moveTo>
                <a:lnTo>
                  <a:pt x="57452" y="32250"/>
                </a:lnTo>
                <a:lnTo>
                  <a:pt x="57452" y="1922"/>
                </a:lnTo>
                <a:lnTo>
                  <a:pt x="80946" y="1922"/>
                </a:lnTo>
                <a:lnTo>
                  <a:pt x="80946" y="32250"/>
                </a:lnTo>
                <a:close/>
              </a:path>
              <a:path w="231139" h="267970">
                <a:moveTo>
                  <a:pt x="137758" y="51258"/>
                </a:moveTo>
                <a:lnTo>
                  <a:pt x="0" y="51258"/>
                </a:lnTo>
                <a:lnTo>
                  <a:pt x="0" y="32250"/>
                </a:lnTo>
                <a:lnTo>
                  <a:pt x="137758" y="32250"/>
                </a:lnTo>
                <a:lnTo>
                  <a:pt x="137758" y="51258"/>
                </a:lnTo>
                <a:close/>
              </a:path>
              <a:path w="231139" h="267970">
                <a:moveTo>
                  <a:pt x="68985" y="157194"/>
                </a:moveTo>
                <a:lnTo>
                  <a:pt x="45775" y="153956"/>
                </a:lnTo>
                <a:lnTo>
                  <a:pt x="27631" y="144753"/>
                </a:lnTo>
                <a:lnTo>
                  <a:pt x="15854" y="130343"/>
                </a:lnTo>
                <a:lnTo>
                  <a:pt x="11746" y="111488"/>
                </a:lnTo>
                <a:lnTo>
                  <a:pt x="15854" y="92509"/>
                </a:lnTo>
                <a:lnTo>
                  <a:pt x="27631" y="78036"/>
                </a:lnTo>
                <a:lnTo>
                  <a:pt x="45775" y="68809"/>
                </a:lnTo>
                <a:lnTo>
                  <a:pt x="68985" y="65568"/>
                </a:lnTo>
                <a:lnTo>
                  <a:pt x="92416" y="68809"/>
                </a:lnTo>
                <a:lnTo>
                  <a:pt x="110660" y="78036"/>
                </a:lnTo>
                <a:lnTo>
                  <a:pt x="114976" y="83295"/>
                </a:lnTo>
                <a:lnTo>
                  <a:pt x="68985" y="83295"/>
                </a:lnTo>
                <a:lnTo>
                  <a:pt x="54335" y="85328"/>
                </a:lnTo>
                <a:lnTo>
                  <a:pt x="42929" y="91064"/>
                </a:lnTo>
                <a:lnTo>
                  <a:pt x="35527" y="99964"/>
                </a:lnTo>
                <a:lnTo>
                  <a:pt x="32891" y="111488"/>
                </a:lnTo>
                <a:lnTo>
                  <a:pt x="35527" y="122887"/>
                </a:lnTo>
                <a:lnTo>
                  <a:pt x="42929" y="131724"/>
                </a:lnTo>
                <a:lnTo>
                  <a:pt x="54335" y="137437"/>
                </a:lnTo>
                <a:lnTo>
                  <a:pt x="68985" y="139466"/>
                </a:lnTo>
                <a:lnTo>
                  <a:pt x="115017" y="139466"/>
                </a:lnTo>
                <a:lnTo>
                  <a:pt x="110660" y="144753"/>
                </a:lnTo>
                <a:lnTo>
                  <a:pt x="92416" y="153956"/>
                </a:lnTo>
                <a:lnTo>
                  <a:pt x="68985" y="157194"/>
                </a:lnTo>
                <a:close/>
              </a:path>
              <a:path w="231139" h="267970">
                <a:moveTo>
                  <a:pt x="115017" y="139466"/>
                </a:moveTo>
                <a:lnTo>
                  <a:pt x="68985" y="139466"/>
                </a:lnTo>
                <a:lnTo>
                  <a:pt x="83759" y="137437"/>
                </a:lnTo>
                <a:lnTo>
                  <a:pt x="95229" y="131724"/>
                </a:lnTo>
                <a:lnTo>
                  <a:pt x="102654" y="122887"/>
                </a:lnTo>
                <a:lnTo>
                  <a:pt x="105294" y="111488"/>
                </a:lnTo>
                <a:lnTo>
                  <a:pt x="102654" y="99964"/>
                </a:lnTo>
                <a:lnTo>
                  <a:pt x="95229" y="91064"/>
                </a:lnTo>
                <a:lnTo>
                  <a:pt x="83759" y="85328"/>
                </a:lnTo>
                <a:lnTo>
                  <a:pt x="68985" y="83295"/>
                </a:lnTo>
                <a:lnTo>
                  <a:pt x="114976" y="83295"/>
                </a:lnTo>
                <a:lnTo>
                  <a:pt x="122537" y="92509"/>
                </a:lnTo>
                <a:lnTo>
                  <a:pt x="126865" y="111488"/>
                </a:lnTo>
                <a:lnTo>
                  <a:pt x="122537" y="130343"/>
                </a:lnTo>
                <a:lnTo>
                  <a:pt x="115017" y="139466"/>
                </a:lnTo>
                <a:close/>
              </a:path>
              <a:path w="231139" h="267970">
                <a:moveTo>
                  <a:pt x="140748" y="267827"/>
                </a:moveTo>
                <a:lnTo>
                  <a:pt x="102758" y="264730"/>
                </a:lnTo>
                <a:lnTo>
                  <a:pt x="74378" y="255707"/>
                </a:lnTo>
                <a:lnTo>
                  <a:pt x="56651" y="241157"/>
                </a:lnTo>
                <a:lnTo>
                  <a:pt x="50618" y="221481"/>
                </a:lnTo>
                <a:lnTo>
                  <a:pt x="56651" y="201434"/>
                </a:lnTo>
                <a:lnTo>
                  <a:pt x="74378" y="186694"/>
                </a:lnTo>
                <a:lnTo>
                  <a:pt x="102758" y="177600"/>
                </a:lnTo>
                <a:lnTo>
                  <a:pt x="140748" y="174493"/>
                </a:lnTo>
                <a:lnTo>
                  <a:pt x="178618" y="177600"/>
                </a:lnTo>
                <a:lnTo>
                  <a:pt x="206957" y="186694"/>
                </a:lnTo>
                <a:lnTo>
                  <a:pt x="214648" y="193075"/>
                </a:lnTo>
                <a:lnTo>
                  <a:pt x="140748" y="193075"/>
                </a:lnTo>
                <a:lnTo>
                  <a:pt x="112646" y="194840"/>
                </a:lnTo>
                <a:lnTo>
                  <a:pt x="91652" y="200310"/>
                </a:lnTo>
                <a:lnTo>
                  <a:pt x="78546" y="209263"/>
                </a:lnTo>
                <a:lnTo>
                  <a:pt x="74111" y="221481"/>
                </a:lnTo>
                <a:lnTo>
                  <a:pt x="78546" y="233238"/>
                </a:lnTo>
                <a:lnTo>
                  <a:pt x="91652" y="242011"/>
                </a:lnTo>
                <a:lnTo>
                  <a:pt x="112646" y="247461"/>
                </a:lnTo>
                <a:lnTo>
                  <a:pt x="140748" y="249246"/>
                </a:lnTo>
                <a:lnTo>
                  <a:pt x="214847" y="249246"/>
                </a:lnTo>
                <a:lnTo>
                  <a:pt x="206957" y="255707"/>
                </a:lnTo>
                <a:lnTo>
                  <a:pt x="178618" y="264730"/>
                </a:lnTo>
                <a:lnTo>
                  <a:pt x="140748" y="267827"/>
                </a:lnTo>
                <a:close/>
              </a:path>
              <a:path w="231139" h="267970">
                <a:moveTo>
                  <a:pt x="214847" y="249246"/>
                </a:moveTo>
                <a:lnTo>
                  <a:pt x="140748" y="249246"/>
                </a:lnTo>
                <a:lnTo>
                  <a:pt x="168700" y="247461"/>
                </a:lnTo>
                <a:lnTo>
                  <a:pt x="189604" y="242011"/>
                </a:lnTo>
                <a:lnTo>
                  <a:pt x="202739" y="233238"/>
                </a:lnTo>
                <a:lnTo>
                  <a:pt x="207385" y="221481"/>
                </a:lnTo>
                <a:lnTo>
                  <a:pt x="202739" y="209263"/>
                </a:lnTo>
                <a:lnTo>
                  <a:pt x="189604" y="200310"/>
                </a:lnTo>
                <a:lnTo>
                  <a:pt x="168700" y="194840"/>
                </a:lnTo>
                <a:lnTo>
                  <a:pt x="140748" y="193075"/>
                </a:lnTo>
                <a:lnTo>
                  <a:pt x="214648" y="193075"/>
                </a:lnTo>
                <a:lnTo>
                  <a:pt x="224725" y="201434"/>
                </a:lnTo>
                <a:lnTo>
                  <a:pt x="230878" y="221481"/>
                </a:lnTo>
                <a:lnTo>
                  <a:pt x="224725" y="241157"/>
                </a:lnTo>
                <a:lnTo>
                  <a:pt x="214847" y="249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658639" y="6690623"/>
            <a:ext cx="222885" cy="268605"/>
          </a:xfrm>
          <a:custGeom>
            <a:avLst/>
            <a:gdLst/>
            <a:ahLst/>
            <a:cxnLst/>
            <a:rect l="l" t="t" r="r" b="b"/>
            <a:pathLst>
              <a:path w="222885" h="268604">
                <a:moveTo>
                  <a:pt x="221481" y="159970"/>
                </a:moveTo>
                <a:lnTo>
                  <a:pt x="197774" y="159970"/>
                </a:lnTo>
                <a:lnTo>
                  <a:pt x="197774" y="89703"/>
                </a:lnTo>
                <a:lnTo>
                  <a:pt x="143524" y="89703"/>
                </a:lnTo>
                <a:lnTo>
                  <a:pt x="143524" y="70053"/>
                </a:lnTo>
                <a:lnTo>
                  <a:pt x="197774" y="70053"/>
                </a:lnTo>
                <a:lnTo>
                  <a:pt x="197774" y="0"/>
                </a:lnTo>
                <a:lnTo>
                  <a:pt x="221481" y="0"/>
                </a:lnTo>
                <a:lnTo>
                  <a:pt x="221481" y="159970"/>
                </a:lnTo>
                <a:close/>
              </a:path>
              <a:path w="222885" h="268604">
                <a:moveTo>
                  <a:pt x="152281" y="39298"/>
                </a:moveTo>
                <a:lnTo>
                  <a:pt x="7688" y="39298"/>
                </a:lnTo>
                <a:lnTo>
                  <a:pt x="7688" y="19649"/>
                </a:lnTo>
                <a:lnTo>
                  <a:pt x="152281" y="19649"/>
                </a:lnTo>
                <a:lnTo>
                  <a:pt x="152281" y="39298"/>
                </a:lnTo>
                <a:close/>
              </a:path>
              <a:path w="222885" h="268604">
                <a:moveTo>
                  <a:pt x="12387" y="157407"/>
                </a:moveTo>
                <a:lnTo>
                  <a:pt x="0" y="138612"/>
                </a:lnTo>
                <a:lnTo>
                  <a:pt x="27528" y="123942"/>
                </a:lnTo>
                <a:lnTo>
                  <a:pt x="49149" y="102945"/>
                </a:lnTo>
                <a:lnTo>
                  <a:pt x="63282" y="77462"/>
                </a:lnTo>
                <a:lnTo>
                  <a:pt x="68345" y="49336"/>
                </a:lnTo>
                <a:lnTo>
                  <a:pt x="68345" y="39298"/>
                </a:lnTo>
                <a:lnTo>
                  <a:pt x="92266" y="39298"/>
                </a:lnTo>
                <a:lnTo>
                  <a:pt x="92306" y="49336"/>
                </a:lnTo>
                <a:lnTo>
                  <a:pt x="97084" y="74789"/>
                </a:lnTo>
                <a:lnTo>
                  <a:pt x="105252" y="88848"/>
                </a:lnTo>
                <a:lnTo>
                  <a:pt x="80839" y="88848"/>
                </a:lnTo>
                <a:lnTo>
                  <a:pt x="69783" y="111109"/>
                </a:lnTo>
                <a:lnTo>
                  <a:pt x="54302" y="130376"/>
                </a:lnTo>
                <a:lnTo>
                  <a:pt x="34976" y="146019"/>
                </a:lnTo>
                <a:lnTo>
                  <a:pt x="12387" y="157407"/>
                </a:lnTo>
                <a:close/>
              </a:path>
              <a:path w="222885" h="268604">
                <a:moveTo>
                  <a:pt x="146087" y="149932"/>
                </a:moveTo>
                <a:lnTo>
                  <a:pt x="124780" y="139682"/>
                </a:lnTo>
                <a:lnTo>
                  <a:pt x="106495" y="125677"/>
                </a:lnTo>
                <a:lnTo>
                  <a:pt x="91695" y="108529"/>
                </a:lnTo>
                <a:lnTo>
                  <a:pt x="80839" y="88848"/>
                </a:lnTo>
                <a:lnTo>
                  <a:pt x="105252" y="88848"/>
                </a:lnTo>
                <a:lnTo>
                  <a:pt x="110633" y="98112"/>
                </a:lnTo>
                <a:lnTo>
                  <a:pt x="131551" y="117391"/>
                </a:lnTo>
                <a:lnTo>
                  <a:pt x="158475" y="130923"/>
                </a:lnTo>
                <a:lnTo>
                  <a:pt x="146087" y="149932"/>
                </a:lnTo>
                <a:close/>
              </a:path>
              <a:path w="222885" h="268604">
                <a:moveTo>
                  <a:pt x="132418" y="268255"/>
                </a:moveTo>
                <a:lnTo>
                  <a:pt x="94732" y="264801"/>
                </a:lnTo>
                <a:lnTo>
                  <a:pt x="66396" y="255039"/>
                </a:lnTo>
                <a:lnTo>
                  <a:pt x="48592" y="239391"/>
                </a:lnTo>
                <a:lnTo>
                  <a:pt x="42502" y="218277"/>
                </a:lnTo>
                <a:lnTo>
                  <a:pt x="48592" y="197133"/>
                </a:lnTo>
                <a:lnTo>
                  <a:pt x="66396" y="181435"/>
                </a:lnTo>
                <a:lnTo>
                  <a:pt x="94732" y="171664"/>
                </a:lnTo>
                <a:lnTo>
                  <a:pt x="132418" y="168300"/>
                </a:lnTo>
                <a:lnTo>
                  <a:pt x="169985" y="171664"/>
                </a:lnTo>
                <a:lnTo>
                  <a:pt x="198281" y="181435"/>
                </a:lnTo>
                <a:lnTo>
                  <a:pt x="204472" y="186881"/>
                </a:lnTo>
                <a:lnTo>
                  <a:pt x="132418" y="186881"/>
                </a:lnTo>
                <a:lnTo>
                  <a:pt x="104620" y="189023"/>
                </a:lnTo>
                <a:lnTo>
                  <a:pt x="83669" y="195211"/>
                </a:lnTo>
                <a:lnTo>
                  <a:pt x="70487" y="205082"/>
                </a:lnTo>
                <a:lnTo>
                  <a:pt x="65995" y="218277"/>
                </a:lnTo>
                <a:lnTo>
                  <a:pt x="70487" y="231345"/>
                </a:lnTo>
                <a:lnTo>
                  <a:pt x="83669" y="241130"/>
                </a:lnTo>
                <a:lnTo>
                  <a:pt x="104620" y="247230"/>
                </a:lnTo>
                <a:lnTo>
                  <a:pt x="132418" y="249246"/>
                </a:lnTo>
                <a:lnTo>
                  <a:pt x="204887" y="249246"/>
                </a:lnTo>
                <a:lnTo>
                  <a:pt x="198281" y="255039"/>
                </a:lnTo>
                <a:lnTo>
                  <a:pt x="169985" y="264801"/>
                </a:lnTo>
                <a:lnTo>
                  <a:pt x="132418" y="268255"/>
                </a:lnTo>
                <a:close/>
              </a:path>
              <a:path w="222885" h="268604">
                <a:moveTo>
                  <a:pt x="204887" y="249246"/>
                </a:moveTo>
                <a:lnTo>
                  <a:pt x="132418" y="249246"/>
                </a:lnTo>
                <a:lnTo>
                  <a:pt x="160097" y="247230"/>
                </a:lnTo>
                <a:lnTo>
                  <a:pt x="181008" y="241130"/>
                </a:lnTo>
                <a:lnTo>
                  <a:pt x="194229" y="231345"/>
                </a:lnTo>
                <a:lnTo>
                  <a:pt x="198841" y="218277"/>
                </a:lnTo>
                <a:lnTo>
                  <a:pt x="194229" y="205082"/>
                </a:lnTo>
                <a:lnTo>
                  <a:pt x="181008" y="195211"/>
                </a:lnTo>
                <a:lnTo>
                  <a:pt x="160097" y="189023"/>
                </a:lnTo>
                <a:lnTo>
                  <a:pt x="132418" y="186881"/>
                </a:lnTo>
                <a:lnTo>
                  <a:pt x="204472" y="186881"/>
                </a:lnTo>
                <a:lnTo>
                  <a:pt x="216125" y="197133"/>
                </a:lnTo>
                <a:lnTo>
                  <a:pt x="222335" y="218277"/>
                </a:lnTo>
                <a:lnTo>
                  <a:pt x="216125" y="239391"/>
                </a:lnTo>
                <a:lnTo>
                  <a:pt x="204887" y="249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926040" y="6690623"/>
            <a:ext cx="221615" cy="268605"/>
          </a:xfrm>
          <a:custGeom>
            <a:avLst/>
            <a:gdLst/>
            <a:ahLst/>
            <a:cxnLst/>
            <a:rect l="l" t="t" r="r" b="b"/>
            <a:pathLst>
              <a:path w="221614" h="268604">
                <a:moveTo>
                  <a:pt x="221481" y="160824"/>
                </a:moveTo>
                <a:lnTo>
                  <a:pt x="197774" y="160824"/>
                </a:lnTo>
                <a:lnTo>
                  <a:pt x="197774" y="90130"/>
                </a:lnTo>
                <a:lnTo>
                  <a:pt x="143738" y="90130"/>
                </a:lnTo>
                <a:lnTo>
                  <a:pt x="143738" y="70267"/>
                </a:lnTo>
                <a:lnTo>
                  <a:pt x="197774" y="70267"/>
                </a:lnTo>
                <a:lnTo>
                  <a:pt x="197774" y="0"/>
                </a:lnTo>
                <a:lnTo>
                  <a:pt x="221481" y="0"/>
                </a:lnTo>
                <a:lnTo>
                  <a:pt x="221481" y="160824"/>
                </a:lnTo>
                <a:close/>
              </a:path>
              <a:path w="221614" h="268604">
                <a:moveTo>
                  <a:pt x="152281" y="38017"/>
                </a:moveTo>
                <a:lnTo>
                  <a:pt x="7688" y="38017"/>
                </a:lnTo>
                <a:lnTo>
                  <a:pt x="7688" y="18581"/>
                </a:lnTo>
                <a:lnTo>
                  <a:pt x="152281" y="18581"/>
                </a:lnTo>
                <a:lnTo>
                  <a:pt x="152281" y="38017"/>
                </a:lnTo>
                <a:close/>
              </a:path>
              <a:path w="221614" h="268604">
                <a:moveTo>
                  <a:pt x="12387" y="156339"/>
                </a:moveTo>
                <a:lnTo>
                  <a:pt x="0" y="137544"/>
                </a:lnTo>
                <a:lnTo>
                  <a:pt x="27438" y="123198"/>
                </a:lnTo>
                <a:lnTo>
                  <a:pt x="49069" y="102544"/>
                </a:lnTo>
                <a:lnTo>
                  <a:pt x="63252" y="77445"/>
                </a:lnTo>
                <a:lnTo>
                  <a:pt x="68345" y="49763"/>
                </a:lnTo>
                <a:lnTo>
                  <a:pt x="68345" y="38017"/>
                </a:lnTo>
                <a:lnTo>
                  <a:pt x="92266" y="38017"/>
                </a:lnTo>
                <a:lnTo>
                  <a:pt x="92306" y="49763"/>
                </a:lnTo>
                <a:lnTo>
                  <a:pt x="97084" y="75096"/>
                </a:lnTo>
                <a:lnTo>
                  <a:pt x="105211" y="89062"/>
                </a:lnTo>
                <a:lnTo>
                  <a:pt x="80732" y="89062"/>
                </a:lnTo>
                <a:lnTo>
                  <a:pt x="69678" y="110942"/>
                </a:lnTo>
                <a:lnTo>
                  <a:pt x="54208" y="129869"/>
                </a:lnTo>
                <a:lnTo>
                  <a:pt x="34915" y="145211"/>
                </a:lnTo>
                <a:lnTo>
                  <a:pt x="12387" y="156339"/>
                </a:lnTo>
                <a:close/>
              </a:path>
              <a:path w="221614" h="268604">
                <a:moveTo>
                  <a:pt x="146087" y="149932"/>
                </a:moveTo>
                <a:lnTo>
                  <a:pt x="124718" y="139760"/>
                </a:lnTo>
                <a:lnTo>
                  <a:pt x="106402" y="125824"/>
                </a:lnTo>
                <a:lnTo>
                  <a:pt x="91590" y="108724"/>
                </a:lnTo>
                <a:lnTo>
                  <a:pt x="80732" y="89062"/>
                </a:lnTo>
                <a:lnTo>
                  <a:pt x="105211" y="89062"/>
                </a:lnTo>
                <a:lnTo>
                  <a:pt x="110633" y="98379"/>
                </a:lnTo>
                <a:lnTo>
                  <a:pt x="131551" y="117698"/>
                </a:lnTo>
                <a:lnTo>
                  <a:pt x="158475" y="131351"/>
                </a:lnTo>
                <a:lnTo>
                  <a:pt x="146087" y="149932"/>
                </a:lnTo>
                <a:close/>
              </a:path>
              <a:path w="221614" h="268604">
                <a:moveTo>
                  <a:pt x="221481" y="268468"/>
                </a:moveTo>
                <a:lnTo>
                  <a:pt x="197774" y="268468"/>
                </a:lnTo>
                <a:lnTo>
                  <a:pt x="197774" y="194570"/>
                </a:lnTo>
                <a:lnTo>
                  <a:pt x="40793" y="194570"/>
                </a:lnTo>
                <a:lnTo>
                  <a:pt x="40793" y="175134"/>
                </a:lnTo>
                <a:lnTo>
                  <a:pt x="221481" y="175134"/>
                </a:lnTo>
                <a:lnTo>
                  <a:pt x="221481" y="26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271538" y="6690623"/>
            <a:ext cx="250190" cy="268605"/>
          </a:xfrm>
          <a:custGeom>
            <a:avLst/>
            <a:gdLst/>
            <a:ahLst/>
            <a:cxnLst/>
            <a:rect l="l" t="t" r="r" b="b"/>
            <a:pathLst>
              <a:path w="250189" h="268604">
                <a:moveTo>
                  <a:pt x="206103" y="268255"/>
                </a:moveTo>
                <a:lnTo>
                  <a:pt x="182396" y="268255"/>
                </a:lnTo>
                <a:lnTo>
                  <a:pt x="182396" y="0"/>
                </a:lnTo>
                <a:lnTo>
                  <a:pt x="206103" y="0"/>
                </a:lnTo>
                <a:lnTo>
                  <a:pt x="206103" y="109138"/>
                </a:lnTo>
                <a:lnTo>
                  <a:pt x="249673" y="109138"/>
                </a:lnTo>
                <a:lnTo>
                  <a:pt x="249673" y="129215"/>
                </a:lnTo>
                <a:lnTo>
                  <a:pt x="206103" y="129215"/>
                </a:lnTo>
                <a:lnTo>
                  <a:pt x="206103" y="268255"/>
                </a:lnTo>
                <a:close/>
              </a:path>
              <a:path w="250189" h="268604">
                <a:moveTo>
                  <a:pt x="13241" y="217209"/>
                </a:moveTo>
                <a:lnTo>
                  <a:pt x="0" y="198628"/>
                </a:lnTo>
                <a:lnTo>
                  <a:pt x="46119" y="169614"/>
                </a:lnTo>
                <a:lnTo>
                  <a:pt x="80305" y="134634"/>
                </a:lnTo>
                <a:lnTo>
                  <a:pt x="102477" y="94168"/>
                </a:lnTo>
                <a:lnTo>
                  <a:pt x="112556" y="48695"/>
                </a:lnTo>
                <a:lnTo>
                  <a:pt x="12601" y="48695"/>
                </a:lnTo>
                <a:lnTo>
                  <a:pt x="12601" y="28833"/>
                </a:lnTo>
                <a:lnTo>
                  <a:pt x="136690" y="28833"/>
                </a:lnTo>
                <a:lnTo>
                  <a:pt x="132176" y="73479"/>
                </a:lnTo>
                <a:lnTo>
                  <a:pt x="118363" y="115563"/>
                </a:lnTo>
                <a:lnTo>
                  <a:pt x="94463" y="154161"/>
                </a:lnTo>
                <a:lnTo>
                  <a:pt x="59685" y="188350"/>
                </a:lnTo>
                <a:lnTo>
                  <a:pt x="13241" y="217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542569" y="6690623"/>
            <a:ext cx="216535" cy="268605"/>
          </a:xfrm>
          <a:custGeom>
            <a:avLst/>
            <a:gdLst/>
            <a:ahLst/>
            <a:cxnLst/>
            <a:rect l="l" t="t" r="r" b="b"/>
            <a:pathLst>
              <a:path w="216535" h="268604">
                <a:moveTo>
                  <a:pt x="215928" y="268468"/>
                </a:moveTo>
                <a:lnTo>
                  <a:pt x="192220" y="268468"/>
                </a:lnTo>
                <a:lnTo>
                  <a:pt x="192220" y="0"/>
                </a:lnTo>
                <a:lnTo>
                  <a:pt x="215928" y="0"/>
                </a:lnTo>
                <a:lnTo>
                  <a:pt x="215928" y="268468"/>
                </a:lnTo>
                <a:close/>
              </a:path>
              <a:path w="216535" h="268604">
                <a:moveTo>
                  <a:pt x="93761" y="46773"/>
                </a:moveTo>
                <a:lnTo>
                  <a:pt x="70267" y="46773"/>
                </a:lnTo>
                <a:lnTo>
                  <a:pt x="70267" y="4912"/>
                </a:lnTo>
                <a:lnTo>
                  <a:pt x="93761" y="4912"/>
                </a:lnTo>
                <a:lnTo>
                  <a:pt x="93761" y="46773"/>
                </a:lnTo>
                <a:close/>
              </a:path>
              <a:path w="216535" h="268604">
                <a:moveTo>
                  <a:pt x="156126" y="65995"/>
                </a:moveTo>
                <a:lnTo>
                  <a:pt x="7261" y="65995"/>
                </a:lnTo>
                <a:lnTo>
                  <a:pt x="7261" y="46773"/>
                </a:lnTo>
                <a:lnTo>
                  <a:pt x="156126" y="46773"/>
                </a:lnTo>
                <a:lnTo>
                  <a:pt x="156126" y="65995"/>
                </a:lnTo>
                <a:close/>
              </a:path>
              <a:path w="216535" h="268604">
                <a:moveTo>
                  <a:pt x="13455" y="216355"/>
                </a:moveTo>
                <a:lnTo>
                  <a:pt x="0" y="197987"/>
                </a:lnTo>
                <a:lnTo>
                  <a:pt x="27862" y="179679"/>
                </a:lnTo>
                <a:lnTo>
                  <a:pt x="50217" y="153563"/>
                </a:lnTo>
                <a:lnTo>
                  <a:pt x="65084" y="122000"/>
                </a:lnTo>
                <a:lnTo>
                  <a:pt x="70481" y="87353"/>
                </a:lnTo>
                <a:lnTo>
                  <a:pt x="70481" y="65995"/>
                </a:lnTo>
                <a:lnTo>
                  <a:pt x="93761" y="65995"/>
                </a:lnTo>
                <a:lnTo>
                  <a:pt x="93761" y="87353"/>
                </a:lnTo>
                <a:lnTo>
                  <a:pt x="99297" y="120481"/>
                </a:lnTo>
                <a:lnTo>
                  <a:pt x="105733" y="133273"/>
                </a:lnTo>
                <a:lnTo>
                  <a:pt x="82548" y="133273"/>
                </a:lnTo>
                <a:lnTo>
                  <a:pt x="70971" y="160055"/>
                </a:lnTo>
                <a:lnTo>
                  <a:pt x="55049" y="183424"/>
                </a:lnTo>
                <a:lnTo>
                  <a:pt x="35604" y="202487"/>
                </a:lnTo>
                <a:lnTo>
                  <a:pt x="13455" y="216355"/>
                </a:lnTo>
                <a:close/>
              </a:path>
              <a:path w="216535" h="268604">
                <a:moveTo>
                  <a:pt x="152281" y="211656"/>
                </a:moveTo>
                <a:lnTo>
                  <a:pt x="130077" y="198583"/>
                </a:lnTo>
                <a:lnTo>
                  <a:pt x="110487" y="180594"/>
                </a:lnTo>
                <a:lnTo>
                  <a:pt x="94360" y="158540"/>
                </a:lnTo>
                <a:lnTo>
                  <a:pt x="82548" y="133273"/>
                </a:lnTo>
                <a:lnTo>
                  <a:pt x="105733" y="133273"/>
                </a:lnTo>
                <a:lnTo>
                  <a:pt x="114504" y="150706"/>
                </a:lnTo>
                <a:lnTo>
                  <a:pt x="137281" y="175685"/>
                </a:lnTo>
                <a:lnTo>
                  <a:pt x="165523" y="193075"/>
                </a:lnTo>
                <a:lnTo>
                  <a:pt x="152281" y="211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823425" y="6705787"/>
            <a:ext cx="64135" cy="273685"/>
          </a:xfrm>
          <a:custGeom>
            <a:avLst/>
            <a:gdLst/>
            <a:ahLst/>
            <a:cxnLst/>
            <a:rect l="l" t="t" r="r" b="b"/>
            <a:pathLst>
              <a:path w="64135" h="273684">
                <a:moveTo>
                  <a:pt x="63860" y="273380"/>
                </a:moveTo>
                <a:lnTo>
                  <a:pt x="40793" y="273380"/>
                </a:lnTo>
                <a:lnTo>
                  <a:pt x="23336" y="243553"/>
                </a:lnTo>
                <a:lnTo>
                  <a:pt x="10545" y="210962"/>
                </a:lnTo>
                <a:lnTo>
                  <a:pt x="2679" y="175408"/>
                </a:lnTo>
                <a:lnTo>
                  <a:pt x="0" y="136690"/>
                </a:lnTo>
                <a:lnTo>
                  <a:pt x="2679" y="97972"/>
                </a:lnTo>
                <a:lnTo>
                  <a:pt x="10545" y="62418"/>
                </a:lnTo>
                <a:lnTo>
                  <a:pt x="23336" y="29827"/>
                </a:lnTo>
                <a:lnTo>
                  <a:pt x="40793" y="0"/>
                </a:lnTo>
                <a:lnTo>
                  <a:pt x="63860" y="0"/>
                </a:lnTo>
                <a:lnTo>
                  <a:pt x="49436" y="26103"/>
                </a:lnTo>
                <a:lnTo>
                  <a:pt x="37696" y="59855"/>
                </a:lnTo>
                <a:lnTo>
                  <a:pt x="29800" y="97852"/>
                </a:lnTo>
                <a:lnTo>
                  <a:pt x="26910" y="136690"/>
                </a:lnTo>
                <a:lnTo>
                  <a:pt x="29800" y="175528"/>
                </a:lnTo>
                <a:lnTo>
                  <a:pt x="37696" y="213525"/>
                </a:lnTo>
                <a:lnTo>
                  <a:pt x="49436" y="247277"/>
                </a:lnTo>
                <a:lnTo>
                  <a:pt x="63860" y="2733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909925" y="6690623"/>
            <a:ext cx="221615" cy="268605"/>
          </a:xfrm>
          <a:custGeom>
            <a:avLst/>
            <a:gdLst/>
            <a:ahLst/>
            <a:cxnLst/>
            <a:rect l="l" t="t" r="r" b="b"/>
            <a:pathLst>
              <a:path w="221614" h="268604">
                <a:moveTo>
                  <a:pt x="221267" y="268468"/>
                </a:moveTo>
                <a:lnTo>
                  <a:pt x="197560" y="268468"/>
                </a:lnTo>
                <a:lnTo>
                  <a:pt x="197560" y="0"/>
                </a:lnTo>
                <a:lnTo>
                  <a:pt x="221267" y="0"/>
                </a:lnTo>
                <a:lnTo>
                  <a:pt x="221267" y="268468"/>
                </a:lnTo>
                <a:close/>
              </a:path>
              <a:path w="221614" h="268604">
                <a:moveTo>
                  <a:pt x="159970" y="47414"/>
                </a:moveTo>
                <a:lnTo>
                  <a:pt x="8756" y="47414"/>
                </a:lnTo>
                <a:lnTo>
                  <a:pt x="8756" y="27551"/>
                </a:lnTo>
                <a:lnTo>
                  <a:pt x="159970" y="27551"/>
                </a:lnTo>
                <a:lnTo>
                  <a:pt x="159970" y="47414"/>
                </a:lnTo>
                <a:close/>
              </a:path>
              <a:path w="221614" h="268604">
                <a:moveTo>
                  <a:pt x="14096" y="216782"/>
                </a:moveTo>
                <a:lnTo>
                  <a:pt x="0" y="197987"/>
                </a:lnTo>
                <a:lnTo>
                  <a:pt x="27468" y="178702"/>
                </a:lnTo>
                <a:lnTo>
                  <a:pt x="50431" y="150706"/>
                </a:lnTo>
                <a:lnTo>
                  <a:pt x="66226" y="117465"/>
                </a:lnTo>
                <a:lnTo>
                  <a:pt x="72189" y="82441"/>
                </a:lnTo>
                <a:lnTo>
                  <a:pt x="72189" y="47414"/>
                </a:lnTo>
                <a:lnTo>
                  <a:pt x="96110" y="47414"/>
                </a:lnTo>
                <a:lnTo>
                  <a:pt x="96110" y="82441"/>
                </a:lnTo>
                <a:lnTo>
                  <a:pt x="101900" y="116250"/>
                </a:lnTo>
                <a:lnTo>
                  <a:pt x="107760" y="127933"/>
                </a:lnTo>
                <a:lnTo>
                  <a:pt x="84470" y="127933"/>
                </a:lnTo>
                <a:lnTo>
                  <a:pt x="72468" y="156232"/>
                </a:lnTo>
                <a:lnTo>
                  <a:pt x="56051" y="181328"/>
                </a:lnTo>
                <a:lnTo>
                  <a:pt x="36250" y="201938"/>
                </a:lnTo>
                <a:lnTo>
                  <a:pt x="14096" y="216782"/>
                </a:lnTo>
                <a:close/>
              </a:path>
              <a:path w="221614" h="268604">
                <a:moveTo>
                  <a:pt x="155485" y="210161"/>
                </a:moveTo>
                <a:lnTo>
                  <a:pt x="132916" y="196487"/>
                </a:lnTo>
                <a:lnTo>
                  <a:pt x="112929" y="177577"/>
                </a:lnTo>
                <a:lnTo>
                  <a:pt x="96467" y="154402"/>
                </a:lnTo>
                <a:lnTo>
                  <a:pt x="84470" y="127933"/>
                </a:lnTo>
                <a:lnTo>
                  <a:pt x="107760" y="127933"/>
                </a:lnTo>
                <a:lnTo>
                  <a:pt x="117601" y="147556"/>
                </a:lnTo>
                <a:lnTo>
                  <a:pt x="140711" y="173536"/>
                </a:lnTo>
                <a:lnTo>
                  <a:pt x="168727" y="191366"/>
                </a:lnTo>
                <a:lnTo>
                  <a:pt x="155485" y="210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172841" y="6690623"/>
            <a:ext cx="257175" cy="268605"/>
          </a:xfrm>
          <a:custGeom>
            <a:avLst/>
            <a:gdLst/>
            <a:ahLst/>
            <a:cxnLst/>
            <a:rect l="l" t="t" r="r" b="b"/>
            <a:pathLst>
              <a:path w="257175" h="268604">
                <a:moveTo>
                  <a:pt x="212297" y="268468"/>
                </a:moveTo>
                <a:lnTo>
                  <a:pt x="188590" y="268468"/>
                </a:lnTo>
                <a:lnTo>
                  <a:pt x="188590" y="0"/>
                </a:lnTo>
                <a:lnTo>
                  <a:pt x="212297" y="0"/>
                </a:lnTo>
                <a:lnTo>
                  <a:pt x="212297" y="108498"/>
                </a:lnTo>
                <a:lnTo>
                  <a:pt x="257148" y="108498"/>
                </a:lnTo>
                <a:lnTo>
                  <a:pt x="257148" y="128788"/>
                </a:lnTo>
                <a:lnTo>
                  <a:pt x="212297" y="128788"/>
                </a:lnTo>
                <a:lnTo>
                  <a:pt x="212297" y="268468"/>
                </a:lnTo>
                <a:close/>
              </a:path>
              <a:path w="257175" h="268604">
                <a:moveTo>
                  <a:pt x="155698" y="47414"/>
                </a:moveTo>
                <a:lnTo>
                  <a:pt x="9611" y="47414"/>
                </a:lnTo>
                <a:lnTo>
                  <a:pt x="9611" y="27551"/>
                </a:lnTo>
                <a:lnTo>
                  <a:pt x="155698" y="27551"/>
                </a:lnTo>
                <a:lnTo>
                  <a:pt x="155698" y="47414"/>
                </a:lnTo>
                <a:close/>
              </a:path>
              <a:path w="257175" h="268604">
                <a:moveTo>
                  <a:pt x="14309" y="216782"/>
                </a:moveTo>
                <a:lnTo>
                  <a:pt x="0" y="197987"/>
                </a:lnTo>
                <a:lnTo>
                  <a:pt x="27524" y="178431"/>
                </a:lnTo>
                <a:lnTo>
                  <a:pt x="50404" y="150306"/>
                </a:lnTo>
                <a:lnTo>
                  <a:pt x="66075" y="117134"/>
                </a:lnTo>
                <a:lnTo>
                  <a:pt x="71976" y="82441"/>
                </a:lnTo>
                <a:lnTo>
                  <a:pt x="71976" y="47414"/>
                </a:lnTo>
                <a:lnTo>
                  <a:pt x="95256" y="47414"/>
                </a:lnTo>
                <a:lnTo>
                  <a:pt x="95256" y="82441"/>
                </a:lnTo>
                <a:lnTo>
                  <a:pt x="100612" y="114958"/>
                </a:lnTo>
                <a:lnTo>
                  <a:pt x="106580" y="127399"/>
                </a:lnTo>
                <a:lnTo>
                  <a:pt x="83829" y="127399"/>
                </a:lnTo>
                <a:lnTo>
                  <a:pt x="71931" y="155782"/>
                </a:lnTo>
                <a:lnTo>
                  <a:pt x="55677" y="181061"/>
                </a:lnTo>
                <a:lnTo>
                  <a:pt x="36119" y="201855"/>
                </a:lnTo>
                <a:lnTo>
                  <a:pt x="14309" y="216782"/>
                </a:lnTo>
                <a:close/>
              </a:path>
              <a:path w="257175" h="268604">
                <a:moveTo>
                  <a:pt x="151427" y="210161"/>
                </a:moveTo>
                <a:lnTo>
                  <a:pt x="129902" y="196073"/>
                </a:lnTo>
                <a:lnTo>
                  <a:pt x="110900" y="176829"/>
                </a:lnTo>
                <a:lnTo>
                  <a:pt x="95262" y="153561"/>
                </a:lnTo>
                <a:lnTo>
                  <a:pt x="83829" y="127399"/>
                </a:lnTo>
                <a:lnTo>
                  <a:pt x="106580" y="127399"/>
                </a:lnTo>
                <a:lnTo>
                  <a:pt x="115519" y="146034"/>
                </a:lnTo>
                <a:lnTo>
                  <a:pt x="137755" y="172545"/>
                </a:lnTo>
                <a:lnTo>
                  <a:pt x="165096" y="191366"/>
                </a:lnTo>
                <a:lnTo>
                  <a:pt x="151427" y="210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442591" y="6690623"/>
            <a:ext cx="231775" cy="268605"/>
          </a:xfrm>
          <a:custGeom>
            <a:avLst/>
            <a:gdLst/>
            <a:ahLst/>
            <a:cxnLst/>
            <a:rect l="l" t="t" r="r" b="b"/>
            <a:pathLst>
              <a:path w="231775" h="268604">
                <a:moveTo>
                  <a:pt x="231519" y="268468"/>
                </a:moveTo>
                <a:lnTo>
                  <a:pt x="208880" y="268468"/>
                </a:lnTo>
                <a:lnTo>
                  <a:pt x="208880" y="0"/>
                </a:lnTo>
                <a:lnTo>
                  <a:pt x="231519" y="0"/>
                </a:lnTo>
                <a:lnTo>
                  <a:pt x="231519" y="268468"/>
                </a:lnTo>
                <a:close/>
              </a:path>
              <a:path w="231775" h="268604">
                <a:moveTo>
                  <a:pt x="177270" y="254372"/>
                </a:moveTo>
                <a:lnTo>
                  <a:pt x="154844" y="254372"/>
                </a:lnTo>
                <a:lnTo>
                  <a:pt x="154844" y="126011"/>
                </a:lnTo>
                <a:lnTo>
                  <a:pt x="112556" y="126011"/>
                </a:lnTo>
                <a:lnTo>
                  <a:pt x="112556" y="105935"/>
                </a:lnTo>
                <a:lnTo>
                  <a:pt x="154844" y="105935"/>
                </a:lnTo>
                <a:lnTo>
                  <a:pt x="154844" y="6407"/>
                </a:lnTo>
                <a:lnTo>
                  <a:pt x="177270" y="6407"/>
                </a:lnTo>
                <a:lnTo>
                  <a:pt x="177270" y="254372"/>
                </a:lnTo>
                <a:close/>
              </a:path>
              <a:path w="231775" h="268604">
                <a:moveTo>
                  <a:pt x="80946" y="49763"/>
                </a:moveTo>
                <a:lnTo>
                  <a:pt x="58307" y="49763"/>
                </a:lnTo>
                <a:lnTo>
                  <a:pt x="58307" y="9824"/>
                </a:lnTo>
                <a:lnTo>
                  <a:pt x="80946" y="9824"/>
                </a:lnTo>
                <a:lnTo>
                  <a:pt x="80946" y="49763"/>
                </a:lnTo>
                <a:close/>
              </a:path>
              <a:path w="231775" h="268604">
                <a:moveTo>
                  <a:pt x="131137" y="69413"/>
                </a:moveTo>
                <a:lnTo>
                  <a:pt x="7261" y="69413"/>
                </a:lnTo>
                <a:lnTo>
                  <a:pt x="7261" y="49763"/>
                </a:lnTo>
                <a:lnTo>
                  <a:pt x="131137" y="49763"/>
                </a:lnTo>
                <a:lnTo>
                  <a:pt x="131137" y="69413"/>
                </a:lnTo>
                <a:close/>
              </a:path>
              <a:path w="231775" h="268604">
                <a:moveTo>
                  <a:pt x="14309" y="213365"/>
                </a:moveTo>
                <a:lnTo>
                  <a:pt x="0" y="195424"/>
                </a:lnTo>
                <a:lnTo>
                  <a:pt x="24488" y="175041"/>
                </a:lnTo>
                <a:lnTo>
                  <a:pt x="42769" y="147689"/>
                </a:lnTo>
                <a:lnTo>
                  <a:pt x="54242" y="116013"/>
                </a:lnTo>
                <a:lnTo>
                  <a:pt x="58307" y="82655"/>
                </a:lnTo>
                <a:lnTo>
                  <a:pt x="58307" y="69413"/>
                </a:lnTo>
                <a:lnTo>
                  <a:pt x="80732" y="69413"/>
                </a:lnTo>
                <a:lnTo>
                  <a:pt x="80732" y="82655"/>
                </a:lnTo>
                <a:lnTo>
                  <a:pt x="84740" y="114811"/>
                </a:lnTo>
                <a:lnTo>
                  <a:pt x="91529" y="132525"/>
                </a:lnTo>
                <a:lnTo>
                  <a:pt x="69840" y="132525"/>
                </a:lnTo>
                <a:lnTo>
                  <a:pt x="60863" y="157425"/>
                </a:lnTo>
                <a:lnTo>
                  <a:pt x="48482" y="179793"/>
                </a:lnTo>
                <a:lnTo>
                  <a:pt x="32897" y="198736"/>
                </a:lnTo>
                <a:lnTo>
                  <a:pt x="14309" y="213365"/>
                </a:lnTo>
                <a:close/>
              </a:path>
              <a:path w="231775" h="268604">
                <a:moveTo>
                  <a:pt x="125584" y="207385"/>
                </a:moveTo>
                <a:lnTo>
                  <a:pt x="106977" y="194081"/>
                </a:lnTo>
                <a:lnTo>
                  <a:pt x="91345" y="176643"/>
                </a:lnTo>
                <a:lnTo>
                  <a:pt x="78895" y="155860"/>
                </a:lnTo>
                <a:lnTo>
                  <a:pt x="69840" y="132525"/>
                </a:lnTo>
                <a:lnTo>
                  <a:pt x="91529" y="132525"/>
                </a:lnTo>
                <a:lnTo>
                  <a:pt x="96297" y="144966"/>
                </a:lnTo>
                <a:lnTo>
                  <a:pt x="114701" y="170716"/>
                </a:lnTo>
                <a:lnTo>
                  <a:pt x="139253" y="189658"/>
                </a:lnTo>
                <a:lnTo>
                  <a:pt x="125584" y="2073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710419" y="6914026"/>
            <a:ext cx="45720" cy="82550"/>
          </a:xfrm>
          <a:custGeom>
            <a:avLst/>
            <a:gdLst/>
            <a:ahLst/>
            <a:cxnLst/>
            <a:rect l="l" t="t" r="r" b="b"/>
            <a:pathLst>
              <a:path w="45720" h="82550">
                <a:moveTo>
                  <a:pt x="22425" y="82227"/>
                </a:moveTo>
                <a:lnTo>
                  <a:pt x="0" y="82227"/>
                </a:lnTo>
                <a:lnTo>
                  <a:pt x="16659" y="0"/>
                </a:lnTo>
                <a:lnTo>
                  <a:pt x="45705" y="0"/>
                </a:lnTo>
                <a:lnTo>
                  <a:pt x="22425" y="82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869462" y="6704292"/>
            <a:ext cx="244475" cy="254635"/>
          </a:xfrm>
          <a:custGeom>
            <a:avLst/>
            <a:gdLst/>
            <a:ahLst/>
            <a:cxnLst/>
            <a:rect l="l" t="t" r="r" b="b"/>
            <a:pathLst>
              <a:path w="244475" h="254634">
                <a:moveTo>
                  <a:pt x="205676" y="93974"/>
                </a:moveTo>
                <a:lnTo>
                  <a:pt x="182396" y="91411"/>
                </a:lnTo>
                <a:lnTo>
                  <a:pt x="186594" y="71929"/>
                </a:lnTo>
                <a:lnTo>
                  <a:pt x="188750" y="54569"/>
                </a:lnTo>
                <a:lnTo>
                  <a:pt x="189544" y="38490"/>
                </a:lnTo>
                <a:lnTo>
                  <a:pt x="189658" y="19435"/>
                </a:lnTo>
                <a:lnTo>
                  <a:pt x="29046" y="19435"/>
                </a:lnTo>
                <a:lnTo>
                  <a:pt x="29046" y="0"/>
                </a:lnTo>
                <a:lnTo>
                  <a:pt x="213151" y="0"/>
                </a:lnTo>
                <a:lnTo>
                  <a:pt x="213034" y="39161"/>
                </a:lnTo>
                <a:lnTo>
                  <a:pt x="212217" y="56091"/>
                </a:lnTo>
                <a:lnTo>
                  <a:pt x="209998" y="74181"/>
                </a:lnTo>
                <a:lnTo>
                  <a:pt x="205676" y="93974"/>
                </a:lnTo>
                <a:close/>
              </a:path>
              <a:path w="244475" h="254634">
                <a:moveTo>
                  <a:pt x="124516" y="111488"/>
                </a:moveTo>
                <a:lnTo>
                  <a:pt x="101236" y="111488"/>
                </a:lnTo>
                <a:lnTo>
                  <a:pt x="101236" y="59588"/>
                </a:lnTo>
                <a:lnTo>
                  <a:pt x="124516" y="59588"/>
                </a:lnTo>
                <a:lnTo>
                  <a:pt x="124516" y="111488"/>
                </a:lnTo>
                <a:close/>
              </a:path>
              <a:path w="244475" h="254634">
                <a:moveTo>
                  <a:pt x="244334" y="130923"/>
                </a:moveTo>
                <a:lnTo>
                  <a:pt x="0" y="130923"/>
                </a:lnTo>
                <a:lnTo>
                  <a:pt x="0" y="111488"/>
                </a:lnTo>
                <a:lnTo>
                  <a:pt x="244334" y="111488"/>
                </a:lnTo>
                <a:lnTo>
                  <a:pt x="244334" y="130923"/>
                </a:lnTo>
                <a:close/>
              </a:path>
              <a:path w="244475" h="254634">
                <a:moveTo>
                  <a:pt x="121099" y="254158"/>
                </a:moveTo>
                <a:lnTo>
                  <a:pt x="82177" y="250841"/>
                </a:lnTo>
                <a:lnTo>
                  <a:pt x="52567" y="241237"/>
                </a:lnTo>
                <a:lnTo>
                  <a:pt x="33728" y="225866"/>
                </a:lnTo>
                <a:lnTo>
                  <a:pt x="27124" y="205249"/>
                </a:lnTo>
                <a:lnTo>
                  <a:pt x="33728" y="184385"/>
                </a:lnTo>
                <a:lnTo>
                  <a:pt x="52567" y="168887"/>
                </a:lnTo>
                <a:lnTo>
                  <a:pt x="82177" y="159236"/>
                </a:lnTo>
                <a:lnTo>
                  <a:pt x="121099" y="155912"/>
                </a:lnTo>
                <a:lnTo>
                  <a:pt x="160147" y="159236"/>
                </a:lnTo>
                <a:lnTo>
                  <a:pt x="189844" y="168887"/>
                </a:lnTo>
                <a:lnTo>
                  <a:pt x="196169" y="174066"/>
                </a:lnTo>
                <a:lnTo>
                  <a:pt x="121099" y="174066"/>
                </a:lnTo>
                <a:lnTo>
                  <a:pt x="92069" y="176326"/>
                </a:lnTo>
                <a:lnTo>
                  <a:pt x="69866" y="182529"/>
                </a:lnTo>
                <a:lnTo>
                  <a:pt x="55714" y="192297"/>
                </a:lnTo>
                <a:lnTo>
                  <a:pt x="50831" y="205249"/>
                </a:lnTo>
                <a:lnTo>
                  <a:pt x="55714" y="217793"/>
                </a:lnTo>
                <a:lnTo>
                  <a:pt x="69866" y="227274"/>
                </a:lnTo>
                <a:lnTo>
                  <a:pt x="92069" y="233271"/>
                </a:lnTo>
                <a:lnTo>
                  <a:pt x="121099" y="235363"/>
                </a:lnTo>
                <a:lnTo>
                  <a:pt x="197076" y="235363"/>
                </a:lnTo>
                <a:lnTo>
                  <a:pt x="189844" y="241237"/>
                </a:lnTo>
                <a:lnTo>
                  <a:pt x="160147" y="250841"/>
                </a:lnTo>
                <a:lnTo>
                  <a:pt x="121099" y="254158"/>
                </a:lnTo>
                <a:close/>
              </a:path>
              <a:path w="244475" h="254634">
                <a:moveTo>
                  <a:pt x="197076" y="235363"/>
                </a:moveTo>
                <a:lnTo>
                  <a:pt x="121099" y="235363"/>
                </a:lnTo>
                <a:lnTo>
                  <a:pt x="150226" y="233271"/>
                </a:lnTo>
                <a:lnTo>
                  <a:pt x="172464" y="227274"/>
                </a:lnTo>
                <a:lnTo>
                  <a:pt x="186694" y="217793"/>
                </a:lnTo>
                <a:lnTo>
                  <a:pt x="191793" y="205249"/>
                </a:lnTo>
                <a:lnTo>
                  <a:pt x="186694" y="192297"/>
                </a:lnTo>
                <a:lnTo>
                  <a:pt x="172464" y="182529"/>
                </a:lnTo>
                <a:lnTo>
                  <a:pt x="150226" y="176326"/>
                </a:lnTo>
                <a:lnTo>
                  <a:pt x="121099" y="174066"/>
                </a:lnTo>
                <a:lnTo>
                  <a:pt x="196169" y="174066"/>
                </a:lnTo>
                <a:lnTo>
                  <a:pt x="208770" y="184385"/>
                </a:lnTo>
                <a:lnTo>
                  <a:pt x="215501" y="205249"/>
                </a:lnTo>
                <a:lnTo>
                  <a:pt x="208770" y="225866"/>
                </a:lnTo>
                <a:lnTo>
                  <a:pt x="197076" y="2353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136862" y="6704292"/>
            <a:ext cx="244475" cy="254635"/>
          </a:xfrm>
          <a:custGeom>
            <a:avLst/>
            <a:gdLst/>
            <a:ahLst/>
            <a:cxnLst/>
            <a:rect l="l" t="t" r="r" b="b"/>
            <a:pathLst>
              <a:path w="244475" h="254634">
                <a:moveTo>
                  <a:pt x="205676" y="93974"/>
                </a:moveTo>
                <a:lnTo>
                  <a:pt x="182396" y="91411"/>
                </a:lnTo>
                <a:lnTo>
                  <a:pt x="186594" y="71929"/>
                </a:lnTo>
                <a:lnTo>
                  <a:pt x="188750" y="54569"/>
                </a:lnTo>
                <a:lnTo>
                  <a:pt x="189544" y="38490"/>
                </a:lnTo>
                <a:lnTo>
                  <a:pt x="189658" y="19435"/>
                </a:lnTo>
                <a:lnTo>
                  <a:pt x="29046" y="19435"/>
                </a:lnTo>
                <a:lnTo>
                  <a:pt x="29046" y="0"/>
                </a:lnTo>
                <a:lnTo>
                  <a:pt x="213151" y="0"/>
                </a:lnTo>
                <a:lnTo>
                  <a:pt x="213034" y="39161"/>
                </a:lnTo>
                <a:lnTo>
                  <a:pt x="212217" y="56091"/>
                </a:lnTo>
                <a:lnTo>
                  <a:pt x="209998" y="74181"/>
                </a:lnTo>
                <a:lnTo>
                  <a:pt x="205676" y="93974"/>
                </a:lnTo>
                <a:close/>
              </a:path>
              <a:path w="244475" h="254634">
                <a:moveTo>
                  <a:pt x="124516" y="111488"/>
                </a:moveTo>
                <a:lnTo>
                  <a:pt x="101236" y="111488"/>
                </a:lnTo>
                <a:lnTo>
                  <a:pt x="101236" y="59588"/>
                </a:lnTo>
                <a:lnTo>
                  <a:pt x="124516" y="59588"/>
                </a:lnTo>
                <a:lnTo>
                  <a:pt x="124516" y="111488"/>
                </a:lnTo>
                <a:close/>
              </a:path>
              <a:path w="244475" h="254634">
                <a:moveTo>
                  <a:pt x="244334" y="130923"/>
                </a:moveTo>
                <a:lnTo>
                  <a:pt x="0" y="130923"/>
                </a:lnTo>
                <a:lnTo>
                  <a:pt x="0" y="111488"/>
                </a:lnTo>
                <a:lnTo>
                  <a:pt x="244334" y="111488"/>
                </a:lnTo>
                <a:lnTo>
                  <a:pt x="244334" y="130923"/>
                </a:lnTo>
                <a:close/>
              </a:path>
              <a:path w="244475" h="254634">
                <a:moveTo>
                  <a:pt x="121099" y="254158"/>
                </a:moveTo>
                <a:lnTo>
                  <a:pt x="82177" y="250841"/>
                </a:lnTo>
                <a:lnTo>
                  <a:pt x="52567" y="241237"/>
                </a:lnTo>
                <a:lnTo>
                  <a:pt x="33728" y="225866"/>
                </a:lnTo>
                <a:lnTo>
                  <a:pt x="27124" y="205249"/>
                </a:lnTo>
                <a:lnTo>
                  <a:pt x="33728" y="184385"/>
                </a:lnTo>
                <a:lnTo>
                  <a:pt x="52567" y="168887"/>
                </a:lnTo>
                <a:lnTo>
                  <a:pt x="82177" y="159236"/>
                </a:lnTo>
                <a:lnTo>
                  <a:pt x="121099" y="155912"/>
                </a:lnTo>
                <a:lnTo>
                  <a:pt x="160147" y="159236"/>
                </a:lnTo>
                <a:lnTo>
                  <a:pt x="189844" y="168887"/>
                </a:lnTo>
                <a:lnTo>
                  <a:pt x="196169" y="174066"/>
                </a:lnTo>
                <a:lnTo>
                  <a:pt x="121099" y="174066"/>
                </a:lnTo>
                <a:lnTo>
                  <a:pt x="92069" y="176326"/>
                </a:lnTo>
                <a:lnTo>
                  <a:pt x="69866" y="182529"/>
                </a:lnTo>
                <a:lnTo>
                  <a:pt x="55714" y="192297"/>
                </a:lnTo>
                <a:lnTo>
                  <a:pt x="50831" y="205249"/>
                </a:lnTo>
                <a:lnTo>
                  <a:pt x="55714" y="217793"/>
                </a:lnTo>
                <a:lnTo>
                  <a:pt x="69866" y="227274"/>
                </a:lnTo>
                <a:lnTo>
                  <a:pt x="92069" y="233271"/>
                </a:lnTo>
                <a:lnTo>
                  <a:pt x="121099" y="235363"/>
                </a:lnTo>
                <a:lnTo>
                  <a:pt x="197076" y="235363"/>
                </a:lnTo>
                <a:lnTo>
                  <a:pt x="189844" y="241237"/>
                </a:lnTo>
                <a:lnTo>
                  <a:pt x="160147" y="250841"/>
                </a:lnTo>
                <a:lnTo>
                  <a:pt x="121099" y="254158"/>
                </a:lnTo>
                <a:close/>
              </a:path>
              <a:path w="244475" h="254634">
                <a:moveTo>
                  <a:pt x="197076" y="235363"/>
                </a:moveTo>
                <a:lnTo>
                  <a:pt x="121099" y="235363"/>
                </a:lnTo>
                <a:lnTo>
                  <a:pt x="150226" y="233271"/>
                </a:lnTo>
                <a:lnTo>
                  <a:pt x="172464" y="227274"/>
                </a:lnTo>
                <a:lnTo>
                  <a:pt x="186694" y="217793"/>
                </a:lnTo>
                <a:lnTo>
                  <a:pt x="191793" y="205249"/>
                </a:lnTo>
                <a:lnTo>
                  <a:pt x="186694" y="192297"/>
                </a:lnTo>
                <a:lnTo>
                  <a:pt x="172464" y="182529"/>
                </a:lnTo>
                <a:lnTo>
                  <a:pt x="150226" y="176326"/>
                </a:lnTo>
                <a:lnTo>
                  <a:pt x="121099" y="174066"/>
                </a:lnTo>
                <a:lnTo>
                  <a:pt x="196169" y="174066"/>
                </a:lnTo>
                <a:lnTo>
                  <a:pt x="208770" y="184385"/>
                </a:lnTo>
                <a:lnTo>
                  <a:pt x="215501" y="205249"/>
                </a:lnTo>
                <a:lnTo>
                  <a:pt x="208770" y="225866"/>
                </a:lnTo>
                <a:lnTo>
                  <a:pt x="197076" y="2353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404904" y="6705787"/>
            <a:ext cx="64135" cy="273685"/>
          </a:xfrm>
          <a:custGeom>
            <a:avLst/>
            <a:gdLst/>
            <a:ahLst/>
            <a:cxnLst/>
            <a:rect l="l" t="t" r="r" b="b"/>
            <a:pathLst>
              <a:path w="64135" h="273684">
                <a:moveTo>
                  <a:pt x="23066" y="273380"/>
                </a:moveTo>
                <a:lnTo>
                  <a:pt x="0" y="273380"/>
                </a:lnTo>
                <a:lnTo>
                  <a:pt x="14423" y="247277"/>
                </a:lnTo>
                <a:lnTo>
                  <a:pt x="26163" y="213525"/>
                </a:lnTo>
                <a:lnTo>
                  <a:pt x="34059" y="175528"/>
                </a:lnTo>
                <a:lnTo>
                  <a:pt x="36949" y="136690"/>
                </a:lnTo>
                <a:lnTo>
                  <a:pt x="34059" y="97852"/>
                </a:lnTo>
                <a:lnTo>
                  <a:pt x="26163" y="59855"/>
                </a:lnTo>
                <a:lnTo>
                  <a:pt x="14423" y="26103"/>
                </a:lnTo>
                <a:lnTo>
                  <a:pt x="0" y="0"/>
                </a:lnTo>
                <a:lnTo>
                  <a:pt x="23066" y="0"/>
                </a:lnTo>
                <a:lnTo>
                  <a:pt x="40523" y="29827"/>
                </a:lnTo>
                <a:lnTo>
                  <a:pt x="53314" y="62418"/>
                </a:lnTo>
                <a:lnTo>
                  <a:pt x="61180" y="97972"/>
                </a:lnTo>
                <a:lnTo>
                  <a:pt x="63860" y="136690"/>
                </a:lnTo>
                <a:lnTo>
                  <a:pt x="61180" y="175408"/>
                </a:lnTo>
                <a:lnTo>
                  <a:pt x="53314" y="210962"/>
                </a:lnTo>
                <a:lnTo>
                  <a:pt x="40523" y="243553"/>
                </a:lnTo>
                <a:lnTo>
                  <a:pt x="23066" y="2733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518314" y="6775841"/>
            <a:ext cx="39370" cy="160655"/>
          </a:xfrm>
          <a:custGeom>
            <a:avLst/>
            <a:gdLst/>
            <a:ahLst/>
            <a:cxnLst/>
            <a:rect l="l" t="t" r="r" b="b"/>
            <a:pathLst>
              <a:path w="39370" h="160654">
                <a:moveTo>
                  <a:pt x="19649" y="38871"/>
                </a:moveTo>
                <a:lnTo>
                  <a:pt x="12077" y="37336"/>
                </a:lnTo>
                <a:lnTo>
                  <a:pt x="5846" y="33158"/>
                </a:lnTo>
                <a:lnTo>
                  <a:pt x="1658" y="26977"/>
                </a:lnTo>
                <a:lnTo>
                  <a:pt x="213" y="19435"/>
                </a:lnTo>
                <a:lnTo>
                  <a:pt x="1658" y="11893"/>
                </a:lnTo>
                <a:lnTo>
                  <a:pt x="5846" y="5713"/>
                </a:lnTo>
                <a:lnTo>
                  <a:pt x="12077" y="1535"/>
                </a:lnTo>
                <a:lnTo>
                  <a:pt x="19649" y="0"/>
                </a:lnTo>
                <a:lnTo>
                  <a:pt x="27191" y="1535"/>
                </a:lnTo>
                <a:lnTo>
                  <a:pt x="33371" y="5713"/>
                </a:lnTo>
                <a:lnTo>
                  <a:pt x="37549" y="11893"/>
                </a:lnTo>
                <a:lnTo>
                  <a:pt x="39084" y="19435"/>
                </a:lnTo>
                <a:lnTo>
                  <a:pt x="37549" y="26977"/>
                </a:lnTo>
                <a:lnTo>
                  <a:pt x="33371" y="33158"/>
                </a:lnTo>
                <a:lnTo>
                  <a:pt x="27191" y="37336"/>
                </a:lnTo>
                <a:lnTo>
                  <a:pt x="19649" y="38871"/>
                </a:lnTo>
                <a:close/>
              </a:path>
              <a:path w="39370" h="160654">
                <a:moveTo>
                  <a:pt x="19435" y="160397"/>
                </a:moveTo>
                <a:lnTo>
                  <a:pt x="11863" y="158862"/>
                </a:lnTo>
                <a:lnTo>
                  <a:pt x="5633" y="154684"/>
                </a:lnTo>
                <a:lnTo>
                  <a:pt x="1444" y="148504"/>
                </a:lnTo>
                <a:lnTo>
                  <a:pt x="0" y="140962"/>
                </a:lnTo>
                <a:lnTo>
                  <a:pt x="1444" y="133420"/>
                </a:lnTo>
                <a:lnTo>
                  <a:pt x="5633" y="127239"/>
                </a:lnTo>
                <a:lnTo>
                  <a:pt x="11863" y="123061"/>
                </a:lnTo>
                <a:lnTo>
                  <a:pt x="19435" y="121526"/>
                </a:lnTo>
                <a:lnTo>
                  <a:pt x="26977" y="123061"/>
                </a:lnTo>
                <a:lnTo>
                  <a:pt x="33158" y="127239"/>
                </a:lnTo>
                <a:lnTo>
                  <a:pt x="37336" y="133420"/>
                </a:lnTo>
                <a:lnTo>
                  <a:pt x="38871" y="140962"/>
                </a:lnTo>
                <a:lnTo>
                  <a:pt x="37336" y="148504"/>
                </a:lnTo>
                <a:lnTo>
                  <a:pt x="33158" y="154684"/>
                </a:lnTo>
                <a:lnTo>
                  <a:pt x="26977" y="158862"/>
                </a:lnTo>
                <a:lnTo>
                  <a:pt x="19435" y="1603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900326" y="7246087"/>
            <a:ext cx="96520" cy="24130"/>
          </a:xfrm>
          <a:custGeom>
            <a:avLst/>
            <a:gdLst/>
            <a:ahLst/>
            <a:cxnLst/>
            <a:rect l="l" t="t" r="r" b="b"/>
            <a:pathLst>
              <a:path w="96519" h="24129">
                <a:moveTo>
                  <a:pt x="95896" y="23920"/>
                </a:moveTo>
                <a:lnTo>
                  <a:pt x="0" y="23920"/>
                </a:lnTo>
                <a:lnTo>
                  <a:pt x="0" y="0"/>
                </a:lnTo>
                <a:lnTo>
                  <a:pt x="95896" y="0"/>
                </a:lnTo>
                <a:lnTo>
                  <a:pt x="95896" y="23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027192" y="7123493"/>
            <a:ext cx="221615" cy="265430"/>
          </a:xfrm>
          <a:custGeom>
            <a:avLst/>
            <a:gdLst/>
            <a:ahLst/>
            <a:cxnLst/>
            <a:rect l="l" t="t" r="r" b="b"/>
            <a:pathLst>
              <a:path w="221614" h="265429">
                <a:moveTo>
                  <a:pt x="221267" y="145874"/>
                </a:moveTo>
                <a:lnTo>
                  <a:pt x="197774" y="145874"/>
                </a:lnTo>
                <a:lnTo>
                  <a:pt x="197774" y="85004"/>
                </a:lnTo>
                <a:lnTo>
                  <a:pt x="143311" y="85004"/>
                </a:lnTo>
                <a:lnTo>
                  <a:pt x="143311" y="65141"/>
                </a:lnTo>
                <a:lnTo>
                  <a:pt x="197774" y="65141"/>
                </a:lnTo>
                <a:lnTo>
                  <a:pt x="197774" y="0"/>
                </a:lnTo>
                <a:lnTo>
                  <a:pt x="221267" y="0"/>
                </a:lnTo>
                <a:lnTo>
                  <a:pt x="221267" y="145874"/>
                </a:lnTo>
                <a:close/>
              </a:path>
              <a:path w="221614" h="265429">
                <a:moveTo>
                  <a:pt x="152281" y="35881"/>
                </a:moveTo>
                <a:lnTo>
                  <a:pt x="7688" y="35881"/>
                </a:lnTo>
                <a:lnTo>
                  <a:pt x="7688" y="16231"/>
                </a:lnTo>
                <a:lnTo>
                  <a:pt x="152281" y="16231"/>
                </a:lnTo>
                <a:lnTo>
                  <a:pt x="152281" y="35881"/>
                </a:lnTo>
                <a:close/>
              </a:path>
              <a:path w="221614" h="265429">
                <a:moveTo>
                  <a:pt x="12387" y="150145"/>
                </a:moveTo>
                <a:lnTo>
                  <a:pt x="0" y="131564"/>
                </a:lnTo>
                <a:lnTo>
                  <a:pt x="27438" y="117154"/>
                </a:lnTo>
                <a:lnTo>
                  <a:pt x="49069" y="96537"/>
                </a:lnTo>
                <a:lnTo>
                  <a:pt x="63252" y="71435"/>
                </a:lnTo>
                <a:lnTo>
                  <a:pt x="68345" y="43570"/>
                </a:lnTo>
                <a:lnTo>
                  <a:pt x="68345" y="35881"/>
                </a:lnTo>
                <a:lnTo>
                  <a:pt x="92266" y="35881"/>
                </a:lnTo>
                <a:lnTo>
                  <a:pt x="92266" y="43570"/>
                </a:lnTo>
                <a:lnTo>
                  <a:pt x="97084" y="69056"/>
                </a:lnTo>
                <a:lnTo>
                  <a:pt x="105163" y="82975"/>
                </a:lnTo>
                <a:lnTo>
                  <a:pt x="80732" y="82975"/>
                </a:lnTo>
                <a:lnTo>
                  <a:pt x="69633" y="104853"/>
                </a:lnTo>
                <a:lnTo>
                  <a:pt x="54168" y="123768"/>
                </a:lnTo>
                <a:lnTo>
                  <a:pt x="34900" y="139079"/>
                </a:lnTo>
                <a:lnTo>
                  <a:pt x="12387" y="150145"/>
                </a:lnTo>
                <a:close/>
              </a:path>
              <a:path w="221614" h="265429">
                <a:moveTo>
                  <a:pt x="146087" y="143952"/>
                </a:moveTo>
                <a:lnTo>
                  <a:pt x="124718" y="133613"/>
                </a:lnTo>
                <a:lnTo>
                  <a:pt x="106402" y="119630"/>
                </a:lnTo>
                <a:lnTo>
                  <a:pt x="91590" y="102564"/>
                </a:lnTo>
                <a:lnTo>
                  <a:pt x="80732" y="82975"/>
                </a:lnTo>
                <a:lnTo>
                  <a:pt x="105163" y="82975"/>
                </a:lnTo>
                <a:lnTo>
                  <a:pt x="110633" y="92399"/>
                </a:lnTo>
                <a:lnTo>
                  <a:pt x="131551" y="111778"/>
                </a:lnTo>
                <a:lnTo>
                  <a:pt x="158475" y="125370"/>
                </a:lnTo>
                <a:lnTo>
                  <a:pt x="146087" y="143952"/>
                </a:lnTo>
                <a:close/>
              </a:path>
              <a:path w="221614" h="265429">
                <a:moveTo>
                  <a:pt x="221267" y="264837"/>
                </a:moveTo>
                <a:lnTo>
                  <a:pt x="48482" y="264837"/>
                </a:lnTo>
                <a:lnTo>
                  <a:pt x="48482" y="158689"/>
                </a:lnTo>
                <a:lnTo>
                  <a:pt x="72189" y="158689"/>
                </a:lnTo>
                <a:lnTo>
                  <a:pt x="72189" y="192220"/>
                </a:lnTo>
                <a:lnTo>
                  <a:pt x="221267" y="192220"/>
                </a:lnTo>
                <a:lnTo>
                  <a:pt x="221267" y="211229"/>
                </a:lnTo>
                <a:lnTo>
                  <a:pt x="72189" y="211229"/>
                </a:lnTo>
                <a:lnTo>
                  <a:pt x="72189" y="245402"/>
                </a:lnTo>
                <a:lnTo>
                  <a:pt x="221267" y="245402"/>
                </a:lnTo>
                <a:lnTo>
                  <a:pt x="221267" y="264837"/>
                </a:lnTo>
                <a:close/>
              </a:path>
              <a:path w="221614" h="265429">
                <a:moveTo>
                  <a:pt x="221267" y="192220"/>
                </a:moveTo>
                <a:lnTo>
                  <a:pt x="197774" y="192220"/>
                </a:lnTo>
                <a:lnTo>
                  <a:pt x="197774" y="158689"/>
                </a:lnTo>
                <a:lnTo>
                  <a:pt x="221267" y="158689"/>
                </a:lnTo>
                <a:lnTo>
                  <a:pt x="221267" y="192220"/>
                </a:lnTo>
                <a:close/>
              </a:path>
              <a:path w="221614" h="265429">
                <a:moveTo>
                  <a:pt x="221267" y="245402"/>
                </a:moveTo>
                <a:lnTo>
                  <a:pt x="197774" y="245402"/>
                </a:lnTo>
                <a:lnTo>
                  <a:pt x="197774" y="211229"/>
                </a:lnTo>
                <a:lnTo>
                  <a:pt x="221267" y="211229"/>
                </a:lnTo>
                <a:lnTo>
                  <a:pt x="221267" y="245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293524" y="7133104"/>
            <a:ext cx="245110" cy="259079"/>
          </a:xfrm>
          <a:custGeom>
            <a:avLst/>
            <a:gdLst/>
            <a:ahLst/>
            <a:cxnLst/>
            <a:rect l="l" t="t" r="r" b="b"/>
            <a:pathLst>
              <a:path w="245110" h="259079">
                <a:moveTo>
                  <a:pt x="22425" y="112128"/>
                </a:moveTo>
                <a:lnTo>
                  <a:pt x="12601" y="92693"/>
                </a:lnTo>
                <a:lnTo>
                  <a:pt x="48305" y="83135"/>
                </a:lnTo>
                <a:lnTo>
                  <a:pt x="79584" y="65889"/>
                </a:lnTo>
                <a:lnTo>
                  <a:pt x="101773" y="42715"/>
                </a:lnTo>
                <a:lnTo>
                  <a:pt x="110206" y="15377"/>
                </a:lnTo>
                <a:lnTo>
                  <a:pt x="110206" y="0"/>
                </a:lnTo>
                <a:lnTo>
                  <a:pt x="134768" y="0"/>
                </a:lnTo>
                <a:lnTo>
                  <a:pt x="134768" y="15377"/>
                </a:lnTo>
                <a:lnTo>
                  <a:pt x="143234" y="42445"/>
                </a:lnTo>
                <a:lnTo>
                  <a:pt x="149436" y="48909"/>
                </a:lnTo>
                <a:lnTo>
                  <a:pt x="122594" y="48909"/>
                </a:lnTo>
                <a:lnTo>
                  <a:pt x="105606" y="71807"/>
                </a:lnTo>
                <a:lnTo>
                  <a:pt x="81760" y="90330"/>
                </a:lnTo>
                <a:lnTo>
                  <a:pt x="53289" y="103947"/>
                </a:lnTo>
                <a:lnTo>
                  <a:pt x="22425" y="112128"/>
                </a:lnTo>
                <a:close/>
              </a:path>
              <a:path w="245110" h="259079">
                <a:moveTo>
                  <a:pt x="222976" y="112128"/>
                </a:moveTo>
                <a:lnTo>
                  <a:pt x="192049" y="103917"/>
                </a:lnTo>
                <a:lnTo>
                  <a:pt x="163534" y="90250"/>
                </a:lnTo>
                <a:lnTo>
                  <a:pt x="139645" y="71717"/>
                </a:lnTo>
                <a:lnTo>
                  <a:pt x="122594" y="48909"/>
                </a:lnTo>
                <a:lnTo>
                  <a:pt x="149436" y="48909"/>
                </a:lnTo>
                <a:lnTo>
                  <a:pt x="165496" y="65648"/>
                </a:lnTo>
                <a:lnTo>
                  <a:pt x="196849" y="83045"/>
                </a:lnTo>
                <a:lnTo>
                  <a:pt x="232587" y="92693"/>
                </a:lnTo>
                <a:lnTo>
                  <a:pt x="222976" y="112128"/>
                </a:lnTo>
                <a:close/>
              </a:path>
              <a:path w="245110" h="259079">
                <a:moveTo>
                  <a:pt x="244761" y="161465"/>
                </a:moveTo>
                <a:lnTo>
                  <a:pt x="0" y="161465"/>
                </a:lnTo>
                <a:lnTo>
                  <a:pt x="0" y="141602"/>
                </a:lnTo>
                <a:lnTo>
                  <a:pt x="244761" y="141602"/>
                </a:lnTo>
                <a:lnTo>
                  <a:pt x="244761" y="161465"/>
                </a:lnTo>
                <a:close/>
              </a:path>
              <a:path w="245110" h="259079">
                <a:moveTo>
                  <a:pt x="133486" y="258857"/>
                </a:moveTo>
                <a:lnTo>
                  <a:pt x="110206" y="258857"/>
                </a:lnTo>
                <a:lnTo>
                  <a:pt x="110206" y="161465"/>
                </a:lnTo>
                <a:lnTo>
                  <a:pt x="133486" y="161465"/>
                </a:lnTo>
                <a:lnTo>
                  <a:pt x="133486" y="2588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651169" y="7123280"/>
            <a:ext cx="238125" cy="262890"/>
          </a:xfrm>
          <a:custGeom>
            <a:avLst/>
            <a:gdLst/>
            <a:ahLst/>
            <a:cxnLst/>
            <a:rect l="l" t="t" r="r" b="b"/>
            <a:pathLst>
              <a:path w="238125" h="262890">
                <a:moveTo>
                  <a:pt x="197133" y="194570"/>
                </a:moveTo>
                <a:lnTo>
                  <a:pt x="173426" y="194570"/>
                </a:lnTo>
                <a:lnTo>
                  <a:pt x="173426" y="0"/>
                </a:lnTo>
                <a:lnTo>
                  <a:pt x="197133" y="0"/>
                </a:lnTo>
                <a:lnTo>
                  <a:pt x="197133" y="80092"/>
                </a:lnTo>
                <a:lnTo>
                  <a:pt x="237713" y="80092"/>
                </a:lnTo>
                <a:lnTo>
                  <a:pt x="237713" y="99954"/>
                </a:lnTo>
                <a:lnTo>
                  <a:pt x="197133" y="99954"/>
                </a:lnTo>
                <a:lnTo>
                  <a:pt x="197133" y="194570"/>
                </a:lnTo>
                <a:close/>
              </a:path>
              <a:path w="238125" h="262890">
                <a:moveTo>
                  <a:pt x="20717" y="146728"/>
                </a:moveTo>
                <a:lnTo>
                  <a:pt x="0" y="146728"/>
                </a:lnTo>
                <a:lnTo>
                  <a:pt x="0" y="23493"/>
                </a:lnTo>
                <a:lnTo>
                  <a:pt x="119390" y="23493"/>
                </a:lnTo>
                <a:lnTo>
                  <a:pt x="119390" y="43142"/>
                </a:lnTo>
                <a:lnTo>
                  <a:pt x="23493" y="43142"/>
                </a:lnTo>
                <a:lnTo>
                  <a:pt x="23493" y="126865"/>
                </a:lnTo>
                <a:lnTo>
                  <a:pt x="145284" y="126865"/>
                </a:lnTo>
                <a:lnTo>
                  <a:pt x="146942" y="137758"/>
                </a:lnTo>
                <a:lnTo>
                  <a:pt x="119200" y="142253"/>
                </a:lnTo>
                <a:lnTo>
                  <a:pt x="90797" y="145046"/>
                </a:lnTo>
                <a:lnTo>
                  <a:pt x="58911" y="146438"/>
                </a:lnTo>
                <a:lnTo>
                  <a:pt x="20717" y="146728"/>
                </a:lnTo>
                <a:close/>
              </a:path>
              <a:path w="238125" h="262890">
                <a:moveTo>
                  <a:pt x="145284" y="126865"/>
                </a:moveTo>
                <a:lnTo>
                  <a:pt x="23493" y="126865"/>
                </a:lnTo>
                <a:lnTo>
                  <a:pt x="59975" y="126623"/>
                </a:lnTo>
                <a:lnTo>
                  <a:pt x="90450" y="125330"/>
                </a:lnTo>
                <a:lnTo>
                  <a:pt x="117561" y="122615"/>
                </a:lnTo>
                <a:lnTo>
                  <a:pt x="143952" y="118109"/>
                </a:lnTo>
                <a:lnTo>
                  <a:pt x="145284" y="126865"/>
                </a:lnTo>
                <a:close/>
              </a:path>
              <a:path w="238125" h="262890">
                <a:moveTo>
                  <a:pt x="209520" y="262702"/>
                </a:moveTo>
                <a:lnTo>
                  <a:pt x="29046" y="262702"/>
                </a:lnTo>
                <a:lnTo>
                  <a:pt x="29046" y="174921"/>
                </a:lnTo>
                <a:lnTo>
                  <a:pt x="52540" y="174921"/>
                </a:lnTo>
                <a:lnTo>
                  <a:pt x="52540" y="243052"/>
                </a:lnTo>
                <a:lnTo>
                  <a:pt x="209520" y="243052"/>
                </a:lnTo>
                <a:lnTo>
                  <a:pt x="209520" y="2627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905541" y="7123493"/>
            <a:ext cx="230504" cy="268605"/>
          </a:xfrm>
          <a:custGeom>
            <a:avLst/>
            <a:gdLst/>
            <a:ahLst/>
            <a:cxnLst/>
            <a:rect l="l" t="t" r="r" b="b"/>
            <a:pathLst>
              <a:path w="230505" h="268604">
                <a:moveTo>
                  <a:pt x="230024" y="268468"/>
                </a:moveTo>
                <a:lnTo>
                  <a:pt x="207385" y="268468"/>
                </a:lnTo>
                <a:lnTo>
                  <a:pt x="207385" y="0"/>
                </a:lnTo>
                <a:lnTo>
                  <a:pt x="230024" y="0"/>
                </a:lnTo>
                <a:lnTo>
                  <a:pt x="230024" y="268468"/>
                </a:lnTo>
                <a:close/>
              </a:path>
              <a:path w="230505" h="268604">
                <a:moveTo>
                  <a:pt x="175775" y="74752"/>
                </a:moveTo>
                <a:lnTo>
                  <a:pt x="152922" y="74752"/>
                </a:lnTo>
                <a:lnTo>
                  <a:pt x="152922" y="7261"/>
                </a:lnTo>
                <a:lnTo>
                  <a:pt x="175775" y="7261"/>
                </a:lnTo>
                <a:lnTo>
                  <a:pt x="175775" y="74752"/>
                </a:lnTo>
                <a:close/>
              </a:path>
              <a:path w="230505" h="268604">
                <a:moveTo>
                  <a:pt x="14309" y="210375"/>
                </a:moveTo>
                <a:lnTo>
                  <a:pt x="0" y="193288"/>
                </a:lnTo>
                <a:lnTo>
                  <a:pt x="38354" y="164832"/>
                </a:lnTo>
                <a:lnTo>
                  <a:pt x="66236" y="131751"/>
                </a:lnTo>
                <a:lnTo>
                  <a:pt x="84066" y="94625"/>
                </a:lnTo>
                <a:lnTo>
                  <a:pt x="92266" y="54035"/>
                </a:lnTo>
                <a:lnTo>
                  <a:pt x="11960" y="54035"/>
                </a:lnTo>
                <a:lnTo>
                  <a:pt x="11960" y="34172"/>
                </a:lnTo>
                <a:lnTo>
                  <a:pt x="115759" y="34172"/>
                </a:lnTo>
                <a:lnTo>
                  <a:pt x="115537" y="44462"/>
                </a:lnTo>
                <a:lnTo>
                  <a:pt x="114865" y="54662"/>
                </a:lnTo>
                <a:lnTo>
                  <a:pt x="113732" y="64762"/>
                </a:lnTo>
                <a:lnTo>
                  <a:pt x="112128" y="74752"/>
                </a:lnTo>
                <a:lnTo>
                  <a:pt x="175775" y="74752"/>
                </a:lnTo>
                <a:lnTo>
                  <a:pt x="175775" y="94401"/>
                </a:lnTo>
                <a:lnTo>
                  <a:pt x="107536" y="94401"/>
                </a:lnTo>
                <a:lnTo>
                  <a:pt x="94562" y="127449"/>
                </a:lnTo>
                <a:lnTo>
                  <a:pt x="75019" y="158075"/>
                </a:lnTo>
                <a:lnTo>
                  <a:pt x="48429" y="185856"/>
                </a:lnTo>
                <a:lnTo>
                  <a:pt x="14309" y="210375"/>
                </a:lnTo>
                <a:close/>
              </a:path>
              <a:path w="230505" h="268604">
                <a:moveTo>
                  <a:pt x="175775" y="254799"/>
                </a:moveTo>
                <a:lnTo>
                  <a:pt x="152922" y="254799"/>
                </a:lnTo>
                <a:lnTo>
                  <a:pt x="152922" y="161679"/>
                </a:lnTo>
                <a:lnTo>
                  <a:pt x="103158" y="161679"/>
                </a:lnTo>
                <a:lnTo>
                  <a:pt x="103158" y="142029"/>
                </a:lnTo>
                <a:lnTo>
                  <a:pt x="152922" y="142029"/>
                </a:lnTo>
                <a:lnTo>
                  <a:pt x="152922" y="94401"/>
                </a:lnTo>
                <a:lnTo>
                  <a:pt x="175775" y="94401"/>
                </a:lnTo>
                <a:lnTo>
                  <a:pt x="175775" y="254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176573" y="7123493"/>
            <a:ext cx="226695" cy="268605"/>
          </a:xfrm>
          <a:custGeom>
            <a:avLst/>
            <a:gdLst/>
            <a:ahLst/>
            <a:cxnLst/>
            <a:rect l="l" t="t" r="r" b="b"/>
            <a:pathLst>
              <a:path w="226695" h="268604">
                <a:moveTo>
                  <a:pt x="226607" y="268468"/>
                </a:moveTo>
                <a:lnTo>
                  <a:pt x="203754" y="268468"/>
                </a:lnTo>
                <a:lnTo>
                  <a:pt x="203754" y="0"/>
                </a:lnTo>
                <a:lnTo>
                  <a:pt x="226607" y="0"/>
                </a:lnTo>
                <a:lnTo>
                  <a:pt x="226607" y="268468"/>
                </a:lnTo>
                <a:close/>
              </a:path>
              <a:path w="226695" h="268604">
                <a:moveTo>
                  <a:pt x="172785" y="104653"/>
                </a:moveTo>
                <a:lnTo>
                  <a:pt x="149932" y="104653"/>
                </a:lnTo>
                <a:lnTo>
                  <a:pt x="149932" y="5766"/>
                </a:lnTo>
                <a:lnTo>
                  <a:pt x="172785" y="5766"/>
                </a:lnTo>
                <a:lnTo>
                  <a:pt x="172785" y="104653"/>
                </a:lnTo>
                <a:close/>
              </a:path>
              <a:path w="226695" h="268604">
                <a:moveTo>
                  <a:pt x="57452" y="209093"/>
                </a:moveTo>
                <a:lnTo>
                  <a:pt x="33788" y="202649"/>
                </a:lnTo>
                <a:lnTo>
                  <a:pt x="15671" y="183971"/>
                </a:lnTo>
                <a:lnTo>
                  <a:pt x="4081" y="154520"/>
                </a:lnTo>
                <a:lnTo>
                  <a:pt x="0" y="115759"/>
                </a:lnTo>
                <a:lnTo>
                  <a:pt x="4081" y="77152"/>
                </a:lnTo>
                <a:lnTo>
                  <a:pt x="15671" y="47814"/>
                </a:lnTo>
                <a:lnTo>
                  <a:pt x="33788" y="29170"/>
                </a:lnTo>
                <a:lnTo>
                  <a:pt x="57452" y="22639"/>
                </a:lnTo>
                <a:lnTo>
                  <a:pt x="79845" y="28335"/>
                </a:lnTo>
                <a:lnTo>
                  <a:pt x="97472" y="44664"/>
                </a:lnTo>
                <a:lnTo>
                  <a:pt x="97559" y="44851"/>
                </a:lnTo>
                <a:lnTo>
                  <a:pt x="57452" y="44851"/>
                </a:lnTo>
                <a:lnTo>
                  <a:pt x="42815" y="49803"/>
                </a:lnTo>
                <a:lnTo>
                  <a:pt x="31663" y="63966"/>
                </a:lnTo>
                <a:lnTo>
                  <a:pt x="24594" y="86299"/>
                </a:lnTo>
                <a:lnTo>
                  <a:pt x="22212" y="115759"/>
                </a:lnTo>
                <a:lnTo>
                  <a:pt x="24594" y="145250"/>
                </a:lnTo>
                <a:lnTo>
                  <a:pt x="31663" y="167632"/>
                </a:lnTo>
                <a:lnTo>
                  <a:pt x="42815" y="181805"/>
                </a:lnTo>
                <a:lnTo>
                  <a:pt x="57452" y="186667"/>
                </a:lnTo>
                <a:lnTo>
                  <a:pt x="97684" y="186667"/>
                </a:lnTo>
                <a:lnTo>
                  <a:pt x="80177" y="203293"/>
                </a:lnTo>
                <a:lnTo>
                  <a:pt x="57452" y="209093"/>
                </a:lnTo>
                <a:close/>
              </a:path>
              <a:path w="226695" h="268604">
                <a:moveTo>
                  <a:pt x="97684" y="186667"/>
                </a:moveTo>
                <a:lnTo>
                  <a:pt x="57452" y="186667"/>
                </a:lnTo>
                <a:lnTo>
                  <a:pt x="72339" y="181805"/>
                </a:lnTo>
                <a:lnTo>
                  <a:pt x="83642" y="167632"/>
                </a:lnTo>
                <a:lnTo>
                  <a:pt x="90821" y="145250"/>
                </a:lnTo>
                <a:lnTo>
                  <a:pt x="93333" y="115759"/>
                </a:lnTo>
                <a:lnTo>
                  <a:pt x="90821" y="86299"/>
                </a:lnTo>
                <a:lnTo>
                  <a:pt x="83642" y="63966"/>
                </a:lnTo>
                <a:lnTo>
                  <a:pt x="72339" y="49803"/>
                </a:lnTo>
                <a:lnTo>
                  <a:pt x="57452" y="44851"/>
                </a:lnTo>
                <a:lnTo>
                  <a:pt x="97559" y="44851"/>
                </a:lnTo>
                <a:lnTo>
                  <a:pt x="109532" y="70484"/>
                </a:lnTo>
                <a:lnTo>
                  <a:pt x="115225" y="104653"/>
                </a:lnTo>
                <a:lnTo>
                  <a:pt x="172785" y="104653"/>
                </a:lnTo>
                <a:lnTo>
                  <a:pt x="172785" y="124302"/>
                </a:lnTo>
                <a:lnTo>
                  <a:pt x="115332" y="124302"/>
                </a:lnTo>
                <a:lnTo>
                  <a:pt x="109968" y="159656"/>
                </a:lnTo>
                <a:lnTo>
                  <a:pt x="97965" y="186400"/>
                </a:lnTo>
                <a:lnTo>
                  <a:pt x="97684" y="186667"/>
                </a:lnTo>
                <a:close/>
              </a:path>
              <a:path w="226695" h="268604">
                <a:moveTo>
                  <a:pt x="172785" y="254799"/>
                </a:moveTo>
                <a:lnTo>
                  <a:pt x="149932" y="254799"/>
                </a:lnTo>
                <a:lnTo>
                  <a:pt x="149932" y="124302"/>
                </a:lnTo>
                <a:lnTo>
                  <a:pt x="172785" y="124302"/>
                </a:lnTo>
                <a:lnTo>
                  <a:pt x="172785" y="254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440343" y="7123493"/>
            <a:ext cx="222885" cy="269240"/>
          </a:xfrm>
          <a:custGeom>
            <a:avLst/>
            <a:gdLst/>
            <a:ahLst/>
            <a:cxnLst/>
            <a:rect l="l" t="t" r="r" b="b"/>
            <a:pathLst>
              <a:path w="222885" h="269240">
                <a:moveTo>
                  <a:pt x="222762" y="268895"/>
                </a:moveTo>
                <a:lnTo>
                  <a:pt x="199269" y="268895"/>
                </a:lnTo>
                <a:lnTo>
                  <a:pt x="199269" y="111061"/>
                </a:lnTo>
                <a:lnTo>
                  <a:pt x="135622" y="111061"/>
                </a:lnTo>
                <a:lnTo>
                  <a:pt x="135622" y="91625"/>
                </a:lnTo>
                <a:lnTo>
                  <a:pt x="199269" y="91625"/>
                </a:lnTo>
                <a:lnTo>
                  <a:pt x="199269" y="0"/>
                </a:lnTo>
                <a:lnTo>
                  <a:pt x="222762" y="0"/>
                </a:lnTo>
                <a:lnTo>
                  <a:pt x="222762" y="268895"/>
                </a:lnTo>
                <a:close/>
              </a:path>
              <a:path w="222885" h="269240">
                <a:moveTo>
                  <a:pt x="15164" y="211656"/>
                </a:moveTo>
                <a:lnTo>
                  <a:pt x="0" y="192648"/>
                </a:lnTo>
                <a:lnTo>
                  <a:pt x="27595" y="172565"/>
                </a:lnTo>
                <a:lnTo>
                  <a:pt x="50004" y="143631"/>
                </a:lnTo>
                <a:lnTo>
                  <a:pt x="65084" y="109092"/>
                </a:lnTo>
                <a:lnTo>
                  <a:pt x="70694" y="72189"/>
                </a:lnTo>
                <a:lnTo>
                  <a:pt x="70694" y="23280"/>
                </a:lnTo>
                <a:lnTo>
                  <a:pt x="94615" y="23280"/>
                </a:lnTo>
                <a:lnTo>
                  <a:pt x="94615" y="72189"/>
                </a:lnTo>
                <a:lnTo>
                  <a:pt x="100098" y="108140"/>
                </a:lnTo>
                <a:lnTo>
                  <a:pt x="105811" y="120778"/>
                </a:lnTo>
                <a:lnTo>
                  <a:pt x="82868" y="120778"/>
                </a:lnTo>
                <a:lnTo>
                  <a:pt x="71598" y="149620"/>
                </a:lnTo>
                <a:lnTo>
                  <a:pt x="56064" y="175148"/>
                </a:lnTo>
                <a:lnTo>
                  <a:pt x="37005" y="196210"/>
                </a:lnTo>
                <a:lnTo>
                  <a:pt x="15164" y="211656"/>
                </a:lnTo>
                <a:close/>
              </a:path>
              <a:path w="222885" h="269240">
                <a:moveTo>
                  <a:pt x="150573" y="206744"/>
                </a:moveTo>
                <a:lnTo>
                  <a:pt x="128791" y="192050"/>
                </a:lnTo>
                <a:lnTo>
                  <a:pt x="109752" y="172171"/>
                </a:lnTo>
                <a:lnTo>
                  <a:pt x="94198" y="148086"/>
                </a:lnTo>
                <a:lnTo>
                  <a:pt x="82868" y="120778"/>
                </a:lnTo>
                <a:lnTo>
                  <a:pt x="105811" y="120778"/>
                </a:lnTo>
                <a:lnTo>
                  <a:pt x="115092" y="141309"/>
                </a:lnTo>
                <a:lnTo>
                  <a:pt x="137414" y="168750"/>
                </a:lnTo>
                <a:lnTo>
                  <a:pt x="164882" y="187522"/>
                </a:lnTo>
                <a:lnTo>
                  <a:pt x="150573" y="206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784904" y="7123493"/>
            <a:ext cx="222885" cy="268605"/>
          </a:xfrm>
          <a:custGeom>
            <a:avLst/>
            <a:gdLst/>
            <a:ahLst/>
            <a:cxnLst/>
            <a:rect l="l" t="t" r="r" b="b"/>
            <a:pathLst>
              <a:path w="222885" h="268604">
                <a:moveTo>
                  <a:pt x="222335" y="268468"/>
                </a:moveTo>
                <a:lnTo>
                  <a:pt x="198628" y="268468"/>
                </a:lnTo>
                <a:lnTo>
                  <a:pt x="198628" y="0"/>
                </a:lnTo>
                <a:lnTo>
                  <a:pt x="222335" y="0"/>
                </a:lnTo>
                <a:lnTo>
                  <a:pt x="222335" y="268468"/>
                </a:lnTo>
                <a:close/>
              </a:path>
              <a:path w="222885" h="268604">
                <a:moveTo>
                  <a:pt x="160397" y="48695"/>
                </a:moveTo>
                <a:lnTo>
                  <a:pt x="7048" y="48695"/>
                </a:lnTo>
                <a:lnTo>
                  <a:pt x="7048" y="29046"/>
                </a:lnTo>
                <a:lnTo>
                  <a:pt x="160397" y="29046"/>
                </a:lnTo>
                <a:lnTo>
                  <a:pt x="160397" y="48695"/>
                </a:lnTo>
                <a:close/>
              </a:path>
              <a:path w="222885" h="268604">
                <a:moveTo>
                  <a:pt x="2776" y="201832"/>
                </a:moveTo>
                <a:lnTo>
                  <a:pt x="0" y="181542"/>
                </a:lnTo>
                <a:lnTo>
                  <a:pt x="37376" y="181328"/>
                </a:lnTo>
                <a:lnTo>
                  <a:pt x="37376" y="48695"/>
                </a:lnTo>
                <a:lnTo>
                  <a:pt x="60442" y="48695"/>
                </a:lnTo>
                <a:lnTo>
                  <a:pt x="60442" y="180901"/>
                </a:lnTo>
                <a:lnTo>
                  <a:pt x="175003" y="180901"/>
                </a:lnTo>
                <a:lnTo>
                  <a:pt x="175775" y="191580"/>
                </a:lnTo>
                <a:lnTo>
                  <a:pt x="131053" y="197026"/>
                </a:lnTo>
                <a:lnTo>
                  <a:pt x="85992" y="200069"/>
                </a:lnTo>
                <a:lnTo>
                  <a:pt x="42572" y="201431"/>
                </a:lnTo>
                <a:lnTo>
                  <a:pt x="2776" y="201832"/>
                </a:lnTo>
                <a:close/>
              </a:path>
              <a:path w="222885" h="268604">
                <a:moveTo>
                  <a:pt x="175003" y="180901"/>
                </a:moveTo>
                <a:lnTo>
                  <a:pt x="60442" y="180901"/>
                </a:lnTo>
                <a:lnTo>
                  <a:pt x="83455" y="180260"/>
                </a:lnTo>
                <a:lnTo>
                  <a:pt x="106789" y="179299"/>
                </a:lnTo>
                <a:lnTo>
                  <a:pt x="106789" y="48695"/>
                </a:lnTo>
                <a:lnTo>
                  <a:pt x="130069" y="48695"/>
                </a:lnTo>
                <a:lnTo>
                  <a:pt x="130069" y="177911"/>
                </a:lnTo>
                <a:lnTo>
                  <a:pt x="174787" y="177911"/>
                </a:lnTo>
                <a:lnTo>
                  <a:pt x="175003" y="180901"/>
                </a:lnTo>
                <a:close/>
              </a:path>
              <a:path w="222885" h="268604">
                <a:moveTo>
                  <a:pt x="174787" y="177911"/>
                </a:moveTo>
                <a:lnTo>
                  <a:pt x="130069" y="177911"/>
                </a:lnTo>
                <a:lnTo>
                  <a:pt x="152602" y="176122"/>
                </a:lnTo>
                <a:lnTo>
                  <a:pt x="163648" y="175057"/>
                </a:lnTo>
                <a:lnTo>
                  <a:pt x="174493" y="173853"/>
                </a:lnTo>
                <a:lnTo>
                  <a:pt x="174787" y="1779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052091" y="7123493"/>
            <a:ext cx="229870" cy="268605"/>
          </a:xfrm>
          <a:custGeom>
            <a:avLst/>
            <a:gdLst/>
            <a:ahLst/>
            <a:cxnLst/>
            <a:rect l="l" t="t" r="r" b="b"/>
            <a:pathLst>
              <a:path w="229870" h="268604">
                <a:moveTo>
                  <a:pt x="229383" y="113196"/>
                </a:moveTo>
                <a:lnTo>
                  <a:pt x="206744" y="113196"/>
                </a:lnTo>
                <a:lnTo>
                  <a:pt x="206744" y="0"/>
                </a:lnTo>
                <a:lnTo>
                  <a:pt x="229383" y="0"/>
                </a:lnTo>
                <a:lnTo>
                  <a:pt x="229383" y="113196"/>
                </a:lnTo>
                <a:close/>
              </a:path>
              <a:path w="229870" h="268604">
                <a:moveTo>
                  <a:pt x="171076" y="255226"/>
                </a:moveTo>
                <a:lnTo>
                  <a:pt x="148650" y="255226"/>
                </a:lnTo>
                <a:lnTo>
                  <a:pt x="148650" y="6407"/>
                </a:lnTo>
                <a:lnTo>
                  <a:pt x="171076" y="6407"/>
                </a:lnTo>
                <a:lnTo>
                  <a:pt x="171076" y="113196"/>
                </a:lnTo>
                <a:lnTo>
                  <a:pt x="229383" y="113196"/>
                </a:lnTo>
                <a:lnTo>
                  <a:pt x="229383" y="132846"/>
                </a:lnTo>
                <a:lnTo>
                  <a:pt x="171076" y="132846"/>
                </a:lnTo>
                <a:lnTo>
                  <a:pt x="171076" y="255226"/>
                </a:lnTo>
                <a:close/>
              </a:path>
              <a:path w="229870" h="268604">
                <a:moveTo>
                  <a:pt x="229383" y="268468"/>
                </a:moveTo>
                <a:lnTo>
                  <a:pt x="206744" y="268468"/>
                </a:lnTo>
                <a:lnTo>
                  <a:pt x="206744" y="132846"/>
                </a:lnTo>
                <a:lnTo>
                  <a:pt x="229383" y="132846"/>
                </a:lnTo>
                <a:lnTo>
                  <a:pt x="229383" y="268468"/>
                </a:lnTo>
                <a:close/>
              </a:path>
              <a:path w="229870" h="268604">
                <a:moveTo>
                  <a:pt x="79451" y="46346"/>
                </a:moveTo>
                <a:lnTo>
                  <a:pt x="55744" y="46346"/>
                </a:lnTo>
                <a:lnTo>
                  <a:pt x="55744" y="8115"/>
                </a:lnTo>
                <a:lnTo>
                  <a:pt x="79451" y="8115"/>
                </a:lnTo>
                <a:lnTo>
                  <a:pt x="79451" y="46346"/>
                </a:lnTo>
                <a:close/>
              </a:path>
              <a:path w="229870" h="268604">
                <a:moveTo>
                  <a:pt x="134768" y="65782"/>
                </a:moveTo>
                <a:lnTo>
                  <a:pt x="0" y="65782"/>
                </a:lnTo>
                <a:lnTo>
                  <a:pt x="0" y="46346"/>
                </a:lnTo>
                <a:lnTo>
                  <a:pt x="134768" y="46346"/>
                </a:lnTo>
                <a:lnTo>
                  <a:pt x="134768" y="65782"/>
                </a:lnTo>
                <a:close/>
              </a:path>
              <a:path w="229870" h="268604">
                <a:moveTo>
                  <a:pt x="67490" y="206317"/>
                </a:moveTo>
                <a:lnTo>
                  <a:pt x="44304" y="201781"/>
                </a:lnTo>
                <a:lnTo>
                  <a:pt x="26003" y="189097"/>
                </a:lnTo>
                <a:lnTo>
                  <a:pt x="14029" y="169645"/>
                </a:lnTo>
                <a:lnTo>
                  <a:pt x="9824" y="144806"/>
                </a:lnTo>
                <a:lnTo>
                  <a:pt x="14029" y="120248"/>
                </a:lnTo>
                <a:lnTo>
                  <a:pt x="26003" y="100996"/>
                </a:lnTo>
                <a:lnTo>
                  <a:pt x="44304" y="88431"/>
                </a:lnTo>
                <a:lnTo>
                  <a:pt x="67490" y="83936"/>
                </a:lnTo>
                <a:lnTo>
                  <a:pt x="90774" y="88431"/>
                </a:lnTo>
                <a:lnTo>
                  <a:pt x="109112" y="100996"/>
                </a:lnTo>
                <a:lnTo>
                  <a:pt x="110866" y="103799"/>
                </a:lnTo>
                <a:lnTo>
                  <a:pt x="67490" y="103799"/>
                </a:lnTo>
                <a:lnTo>
                  <a:pt x="52740" y="106993"/>
                </a:lnTo>
                <a:lnTo>
                  <a:pt x="41113" y="115572"/>
                </a:lnTo>
                <a:lnTo>
                  <a:pt x="33491" y="128517"/>
                </a:lnTo>
                <a:lnTo>
                  <a:pt x="30755" y="144806"/>
                </a:lnTo>
                <a:lnTo>
                  <a:pt x="33491" y="161302"/>
                </a:lnTo>
                <a:lnTo>
                  <a:pt x="41113" y="174253"/>
                </a:lnTo>
                <a:lnTo>
                  <a:pt x="52740" y="182680"/>
                </a:lnTo>
                <a:lnTo>
                  <a:pt x="67490" y="185600"/>
                </a:lnTo>
                <a:lnTo>
                  <a:pt x="111278" y="185600"/>
                </a:lnTo>
                <a:lnTo>
                  <a:pt x="109112" y="189097"/>
                </a:lnTo>
                <a:lnTo>
                  <a:pt x="90774" y="201781"/>
                </a:lnTo>
                <a:lnTo>
                  <a:pt x="67490" y="206317"/>
                </a:lnTo>
                <a:close/>
              </a:path>
              <a:path w="229870" h="268604">
                <a:moveTo>
                  <a:pt x="111278" y="185600"/>
                </a:moveTo>
                <a:lnTo>
                  <a:pt x="67490" y="185600"/>
                </a:lnTo>
                <a:lnTo>
                  <a:pt x="82274" y="182680"/>
                </a:lnTo>
                <a:lnTo>
                  <a:pt x="93974" y="174253"/>
                </a:lnTo>
                <a:lnTo>
                  <a:pt x="101670" y="161302"/>
                </a:lnTo>
                <a:lnTo>
                  <a:pt x="104440" y="144806"/>
                </a:lnTo>
                <a:lnTo>
                  <a:pt x="101670" y="128517"/>
                </a:lnTo>
                <a:lnTo>
                  <a:pt x="93974" y="115572"/>
                </a:lnTo>
                <a:lnTo>
                  <a:pt x="82274" y="106993"/>
                </a:lnTo>
                <a:lnTo>
                  <a:pt x="67490" y="103799"/>
                </a:lnTo>
                <a:lnTo>
                  <a:pt x="110866" y="103799"/>
                </a:lnTo>
                <a:lnTo>
                  <a:pt x="121162" y="120248"/>
                </a:lnTo>
                <a:lnTo>
                  <a:pt x="125584" y="144806"/>
                </a:lnTo>
                <a:lnTo>
                  <a:pt x="121162" y="169645"/>
                </a:lnTo>
                <a:lnTo>
                  <a:pt x="111278" y="185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4407351" y="7123493"/>
            <a:ext cx="219710" cy="268605"/>
          </a:xfrm>
          <a:custGeom>
            <a:avLst/>
            <a:gdLst/>
            <a:ahLst/>
            <a:cxnLst/>
            <a:rect l="l" t="t" r="r" b="b"/>
            <a:pathLst>
              <a:path w="219710" h="268604">
                <a:moveTo>
                  <a:pt x="219559" y="107857"/>
                </a:moveTo>
                <a:lnTo>
                  <a:pt x="196919" y="107857"/>
                </a:lnTo>
                <a:lnTo>
                  <a:pt x="196919" y="0"/>
                </a:lnTo>
                <a:lnTo>
                  <a:pt x="219559" y="0"/>
                </a:lnTo>
                <a:lnTo>
                  <a:pt x="219559" y="107857"/>
                </a:lnTo>
                <a:close/>
              </a:path>
              <a:path w="219710" h="268604">
                <a:moveTo>
                  <a:pt x="157621" y="254372"/>
                </a:moveTo>
                <a:lnTo>
                  <a:pt x="135622" y="254372"/>
                </a:lnTo>
                <a:lnTo>
                  <a:pt x="135622" y="5980"/>
                </a:lnTo>
                <a:lnTo>
                  <a:pt x="157621" y="5980"/>
                </a:lnTo>
                <a:lnTo>
                  <a:pt x="157621" y="107857"/>
                </a:lnTo>
                <a:lnTo>
                  <a:pt x="219559" y="107857"/>
                </a:lnTo>
                <a:lnTo>
                  <a:pt x="219559" y="127506"/>
                </a:lnTo>
                <a:lnTo>
                  <a:pt x="157621" y="127506"/>
                </a:lnTo>
                <a:lnTo>
                  <a:pt x="157621" y="254372"/>
                </a:lnTo>
                <a:close/>
              </a:path>
              <a:path w="219710" h="268604">
                <a:moveTo>
                  <a:pt x="219559" y="268468"/>
                </a:moveTo>
                <a:lnTo>
                  <a:pt x="196919" y="268468"/>
                </a:lnTo>
                <a:lnTo>
                  <a:pt x="196919" y="127506"/>
                </a:lnTo>
                <a:lnTo>
                  <a:pt x="219559" y="127506"/>
                </a:lnTo>
                <a:lnTo>
                  <a:pt x="219559" y="268468"/>
                </a:lnTo>
                <a:close/>
              </a:path>
              <a:path w="219710" h="268604">
                <a:moveTo>
                  <a:pt x="17299" y="202045"/>
                </a:moveTo>
                <a:lnTo>
                  <a:pt x="0" y="202045"/>
                </a:lnTo>
                <a:lnTo>
                  <a:pt x="0" y="32891"/>
                </a:lnTo>
                <a:lnTo>
                  <a:pt x="100595" y="32891"/>
                </a:lnTo>
                <a:lnTo>
                  <a:pt x="100595" y="52326"/>
                </a:lnTo>
                <a:lnTo>
                  <a:pt x="23707" y="52326"/>
                </a:lnTo>
                <a:lnTo>
                  <a:pt x="23707" y="181755"/>
                </a:lnTo>
                <a:lnTo>
                  <a:pt x="116800" y="181755"/>
                </a:lnTo>
                <a:lnTo>
                  <a:pt x="118109" y="193929"/>
                </a:lnTo>
                <a:lnTo>
                  <a:pt x="94548" y="198051"/>
                </a:lnTo>
                <a:lnTo>
                  <a:pt x="71068" y="200470"/>
                </a:lnTo>
                <a:lnTo>
                  <a:pt x="45906" y="201648"/>
                </a:lnTo>
                <a:lnTo>
                  <a:pt x="17299" y="202045"/>
                </a:lnTo>
                <a:close/>
              </a:path>
              <a:path w="219710" h="268604">
                <a:moveTo>
                  <a:pt x="116800" y="181755"/>
                </a:moveTo>
                <a:lnTo>
                  <a:pt x="23707" y="181755"/>
                </a:lnTo>
                <a:lnTo>
                  <a:pt x="49582" y="181365"/>
                </a:lnTo>
                <a:lnTo>
                  <a:pt x="72603" y="180153"/>
                </a:lnTo>
                <a:lnTo>
                  <a:pt x="94243" y="177821"/>
                </a:lnTo>
                <a:lnTo>
                  <a:pt x="115973" y="174066"/>
                </a:lnTo>
                <a:lnTo>
                  <a:pt x="116800" y="1817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4663859" y="7123493"/>
            <a:ext cx="251460" cy="267970"/>
          </a:xfrm>
          <a:custGeom>
            <a:avLst/>
            <a:gdLst/>
            <a:ahLst/>
            <a:cxnLst/>
            <a:rect l="l" t="t" r="r" b="b"/>
            <a:pathLst>
              <a:path w="251460" h="267970">
                <a:moveTo>
                  <a:pt x="211015" y="163387"/>
                </a:moveTo>
                <a:lnTo>
                  <a:pt x="187308" y="163387"/>
                </a:lnTo>
                <a:lnTo>
                  <a:pt x="187308" y="0"/>
                </a:lnTo>
                <a:lnTo>
                  <a:pt x="211015" y="0"/>
                </a:lnTo>
                <a:lnTo>
                  <a:pt x="211015" y="70053"/>
                </a:lnTo>
                <a:lnTo>
                  <a:pt x="251382" y="70053"/>
                </a:lnTo>
                <a:lnTo>
                  <a:pt x="251382" y="89916"/>
                </a:lnTo>
                <a:lnTo>
                  <a:pt x="211015" y="89916"/>
                </a:lnTo>
                <a:lnTo>
                  <a:pt x="211015" y="163387"/>
                </a:lnTo>
                <a:close/>
              </a:path>
              <a:path w="251460" h="267970">
                <a:moveTo>
                  <a:pt x="12814" y="152922"/>
                </a:moveTo>
                <a:lnTo>
                  <a:pt x="0" y="133913"/>
                </a:lnTo>
                <a:lnTo>
                  <a:pt x="27544" y="119016"/>
                </a:lnTo>
                <a:lnTo>
                  <a:pt x="48802" y="97712"/>
                </a:lnTo>
                <a:lnTo>
                  <a:pt x="62531" y="71442"/>
                </a:lnTo>
                <a:lnTo>
                  <a:pt x="67490" y="41647"/>
                </a:lnTo>
                <a:lnTo>
                  <a:pt x="67490" y="13882"/>
                </a:lnTo>
                <a:lnTo>
                  <a:pt x="90771" y="13882"/>
                </a:lnTo>
                <a:lnTo>
                  <a:pt x="90771" y="43356"/>
                </a:lnTo>
                <a:lnTo>
                  <a:pt x="95716" y="69917"/>
                </a:lnTo>
                <a:lnTo>
                  <a:pt x="104084" y="84363"/>
                </a:lnTo>
                <a:lnTo>
                  <a:pt x="79771" y="84363"/>
                </a:lnTo>
                <a:lnTo>
                  <a:pt x="68859" y="106759"/>
                </a:lnTo>
                <a:lnTo>
                  <a:pt x="53741" y="126011"/>
                </a:lnTo>
                <a:lnTo>
                  <a:pt x="34900" y="141579"/>
                </a:lnTo>
                <a:lnTo>
                  <a:pt x="12814" y="152922"/>
                </a:lnTo>
                <a:close/>
              </a:path>
              <a:path w="251460" h="267970">
                <a:moveTo>
                  <a:pt x="144592" y="145447"/>
                </a:moveTo>
                <a:lnTo>
                  <a:pt x="123577" y="135242"/>
                </a:lnTo>
                <a:lnTo>
                  <a:pt x="105414" y="121312"/>
                </a:lnTo>
                <a:lnTo>
                  <a:pt x="90635" y="104179"/>
                </a:lnTo>
                <a:lnTo>
                  <a:pt x="79771" y="84363"/>
                </a:lnTo>
                <a:lnTo>
                  <a:pt x="104084" y="84363"/>
                </a:lnTo>
                <a:lnTo>
                  <a:pt x="109512" y="93734"/>
                </a:lnTo>
                <a:lnTo>
                  <a:pt x="130596" y="113186"/>
                </a:lnTo>
                <a:lnTo>
                  <a:pt x="157407" y="126652"/>
                </a:lnTo>
                <a:lnTo>
                  <a:pt x="144592" y="145447"/>
                </a:lnTo>
                <a:close/>
              </a:path>
              <a:path w="251460" h="267970">
                <a:moveTo>
                  <a:pt x="124943" y="267827"/>
                </a:moveTo>
                <a:lnTo>
                  <a:pt x="87690" y="264570"/>
                </a:lnTo>
                <a:lnTo>
                  <a:pt x="59668" y="255066"/>
                </a:lnTo>
                <a:lnTo>
                  <a:pt x="42018" y="239715"/>
                </a:lnTo>
                <a:lnTo>
                  <a:pt x="35881" y="218918"/>
                </a:lnTo>
                <a:lnTo>
                  <a:pt x="42018" y="198334"/>
                </a:lnTo>
                <a:lnTo>
                  <a:pt x="59668" y="183037"/>
                </a:lnTo>
                <a:lnTo>
                  <a:pt x="87690" y="173506"/>
                </a:lnTo>
                <a:lnTo>
                  <a:pt x="124943" y="170222"/>
                </a:lnTo>
                <a:lnTo>
                  <a:pt x="162006" y="173506"/>
                </a:lnTo>
                <a:lnTo>
                  <a:pt x="189818" y="183037"/>
                </a:lnTo>
                <a:lnTo>
                  <a:pt x="196895" y="189230"/>
                </a:lnTo>
                <a:lnTo>
                  <a:pt x="124943" y="189230"/>
                </a:lnTo>
                <a:lnTo>
                  <a:pt x="97582" y="191286"/>
                </a:lnTo>
                <a:lnTo>
                  <a:pt x="76968" y="197186"/>
                </a:lnTo>
                <a:lnTo>
                  <a:pt x="64003" y="206530"/>
                </a:lnTo>
                <a:lnTo>
                  <a:pt x="59588" y="218918"/>
                </a:lnTo>
                <a:lnTo>
                  <a:pt x="64003" y="231612"/>
                </a:lnTo>
                <a:lnTo>
                  <a:pt x="76968" y="241023"/>
                </a:lnTo>
                <a:lnTo>
                  <a:pt x="97582" y="246910"/>
                </a:lnTo>
                <a:lnTo>
                  <a:pt x="124943" y="249032"/>
                </a:lnTo>
                <a:lnTo>
                  <a:pt x="196688" y="249032"/>
                </a:lnTo>
                <a:lnTo>
                  <a:pt x="189818" y="255066"/>
                </a:lnTo>
                <a:lnTo>
                  <a:pt x="162006" y="264570"/>
                </a:lnTo>
                <a:lnTo>
                  <a:pt x="124943" y="267827"/>
                </a:lnTo>
                <a:close/>
              </a:path>
              <a:path w="251460" h="267970">
                <a:moveTo>
                  <a:pt x="196688" y="249032"/>
                </a:moveTo>
                <a:lnTo>
                  <a:pt x="124943" y="249032"/>
                </a:lnTo>
                <a:lnTo>
                  <a:pt x="152275" y="246910"/>
                </a:lnTo>
                <a:lnTo>
                  <a:pt x="172838" y="241023"/>
                </a:lnTo>
                <a:lnTo>
                  <a:pt x="185793" y="231612"/>
                </a:lnTo>
                <a:lnTo>
                  <a:pt x="190298" y="218918"/>
                </a:lnTo>
                <a:lnTo>
                  <a:pt x="185793" y="206530"/>
                </a:lnTo>
                <a:lnTo>
                  <a:pt x="172838" y="197186"/>
                </a:lnTo>
                <a:lnTo>
                  <a:pt x="152275" y="191286"/>
                </a:lnTo>
                <a:lnTo>
                  <a:pt x="124943" y="189230"/>
                </a:lnTo>
                <a:lnTo>
                  <a:pt x="196895" y="189230"/>
                </a:lnTo>
                <a:lnTo>
                  <a:pt x="207298" y="198334"/>
                </a:lnTo>
                <a:lnTo>
                  <a:pt x="213365" y="218918"/>
                </a:lnTo>
                <a:lnTo>
                  <a:pt x="207298" y="239715"/>
                </a:lnTo>
                <a:lnTo>
                  <a:pt x="196688" y="249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4953258" y="7211061"/>
            <a:ext cx="93974" cy="9397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5089949" y="7140793"/>
            <a:ext cx="244761" cy="2509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386396" y="7146290"/>
            <a:ext cx="186690" cy="19050"/>
          </a:xfrm>
          <a:custGeom>
            <a:avLst/>
            <a:gdLst/>
            <a:ahLst/>
            <a:cxnLst/>
            <a:rect l="l" t="t" r="r" b="b"/>
            <a:pathLst>
              <a:path w="186689" h="19050">
                <a:moveTo>
                  <a:pt x="0" y="0"/>
                </a:moveTo>
                <a:lnTo>
                  <a:pt x="186240" y="0"/>
                </a:lnTo>
                <a:lnTo>
                  <a:pt x="18624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5386396" y="7165340"/>
            <a:ext cx="23495" cy="87630"/>
          </a:xfrm>
          <a:custGeom>
            <a:avLst/>
            <a:gdLst/>
            <a:ahLst/>
            <a:cxnLst/>
            <a:rect l="l" t="t" r="r" b="b"/>
            <a:pathLst>
              <a:path w="23495" h="87629">
                <a:moveTo>
                  <a:pt x="0" y="0"/>
                </a:moveTo>
                <a:lnTo>
                  <a:pt x="23066" y="0"/>
                </a:lnTo>
                <a:lnTo>
                  <a:pt x="23066" y="87629"/>
                </a:lnTo>
                <a:lnTo>
                  <a:pt x="0" y="87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386396" y="7252969"/>
            <a:ext cx="186690" cy="19050"/>
          </a:xfrm>
          <a:custGeom>
            <a:avLst/>
            <a:gdLst/>
            <a:ahLst/>
            <a:cxnLst/>
            <a:rect l="l" t="t" r="r" b="b"/>
            <a:pathLst>
              <a:path w="186689" h="19050">
                <a:moveTo>
                  <a:pt x="0" y="0"/>
                </a:moveTo>
                <a:lnTo>
                  <a:pt x="186240" y="0"/>
                </a:lnTo>
                <a:lnTo>
                  <a:pt x="18624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549570" y="7165141"/>
            <a:ext cx="23495" cy="88265"/>
          </a:xfrm>
          <a:custGeom>
            <a:avLst/>
            <a:gdLst/>
            <a:ahLst/>
            <a:cxnLst/>
            <a:rect l="l" t="t" r="r" b="b"/>
            <a:pathLst>
              <a:path w="23495" h="88265">
                <a:moveTo>
                  <a:pt x="23066" y="87780"/>
                </a:moveTo>
                <a:lnTo>
                  <a:pt x="0" y="87780"/>
                </a:lnTo>
                <a:lnTo>
                  <a:pt x="0" y="0"/>
                </a:lnTo>
                <a:lnTo>
                  <a:pt x="23066" y="0"/>
                </a:lnTo>
                <a:lnTo>
                  <a:pt x="23066" y="87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467770" y="7271931"/>
            <a:ext cx="23495" cy="66040"/>
          </a:xfrm>
          <a:custGeom>
            <a:avLst/>
            <a:gdLst/>
            <a:ahLst/>
            <a:cxnLst/>
            <a:rect l="l" t="t" r="r" b="b"/>
            <a:pathLst>
              <a:path w="23495" h="66040">
                <a:moveTo>
                  <a:pt x="23493" y="65568"/>
                </a:moveTo>
                <a:lnTo>
                  <a:pt x="0" y="65568"/>
                </a:lnTo>
                <a:lnTo>
                  <a:pt x="0" y="0"/>
                </a:lnTo>
                <a:lnTo>
                  <a:pt x="23493" y="0"/>
                </a:lnTo>
                <a:lnTo>
                  <a:pt x="23493" y="655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357349" y="7337500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79" h="20320">
                <a:moveTo>
                  <a:pt x="245829" y="19862"/>
                </a:moveTo>
                <a:lnTo>
                  <a:pt x="0" y="19862"/>
                </a:lnTo>
                <a:lnTo>
                  <a:pt x="0" y="0"/>
                </a:lnTo>
                <a:lnTo>
                  <a:pt x="245829" y="0"/>
                </a:lnTo>
                <a:lnTo>
                  <a:pt x="245829" y="19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782371" y="7141648"/>
            <a:ext cx="245829" cy="21507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645680" y="7211061"/>
            <a:ext cx="93974" cy="9397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6046996" y="7123493"/>
            <a:ext cx="233679" cy="268605"/>
          </a:xfrm>
          <a:custGeom>
            <a:avLst/>
            <a:gdLst/>
            <a:ahLst/>
            <a:cxnLst/>
            <a:rect l="l" t="t" r="r" b="b"/>
            <a:pathLst>
              <a:path w="233679" h="268604">
                <a:moveTo>
                  <a:pt x="233441" y="108498"/>
                </a:moveTo>
                <a:lnTo>
                  <a:pt x="210588" y="108498"/>
                </a:lnTo>
                <a:lnTo>
                  <a:pt x="210588" y="0"/>
                </a:lnTo>
                <a:lnTo>
                  <a:pt x="233441" y="0"/>
                </a:lnTo>
                <a:lnTo>
                  <a:pt x="233441" y="108498"/>
                </a:lnTo>
                <a:close/>
              </a:path>
              <a:path w="233679" h="268604">
                <a:moveTo>
                  <a:pt x="173853" y="254799"/>
                </a:moveTo>
                <a:lnTo>
                  <a:pt x="151427" y="254799"/>
                </a:lnTo>
                <a:lnTo>
                  <a:pt x="151427" y="5766"/>
                </a:lnTo>
                <a:lnTo>
                  <a:pt x="173853" y="5766"/>
                </a:lnTo>
                <a:lnTo>
                  <a:pt x="173853" y="108498"/>
                </a:lnTo>
                <a:lnTo>
                  <a:pt x="233441" y="108498"/>
                </a:lnTo>
                <a:lnTo>
                  <a:pt x="233441" y="128788"/>
                </a:lnTo>
                <a:lnTo>
                  <a:pt x="173853" y="128788"/>
                </a:lnTo>
                <a:lnTo>
                  <a:pt x="173853" y="254799"/>
                </a:lnTo>
                <a:close/>
              </a:path>
              <a:path w="233679" h="268604">
                <a:moveTo>
                  <a:pt x="233441" y="268468"/>
                </a:moveTo>
                <a:lnTo>
                  <a:pt x="210588" y="268468"/>
                </a:lnTo>
                <a:lnTo>
                  <a:pt x="210588" y="128788"/>
                </a:lnTo>
                <a:lnTo>
                  <a:pt x="233441" y="128788"/>
                </a:lnTo>
                <a:lnTo>
                  <a:pt x="233441" y="268468"/>
                </a:lnTo>
                <a:close/>
              </a:path>
              <a:path w="233679" h="268604">
                <a:moveTo>
                  <a:pt x="131991" y="51686"/>
                </a:moveTo>
                <a:lnTo>
                  <a:pt x="6407" y="51686"/>
                </a:lnTo>
                <a:lnTo>
                  <a:pt x="6407" y="32036"/>
                </a:lnTo>
                <a:lnTo>
                  <a:pt x="131991" y="32036"/>
                </a:lnTo>
                <a:lnTo>
                  <a:pt x="131991" y="51686"/>
                </a:lnTo>
                <a:close/>
              </a:path>
              <a:path w="233679" h="268604">
                <a:moveTo>
                  <a:pt x="14950" y="212938"/>
                </a:moveTo>
                <a:lnTo>
                  <a:pt x="0" y="194783"/>
                </a:lnTo>
                <a:lnTo>
                  <a:pt x="25586" y="174443"/>
                </a:lnTo>
                <a:lnTo>
                  <a:pt x="44184" y="146435"/>
                </a:lnTo>
                <a:lnTo>
                  <a:pt x="55533" y="112219"/>
                </a:lnTo>
                <a:lnTo>
                  <a:pt x="59374" y="73257"/>
                </a:lnTo>
                <a:lnTo>
                  <a:pt x="59374" y="51686"/>
                </a:lnTo>
                <a:lnTo>
                  <a:pt x="82227" y="51686"/>
                </a:lnTo>
                <a:lnTo>
                  <a:pt x="82227" y="73257"/>
                </a:lnTo>
                <a:lnTo>
                  <a:pt x="85995" y="108738"/>
                </a:lnTo>
                <a:lnTo>
                  <a:pt x="93367" y="129642"/>
                </a:lnTo>
                <a:lnTo>
                  <a:pt x="71335" y="129642"/>
                </a:lnTo>
                <a:lnTo>
                  <a:pt x="62615" y="156082"/>
                </a:lnTo>
                <a:lnTo>
                  <a:pt x="50271" y="179059"/>
                </a:lnTo>
                <a:lnTo>
                  <a:pt x="34362" y="198151"/>
                </a:lnTo>
                <a:lnTo>
                  <a:pt x="14950" y="212938"/>
                </a:lnTo>
                <a:close/>
              </a:path>
              <a:path w="233679" h="268604">
                <a:moveTo>
                  <a:pt x="126652" y="203754"/>
                </a:moveTo>
                <a:lnTo>
                  <a:pt x="107902" y="190537"/>
                </a:lnTo>
                <a:lnTo>
                  <a:pt x="92386" y="173466"/>
                </a:lnTo>
                <a:lnTo>
                  <a:pt x="80173" y="153010"/>
                </a:lnTo>
                <a:lnTo>
                  <a:pt x="71335" y="129642"/>
                </a:lnTo>
                <a:lnTo>
                  <a:pt x="93367" y="129642"/>
                </a:lnTo>
                <a:lnTo>
                  <a:pt x="97151" y="140374"/>
                </a:lnTo>
                <a:lnTo>
                  <a:pt x="115476" y="166484"/>
                </a:lnTo>
                <a:lnTo>
                  <a:pt x="140748" y="185386"/>
                </a:lnTo>
                <a:lnTo>
                  <a:pt x="126652" y="2037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317173" y="7123493"/>
            <a:ext cx="221615" cy="268605"/>
          </a:xfrm>
          <a:custGeom>
            <a:avLst/>
            <a:gdLst/>
            <a:ahLst/>
            <a:cxnLst/>
            <a:rect l="l" t="t" r="r" b="b"/>
            <a:pathLst>
              <a:path w="221615" h="268604">
                <a:moveTo>
                  <a:pt x="221267" y="268468"/>
                </a:moveTo>
                <a:lnTo>
                  <a:pt x="197560" y="268468"/>
                </a:lnTo>
                <a:lnTo>
                  <a:pt x="197560" y="0"/>
                </a:lnTo>
                <a:lnTo>
                  <a:pt x="221267" y="0"/>
                </a:lnTo>
                <a:lnTo>
                  <a:pt x="221267" y="268468"/>
                </a:lnTo>
                <a:close/>
              </a:path>
              <a:path w="221615" h="268604">
                <a:moveTo>
                  <a:pt x="159970" y="47414"/>
                </a:moveTo>
                <a:lnTo>
                  <a:pt x="8756" y="47414"/>
                </a:lnTo>
                <a:lnTo>
                  <a:pt x="8756" y="27551"/>
                </a:lnTo>
                <a:lnTo>
                  <a:pt x="159970" y="27551"/>
                </a:lnTo>
                <a:lnTo>
                  <a:pt x="159970" y="47414"/>
                </a:lnTo>
                <a:close/>
              </a:path>
              <a:path w="221615" h="268604">
                <a:moveTo>
                  <a:pt x="14096" y="216782"/>
                </a:moveTo>
                <a:lnTo>
                  <a:pt x="0" y="197987"/>
                </a:lnTo>
                <a:lnTo>
                  <a:pt x="27468" y="178702"/>
                </a:lnTo>
                <a:lnTo>
                  <a:pt x="50431" y="150706"/>
                </a:lnTo>
                <a:lnTo>
                  <a:pt x="66226" y="117465"/>
                </a:lnTo>
                <a:lnTo>
                  <a:pt x="72189" y="82441"/>
                </a:lnTo>
                <a:lnTo>
                  <a:pt x="72189" y="47414"/>
                </a:lnTo>
                <a:lnTo>
                  <a:pt x="96110" y="47414"/>
                </a:lnTo>
                <a:lnTo>
                  <a:pt x="96110" y="82441"/>
                </a:lnTo>
                <a:lnTo>
                  <a:pt x="101900" y="116250"/>
                </a:lnTo>
                <a:lnTo>
                  <a:pt x="107760" y="127933"/>
                </a:lnTo>
                <a:lnTo>
                  <a:pt x="84470" y="127933"/>
                </a:lnTo>
                <a:lnTo>
                  <a:pt x="72468" y="156232"/>
                </a:lnTo>
                <a:lnTo>
                  <a:pt x="56051" y="181328"/>
                </a:lnTo>
                <a:lnTo>
                  <a:pt x="36250" y="201938"/>
                </a:lnTo>
                <a:lnTo>
                  <a:pt x="14096" y="216782"/>
                </a:lnTo>
                <a:close/>
              </a:path>
              <a:path w="221615" h="268604">
                <a:moveTo>
                  <a:pt x="155485" y="210161"/>
                </a:moveTo>
                <a:lnTo>
                  <a:pt x="132916" y="196487"/>
                </a:lnTo>
                <a:lnTo>
                  <a:pt x="112929" y="177577"/>
                </a:lnTo>
                <a:lnTo>
                  <a:pt x="96467" y="154402"/>
                </a:lnTo>
                <a:lnTo>
                  <a:pt x="84470" y="127933"/>
                </a:lnTo>
                <a:lnTo>
                  <a:pt x="107760" y="127933"/>
                </a:lnTo>
                <a:lnTo>
                  <a:pt x="117601" y="147556"/>
                </a:lnTo>
                <a:lnTo>
                  <a:pt x="140711" y="173536"/>
                </a:lnTo>
                <a:lnTo>
                  <a:pt x="168727" y="191366"/>
                </a:lnTo>
                <a:lnTo>
                  <a:pt x="155485" y="210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605504" y="7211061"/>
            <a:ext cx="93974" cy="9397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748388" y="7123493"/>
            <a:ext cx="225425" cy="265430"/>
          </a:xfrm>
          <a:custGeom>
            <a:avLst/>
            <a:gdLst/>
            <a:ahLst/>
            <a:cxnLst/>
            <a:rect l="l" t="t" r="r" b="b"/>
            <a:pathLst>
              <a:path w="225425" h="265429">
                <a:moveTo>
                  <a:pt x="215501" y="137758"/>
                </a:moveTo>
                <a:lnTo>
                  <a:pt x="191793" y="137758"/>
                </a:lnTo>
                <a:lnTo>
                  <a:pt x="191793" y="0"/>
                </a:lnTo>
                <a:lnTo>
                  <a:pt x="215501" y="0"/>
                </a:lnTo>
                <a:lnTo>
                  <a:pt x="215501" y="137758"/>
                </a:lnTo>
                <a:close/>
              </a:path>
              <a:path w="225425" h="265429">
                <a:moveTo>
                  <a:pt x="69840" y="128574"/>
                </a:moveTo>
                <a:lnTo>
                  <a:pt x="41808" y="124256"/>
                </a:lnTo>
                <a:lnTo>
                  <a:pt x="19702" y="112128"/>
                </a:lnTo>
                <a:lnTo>
                  <a:pt x="5205" y="93434"/>
                </a:lnTo>
                <a:lnTo>
                  <a:pt x="0" y="69413"/>
                </a:lnTo>
                <a:lnTo>
                  <a:pt x="5205" y="45355"/>
                </a:lnTo>
                <a:lnTo>
                  <a:pt x="19702" y="26563"/>
                </a:lnTo>
                <a:lnTo>
                  <a:pt x="41808" y="14299"/>
                </a:lnTo>
                <a:lnTo>
                  <a:pt x="69840" y="9824"/>
                </a:lnTo>
                <a:lnTo>
                  <a:pt x="97628" y="14299"/>
                </a:lnTo>
                <a:lnTo>
                  <a:pt x="119630" y="26563"/>
                </a:lnTo>
                <a:lnTo>
                  <a:pt x="122208" y="29901"/>
                </a:lnTo>
                <a:lnTo>
                  <a:pt x="69840" y="29901"/>
                </a:lnTo>
                <a:lnTo>
                  <a:pt x="51182" y="32710"/>
                </a:lnTo>
                <a:lnTo>
                  <a:pt x="36388" y="40846"/>
                </a:lnTo>
                <a:lnTo>
                  <a:pt x="26680" y="53388"/>
                </a:lnTo>
                <a:lnTo>
                  <a:pt x="23280" y="69413"/>
                </a:lnTo>
                <a:lnTo>
                  <a:pt x="26680" y="85531"/>
                </a:lnTo>
                <a:lnTo>
                  <a:pt x="36388" y="98086"/>
                </a:lnTo>
                <a:lnTo>
                  <a:pt x="51182" y="106235"/>
                </a:lnTo>
                <a:lnTo>
                  <a:pt x="69840" y="109138"/>
                </a:lnTo>
                <a:lnTo>
                  <a:pt x="121952" y="109138"/>
                </a:lnTo>
                <a:lnTo>
                  <a:pt x="119630" y="112128"/>
                </a:lnTo>
                <a:lnTo>
                  <a:pt x="97628" y="124256"/>
                </a:lnTo>
                <a:lnTo>
                  <a:pt x="69840" y="128574"/>
                </a:lnTo>
                <a:close/>
              </a:path>
              <a:path w="225425" h="265429">
                <a:moveTo>
                  <a:pt x="121952" y="109138"/>
                </a:moveTo>
                <a:lnTo>
                  <a:pt x="69840" y="109138"/>
                </a:lnTo>
                <a:lnTo>
                  <a:pt x="88378" y="106235"/>
                </a:lnTo>
                <a:lnTo>
                  <a:pt x="103131" y="98086"/>
                </a:lnTo>
                <a:lnTo>
                  <a:pt x="112879" y="85531"/>
                </a:lnTo>
                <a:lnTo>
                  <a:pt x="116400" y="69413"/>
                </a:lnTo>
                <a:lnTo>
                  <a:pt x="112879" y="53388"/>
                </a:lnTo>
                <a:lnTo>
                  <a:pt x="103131" y="40846"/>
                </a:lnTo>
                <a:lnTo>
                  <a:pt x="88378" y="32710"/>
                </a:lnTo>
                <a:lnTo>
                  <a:pt x="69840" y="29901"/>
                </a:lnTo>
                <a:lnTo>
                  <a:pt x="122208" y="29901"/>
                </a:lnTo>
                <a:lnTo>
                  <a:pt x="134144" y="45355"/>
                </a:lnTo>
                <a:lnTo>
                  <a:pt x="139466" y="69413"/>
                </a:lnTo>
                <a:lnTo>
                  <a:pt x="134144" y="93434"/>
                </a:lnTo>
                <a:lnTo>
                  <a:pt x="121952" y="109138"/>
                </a:lnTo>
                <a:close/>
              </a:path>
              <a:path w="225425" h="265429">
                <a:moveTo>
                  <a:pt x="225112" y="264837"/>
                </a:moveTo>
                <a:lnTo>
                  <a:pt x="41647" y="264837"/>
                </a:lnTo>
                <a:lnTo>
                  <a:pt x="41647" y="197560"/>
                </a:lnTo>
                <a:lnTo>
                  <a:pt x="192007" y="197560"/>
                </a:lnTo>
                <a:lnTo>
                  <a:pt x="192007" y="170008"/>
                </a:lnTo>
                <a:lnTo>
                  <a:pt x="40793" y="170008"/>
                </a:lnTo>
                <a:lnTo>
                  <a:pt x="40793" y="150786"/>
                </a:lnTo>
                <a:lnTo>
                  <a:pt x="215501" y="150786"/>
                </a:lnTo>
                <a:lnTo>
                  <a:pt x="215501" y="215501"/>
                </a:lnTo>
                <a:lnTo>
                  <a:pt x="64714" y="215501"/>
                </a:lnTo>
                <a:lnTo>
                  <a:pt x="64714" y="245615"/>
                </a:lnTo>
                <a:lnTo>
                  <a:pt x="225112" y="245615"/>
                </a:lnTo>
                <a:lnTo>
                  <a:pt x="225112" y="2648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7008100" y="7123493"/>
            <a:ext cx="222885" cy="269240"/>
          </a:xfrm>
          <a:custGeom>
            <a:avLst/>
            <a:gdLst/>
            <a:ahLst/>
            <a:cxnLst/>
            <a:rect l="l" t="t" r="r" b="b"/>
            <a:pathLst>
              <a:path w="222884" h="269240">
                <a:moveTo>
                  <a:pt x="222762" y="268895"/>
                </a:moveTo>
                <a:lnTo>
                  <a:pt x="199055" y="268895"/>
                </a:lnTo>
                <a:lnTo>
                  <a:pt x="199055" y="0"/>
                </a:lnTo>
                <a:lnTo>
                  <a:pt x="222762" y="0"/>
                </a:lnTo>
                <a:lnTo>
                  <a:pt x="222762" y="268895"/>
                </a:lnTo>
                <a:close/>
              </a:path>
              <a:path w="222884" h="269240">
                <a:moveTo>
                  <a:pt x="14950" y="212510"/>
                </a:moveTo>
                <a:lnTo>
                  <a:pt x="0" y="192648"/>
                </a:lnTo>
                <a:lnTo>
                  <a:pt x="28265" y="173225"/>
                </a:lnTo>
                <a:lnTo>
                  <a:pt x="51525" y="144592"/>
                </a:lnTo>
                <a:lnTo>
                  <a:pt x="67337" y="109872"/>
                </a:lnTo>
                <a:lnTo>
                  <a:pt x="73257" y="72189"/>
                </a:lnTo>
                <a:lnTo>
                  <a:pt x="73257" y="23280"/>
                </a:lnTo>
                <a:lnTo>
                  <a:pt x="96964" y="23280"/>
                </a:lnTo>
                <a:lnTo>
                  <a:pt x="96964" y="72189"/>
                </a:lnTo>
                <a:lnTo>
                  <a:pt x="102664" y="108454"/>
                </a:lnTo>
                <a:lnTo>
                  <a:pt x="109106" y="122167"/>
                </a:lnTo>
                <a:lnTo>
                  <a:pt x="85324" y="122167"/>
                </a:lnTo>
                <a:lnTo>
                  <a:pt x="73532" y="151135"/>
                </a:lnTo>
                <a:lnTo>
                  <a:pt x="57305" y="176589"/>
                </a:lnTo>
                <a:lnTo>
                  <a:pt x="37494" y="197418"/>
                </a:lnTo>
                <a:lnTo>
                  <a:pt x="14950" y="212510"/>
                </a:lnTo>
                <a:close/>
              </a:path>
              <a:path w="222884" h="269240">
                <a:moveTo>
                  <a:pt x="155058" y="207171"/>
                </a:moveTo>
                <a:lnTo>
                  <a:pt x="133079" y="192958"/>
                </a:lnTo>
                <a:lnTo>
                  <a:pt x="113543" y="173399"/>
                </a:lnTo>
                <a:lnTo>
                  <a:pt x="97331" y="149475"/>
                </a:lnTo>
                <a:lnTo>
                  <a:pt x="85324" y="122167"/>
                </a:lnTo>
                <a:lnTo>
                  <a:pt x="109106" y="122167"/>
                </a:lnTo>
                <a:lnTo>
                  <a:pt x="118376" y="141896"/>
                </a:lnTo>
                <a:lnTo>
                  <a:pt x="141536" y="169531"/>
                </a:lnTo>
                <a:lnTo>
                  <a:pt x="169581" y="188376"/>
                </a:lnTo>
                <a:lnTo>
                  <a:pt x="155058" y="2071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7278705" y="7123493"/>
            <a:ext cx="250190" cy="268605"/>
          </a:xfrm>
          <a:custGeom>
            <a:avLst/>
            <a:gdLst/>
            <a:ahLst/>
            <a:cxnLst/>
            <a:rect l="l" t="t" r="r" b="b"/>
            <a:pathLst>
              <a:path w="250190" h="268604">
                <a:moveTo>
                  <a:pt x="206103" y="268255"/>
                </a:moveTo>
                <a:lnTo>
                  <a:pt x="182396" y="268255"/>
                </a:lnTo>
                <a:lnTo>
                  <a:pt x="182396" y="0"/>
                </a:lnTo>
                <a:lnTo>
                  <a:pt x="206103" y="0"/>
                </a:lnTo>
                <a:lnTo>
                  <a:pt x="206103" y="109138"/>
                </a:lnTo>
                <a:lnTo>
                  <a:pt x="249673" y="109138"/>
                </a:lnTo>
                <a:lnTo>
                  <a:pt x="249673" y="129215"/>
                </a:lnTo>
                <a:lnTo>
                  <a:pt x="206103" y="129215"/>
                </a:lnTo>
                <a:lnTo>
                  <a:pt x="206103" y="268255"/>
                </a:lnTo>
                <a:close/>
              </a:path>
              <a:path w="250190" h="268604">
                <a:moveTo>
                  <a:pt x="13241" y="217209"/>
                </a:moveTo>
                <a:lnTo>
                  <a:pt x="0" y="198628"/>
                </a:lnTo>
                <a:lnTo>
                  <a:pt x="46119" y="169614"/>
                </a:lnTo>
                <a:lnTo>
                  <a:pt x="80305" y="134634"/>
                </a:lnTo>
                <a:lnTo>
                  <a:pt x="102477" y="94168"/>
                </a:lnTo>
                <a:lnTo>
                  <a:pt x="112556" y="48695"/>
                </a:lnTo>
                <a:lnTo>
                  <a:pt x="12601" y="48695"/>
                </a:lnTo>
                <a:lnTo>
                  <a:pt x="12601" y="28833"/>
                </a:lnTo>
                <a:lnTo>
                  <a:pt x="136690" y="28833"/>
                </a:lnTo>
                <a:lnTo>
                  <a:pt x="132176" y="73479"/>
                </a:lnTo>
                <a:lnTo>
                  <a:pt x="118363" y="115563"/>
                </a:lnTo>
                <a:lnTo>
                  <a:pt x="94463" y="154161"/>
                </a:lnTo>
                <a:lnTo>
                  <a:pt x="59685" y="188350"/>
                </a:lnTo>
                <a:lnTo>
                  <a:pt x="13241" y="217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7622365" y="7123493"/>
            <a:ext cx="222885" cy="268605"/>
          </a:xfrm>
          <a:custGeom>
            <a:avLst/>
            <a:gdLst/>
            <a:ahLst/>
            <a:cxnLst/>
            <a:rect l="l" t="t" r="r" b="b"/>
            <a:pathLst>
              <a:path w="222884" h="268604">
                <a:moveTo>
                  <a:pt x="221481" y="159970"/>
                </a:moveTo>
                <a:lnTo>
                  <a:pt x="197774" y="159970"/>
                </a:lnTo>
                <a:lnTo>
                  <a:pt x="197774" y="89703"/>
                </a:lnTo>
                <a:lnTo>
                  <a:pt x="143524" y="89703"/>
                </a:lnTo>
                <a:lnTo>
                  <a:pt x="143524" y="70053"/>
                </a:lnTo>
                <a:lnTo>
                  <a:pt x="197774" y="70053"/>
                </a:lnTo>
                <a:lnTo>
                  <a:pt x="197774" y="0"/>
                </a:lnTo>
                <a:lnTo>
                  <a:pt x="221481" y="0"/>
                </a:lnTo>
                <a:lnTo>
                  <a:pt x="221481" y="159970"/>
                </a:lnTo>
                <a:close/>
              </a:path>
              <a:path w="222884" h="268604">
                <a:moveTo>
                  <a:pt x="152281" y="39298"/>
                </a:moveTo>
                <a:lnTo>
                  <a:pt x="7688" y="39298"/>
                </a:lnTo>
                <a:lnTo>
                  <a:pt x="7688" y="19649"/>
                </a:lnTo>
                <a:lnTo>
                  <a:pt x="152281" y="19649"/>
                </a:lnTo>
                <a:lnTo>
                  <a:pt x="152281" y="39298"/>
                </a:lnTo>
                <a:close/>
              </a:path>
              <a:path w="222884" h="268604">
                <a:moveTo>
                  <a:pt x="12387" y="157407"/>
                </a:moveTo>
                <a:lnTo>
                  <a:pt x="0" y="138612"/>
                </a:lnTo>
                <a:lnTo>
                  <a:pt x="27528" y="123942"/>
                </a:lnTo>
                <a:lnTo>
                  <a:pt x="49149" y="102945"/>
                </a:lnTo>
                <a:lnTo>
                  <a:pt x="63282" y="77462"/>
                </a:lnTo>
                <a:lnTo>
                  <a:pt x="68345" y="49336"/>
                </a:lnTo>
                <a:lnTo>
                  <a:pt x="68345" y="39298"/>
                </a:lnTo>
                <a:lnTo>
                  <a:pt x="92266" y="39298"/>
                </a:lnTo>
                <a:lnTo>
                  <a:pt x="92306" y="49336"/>
                </a:lnTo>
                <a:lnTo>
                  <a:pt x="97084" y="74789"/>
                </a:lnTo>
                <a:lnTo>
                  <a:pt x="105252" y="88848"/>
                </a:lnTo>
                <a:lnTo>
                  <a:pt x="80839" y="88848"/>
                </a:lnTo>
                <a:lnTo>
                  <a:pt x="69783" y="111109"/>
                </a:lnTo>
                <a:lnTo>
                  <a:pt x="54302" y="130376"/>
                </a:lnTo>
                <a:lnTo>
                  <a:pt x="34976" y="146019"/>
                </a:lnTo>
                <a:lnTo>
                  <a:pt x="12387" y="157407"/>
                </a:lnTo>
                <a:close/>
              </a:path>
              <a:path w="222884" h="268604">
                <a:moveTo>
                  <a:pt x="146087" y="149932"/>
                </a:moveTo>
                <a:lnTo>
                  <a:pt x="124780" y="139682"/>
                </a:lnTo>
                <a:lnTo>
                  <a:pt x="106495" y="125677"/>
                </a:lnTo>
                <a:lnTo>
                  <a:pt x="91695" y="108529"/>
                </a:lnTo>
                <a:lnTo>
                  <a:pt x="80839" y="88848"/>
                </a:lnTo>
                <a:lnTo>
                  <a:pt x="105252" y="88848"/>
                </a:lnTo>
                <a:lnTo>
                  <a:pt x="110633" y="98112"/>
                </a:lnTo>
                <a:lnTo>
                  <a:pt x="131551" y="117391"/>
                </a:lnTo>
                <a:lnTo>
                  <a:pt x="158475" y="130923"/>
                </a:lnTo>
                <a:lnTo>
                  <a:pt x="146087" y="149932"/>
                </a:lnTo>
                <a:close/>
              </a:path>
              <a:path w="222884" h="268604">
                <a:moveTo>
                  <a:pt x="132418" y="268255"/>
                </a:moveTo>
                <a:lnTo>
                  <a:pt x="94732" y="264801"/>
                </a:lnTo>
                <a:lnTo>
                  <a:pt x="66396" y="255039"/>
                </a:lnTo>
                <a:lnTo>
                  <a:pt x="48592" y="239391"/>
                </a:lnTo>
                <a:lnTo>
                  <a:pt x="42502" y="218277"/>
                </a:lnTo>
                <a:lnTo>
                  <a:pt x="48592" y="197133"/>
                </a:lnTo>
                <a:lnTo>
                  <a:pt x="66396" y="181435"/>
                </a:lnTo>
                <a:lnTo>
                  <a:pt x="94732" y="171664"/>
                </a:lnTo>
                <a:lnTo>
                  <a:pt x="132418" y="168300"/>
                </a:lnTo>
                <a:lnTo>
                  <a:pt x="169985" y="171664"/>
                </a:lnTo>
                <a:lnTo>
                  <a:pt x="198281" y="181435"/>
                </a:lnTo>
                <a:lnTo>
                  <a:pt x="204472" y="186881"/>
                </a:lnTo>
                <a:lnTo>
                  <a:pt x="132418" y="186881"/>
                </a:lnTo>
                <a:lnTo>
                  <a:pt x="104620" y="189023"/>
                </a:lnTo>
                <a:lnTo>
                  <a:pt x="83669" y="195211"/>
                </a:lnTo>
                <a:lnTo>
                  <a:pt x="70487" y="205082"/>
                </a:lnTo>
                <a:lnTo>
                  <a:pt x="65995" y="218277"/>
                </a:lnTo>
                <a:lnTo>
                  <a:pt x="70487" y="231345"/>
                </a:lnTo>
                <a:lnTo>
                  <a:pt x="83669" y="241130"/>
                </a:lnTo>
                <a:lnTo>
                  <a:pt x="104620" y="247230"/>
                </a:lnTo>
                <a:lnTo>
                  <a:pt x="132418" y="249246"/>
                </a:lnTo>
                <a:lnTo>
                  <a:pt x="204887" y="249246"/>
                </a:lnTo>
                <a:lnTo>
                  <a:pt x="198281" y="255039"/>
                </a:lnTo>
                <a:lnTo>
                  <a:pt x="169985" y="264801"/>
                </a:lnTo>
                <a:lnTo>
                  <a:pt x="132418" y="268255"/>
                </a:lnTo>
                <a:close/>
              </a:path>
              <a:path w="222884" h="268604">
                <a:moveTo>
                  <a:pt x="204887" y="249246"/>
                </a:moveTo>
                <a:lnTo>
                  <a:pt x="132418" y="249246"/>
                </a:lnTo>
                <a:lnTo>
                  <a:pt x="160097" y="247230"/>
                </a:lnTo>
                <a:lnTo>
                  <a:pt x="181008" y="241130"/>
                </a:lnTo>
                <a:lnTo>
                  <a:pt x="194229" y="231345"/>
                </a:lnTo>
                <a:lnTo>
                  <a:pt x="198841" y="218277"/>
                </a:lnTo>
                <a:lnTo>
                  <a:pt x="194229" y="205082"/>
                </a:lnTo>
                <a:lnTo>
                  <a:pt x="181008" y="195211"/>
                </a:lnTo>
                <a:lnTo>
                  <a:pt x="160097" y="189023"/>
                </a:lnTo>
                <a:lnTo>
                  <a:pt x="132418" y="186881"/>
                </a:lnTo>
                <a:lnTo>
                  <a:pt x="204472" y="186881"/>
                </a:lnTo>
                <a:lnTo>
                  <a:pt x="216125" y="197133"/>
                </a:lnTo>
                <a:lnTo>
                  <a:pt x="222335" y="218277"/>
                </a:lnTo>
                <a:lnTo>
                  <a:pt x="216125" y="239391"/>
                </a:lnTo>
                <a:lnTo>
                  <a:pt x="204887" y="249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7903863" y="7123493"/>
            <a:ext cx="207010" cy="269240"/>
          </a:xfrm>
          <a:custGeom>
            <a:avLst/>
            <a:gdLst/>
            <a:ahLst/>
            <a:cxnLst/>
            <a:rect l="l" t="t" r="r" b="b"/>
            <a:pathLst>
              <a:path w="207009" h="269240">
                <a:moveTo>
                  <a:pt x="206530" y="268895"/>
                </a:moveTo>
                <a:lnTo>
                  <a:pt x="183037" y="268895"/>
                </a:lnTo>
                <a:lnTo>
                  <a:pt x="183037" y="0"/>
                </a:lnTo>
                <a:lnTo>
                  <a:pt x="206530" y="0"/>
                </a:lnTo>
                <a:lnTo>
                  <a:pt x="206530" y="268895"/>
                </a:lnTo>
                <a:close/>
              </a:path>
              <a:path w="207009" h="269240">
                <a:moveTo>
                  <a:pt x="22852" y="203754"/>
                </a:moveTo>
                <a:lnTo>
                  <a:pt x="427" y="203754"/>
                </a:lnTo>
                <a:lnTo>
                  <a:pt x="427" y="101022"/>
                </a:lnTo>
                <a:lnTo>
                  <a:pt x="101022" y="101022"/>
                </a:lnTo>
                <a:lnTo>
                  <a:pt x="101022" y="44637"/>
                </a:lnTo>
                <a:lnTo>
                  <a:pt x="0" y="44637"/>
                </a:lnTo>
                <a:lnTo>
                  <a:pt x="0" y="24988"/>
                </a:lnTo>
                <a:lnTo>
                  <a:pt x="124943" y="24988"/>
                </a:lnTo>
                <a:lnTo>
                  <a:pt x="124943" y="120458"/>
                </a:lnTo>
                <a:lnTo>
                  <a:pt x="24775" y="120458"/>
                </a:lnTo>
                <a:lnTo>
                  <a:pt x="24775" y="183891"/>
                </a:lnTo>
                <a:lnTo>
                  <a:pt x="158142" y="183891"/>
                </a:lnTo>
                <a:lnTo>
                  <a:pt x="159329" y="193929"/>
                </a:lnTo>
                <a:lnTo>
                  <a:pt x="123708" y="198798"/>
                </a:lnTo>
                <a:lnTo>
                  <a:pt x="89970" y="201805"/>
                </a:lnTo>
                <a:lnTo>
                  <a:pt x="56791" y="203330"/>
                </a:lnTo>
                <a:lnTo>
                  <a:pt x="22852" y="203754"/>
                </a:lnTo>
                <a:close/>
              </a:path>
              <a:path w="207009" h="269240">
                <a:moveTo>
                  <a:pt x="158142" y="183891"/>
                </a:moveTo>
                <a:lnTo>
                  <a:pt x="24775" y="183891"/>
                </a:lnTo>
                <a:lnTo>
                  <a:pt x="57461" y="183407"/>
                </a:lnTo>
                <a:lnTo>
                  <a:pt x="89556" y="181862"/>
                </a:lnTo>
                <a:lnTo>
                  <a:pt x="122312" y="178875"/>
                </a:lnTo>
                <a:lnTo>
                  <a:pt x="156980" y="174066"/>
                </a:lnTo>
                <a:lnTo>
                  <a:pt x="158142" y="183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8157167" y="7123707"/>
            <a:ext cx="229235" cy="262890"/>
          </a:xfrm>
          <a:custGeom>
            <a:avLst/>
            <a:gdLst/>
            <a:ahLst/>
            <a:cxnLst/>
            <a:rect l="l" t="t" r="r" b="b"/>
            <a:pathLst>
              <a:path w="229234" h="262890">
                <a:moveTo>
                  <a:pt x="220199" y="200764"/>
                </a:moveTo>
                <a:lnTo>
                  <a:pt x="196492" y="200764"/>
                </a:lnTo>
                <a:lnTo>
                  <a:pt x="196492" y="0"/>
                </a:lnTo>
                <a:lnTo>
                  <a:pt x="220199" y="0"/>
                </a:lnTo>
                <a:lnTo>
                  <a:pt x="220199" y="200764"/>
                </a:lnTo>
                <a:close/>
              </a:path>
              <a:path w="229234" h="262890">
                <a:moveTo>
                  <a:pt x="155058" y="107216"/>
                </a:moveTo>
                <a:lnTo>
                  <a:pt x="24561" y="107216"/>
                </a:lnTo>
                <a:lnTo>
                  <a:pt x="24561" y="17299"/>
                </a:lnTo>
                <a:lnTo>
                  <a:pt x="152922" y="17299"/>
                </a:lnTo>
                <a:lnTo>
                  <a:pt x="152922" y="36949"/>
                </a:lnTo>
                <a:lnTo>
                  <a:pt x="48482" y="36949"/>
                </a:lnTo>
                <a:lnTo>
                  <a:pt x="48482" y="87780"/>
                </a:lnTo>
                <a:lnTo>
                  <a:pt x="155058" y="87780"/>
                </a:lnTo>
                <a:lnTo>
                  <a:pt x="155058" y="107216"/>
                </a:lnTo>
                <a:close/>
              </a:path>
              <a:path w="229234" h="262890">
                <a:moveTo>
                  <a:pt x="3630" y="166377"/>
                </a:moveTo>
                <a:lnTo>
                  <a:pt x="0" y="146942"/>
                </a:lnTo>
                <a:lnTo>
                  <a:pt x="37269" y="146581"/>
                </a:lnTo>
                <a:lnTo>
                  <a:pt x="77101" y="145660"/>
                </a:lnTo>
                <a:lnTo>
                  <a:pt x="77101" y="107216"/>
                </a:lnTo>
                <a:lnTo>
                  <a:pt x="100809" y="107216"/>
                </a:lnTo>
                <a:lnTo>
                  <a:pt x="100809" y="144699"/>
                </a:lnTo>
                <a:lnTo>
                  <a:pt x="174598" y="144699"/>
                </a:lnTo>
                <a:lnTo>
                  <a:pt x="175775" y="156766"/>
                </a:lnTo>
                <a:lnTo>
                  <a:pt x="131668" y="161602"/>
                </a:lnTo>
                <a:lnTo>
                  <a:pt x="87060" y="164535"/>
                </a:lnTo>
                <a:lnTo>
                  <a:pt x="43773" y="165987"/>
                </a:lnTo>
                <a:lnTo>
                  <a:pt x="3630" y="166377"/>
                </a:lnTo>
                <a:close/>
              </a:path>
              <a:path w="229234" h="262890">
                <a:moveTo>
                  <a:pt x="174598" y="144699"/>
                </a:moveTo>
                <a:lnTo>
                  <a:pt x="100809" y="144699"/>
                </a:lnTo>
                <a:lnTo>
                  <a:pt x="119584" y="143713"/>
                </a:lnTo>
                <a:lnTo>
                  <a:pt x="138158" y="142497"/>
                </a:lnTo>
                <a:lnTo>
                  <a:pt x="156373" y="141020"/>
                </a:lnTo>
                <a:lnTo>
                  <a:pt x="174066" y="139253"/>
                </a:lnTo>
                <a:lnTo>
                  <a:pt x="174598" y="144699"/>
                </a:lnTo>
                <a:close/>
              </a:path>
              <a:path w="229234" h="262890">
                <a:moveTo>
                  <a:pt x="229170" y="262274"/>
                </a:moveTo>
                <a:lnTo>
                  <a:pt x="45919" y="262274"/>
                </a:lnTo>
                <a:lnTo>
                  <a:pt x="45919" y="186881"/>
                </a:lnTo>
                <a:lnTo>
                  <a:pt x="69626" y="186881"/>
                </a:lnTo>
                <a:lnTo>
                  <a:pt x="69626" y="242625"/>
                </a:lnTo>
                <a:lnTo>
                  <a:pt x="229170" y="242625"/>
                </a:lnTo>
                <a:lnTo>
                  <a:pt x="229170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8499888" y="7123493"/>
            <a:ext cx="251460" cy="267970"/>
          </a:xfrm>
          <a:custGeom>
            <a:avLst/>
            <a:gdLst/>
            <a:ahLst/>
            <a:cxnLst/>
            <a:rect l="l" t="t" r="r" b="b"/>
            <a:pathLst>
              <a:path w="251459" h="267970">
                <a:moveTo>
                  <a:pt x="211015" y="163387"/>
                </a:moveTo>
                <a:lnTo>
                  <a:pt x="187308" y="163387"/>
                </a:lnTo>
                <a:lnTo>
                  <a:pt x="187308" y="0"/>
                </a:lnTo>
                <a:lnTo>
                  <a:pt x="211015" y="0"/>
                </a:lnTo>
                <a:lnTo>
                  <a:pt x="211015" y="70053"/>
                </a:lnTo>
                <a:lnTo>
                  <a:pt x="251382" y="70053"/>
                </a:lnTo>
                <a:lnTo>
                  <a:pt x="251382" y="89916"/>
                </a:lnTo>
                <a:lnTo>
                  <a:pt x="211015" y="89916"/>
                </a:lnTo>
                <a:lnTo>
                  <a:pt x="211015" y="163387"/>
                </a:lnTo>
                <a:close/>
              </a:path>
              <a:path w="251459" h="267970">
                <a:moveTo>
                  <a:pt x="12814" y="152922"/>
                </a:moveTo>
                <a:lnTo>
                  <a:pt x="0" y="133913"/>
                </a:lnTo>
                <a:lnTo>
                  <a:pt x="27544" y="119016"/>
                </a:lnTo>
                <a:lnTo>
                  <a:pt x="48802" y="97712"/>
                </a:lnTo>
                <a:lnTo>
                  <a:pt x="62531" y="71442"/>
                </a:lnTo>
                <a:lnTo>
                  <a:pt x="67490" y="41647"/>
                </a:lnTo>
                <a:lnTo>
                  <a:pt x="67490" y="13882"/>
                </a:lnTo>
                <a:lnTo>
                  <a:pt x="90771" y="13882"/>
                </a:lnTo>
                <a:lnTo>
                  <a:pt x="90771" y="43356"/>
                </a:lnTo>
                <a:lnTo>
                  <a:pt x="95716" y="69917"/>
                </a:lnTo>
                <a:lnTo>
                  <a:pt x="104084" y="84363"/>
                </a:lnTo>
                <a:lnTo>
                  <a:pt x="79771" y="84363"/>
                </a:lnTo>
                <a:lnTo>
                  <a:pt x="68859" y="106759"/>
                </a:lnTo>
                <a:lnTo>
                  <a:pt x="53741" y="126011"/>
                </a:lnTo>
                <a:lnTo>
                  <a:pt x="34900" y="141579"/>
                </a:lnTo>
                <a:lnTo>
                  <a:pt x="12814" y="152922"/>
                </a:lnTo>
                <a:close/>
              </a:path>
              <a:path w="251459" h="267970">
                <a:moveTo>
                  <a:pt x="144592" y="145447"/>
                </a:moveTo>
                <a:lnTo>
                  <a:pt x="123577" y="135242"/>
                </a:lnTo>
                <a:lnTo>
                  <a:pt x="105414" y="121312"/>
                </a:lnTo>
                <a:lnTo>
                  <a:pt x="90635" y="104179"/>
                </a:lnTo>
                <a:lnTo>
                  <a:pt x="79771" y="84363"/>
                </a:lnTo>
                <a:lnTo>
                  <a:pt x="104084" y="84363"/>
                </a:lnTo>
                <a:lnTo>
                  <a:pt x="109512" y="93734"/>
                </a:lnTo>
                <a:lnTo>
                  <a:pt x="130596" y="113186"/>
                </a:lnTo>
                <a:lnTo>
                  <a:pt x="157407" y="126652"/>
                </a:lnTo>
                <a:lnTo>
                  <a:pt x="144592" y="145447"/>
                </a:lnTo>
                <a:close/>
              </a:path>
              <a:path w="251459" h="267970">
                <a:moveTo>
                  <a:pt x="124943" y="267827"/>
                </a:moveTo>
                <a:lnTo>
                  <a:pt x="87690" y="264570"/>
                </a:lnTo>
                <a:lnTo>
                  <a:pt x="59668" y="255066"/>
                </a:lnTo>
                <a:lnTo>
                  <a:pt x="42018" y="239715"/>
                </a:lnTo>
                <a:lnTo>
                  <a:pt x="35881" y="218918"/>
                </a:lnTo>
                <a:lnTo>
                  <a:pt x="42018" y="198334"/>
                </a:lnTo>
                <a:lnTo>
                  <a:pt x="59668" y="183037"/>
                </a:lnTo>
                <a:lnTo>
                  <a:pt x="87690" y="173506"/>
                </a:lnTo>
                <a:lnTo>
                  <a:pt x="124943" y="170222"/>
                </a:lnTo>
                <a:lnTo>
                  <a:pt x="162006" y="173506"/>
                </a:lnTo>
                <a:lnTo>
                  <a:pt x="189818" y="183037"/>
                </a:lnTo>
                <a:lnTo>
                  <a:pt x="196895" y="189230"/>
                </a:lnTo>
                <a:lnTo>
                  <a:pt x="124943" y="189230"/>
                </a:lnTo>
                <a:lnTo>
                  <a:pt x="97582" y="191286"/>
                </a:lnTo>
                <a:lnTo>
                  <a:pt x="76968" y="197186"/>
                </a:lnTo>
                <a:lnTo>
                  <a:pt x="64003" y="206530"/>
                </a:lnTo>
                <a:lnTo>
                  <a:pt x="59588" y="218918"/>
                </a:lnTo>
                <a:lnTo>
                  <a:pt x="64003" y="231612"/>
                </a:lnTo>
                <a:lnTo>
                  <a:pt x="76968" y="241023"/>
                </a:lnTo>
                <a:lnTo>
                  <a:pt x="97582" y="246910"/>
                </a:lnTo>
                <a:lnTo>
                  <a:pt x="124943" y="249032"/>
                </a:lnTo>
                <a:lnTo>
                  <a:pt x="196688" y="249032"/>
                </a:lnTo>
                <a:lnTo>
                  <a:pt x="189818" y="255066"/>
                </a:lnTo>
                <a:lnTo>
                  <a:pt x="162006" y="264570"/>
                </a:lnTo>
                <a:lnTo>
                  <a:pt x="124943" y="267827"/>
                </a:lnTo>
                <a:close/>
              </a:path>
              <a:path w="251459" h="267970">
                <a:moveTo>
                  <a:pt x="196688" y="249032"/>
                </a:moveTo>
                <a:lnTo>
                  <a:pt x="124943" y="249032"/>
                </a:lnTo>
                <a:lnTo>
                  <a:pt x="152275" y="246910"/>
                </a:lnTo>
                <a:lnTo>
                  <a:pt x="172838" y="241023"/>
                </a:lnTo>
                <a:lnTo>
                  <a:pt x="185793" y="231612"/>
                </a:lnTo>
                <a:lnTo>
                  <a:pt x="190298" y="218918"/>
                </a:lnTo>
                <a:lnTo>
                  <a:pt x="185793" y="206530"/>
                </a:lnTo>
                <a:lnTo>
                  <a:pt x="172838" y="197186"/>
                </a:lnTo>
                <a:lnTo>
                  <a:pt x="152275" y="191286"/>
                </a:lnTo>
                <a:lnTo>
                  <a:pt x="124943" y="189230"/>
                </a:lnTo>
                <a:lnTo>
                  <a:pt x="196895" y="189230"/>
                </a:lnTo>
                <a:lnTo>
                  <a:pt x="207298" y="198334"/>
                </a:lnTo>
                <a:lnTo>
                  <a:pt x="213365" y="218918"/>
                </a:lnTo>
                <a:lnTo>
                  <a:pt x="207298" y="239715"/>
                </a:lnTo>
                <a:lnTo>
                  <a:pt x="196688" y="249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8779250" y="7123493"/>
            <a:ext cx="219710" cy="268605"/>
          </a:xfrm>
          <a:custGeom>
            <a:avLst/>
            <a:gdLst/>
            <a:ahLst/>
            <a:cxnLst/>
            <a:rect l="l" t="t" r="r" b="b"/>
            <a:pathLst>
              <a:path w="219709" h="268604">
                <a:moveTo>
                  <a:pt x="219131" y="107857"/>
                </a:moveTo>
                <a:lnTo>
                  <a:pt x="196278" y="107857"/>
                </a:lnTo>
                <a:lnTo>
                  <a:pt x="196278" y="0"/>
                </a:lnTo>
                <a:lnTo>
                  <a:pt x="219131" y="0"/>
                </a:lnTo>
                <a:lnTo>
                  <a:pt x="219131" y="107857"/>
                </a:lnTo>
                <a:close/>
              </a:path>
              <a:path w="219709" h="268604">
                <a:moveTo>
                  <a:pt x="159329" y="254799"/>
                </a:moveTo>
                <a:lnTo>
                  <a:pt x="136476" y="254799"/>
                </a:lnTo>
                <a:lnTo>
                  <a:pt x="136476" y="5766"/>
                </a:lnTo>
                <a:lnTo>
                  <a:pt x="159329" y="5766"/>
                </a:lnTo>
                <a:lnTo>
                  <a:pt x="159329" y="107857"/>
                </a:lnTo>
                <a:lnTo>
                  <a:pt x="219131" y="107857"/>
                </a:lnTo>
                <a:lnTo>
                  <a:pt x="219131" y="127506"/>
                </a:lnTo>
                <a:lnTo>
                  <a:pt x="159329" y="127506"/>
                </a:lnTo>
                <a:lnTo>
                  <a:pt x="159329" y="254799"/>
                </a:lnTo>
                <a:close/>
              </a:path>
              <a:path w="219709" h="268604">
                <a:moveTo>
                  <a:pt x="219131" y="268468"/>
                </a:moveTo>
                <a:lnTo>
                  <a:pt x="196278" y="268468"/>
                </a:lnTo>
                <a:lnTo>
                  <a:pt x="196278" y="127506"/>
                </a:lnTo>
                <a:lnTo>
                  <a:pt x="219131" y="127506"/>
                </a:lnTo>
                <a:lnTo>
                  <a:pt x="219131" y="268468"/>
                </a:lnTo>
                <a:close/>
              </a:path>
              <a:path w="219709" h="268604">
                <a:moveTo>
                  <a:pt x="17299" y="202045"/>
                </a:moveTo>
                <a:lnTo>
                  <a:pt x="0" y="202045"/>
                </a:lnTo>
                <a:lnTo>
                  <a:pt x="0" y="30968"/>
                </a:lnTo>
                <a:lnTo>
                  <a:pt x="106362" y="30968"/>
                </a:lnTo>
                <a:lnTo>
                  <a:pt x="106362" y="50404"/>
                </a:lnTo>
                <a:lnTo>
                  <a:pt x="22639" y="50404"/>
                </a:lnTo>
                <a:lnTo>
                  <a:pt x="22639" y="101877"/>
                </a:lnTo>
                <a:lnTo>
                  <a:pt x="102304" y="101877"/>
                </a:lnTo>
                <a:lnTo>
                  <a:pt x="102304" y="121099"/>
                </a:lnTo>
                <a:lnTo>
                  <a:pt x="22639" y="121099"/>
                </a:lnTo>
                <a:lnTo>
                  <a:pt x="22639" y="181755"/>
                </a:lnTo>
                <a:lnTo>
                  <a:pt x="117208" y="181755"/>
                </a:lnTo>
                <a:lnTo>
                  <a:pt x="118749" y="194783"/>
                </a:lnTo>
                <a:lnTo>
                  <a:pt x="95750" y="198441"/>
                </a:lnTo>
                <a:lnTo>
                  <a:pt x="72670" y="200657"/>
                </a:lnTo>
                <a:lnTo>
                  <a:pt x="47267" y="201751"/>
                </a:lnTo>
                <a:lnTo>
                  <a:pt x="17299" y="202045"/>
                </a:lnTo>
                <a:close/>
              </a:path>
              <a:path w="219709" h="268604">
                <a:moveTo>
                  <a:pt x="117208" y="181755"/>
                </a:moveTo>
                <a:lnTo>
                  <a:pt x="22639" y="181755"/>
                </a:lnTo>
                <a:lnTo>
                  <a:pt x="49934" y="181423"/>
                </a:lnTo>
                <a:lnTo>
                  <a:pt x="73444" y="180380"/>
                </a:lnTo>
                <a:lnTo>
                  <a:pt x="94992" y="178316"/>
                </a:lnTo>
                <a:lnTo>
                  <a:pt x="116400" y="174921"/>
                </a:lnTo>
                <a:lnTo>
                  <a:pt x="117208" y="1817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1767355" y="7576819"/>
            <a:ext cx="184785" cy="19050"/>
          </a:xfrm>
          <a:custGeom>
            <a:avLst/>
            <a:gdLst/>
            <a:ahLst/>
            <a:cxnLst/>
            <a:rect l="l" t="t" r="r" b="b"/>
            <a:pathLst>
              <a:path w="184785" h="19050">
                <a:moveTo>
                  <a:pt x="0" y="0"/>
                </a:moveTo>
                <a:lnTo>
                  <a:pt x="184745" y="0"/>
                </a:lnTo>
                <a:lnTo>
                  <a:pt x="18474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928607" y="7595869"/>
            <a:ext cx="23495" cy="41910"/>
          </a:xfrm>
          <a:custGeom>
            <a:avLst/>
            <a:gdLst/>
            <a:ahLst/>
            <a:cxnLst/>
            <a:rect l="l" t="t" r="r" b="b"/>
            <a:pathLst>
              <a:path w="23494" h="41909">
                <a:moveTo>
                  <a:pt x="0" y="0"/>
                </a:moveTo>
                <a:lnTo>
                  <a:pt x="23493" y="0"/>
                </a:lnTo>
                <a:lnTo>
                  <a:pt x="23493" y="41909"/>
                </a:lnTo>
                <a:lnTo>
                  <a:pt x="0" y="419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1767995" y="7637780"/>
            <a:ext cx="184150" cy="19050"/>
          </a:xfrm>
          <a:custGeom>
            <a:avLst/>
            <a:gdLst/>
            <a:ahLst/>
            <a:cxnLst/>
            <a:rect l="l" t="t" r="r" b="b"/>
            <a:pathLst>
              <a:path w="184150" h="19050">
                <a:moveTo>
                  <a:pt x="0" y="0"/>
                </a:moveTo>
                <a:lnTo>
                  <a:pt x="184104" y="0"/>
                </a:lnTo>
                <a:lnTo>
                  <a:pt x="18410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1767995" y="7656830"/>
            <a:ext cx="23495" cy="44450"/>
          </a:xfrm>
          <a:custGeom>
            <a:avLst/>
            <a:gdLst/>
            <a:ahLst/>
            <a:cxnLst/>
            <a:rect l="l" t="t" r="r" b="b"/>
            <a:pathLst>
              <a:path w="23494" h="44450">
                <a:moveTo>
                  <a:pt x="0" y="0"/>
                </a:moveTo>
                <a:lnTo>
                  <a:pt x="23493" y="0"/>
                </a:lnTo>
                <a:lnTo>
                  <a:pt x="23493" y="44450"/>
                </a:lnTo>
                <a:lnTo>
                  <a:pt x="0" y="444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1767995" y="7701280"/>
            <a:ext cx="190500" cy="19050"/>
          </a:xfrm>
          <a:custGeom>
            <a:avLst/>
            <a:gdLst/>
            <a:ahLst/>
            <a:cxnLst/>
            <a:rect l="l" t="t" r="r" b="b"/>
            <a:pathLst>
              <a:path w="190500" h="19050">
                <a:moveTo>
                  <a:pt x="0" y="0"/>
                </a:moveTo>
                <a:lnTo>
                  <a:pt x="190298" y="0"/>
                </a:lnTo>
                <a:lnTo>
                  <a:pt x="19029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1847660" y="7720330"/>
            <a:ext cx="23495" cy="50800"/>
          </a:xfrm>
          <a:custGeom>
            <a:avLst/>
            <a:gdLst/>
            <a:ahLst/>
            <a:cxnLst/>
            <a:rect l="l" t="t" r="r" b="b"/>
            <a:pathLst>
              <a:path w="23494" h="50800">
                <a:moveTo>
                  <a:pt x="0" y="0"/>
                </a:moveTo>
                <a:lnTo>
                  <a:pt x="23493" y="0"/>
                </a:lnTo>
                <a:lnTo>
                  <a:pt x="23493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1737240" y="7771130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80" h="20320">
                <a:moveTo>
                  <a:pt x="0" y="0"/>
                </a:moveTo>
                <a:lnTo>
                  <a:pt x="245829" y="0"/>
                </a:lnTo>
                <a:lnTo>
                  <a:pt x="245829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2113367" y="7578090"/>
            <a:ext cx="182880" cy="19050"/>
          </a:xfrm>
          <a:custGeom>
            <a:avLst/>
            <a:gdLst/>
            <a:ahLst/>
            <a:cxnLst/>
            <a:rect l="l" t="t" r="r" b="b"/>
            <a:pathLst>
              <a:path w="182880" h="19050">
                <a:moveTo>
                  <a:pt x="0" y="0"/>
                </a:moveTo>
                <a:lnTo>
                  <a:pt x="182823" y="0"/>
                </a:lnTo>
                <a:lnTo>
                  <a:pt x="18282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2113367" y="7597140"/>
            <a:ext cx="24130" cy="85090"/>
          </a:xfrm>
          <a:custGeom>
            <a:avLst/>
            <a:gdLst/>
            <a:ahLst/>
            <a:cxnLst/>
            <a:rect l="l" t="t" r="r" b="b"/>
            <a:pathLst>
              <a:path w="24130" h="85090">
                <a:moveTo>
                  <a:pt x="0" y="0"/>
                </a:moveTo>
                <a:lnTo>
                  <a:pt x="23707" y="0"/>
                </a:lnTo>
                <a:lnTo>
                  <a:pt x="23707" y="85089"/>
                </a:lnTo>
                <a:lnTo>
                  <a:pt x="0" y="850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2113367" y="7682230"/>
            <a:ext cx="185420" cy="19050"/>
          </a:xfrm>
          <a:custGeom>
            <a:avLst/>
            <a:gdLst/>
            <a:ahLst/>
            <a:cxnLst/>
            <a:rect l="l" t="t" r="r" b="b"/>
            <a:pathLst>
              <a:path w="185419" h="19050">
                <a:moveTo>
                  <a:pt x="0" y="0"/>
                </a:moveTo>
                <a:lnTo>
                  <a:pt x="185386" y="0"/>
                </a:lnTo>
                <a:lnTo>
                  <a:pt x="18538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2192391" y="7701280"/>
            <a:ext cx="23495" cy="69850"/>
          </a:xfrm>
          <a:custGeom>
            <a:avLst/>
            <a:gdLst/>
            <a:ahLst/>
            <a:cxnLst/>
            <a:rect l="l" t="t" r="r" b="b"/>
            <a:pathLst>
              <a:path w="23494" h="69850">
                <a:moveTo>
                  <a:pt x="0" y="0"/>
                </a:moveTo>
                <a:lnTo>
                  <a:pt x="23493" y="0"/>
                </a:lnTo>
                <a:lnTo>
                  <a:pt x="23493" y="69850"/>
                </a:lnTo>
                <a:lnTo>
                  <a:pt x="0" y="698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2081971" y="7771130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80" h="20320">
                <a:moveTo>
                  <a:pt x="0" y="0"/>
                </a:moveTo>
                <a:lnTo>
                  <a:pt x="245829" y="0"/>
                </a:lnTo>
                <a:lnTo>
                  <a:pt x="245829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2361760" y="7556365"/>
            <a:ext cx="238125" cy="265430"/>
          </a:xfrm>
          <a:custGeom>
            <a:avLst/>
            <a:gdLst/>
            <a:ahLst/>
            <a:cxnLst/>
            <a:rect l="l" t="t" r="r" b="b"/>
            <a:pathLst>
              <a:path w="238125" h="265429">
                <a:moveTo>
                  <a:pt x="197560" y="135408"/>
                </a:moveTo>
                <a:lnTo>
                  <a:pt x="173853" y="135408"/>
                </a:lnTo>
                <a:lnTo>
                  <a:pt x="173853" y="0"/>
                </a:lnTo>
                <a:lnTo>
                  <a:pt x="197560" y="0"/>
                </a:lnTo>
                <a:lnTo>
                  <a:pt x="197560" y="56811"/>
                </a:lnTo>
                <a:lnTo>
                  <a:pt x="237926" y="56811"/>
                </a:lnTo>
                <a:lnTo>
                  <a:pt x="237926" y="76674"/>
                </a:lnTo>
                <a:lnTo>
                  <a:pt x="197560" y="76674"/>
                </a:lnTo>
                <a:lnTo>
                  <a:pt x="197560" y="135408"/>
                </a:lnTo>
                <a:close/>
              </a:path>
              <a:path w="238125" h="265429">
                <a:moveTo>
                  <a:pt x="20717" y="124943"/>
                </a:moveTo>
                <a:lnTo>
                  <a:pt x="0" y="124943"/>
                </a:lnTo>
                <a:lnTo>
                  <a:pt x="0" y="15591"/>
                </a:lnTo>
                <a:lnTo>
                  <a:pt x="119177" y="15591"/>
                </a:lnTo>
                <a:lnTo>
                  <a:pt x="119177" y="35026"/>
                </a:lnTo>
                <a:lnTo>
                  <a:pt x="23280" y="35026"/>
                </a:lnTo>
                <a:lnTo>
                  <a:pt x="23280" y="105721"/>
                </a:lnTo>
                <a:lnTo>
                  <a:pt x="145823" y="105721"/>
                </a:lnTo>
                <a:lnTo>
                  <a:pt x="147369" y="115546"/>
                </a:lnTo>
                <a:lnTo>
                  <a:pt x="119140" y="120468"/>
                </a:lnTo>
                <a:lnTo>
                  <a:pt x="90370" y="123368"/>
                </a:lnTo>
                <a:lnTo>
                  <a:pt x="58437" y="124706"/>
                </a:lnTo>
                <a:lnTo>
                  <a:pt x="20717" y="124943"/>
                </a:lnTo>
                <a:close/>
              </a:path>
              <a:path w="238125" h="265429">
                <a:moveTo>
                  <a:pt x="145823" y="105721"/>
                </a:moveTo>
                <a:lnTo>
                  <a:pt x="23280" y="105721"/>
                </a:lnTo>
                <a:lnTo>
                  <a:pt x="59291" y="105367"/>
                </a:lnTo>
                <a:lnTo>
                  <a:pt x="89836" y="103932"/>
                </a:lnTo>
                <a:lnTo>
                  <a:pt x="117378" y="101096"/>
                </a:lnTo>
                <a:lnTo>
                  <a:pt x="144379" y="96537"/>
                </a:lnTo>
                <a:lnTo>
                  <a:pt x="145823" y="105721"/>
                </a:lnTo>
                <a:close/>
              </a:path>
              <a:path w="238125" h="265429">
                <a:moveTo>
                  <a:pt x="207385" y="264837"/>
                </a:moveTo>
                <a:lnTo>
                  <a:pt x="26910" y="264837"/>
                </a:lnTo>
                <a:lnTo>
                  <a:pt x="26910" y="196278"/>
                </a:lnTo>
                <a:lnTo>
                  <a:pt x="174066" y="196278"/>
                </a:lnTo>
                <a:lnTo>
                  <a:pt x="174066" y="168086"/>
                </a:lnTo>
                <a:lnTo>
                  <a:pt x="26270" y="168086"/>
                </a:lnTo>
                <a:lnTo>
                  <a:pt x="26270" y="148864"/>
                </a:lnTo>
                <a:lnTo>
                  <a:pt x="197560" y="148864"/>
                </a:lnTo>
                <a:lnTo>
                  <a:pt x="197560" y="214860"/>
                </a:lnTo>
                <a:lnTo>
                  <a:pt x="50191" y="214860"/>
                </a:lnTo>
                <a:lnTo>
                  <a:pt x="50191" y="245402"/>
                </a:lnTo>
                <a:lnTo>
                  <a:pt x="207385" y="245402"/>
                </a:lnTo>
                <a:lnTo>
                  <a:pt x="207385" y="2648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2718659" y="7608478"/>
            <a:ext cx="219772" cy="19222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3054332" y="7556365"/>
            <a:ext cx="228600" cy="262890"/>
          </a:xfrm>
          <a:custGeom>
            <a:avLst/>
            <a:gdLst/>
            <a:ahLst/>
            <a:cxnLst/>
            <a:rect l="l" t="t" r="r" b="b"/>
            <a:pathLst>
              <a:path w="228600" h="262890">
                <a:moveTo>
                  <a:pt x="88848" y="33104"/>
                </a:moveTo>
                <a:lnTo>
                  <a:pt x="65355" y="33104"/>
                </a:lnTo>
                <a:lnTo>
                  <a:pt x="65355" y="0"/>
                </a:lnTo>
                <a:lnTo>
                  <a:pt x="88848" y="0"/>
                </a:lnTo>
                <a:lnTo>
                  <a:pt x="88848" y="33104"/>
                </a:lnTo>
                <a:close/>
              </a:path>
              <a:path w="228600" h="262890">
                <a:moveTo>
                  <a:pt x="222335" y="205035"/>
                </a:moveTo>
                <a:lnTo>
                  <a:pt x="198628" y="205035"/>
                </a:lnTo>
                <a:lnTo>
                  <a:pt x="198628" y="147155"/>
                </a:lnTo>
                <a:lnTo>
                  <a:pt x="151854" y="147155"/>
                </a:lnTo>
                <a:lnTo>
                  <a:pt x="151854" y="127933"/>
                </a:lnTo>
                <a:lnTo>
                  <a:pt x="198628" y="127933"/>
                </a:lnTo>
                <a:lnTo>
                  <a:pt x="198628" y="91411"/>
                </a:lnTo>
                <a:lnTo>
                  <a:pt x="151854" y="91411"/>
                </a:lnTo>
                <a:lnTo>
                  <a:pt x="151854" y="71762"/>
                </a:lnTo>
                <a:lnTo>
                  <a:pt x="198628" y="71762"/>
                </a:lnTo>
                <a:lnTo>
                  <a:pt x="198628" y="213"/>
                </a:lnTo>
                <a:lnTo>
                  <a:pt x="222335" y="213"/>
                </a:lnTo>
                <a:lnTo>
                  <a:pt x="222335" y="205035"/>
                </a:lnTo>
                <a:close/>
              </a:path>
              <a:path w="228600" h="262890">
                <a:moveTo>
                  <a:pt x="152068" y="52540"/>
                </a:moveTo>
                <a:lnTo>
                  <a:pt x="0" y="52540"/>
                </a:lnTo>
                <a:lnTo>
                  <a:pt x="0" y="33104"/>
                </a:lnTo>
                <a:lnTo>
                  <a:pt x="152068" y="33104"/>
                </a:lnTo>
                <a:lnTo>
                  <a:pt x="152068" y="52540"/>
                </a:lnTo>
                <a:close/>
              </a:path>
              <a:path w="228600" h="262890">
                <a:moveTo>
                  <a:pt x="76888" y="169795"/>
                </a:moveTo>
                <a:lnTo>
                  <a:pt x="52119" y="166080"/>
                </a:lnTo>
                <a:lnTo>
                  <a:pt x="32837" y="155618"/>
                </a:lnTo>
                <a:lnTo>
                  <a:pt x="20363" y="139430"/>
                </a:lnTo>
                <a:lnTo>
                  <a:pt x="16018" y="118536"/>
                </a:lnTo>
                <a:lnTo>
                  <a:pt x="20363" y="97552"/>
                </a:lnTo>
                <a:lnTo>
                  <a:pt x="32837" y="81373"/>
                </a:lnTo>
                <a:lnTo>
                  <a:pt x="52119" y="70961"/>
                </a:lnTo>
                <a:lnTo>
                  <a:pt x="76888" y="67277"/>
                </a:lnTo>
                <a:lnTo>
                  <a:pt x="101573" y="70961"/>
                </a:lnTo>
                <a:lnTo>
                  <a:pt x="120912" y="81373"/>
                </a:lnTo>
                <a:lnTo>
                  <a:pt x="124586" y="86072"/>
                </a:lnTo>
                <a:lnTo>
                  <a:pt x="76888" y="86072"/>
                </a:lnTo>
                <a:lnTo>
                  <a:pt x="61086" y="88531"/>
                </a:lnTo>
                <a:lnTo>
                  <a:pt x="48829" y="95176"/>
                </a:lnTo>
                <a:lnTo>
                  <a:pt x="40937" y="105384"/>
                </a:lnTo>
                <a:lnTo>
                  <a:pt x="38230" y="118536"/>
                </a:lnTo>
                <a:lnTo>
                  <a:pt x="40937" y="131808"/>
                </a:lnTo>
                <a:lnTo>
                  <a:pt x="48829" y="142056"/>
                </a:lnTo>
                <a:lnTo>
                  <a:pt x="61086" y="148660"/>
                </a:lnTo>
                <a:lnTo>
                  <a:pt x="76888" y="151000"/>
                </a:lnTo>
                <a:lnTo>
                  <a:pt x="124521" y="151000"/>
                </a:lnTo>
                <a:lnTo>
                  <a:pt x="120912" y="155618"/>
                </a:lnTo>
                <a:lnTo>
                  <a:pt x="101573" y="166080"/>
                </a:lnTo>
                <a:lnTo>
                  <a:pt x="76888" y="169795"/>
                </a:lnTo>
                <a:close/>
              </a:path>
              <a:path w="228600" h="262890">
                <a:moveTo>
                  <a:pt x="124521" y="151000"/>
                </a:moveTo>
                <a:lnTo>
                  <a:pt x="76888" y="151000"/>
                </a:lnTo>
                <a:lnTo>
                  <a:pt x="92573" y="148660"/>
                </a:lnTo>
                <a:lnTo>
                  <a:pt x="104813" y="142056"/>
                </a:lnTo>
                <a:lnTo>
                  <a:pt x="112809" y="131808"/>
                </a:lnTo>
                <a:lnTo>
                  <a:pt x="115759" y="118536"/>
                </a:lnTo>
                <a:lnTo>
                  <a:pt x="112809" y="105384"/>
                </a:lnTo>
                <a:lnTo>
                  <a:pt x="104813" y="95176"/>
                </a:lnTo>
                <a:lnTo>
                  <a:pt x="92573" y="88531"/>
                </a:lnTo>
                <a:lnTo>
                  <a:pt x="76888" y="86072"/>
                </a:lnTo>
                <a:lnTo>
                  <a:pt x="124586" y="86072"/>
                </a:lnTo>
                <a:lnTo>
                  <a:pt x="133563" y="97552"/>
                </a:lnTo>
                <a:lnTo>
                  <a:pt x="138185" y="118536"/>
                </a:lnTo>
                <a:lnTo>
                  <a:pt x="133563" y="139430"/>
                </a:lnTo>
                <a:lnTo>
                  <a:pt x="124521" y="151000"/>
                </a:lnTo>
                <a:close/>
              </a:path>
              <a:path w="228600" h="262890">
                <a:moveTo>
                  <a:pt x="228529" y="262488"/>
                </a:moveTo>
                <a:lnTo>
                  <a:pt x="48695" y="262488"/>
                </a:lnTo>
                <a:lnTo>
                  <a:pt x="48695" y="186881"/>
                </a:lnTo>
                <a:lnTo>
                  <a:pt x="72616" y="186881"/>
                </a:lnTo>
                <a:lnTo>
                  <a:pt x="72616" y="242839"/>
                </a:lnTo>
                <a:lnTo>
                  <a:pt x="228529" y="242839"/>
                </a:lnTo>
                <a:lnTo>
                  <a:pt x="228529" y="2624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3320451" y="7556365"/>
            <a:ext cx="251460" cy="267970"/>
          </a:xfrm>
          <a:custGeom>
            <a:avLst/>
            <a:gdLst/>
            <a:ahLst/>
            <a:cxnLst/>
            <a:rect l="l" t="t" r="r" b="b"/>
            <a:pathLst>
              <a:path w="251460" h="267970">
                <a:moveTo>
                  <a:pt x="211015" y="162106"/>
                </a:moveTo>
                <a:lnTo>
                  <a:pt x="187308" y="162106"/>
                </a:lnTo>
                <a:lnTo>
                  <a:pt x="187308" y="0"/>
                </a:lnTo>
                <a:lnTo>
                  <a:pt x="211015" y="0"/>
                </a:lnTo>
                <a:lnTo>
                  <a:pt x="211015" y="68558"/>
                </a:lnTo>
                <a:lnTo>
                  <a:pt x="251382" y="68558"/>
                </a:lnTo>
                <a:lnTo>
                  <a:pt x="251382" y="88421"/>
                </a:lnTo>
                <a:lnTo>
                  <a:pt x="211015" y="88421"/>
                </a:lnTo>
                <a:lnTo>
                  <a:pt x="211015" y="162106"/>
                </a:lnTo>
                <a:close/>
              </a:path>
              <a:path w="251460" h="267970">
                <a:moveTo>
                  <a:pt x="152281" y="39512"/>
                </a:moveTo>
                <a:lnTo>
                  <a:pt x="7261" y="39512"/>
                </a:lnTo>
                <a:lnTo>
                  <a:pt x="7261" y="19862"/>
                </a:lnTo>
                <a:lnTo>
                  <a:pt x="152281" y="19862"/>
                </a:lnTo>
                <a:lnTo>
                  <a:pt x="152281" y="39512"/>
                </a:lnTo>
                <a:close/>
              </a:path>
              <a:path w="251460" h="267970">
                <a:moveTo>
                  <a:pt x="12173" y="156980"/>
                </a:moveTo>
                <a:lnTo>
                  <a:pt x="0" y="137971"/>
                </a:lnTo>
                <a:lnTo>
                  <a:pt x="27711" y="124059"/>
                </a:lnTo>
                <a:lnTo>
                  <a:pt x="49336" y="103879"/>
                </a:lnTo>
                <a:lnTo>
                  <a:pt x="63432" y="79014"/>
                </a:lnTo>
                <a:lnTo>
                  <a:pt x="68558" y="51045"/>
                </a:lnTo>
                <a:lnTo>
                  <a:pt x="68558" y="39512"/>
                </a:lnTo>
                <a:lnTo>
                  <a:pt x="92052" y="39512"/>
                </a:lnTo>
                <a:lnTo>
                  <a:pt x="92092" y="51045"/>
                </a:lnTo>
                <a:lnTo>
                  <a:pt x="96774" y="76314"/>
                </a:lnTo>
                <a:lnTo>
                  <a:pt x="105159" y="90557"/>
                </a:lnTo>
                <a:lnTo>
                  <a:pt x="80732" y="90557"/>
                </a:lnTo>
                <a:lnTo>
                  <a:pt x="69690" y="112274"/>
                </a:lnTo>
                <a:lnTo>
                  <a:pt x="54222" y="130937"/>
                </a:lnTo>
                <a:lnTo>
                  <a:pt x="34870" y="146016"/>
                </a:lnTo>
                <a:lnTo>
                  <a:pt x="12173" y="156980"/>
                </a:lnTo>
                <a:close/>
              </a:path>
              <a:path w="251460" h="267970">
                <a:moveTo>
                  <a:pt x="146515" y="149078"/>
                </a:moveTo>
                <a:lnTo>
                  <a:pt x="124838" y="139393"/>
                </a:lnTo>
                <a:lnTo>
                  <a:pt x="106375" y="126064"/>
                </a:lnTo>
                <a:lnTo>
                  <a:pt x="91536" y="109612"/>
                </a:lnTo>
                <a:lnTo>
                  <a:pt x="80732" y="90557"/>
                </a:lnTo>
                <a:lnTo>
                  <a:pt x="105159" y="90557"/>
                </a:lnTo>
                <a:lnTo>
                  <a:pt x="110126" y="98993"/>
                </a:lnTo>
                <a:lnTo>
                  <a:pt x="130887" y="117508"/>
                </a:lnTo>
                <a:lnTo>
                  <a:pt x="157834" y="130496"/>
                </a:lnTo>
                <a:lnTo>
                  <a:pt x="146515" y="149078"/>
                </a:lnTo>
                <a:close/>
              </a:path>
              <a:path w="251460" h="267970">
                <a:moveTo>
                  <a:pt x="124943" y="267827"/>
                </a:moveTo>
                <a:lnTo>
                  <a:pt x="87690" y="264500"/>
                </a:lnTo>
                <a:lnTo>
                  <a:pt x="59668" y="254826"/>
                </a:lnTo>
                <a:lnTo>
                  <a:pt x="42018" y="239265"/>
                </a:lnTo>
                <a:lnTo>
                  <a:pt x="35881" y="218277"/>
                </a:lnTo>
                <a:lnTo>
                  <a:pt x="42018" y="197570"/>
                </a:lnTo>
                <a:lnTo>
                  <a:pt x="59668" y="182209"/>
                </a:lnTo>
                <a:lnTo>
                  <a:pt x="87690" y="172655"/>
                </a:lnTo>
                <a:lnTo>
                  <a:pt x="124943" y="169368"/>
                </a:lnTo>
                <a:lnTo>
                  <a:pt x="162006" y="172655"/>
                </a:lnTo>
                <a:lnTo>
                  <a:pt x="189818" y="182209"/>
                </a:lnTo>
                <a:lnTo>
                  <a:pt x="196836" y="188376"/>
                </a:lnTo>
                <a:lnTo>
                  <a:pt x="124943" y="188376"/>
                </a:lnTo>
                <a:lnTo>
                  <a:pt x="97582" y="190405"/>
                </a:lnTo>
                <a:lnTo>
                  <a:pt x="76968" y="196278"/>
                </a:lnTo>
                <a:lnTo>
                  <a:pt x="64003" y="205676"/>
                </a:lnTo>
                <a:lnTo>
                  <a:pt x="59588" y="218277"/>
                </a:lnTo>
                <a:lnTo>
                  <a:pt x="64003" y="231159"/>
                </a:lnTo>
                <a:lnTo>
                  <a:pt x="76968" y="240756"/>
                </a:lnTo>
                <a:lnTo>
                  <a:pt x="97582" y="246750"/>
                </a:lnTo>
                <a:lnTo>
                  <a:pt x="124943" y="248819"/>
                </a:lnTo>
                <a:lnTo>
                  <a:pt x="196565" y="248819"/>
                </a:lnTo>
                <a:lnTo>
                  <a:pt x="189818" y="254826"/>
                </a:lnTo>
                <a:lnTo>
                  <a:pt x="162006" y="264500"/>
                </a:lnTo>
                <a:lnTo>
                  <a:pt x="124943" y="267827"/>
                </a:lnTo>
                <a:close/>
              </a:path>
              <a:path w="251460" h="267970">
                <a:moveTo>
                  <a:pt x="196565" y="248819"/>
                </a:moveTo>
                <a:lnTo>
                  <a:pt x="124943" y="248819"/>
                </a:lnTo>
                <a:lnTo>
                  <a:pt x="152275" y="246750"/>
                </a:lnTo>
                <a:lnTo>
                  <a:pt x="172838" y="240756"/>
                </a:lnTo>
                <a:lnTo>
                  <a:pt x="185793" y="231159"/>
                </a:lnTo>
                <a:lnTo>
                  <a:pt x="190298" y="218277"/>
                </a:lnTo>
                <a:lnTo>
                  <a:pt x="185793" y="205676"/>
                </a:lnTo>
                <a:lnTo>
                  <a:pt x="172838" y="196278"/>
                </a:lnTo>
                <a:lnTo>
                  <a:pt x="152275" y="190405"/>
                </a:lnTo>
                <a:lnTo>
                  <a:pt x="124943" y="188376"/>
                </a:lnTo>
                <a:lnTo>
                  <a:pt x="196836" y="188376"/>
                </a:lnTo>
                <a:lnTo>
                  <a:pt x="207298" y="197570"/>
                </a:lnTo>
                <a:lnTo>
                  <a:pt x="213365" y="218277"/>
                </a:lnTo>
                <a:lnTo>
                  <a:pt x="207298" y="239265"/>
                </a:lnTo>
                <a:lnTo>
                  <a:pt x="196565" y="2488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3587639" y="7554229"/>
            <a:ext cx="251460" cy="271145"/>
          </a:xfrm>
          <a:custGeom>
            <a:avLst/>
            <a:gdLst/>
            <a:ahLst/>
            <a:cxnLst/>
            <a:rect l="l" t="t" r="r" b="b"/>
            <a:pathLst>
              <a:path w="251460" h="271145">
                <a:moveTo>
                  <a:pt x="96537" y="26697"/>
                </a:moveTo>
                <a:lnTo>
                  <a:pt x="72830" y="26697"/>
                </a:lnTo>
                <a:lnTo>
                  <a:pt x="72830" y="0"/>
                </a:lnTo>
                <a:lnTo>
                  <a:pt x="96537" y="0"/>
                </a:lnTo>
                <a:lnTo>
                  <a:pt x="96537" y="26697"/>
                </a:lnTo>
                <a:close/>
              </a:path>
              <a:path w="251460" h="271145">
                <a:moveTo>
                  <a:pt x="162319" y="44851"/>
                </a:moveTo>
                <a:lnTo>
                  <a:pt x="6834" y="44851"/>
                </a:lnTo>
                <a:lnTo>
                  <a:pt x="6834" y="26697"/>
                </a:lnTo>
                <a:lnTo>
                  <a:pt x="162319" y="26697"/>
                </a:lnTo>
                <a:lnTo>
                  <a:pt x="162319" y="44851"/>
                </a:lnTo>
                <a:close/>
              </a:path>
              <a:path w="251460" h="271145">
                <a:moveTo>
                  <a:pt x="210802" y="182182"/>
                </a:moveTo>
                <a:lnTo>
                  <a:pt x="187095" y="182182"/>
                </a:lnTo>
                <a:lnTo>
                  <a:pt x="187095" y="2349"/>
                </a:lnTo>
                <a:lnTo>
                  <a:pt x="210802" y="2349"/>
                </a:lnTo>
                <a:lnTo>
                  <a:pt x="210802" y="83509"/>
                </a:lnTo>
                <a:lnTo>
                  <a:pt x="250955" y="83509"/>
                </a:lnTo>
                <a:lnTo>
                  <a:pt x="250955" y="103372"/>
                </a:lnTo>
                <a:lnTo>
                  <a:pt x="210802" y="103372"/>
                </a:lnTo>
                <a:lnTo>
                  <a:pt x="210802" y="182182"/>
                </a:lnTo>
                <a:close/>
              </a:path>
              <a:path w="251460" h="271145">
                <a:moveTo>
                  <a:pt x="2776" y="174280"/>
                </a:moveTo>
                <a:lnTo>
                  <a:pt x="0" y="154844"/>
                </a:lnTo>
                <a:lnTo>
                  <a:pt x="53386" y="154484"/>
                </a:lnTo>
                <a:lnTo>
                  <a:pt x="72830" y="153990"/>
                </a:lnTo>
                <a:lnTo>
                  <a:pt x="72830" y="134234"/>
                </a:lnTo>
                <a:lnTo>
                  <a:pt x="51590" y="130029"/>
                </a:lnTo>
                <a:lnTo>
                  <a:pt x="35387" y="121820"/>
                </a:lnTo>
                <a:lnTo>
                  <a:pt x="25090" y="109966"/>
                </a:lnTo>
                <a:lnTo>
                  <a:pt x="21571" y="94829"/>
                </a:lnTo>
                <a:lnTo>
                  <a:pt x="25976" y="78263"/>
                </a:lnTo>
                <a:lnTo>
                  <a:pt x="38711" y="65782"/>
                </a:lnTo>
                <a:lnTo>
                  <a:pt x="58574" y="57946"/>
                </a:lnTo>
                <a:lnTo>
                  <a:pt x="84363" y="55316"/>
                </a:lnTo>
                <a:lnTo>
                  <a:pt x="110216" y="57946"/>
                </a:lnTo>
                <a:lnTo>
                  <a:pt x="130042" y="65782"/>
                </a:lnTo>
                <a:lnTo>
                  <a:pt x="136364" y="71976"/>
                </a:lnTo>
                <a:lnTo>
                  <a:pt x="84363" y="71976"/>
                </a:lnTo>
                <a:lnTo>
                  <a:pt x="67607" y="73444"/>
                </a:lnTo>
                <a:lnTo>
                  <a:pt x="54916" y="77956"/>
                </a:lnTo>
                <a:lnTo>
                  <a:pt x="46910" y="85191"/>
                </a:lnTo>
                <a:lnTo>
                  <a:pt x="44210" y="94829"/>
                </a:lnTo>
                <a:lnTo>
                  <a:pt x="46910" y="104353"/>
                </a:lnTo>
                <a:lnTo>
                  <a:pt x="54916" y="111755"/>
                </a:lnTo>
                <a:lnTo>
                  <a:pt x="67607" y="116513"/>
                </a:lnTo>
                <a:lnTo>
                  <a:pt x="84363" y="118109"/>
                </a:lnTo>
                <a:lnTo>
                  <a:pt x="136586" y="118109"/>
                </a:lnTo>
                <a:lnTo>
                  <a:pt x="133526" y="121659"/>
                </a:lnTo>
                <a:lnTo>
                  <a:pt x="117560" y="129909"/>
                </a:lnTo>
                <a:lnTo>
                  <a:pt x="96537" y="134234"/>
                </a:lnTo>
                <a:lnTo>
                  <a:pt x="96537" y="153136"/>
                </a:lnTo>
                <a:lnTo>
                  <a:pt x="171195" y="153136"/>
                </a:lnTo>
                <a:lnTo>
                  <a:pt x="172358" y="163601"/>
                </a:lnTo>
                <a:lnTo>
                  <a:pt x="127990" y="169594"/>
                </a:lnTo>
                <a:lnTo>
                  <a:pt x="83482" y="172785"/>
                </a:lnTo>
                <a:lnTo>
                  <a:pt x="41017" y="174053"/>
                </a:lnTo>
                <a:lnTo>
                  <a:pt x="2776" y="174280"/>
                </a:lnTo>
                <a:close/>
              </a:path>
              <a:path w="251460" h="271145">
                <a:moveTo>
                  <a:pt x="136586" y="118109"/>
                </a:moveTo>
                <a:lnTo>
                  <a:pt x="84363" y="118109"/>
                </a:lnTo>
                <a:lnTo>
                  <a:pt x="101122" y="116513"/>
                </a:lnTo>
                <a:lnTo>
                  <a:pt x="113837" y="111755"/>
                </a:lnTo>
                <a:lnTo>
                  <a:pt x="121906" y="104353"/>
                </a:lnTo>
                <a:lnTo>
                  <a:pt x="124730" y="94829"/>
                </a:lnTo>
                <a:lnTo>
                  <a:pt x="121906" y="85191"/>
                </a:lnTo>
                <a:lnTo>
                  <a:pt x="113837" y="77956"/>
                </a:lnTo>
                <a:lnTo>
                  <a:pt x="101122" y="73444"/>
                </a:lnTo>
                <a:lnTo>
                  <a:pt x="84363" y="71976"/>
                </a:lnTo>
                <a:lnTo>
                  <a:pt x="136364" y="71976"/>
                </a:lnTo>
                <a:lnTo>
                  <a:pt x="142780" y="78263"/>
                </a:lnTo>
                <a:lnTo>
                  <a:pt x="147369" y="94829"/>
                </a:lnTo>
                <a:lnTo>
                  <a:pt x="143706" y="109846"/>
                </a:lnTo>
                <a:lnTo>
                  <a:pt x="136586" y="118109"/>
                </a:lnTo>
                <a:close/>
              </a:path>
              <a:path w="251460" h="271145">
                <a:moveTo>
                  <a:pt x="171195" y="153136"/>
                </a:moveTo>
                <a:lnTo>
                  <a:pt x="96537" y="153136"/>
                </a:lnTo>
                <a:lnTo>
                  <a:pt x="115367" y="152023"/>
                </a:lnTo>
                <a:lnTo>
                  <a:pt x="134087" y="150559"/>
                </a:lnTo>
                <a:lnTo>
                  <a:pt x="152506" y="148675"/>
                </a:lnTo>
                <a:lnTo>
                  <a:pt x="170435" y="146301"/>
                </a:lnTo>
                <a:lnTo>
                  <a:pt x="171195" y="153136"/>
                </a:lnTo>
                <a:close/>
              </a:path>
              <a:path w="251460" h="271145">
                <a:moveTo>
                  <a:pt x="210802" y="270604"/>
                </a:moveTo>
                <a:lnTo>
                  <a:pt x="187095" y="270604"/>
                </a:lnTo>
                <a:lnTo>
                  <a:pt x="187095" y="214646"/>
                </a:lnTo>
                <a:lnTo>
                  <a:pt x="33104" y="214646"/>
                </a:lnTo>
                <a:lnTo>
                  <a:pt x="33104" y="195638"/>
                </a:lnTo>
                <a:lnTo>
                  <a:pt x="210802" y="195638"/>
                </a:lnTo>
                <a:lnTo>
                  <a:pt x="210802" y="2706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3862515" y="7556578"/>
            <a:ext cx="224154" cy="262890"/>
          </a:xfrm>
          <a:custGeom>
            <a:avLst/>
            <a:gdLst/>
            <a:ahLst/>
            <a:cxnLst/>
            <a:rect l="l" t="t" r="r" b="b"/>
            <a:pathLst>
              <a:path w="224154" h="262890">
                <a:moveTo>
                  <a:pt x="215501" y="196278"/>
                </a:moveTo>
                <a:lnTo>
                  <a:pt x="191793" y="196278"/>
                </a:lnTo>
                <a:lnTo>
                  <a:pt x="191793" y="0"/>
                </a:lnTo>
                <a:lnTo>
                  <a:pt x="215501" y="0"/>
                </a:lnTo>
                <a:lnTo>
                  <a:pt x="215501" y="196278"/>
                </a:lnTo>
                <a:close/>
              </a:path>
              <a:path w="224154" h="262890">
                <a:moveTo>
                  <a:pt x="70481" y="150573"/>
                </a:moveTo>
                <a:lnTo>
                  <a:pt x="42528" y="145847"/>
                </a:lnTo>
                <a:lnTo>
                  <a:pt x="20183" y="132312"/>
                </a:lnTo>
                <a:lnTo>
                  <a:pt x="5366" y="111408"/>
                </a:lnTo>
                <a:lnTo>
                  <a:pt x="0" y="84577"/>
                </a:lnTo>
                <a:lnTo>
                  <a:pt x="5366" y="57989"/>
                </a:lnTo>
                <a:lnTo>
                  <a:pt x="20183" y="37189"/>
                </a:lnTo>
                <a:lnTo>
                  <a:pt x="42528" y="23637"/>
                </a:lnTo>
                <a:lnTo>
                  <a:pt x="70481" y="18794"/>
                </a:lnTo>
                <a:lnTo>
                  <a:pt x="98399" y="23637"/>
                </a:lnTo>
                <a:lnTo>
                  <a:pt x="120672" y="37189"/>
                </a:lnTo>
                <a:lnTo>
                  <a:pt x="122318" y="39512"/>
                </a:lnTo>
                <a:lnTo>
                  <a:pt x="70481" y="39512"/>
                </a:lnTo>
                <a:lnTo>
                  <a:pt x="51632" y="42859"/>
                </a:lnTo>
                <a:lnTo>
                  <a:pt x="36628" y="52193"/>
                </a:lnTo>
                <a:lnTo>
                  <a:pt x="26750" y="66453"/>
                </a:lnTo>
                <a:lnTo>
                  <a:pt x="23280" y="84577"/>
                </a:lnTo>
                <a:lnTo>
                  <a:pt x="26750" y="102914"/>
                </a:lnTo>
                <a:lnTo>
                  <a:pt x="36628" y="117228"/>
                </a:lnTo>
                <a:lnTo>
                  <a:pt x="51632" y="126535"/>
                </a:lnTo>
                <a:lnTo>
                  <a:pt x="70481" y="129855"/>
                </a:lnTo>
                <a:lnTo>
                  <a:pt x="122404" y="129855"/>
                </a:lnTo>
                <a:lnTo>
                  <a:pt x="120672" y="132312"/>
                </a:lnTo>
                <a:lnTo>
                  <a:pt x="98399" y="145847"/>
                </a:lnTo>
                <a:lnTo>
                  <a:pt x="70481" y="150573"/>
                </a:lnTo>
                <a:close/>
              </a:path>
              <a:path w="224154" h="262890">
                <a:moveTo>
                  <a:pt x="122404" y="129855"/>
                </a:moveTo>
                <a:lnTo>
                  <a:pt x="70481" y="129855"/>
                </a:lnTo>
                <a:lnTo>
                  <a:pt x="89119" y="126535"/>
                </a:lnTo>
                <a:lnTo>
                  <a:pt x="104092" y="117228"/>
                </a:lnTo>
                <a:lnTo>
                  <a:pt x="114061" y="102914"/>
                </a:lnTo>
                <a:lnTo>
                  <a:pt x="117681" y="84577"/>
                </a:lnTo>
                <a:lnTo>
                  <a:pt x="114061" y="66453"/>
                </a:lnTo>
                <a:lnTo>
                  <a:pt x="104092" y="52193"/>
                </a:lnTo>
                <a:lnTo>
                  <a:pt x="89119" y="42859"/>
                </a:lnTo>
                <a:lnTo>
                  <a:pt x="70481" y="39512"/>
                </a:lnTo>
                <a:lnTo>
                  <a:pt x="122318" y="39512"/>
                </a:lnTo>
                <a:lnTo>
                  <a:pt x="135415" y="57989"/>
                </a:lnTo>
                <a:lnTo>
                  <a:pt x="140748" y="84577"/>
                </a:lnTo>
                <a:lnTo>
                  <a:pt x="135415" y="111408"/>
                </a:lnTo>
                <a:lnTo>
                  <a:pt x="122404" y="129855"/>
                </a:lnTo>
                <a:close/>
              </a:path>
              <a:path w="224154" h="262890">
                <a:moveTo>
                  <a:pt x="223830" y="262274"/>
                </a:moveTo>
                <a:lnTo>
                  <a:pt x="42075" y="262274"/>
                </a:lnTo>
                <a:lnTo>
                  <a:pt x="42075" y="176202"/>
                </a:lnTo>
                <a:lnTo>
                  <a:pt x="65782" y="176202"/>
                </a:lnTo>
                <a:lnTo>
                  <a:pt x="65782" y="242625"/>
                </a:lnTo>
                <a:lnTo>
                  <a:pt x="223830" y="242625"/>
                </a:lnTo>
                <a:lnTo>
                  <a:pt x="223830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4215192" y="7556365"/>
            <a:ext cx="224154" cy="267970"/>
          </a:xfrm>
          <a:custGeom>
            <a:avLst/>
            <a:gdLst/>
            <a:ahLst/>
            <a:cxnLst/>
            <a:rect l="l" t="t" r="r" b="b"/>
            <a:pathLst>
              <a:path w="224154" h="267970">
                <a:moveTo>
                  <a:pt x="207171" y="154203"/>
                </a:moveTo>
                <a:lnTo>
                  <a:pt x="183891" y="154203"/>
                </a:lnTo>
                <a:lnTo>
                  <a:pt x="183891" y="0"/>
                </a:lnTo>
                <a:lnTo>
                  <a:pt x="207171" y="0"/>
                </a:lnTo>
                <a:lnTo>
                  <a:pt x="207171" y="154203"/>
                </a:lnTo>
                <a:close/>
              </a:path>
              <a:path w="224154" h="267970">
                <a:moveTo>
                  <a:pt x="126011" y="126652"/>
                </a:moveTo>
                <a:lnTo>
                  <a:pt x="0" y="126652"/>
                </a:lnTo>
                <a:lnTo>
                  <a:pt x="0" y="17513"/>
                </a:lnTo>
                <a:lnTo>
                  <a:pt x="126011" y="17513"/>
                </a:lnTo>
                <a:lnTo>
                  <a:pt x="126011" y="36735"/>
                </a:lnTo>
                <a:lnTo>
                  <a:pt x="23280" y="36735"/>
                </a:lnTo>
                <a:lnTo>
                  <a:pt x="23280" y="107857"/>
                </a:lnTo>
                <a:lnTo>
                  <a:pt x="126011" y="107857"/>
                </a:lnTo>
                <a:lnTo>
                  <a:pt x="126011" y="126652"/>
                </a:lnTo>
                <a:close/>
              </a:path>
              <a:path w="224154" h="267970">
                <a:moveTo>
                  <a:pt x="126011" y="107857"/>
                </a:moveTo>
                <a:lnTo>
                  <a:pt x="102731" y="107857"/>
                </a:lnTo>
                <a:lnTo>
                  <a:pt x="102731" y="36735"/>
                </a:lnTo>
                <a:lnTo>
                  <a:pt x="126011" y="36735"/>
                </a:lnTo>
                <a:lnTo>
                  <a:pt x="126011" y="107857"/>
                </a:lnTo>
                <a:close/>
              </a:path>
              <a:path w="224154" h="267970">
                <a:moveTo>
                  <a:pt x="133913" y="172571"/>
                </a:moveTo>
                <a:lnTo>
                  <a:pt x="110420" y="172571"/>
                </a:lnTo>
                <a:lnTo>
                  <a:pt x="110420" y="146301"/>
                </a:lnTo>
                <a:lnTo>
                  <a:pt x="133913" y="146301"/>
                </a:lnTo>
                <a:lnTo>
                  <a:pt x="133913" y="172571"/>
                </a:lnTo>
                <a:close/>
              </a:path>
              <a:path w="224154" h="267970">
                <a:moveTo>
                  <a:pt x="214219" y="190939"/>
                </a:moveTo>
                <a:lnTo>
                  <a:pt x="30541" y="190939"/>
                </a:lnTo>
                <a:lnTo>
                  <a:pt x="30541" y="172571"/>
                </a:lnTo>
                <a:lnTo>
                  <a:pt x="214219" y="172571"/>
                </a:lnTo>
                <a:lnTo>
                  <a:pt x="214219" y="190939"/>
                </a:lnTo>
                <a:close/>
              </a:path>
              <a:path w="224154" h="267970">
                <a:moveTo>
                  <a:pt x="27978" y="267614"/>
                </a:moveTo>
                <a:lnTo>
                  <a:pt x="19435" y="249032"/>
                </a:lnTo>
                <a:lnTo>
                  <a:pt x="53047" y="241577"/>
                </a:lnTo>
                <a:lnTo>
                  <a:pt x="82014" y="228155"/>
                </a:lnTo>
                <a:lnTo>
                  <a:pt x="102330" y="210648"/>
                </a:lnTo>
                <a:lnTo>
                  <a:pt x="109993" y="190939"/>
                </a:lnTo>
                <a:lnTo>
                  <a:pt x="134341" y="190939"/>
                </a:lnTo>
                <a:lnTo>
                  <a:pt x="141803" y="210288"/>
                </a:lnTo>
                <a:lnTo>
                  <a:pt x="150569" y="217957"/>
                </a:lnTo>
                <a:lnTo>
                  <a:pt x="122167" y="217957"/>
                </a:lnTo>
                <a:lnTo>
                  <a:pt x="106323" y="235642"/>
                </a:lnTo>
                <a:lnTo>
                  <a:pt x="84163" y="250194"/>
                </a:lnTo>
                <a:lnTo>
                  <a:pt x="57457" y="261041"/>
                </a:lnTo>
                <a:lnTo>
                  <a:pt x="27978" y="267614"/>
                </a:lnTo>
                <a:close/>
              </a:path>
              <a:path w="224154" h="267970">
                <a:moveTo>
                  <a:pt x="215287" y="267614"/>
                </a:moveTo>
                <a:lnTo>
                  <a:pt x="186005" y="261026"/>
                </a:lnTo>
                <a:lnTo>
                  <a:pt x="159636" y="250074"/>
                </a:lnTo>
                <a:lnTo>
                  <a:pt x="137813" y="235477"/>
                </a:lnTo>
                <a:lnTo>
                  <a:pt x="122167" y="217957"/>
                </a:lnTo>
                <a:lnTo>
                  <a:pt x="150569" y="217957"/>
                </a:lnTo>
                <a:lnTo>
                  <a:pt x="161679" y="227675"/>
                </a:lnTo>
                <a:lnTo>
                  <a:pt x="190205" y="241217"/>
                </a:lnTo>
                <a:lnTo>
                  <a:pt x="223617" y="249032"/>
                </a:lnTo>
                <a:lnTo>
                  <a:pt x="215287" y="2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4559214" y="7581567"/>
            <a:ext cx="173639" cy="2187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4781122" y="7581567"/>
            <a:ext cx="172144" cy="21870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4992992" y="7581567"/>
            <a:ext cx="215287" cy="2187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5247151" y="7578576"/>
            <a:ext cx="158261" cy="22553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5514600" y="7556365"/>
            <a:ext cx="215900" cy="265430"/>
          </a:xfrm>
          <a:custGeom>
            <a:avLst/>
            <a:gdLst/>
            <a:ahLst/>
            <a:cxnLst/>
            <a:rect l="l" t="t" r="r" b="b"/>
            <a:pathLst>
              <a:path w="215900" h="265429">
                <a:moveTo>
                  <a:pt x="215501" y="143952"/>
                </a:moveTo>
                <a:lnTo>
                  <a:pt x="191793" y="143952"/>
                </a:lnTo>
                <a:lnTo>
                  <a:pt x="191793" y="0"/>
                </a:lnTo>
                <a:lnTo>
                  <a:pt x="215501" y="0"/>
                </a:lnTo>
                <a:lnTo>
                  <a:pt x="215501" y="143952"/>
                </a:lnTo>
                <a:close/>
              </a:path>
              <a:path w="215900" h="265429">
                <a:moveTo>
                  <a:pt x="70481" y="136263"/>
                </a:moveTo>
                <a:lnTo>
                  <a:pt x="42258" y="131878"/>
                </a:lnTo>
                <a:lnTo>
                  <a:pt x="19942" y="119283"/>
                </a:lnTo>
                <a:lnTo>
                  <a:pt x="5276" y="99801"/>
                </a:lnTo>
                <a:lnTo>
                  <a:pt x="0" y="74752"/>
                </a:lnTo>
                <a:lnTo>
                  <a:pt x="5276" y="49580"/>
                </a:lnTo>
                <a:lnTo>
                  <a:pt x="19942" y="30034"/>
                </a:lnTo>
                <a:lnTo>
                  <a:pt x="42258" y="17416"/>
                </a:lnTo>
                <a:lnTo>
                  <a:pt x="70481" y="13028"/>
                </a:lnTo>
                <a:lnTo>
                  <a:pt x="98670" y="17416"/>
                </a:lnTo>
                <a:lnTo>
                  <a:pt x="120912" y="30034"/>
                </a:lnTo>
                <a:lnTo>
                  <a:pt x="123204" y="33104"/>
                </a:lnTo>
                <a:lnTo>
                  <a:pt x="70481" y="33104"/>
                </a:lnTo>
                <a:lnTo>
                  <a:pt x="51452" y="36068"/>
                </a:lnTo>
                <a:lnTo>
                  <a:pt x="36468" y="44637"/>
                </a:lnTo>
                <a:lnTo>
                  <a:pt x="26690" y="57853"/>
                </a:lnTo>
                <a:lnTo>
                  <a:pt x="23280" y="74752"/>
                </a:lnTo>
                <a:lnTo>
                  <a:pt x="26690" y="91655"/>
                </a:lnTo>
                <a:lnTo>
                  <a:pt x="36468" y="104893"/>
                </a:lnTo>
                <a:lnTo>
                  <a:pt x="51452" y="113527"/>
                </a:lnTo>
                <a:lnTo>
                  <a:pt x="70481" y="116614"/>
                </a:lnTo>
                <a:lnTo>
                  <a:pt x="122912" y="116614"/>
                </a:lnTo>
                <a:lnTo>
                  <a:pt x="120912" y="119283"/>
                </a:lnTo>
                <a:lnTo>
                  <a:pt x="98670" y="131878"/>
                </a:lnTo>
                <a:lnTo>
                  <a:pt x="70481" y="136263"/>
                </a:lnTo>
                <a:close/>
              </a:path>
              <a:path w="215900" h="265429">
                <a:moveTo>
                  <a:pt x="122912" y="116614"/>
                </a:moveTo>
                <a:lnTo>
                  <a:pt x="70481" y="116614"/>
                </a:lnTo>
                <a:lnTo>
                  <a:pt x="89389" y="113527"/>
                </a:lnTo>
                <a:lnTo>
                  <a:pt x="104333" y="104893"/>
                </a:lnTo>
                <a:lnTo>
                  <a:pt x="114151" y="91655"/>
                </a:lnTo>
                <a:lnTo>
                  <a:pt x="117681" y="74752"/>
                </a:lnTo>
                <a:lnTo>
                  <a:pt x="114151" y="57853"/>
                </a:lnTo>
                <a:lnTo>
                  <a:pt x="104333" y="44637"/>
                </a:lnTo>
                <a:lnTo>
                  <a:pt x="89389" y="36068"/>
                </a:lnTo>
                <a:lnTo>
                  <a:pt x="70481" y="33104"/>
                </a:lnTo>
                <a:lnTo>
                  <a:pt x="123204" y="33104"/>
                </a:lnTo>
                <a:lnTo>
                  <a:pt x="135505" y="49580"/>
                </a:lnTo>
                <a:lnTo>
                  <a:pt x="140748" y="74752"/>
                </a:lnTo>
                <a:lnTo>
                  <a:pt x="135505" y="99801"/>
                </a:lnTo>
                <a:lnTo>
                  <a:pt x="122912" y="116614"/>
                </a:lnTo>
                <a:close/>
              </a:path>
              <a:path w="215900" h="265429">
                <a:moveTo>
                  <a:pt x="215501" y="264837"/>
                </a:moveTo>
                <a:lnTo>
                  <a:pt x="41647" y="264837"/>
                </a:lnTo>
                <a:lnTo>
                  <a:pt x="41647" y="157621"/>
                </a:lnTo>
                <a:lnTo>
                  <a:pt x="64927" y="157621"/>
                </a:lnTo>
                <a:lnTo>
                  <a:pt x="64927" y="190298"/>
                </a:lnTo>
                <a:lnTo>
                  <a:pt x="215501" y="190298"/>
                </a:lnTo>
                <a:lnTo>
                  <a:pt x="215501" y="209307"/>
                </a:lnTo>
                <a:lnTo>
                  <a:pt x="64927" y="209307"/>
                </a:lnTo>
                <a:lnTo>
                  <a:pt x="64927" y="245402"/>
                </a:lnTo>
                <a:lnTo>
                  <a:pt x="215501" y="245402"/>
                </a:lnTo>
                <a:lnTo>
                  <a:pt x="215501" y="264837"/>
                </a:lnTo>
                <a:close/>
              </a:path>
              <a:path w="215900" h="265429">
                <a:moveTo>
                  <a:pt x="215501" y="190298"/>
                </a:moveTo>
                <a:lnTo>
                  <a:pt x="192007" y="190298"/>
                </a:lnTo>
                <a:lnTo>
                  <a:pt x="192007" y="157621"/>
                </a:lnTo>
                <a:lnTo>
                  <a:pt x="215501" y="157621"/>
                </a:lnTo>
                <a:lnTo>
                  <a:pt x="215501" y="190298"/>
                </a:lnTo>
                <a:close/>
              </a:path>
              <a:path w="215900" h="265429">
                <a:moveTo>
                  <a:pt x="215501" y="245402"/>
                </a:moveTo>
                <a:lnTo>
                  <a:pt x="192007" y="245402"/>
                </a:lnTo>
                <a:lnTo>
                  <a:pt x="192007" y="209307"/>
                </a:lnTo>
                <a:lnTo>
                  <a:pt x="215501" y="209307"/>
                </a:lnTo>
                <a:lnTo>
                  <a:pt x="215501" y="245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5786700" y="7556578"/>
            <a:ext cx="212090" cy="269240"/>
          </a:xfrm>
          <a:custGeom>
            <a:avLst/>
            <a:gdLst/>
            <a:ahLst/>
            <a:cxnLst/>
            <a:rect l="l" t="t" r="r" b="b"/>
            <a:pathLst>
              <a:path w="212089" h="269240">
                <a:moveTo>
                  <a:pt x="211656" y="164882"/>
                </a:moveTo>
                <a:lnTo>
                  <a:pt x="187949" y="164882"/>
                </a:lnTo>
                <a:lnTo>
                  <a:pt x="187949" y="114905"/>
                </a:lnTo>
                <a:lnTo>
                  <a:pt x="134341" y="114905"/>
                </a:lnTo>
                <a:lnTo>
                  <a:pt x="134341" y="95469"/>
                </a:lnTo>
                <a:lnTo>
                  <a:pt x="187949" y="95469"/>
                </a:lnTo>
                <a:lnTo>
                  <a:pt x="187949" y="59161"/>
                </a:lnTo>
                <a:lnTo>
                  <a:pt x="134341" y="59161"/>
                </a:lnTo>
                <a:lnTo>
                  <a:pt x="134341" y="39939"/>
                </a:lnTo>
                <a:lnTo>
                  <a:pt x="187949" y="39939"/>
                </a:lnTo>
                <a:lnTo>
                  <a:pt x="187949" y="0"/>
                </a:lnTo>
                <a:lnTo>
                  <a:pt x="211656" y="0"/>
                </a:lnTo>
                <a:lnTo>
                  <a:pt x="211656" y="164882"/>
                </a:lnTo>
                <a:close/>
              </a:path>
              <a:path w="212089" h="269240">
                <a:moveTo>
                  <a:pt x="19649" y="152495"/>
                </a:moveTo>
                <a:lnTo>
                  <a:pt x="640" y="152495"/>
                </a:lnTo>
                <a:lnTo>
                  <a:pt x="640" y="73257"/>
                </a:lnTo>
                <a:lnTo>
                  <a:pt x="92906" y="73257"/>
                </a:lnTo>
                <a:lnTo>
                  <a:pt x="92906" y="35454"/>
                </a:lnTo>
                <a:lnTo>
                  <a:pt x="0" y="35454"/>
                </a:lnTo>
                <a:lnTo>
                  <a:pt x="0" y="16231"/>
                </a:lnTo>
                <a:lnTo>
                  <a:pt x="116400" y="16231"/>
                </a:lnTo>
                <a:lnTo>
                  <a:pt x="116400" y="91625"/>
                </a:lnTo>
                <a:lnTo>
                  <a:pt x="24134" y="91625"/>
                </a:lnTo>
                <a:lnTo>
                  <a:pt x="24134" y="133273"/>
                </a:lnTo>
                <a:lnTo>
                  <a:pt x="133022" y="133273"/>
                </a:lnTo>
                <a:lnTo>
                  <a:pt x="134554" y="146087"/>
                </a:lnTo>
                <a:lnTo>
                  <a:pt x="110173" y="149431"/>
                </a:lnTo>
                <a:lnTo>
                  <a:pt x="84950" y="151374"/>
                </a:lnTo>
                <a:lnTo>
                  <a:pt x="55804" y="152275"/>
                </a:lnTo>
                <a:lnTo>
                  <a:pt x="19649" y="152495"/>
                </a:lnTo>
                <a:close/>
              </a:path>
              <a:path w="212089" h="269240">
                <a:moveTo>
                  <a:pt x="133022" y="133273"/>
                </a:moveTo>
                <a:lnTo>
                  <a:pt x="24134" y="133273"/>
                </a:lnTo>
                <a:lnTo>
                  <a:pt x="57854" y="133016"/>
                </a:lnTo>
                <a:lnTo>
                  <a:pt x="85258" y="132018"/>
                </a:lnTo>
                <a:lnTo>
                  <a:pt x="109117" y="129939"/>
                </a:lnTo>
                <a:lnTo>
                  <a:pt x="132205" y="126438"/>
                </a:lnTo>
                <a:lnTo>
                  <a:pt x="133022" y="133273"/>
                </a:lnTo>
                <a:close/>
              </a:path>
              <a:path w="212089" h="269240">
                <a:moveTo>
                  <a:pt x="211656" y="268682"/>
                </a:moveTo>
                <a:lnTo>
                  <a:pt x="187949" y="268682"/>
                </a:lnTo>
                <a:lnTo>
                  <a:pt x="187949" y="198841"/>
                </a:lnTo>
                <a:lnTo>
                  <a:pt x="30755" y="198841"/>
                </a:lnTo>
                <a:lnTo>
                  <a:pt x="30755" y="179406"/>
                </a:lnTo>
                <a:lnTo>
                  <a:pt x="211656" y="179406"/>
                </a:lnTo>
                <a:lnTo>
                  <a:pt x="211656" y="268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6120601" y="7574519"/>
            <a:ext cx="245829" cy="21507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6388002" y="7573237"/>
            <a:ext cx="245829" cy="21699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6745611" y="7556151"/>
            <a:ext cx="238125" cy="262890"/>
          </a:xfrm>
          <a:custGeom>
            <a:avLst/>
            <a:gdLst/>
            <a:ahLst/>
            <a:cxnLst/>
            <a:rect l="l" t="t" r="r" b="b"/>
            <a:pathLst>
              <a:path w="238125" h="262890">
                <a:moveTo>
                  <a:pt x="197133" y="194570"/>
                </a:moveTo>
                <a:lnTo>
                  <a:pt x="173426" y="194570"/>
                </a:lnTo>
                <a:lnTo>
                  <a:pt x="173426" y="0"/>
                </a:lnTo>
                <a:lnTo>
                  <a:pt x="197133" y="0"/>
                </a:lnTo>
                <a:lnTo>
                  <a:pt x="197133" y="80092"/>
                </a:lnTo>
                <a:lnTo>
                  <a:pt x="237713" y="80092"/>
                </a:lnTo>
                <a:lnTo>
                  <a:pt x="237713" y="99954"/>
                </a:lnTo>
                <a:lnTo>
                  <a:pt x="197133" y="99954"/>
                </a:lnTo>
                <a:lnTo>
                  <a:pt x="197133" y="194570"/>
                </a:lnTo>
                <a:close/>
              </a:path>
              <a:path w="238125" h="262890">
                <a:moveTo>
                  <a:pt x="20717" y="146728"/>
                </a:moveTo>
                <a:lnTo>
                  <a:pt x="0" y="146728"/>
                </a:lnTo>
                <a:lnTo>
                  <a:pt x="0" y="23493"/>
                </a:lnTo>
                <a:lnTo>
                  <a:pt x="119390" y="23493"/>
                </a:lnTo>
                <a:lnTo>
                  <a:pt x="119390" y="43142"/>
                </a:lnTo>
                <a:lnTo>
                  <a:pt x="23493" y="43142"/>
                </a:lnTo>
                <a:lnTo>
                  <a:pt x="23493" y="126865"/>
                </a:lnTo>
                <a:lnTo>
                  <a:pt x="145284" y="126865"/>
                </a:lnTo>
                <a:lnTo>
                  <a:pt x="146942" y="137758"/>
                </a:lnTo>
                <a:lnTo>
                  <a:pt x="119200" y="142253"/>
                </a:lnTo>
                <a:lnTo>
                  <a:pt x="90797" y="145046"/>
                </a:lnTo>
                <a:lnTo>
                  <a:pt x="58911" y="146438"/>
                </a:lnTo>
                <a:lnTo>
                  <a:pt x="20717" y="146728"/>
                </a:lnTo>
                <a:close/>
              </a:path>
              <a:path w="238125" h="262890">
                <a:moveTo>
                  <a:pt x="145284" y="126865"/>
                </a:moveTo>
                <a:lnTo>
                  <a:pt x="23493" y="126865"/>
                </a:lnTo>
                <a:lnTo>
                  <a:pt x="59975" y="126623"/>
                </a:lnTo>
                <a:lnTo>
                  <a:pt x="90450" y="125330"/>
                </a:lnTo>
                <a:lnTo>
                  <a:pt x="117561" y="122615"/>
                </a:lnTo>
                <a:lnTo>
                  <a:pt x="143952" y="118109"/>
                </a:lnTo>
                <a:lnTo>
                  <a:pt x="145284" y="126865"/>
                </a:lnTo>
                <a:close/>
              </a:path>
              <a:path w="238125" h="262890">
                <a:moveTo>
                  <a:pt x="209520" y="262701"/>
                </a:moveTo>
                <a:lnTo>
                  <a:pt x="29046" y="262701"/>
                </a:lnTo>
                <a:lnTo>
                  <a:pt x="29046" y="174921"/>
                </a:lnTo>
                <a:lnTo>
                  <a:pt x="52540" y="174921"/>
                </a:lnTo>
                <a:lnTo>
                  <a:pt x="52540" y="243052"/>
                </a:lnTo>
                <a:lnTo>
                  <a:pt x="209520" y="243052"/>
                </a:lnTo>
                <a:lnTo>
                  <a:pt x="209520" y="2627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7000197" y="7555083"/>
            <a:ext cx="245110" cy="269240"/>
          </a:xfrm>
          <a:custGeom>
            <a:avLst/>
            <a:gdLst/>
            <a:ahLst/>
            <a:cxnLst/>
            <a:rect l="l" t="t" r="r" b="b"/>
            <a:pathLst>
              <a:path w="245109" h="269240">
                <a:moveTo>
                  <a:pt x="133913" y="27765"/>
                </a:moveTo>
                <a:lnTo>
                  <a:pt x="110633" y="27765"/>
                </a:lnTo>
                <a:lnTo>
                  <a:pt x="110633" y="0"/>
                </a:lnTo>
                <a:lnTo>
                  <a:pt x="133913" y="0"/>
                </a:lnTo>
                <a:lnTo>
                  <a:pt x="133913" y="27765"/>
                </a:lnTo>
                <a:close/>
              </a:path>
              <a:path w="245109" h="269240">
                <a:moveTo>
                  <a:pt x="219772" y="46773"/>
                </a:moveTo>
                <a:lnTo>
                  <a:pt x="25202" y="46773"/>
                </a:lnTo>
                <a:lnTo>
                  <a:pt x="25202" y="27765"/>
                </a:lnTo>
                <a:lnTo>
                  <a:pt x="219772" y="27765"/>
                </a:lnTo>
                <a:lnTo>
                  <a:pt x="219772" y="46773"/>
                </a:lnTo>
                <a:close/>
              </a:path>
              <a:path w="245109" h="269240">
                <a:moveTo>
                  <a:pt x="22212" y="121312"/>
                </a:moveTo>
                <a:lnTo>
                  <a:pt x="14523" y="103158"/>
                </a:lnTo>
                <a:lnTo>
                  <a:pt x="50287" y="96540"/>
                </a:lnTo>
                <a:lnTo>
                  <a:pt x="80065" y="84577"/>
                </a:lnTo>
                <a:lnTo>
                  <a:pt x="100752" y="67807"/>
                </a:lnTo>
                <a:lnTo>
                  <a:pt x="109245" y="46773"/>
                </a:lnTo>
                <a:lnTo>
                  <a:pt x="135195" y="46773"/>
                </a:lnTo>
                <a:lnTo>
                  <a:pt x="143600" y="67807"/>
                </a:lnTo>
                <a:lnTo>
                  <a:pt x="150041" y="73043"/>
                </a:lnTo>
                <a:lnTo>
                  <a:pt x="122273" y="73043"/>
                </a:lnTo>
                <a:lnTo>
                  <a:pt x="105948" y="91458"/>
                </a:lnTo>
                <a:lnTo>
                  <a:pt x="82655" y="105668"/>
                </a:lnTo>
                <a:lnTo>
                  <a:pt x="54155" y="115632"/>
                </a:lnTo>
                <a:lnTo>
                  <a:pt x="22212" y="121312"/>
                </a:lnTo>
                <a:close/>
              </a:path>
              <a:path w="245109" h="269240">
                <a:moveTo>
                  <a:pt x="222335" y="121312"/>
                </a:moveTo>
                <a:lnTo>
                  <a:pt x="190227" y="115632"/>
                </a:lnTo>
                <a:lnTo>
                  <a:pt x="161692" y="105668"/>
                </a:lnTo>
                <a:lnTo>
                  <a:pt x="138464" y="91458"/>
                </a:lnTo>
                <a:lnTo>
                  <a:pt x="122273" y="73043"/>
                </a:lnTo>
                <a:lnTo>
                  <a:pt x="150041" y="73043"/>
                </a:lnTo>
                <a:lnTo>
                  <a:pt x="164228" y="84577"/>
                </a:lnTo>
                <a:lnTo>
                  <a:pt x="194048" y="96540"/>
                </a:lnTo>
                <a:lnTo>
                  <a:pt x="230024" y="103158"/>
                </a:lnTo>
                <a:lnTo>
                  <a:pt x="222335" y="121312"/>
                </a:lnTo>
                <a:close/>
              </a:path>
              <a:path w="245109" h="269240">
                <a:moveTo>
                  <a:pt x="244761" y="155698"/>
                </a:moveTo>
                <a:lnTo>
                  <a:pt x="0" y="155698"/>
                </a:lnTo>
                <a:lnTo>
                  <a:pt x="0" y="136476"/>
                </a:lnTo>
                <a:lnTo>
                  <a:pt x="244761" y="136476"/>
                </a:lnTo>
                <a:lnTo>
                  <a:pt x="244761" y="155698"/>
                </a:lnTo>
                <a:close/>
              </a:path>
              <a:path w="245109" h="269240">
                <a:moveTo>
                  <a:pt x="133913" y="186454"/>
                </a:moveTo>
                <a:lnTo>
                  <a:pt x="110633" y="186454"/>
                </a:lnTo>
                <a:lnTo>
                  <a:pt x="110633" y="155698"/>
                </a:lnTo>
                <a:lnTo>
                  <a:pt x="133913" y="155698"/>
                </a:lnTo>
                <a:lnTo>
                  <a:pt x="133913" y="186454"/>
                </a:lnTo>
                <a:close/>
              </a:path>
              <a:path w="245109" h="269240">
                <a:moveTo>
                  <a:pt x="214433" y="268895"/>
                </a:moveTo>
                <a:lnTo>
                  <a:pt x="190512" y="268895"/>
                </a:lnTo>
                <a:lnTo>
                  <a:pt x="190512" y="205890"/>
                </a:lnTo>
                <a:lnTo>
                  <a:pt x="27124" y="205890"/>
                </a:lnTo>
                <a:lnTo>
                  <a:pt x="27124" y="186454"/>
                </a:lnTo>
                <a:lnTo>
                  <a:pt x="214433" y="186454"/>
                </a:lnTo>
                <a:lnTo>
                  <a:pt x="214433" y="268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1745356" y="8111829"/>
            <a:ext cx="96520" cy="24130"/>
          </a:xfrm>
          <a:custGeom>
            <a:avLst/>
            <a:gdLst/>
            <a:ahLst/>
            <a:cxnLst/>
            <a:rect l="l" t="t" r="r" b="b"/>
            <a:pathLst>
              <a:path w="96519" h="24129">
                <a:moveTo>
                  <a:pt x="95896" y="23920"/>
                </a:moveTo>
                <a:lnTo>
                  <a:pt x="0" y="23920"/>
                </a:lnTo>
                <a:lnTo>
                  <a:pt x="0" y="0"/>
                </a:lnTo>
                <a:lnTo>
                  <a:pt x="95896" y="0"/>
                </a:lnTo>
                <a:lnTo>
                  <a:pt x="95896" y="23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1871581" y="7987954"/>
            <a:ext cx="250190" cy="269240"/>
          </a:xfrm>
          <a:custGeom>
            <a:avLst/>
            <a:gdLst/>
            <a:ahLst/>
            <a:cxnLst/>
            <a:rect l="l" t="t" r="r" b="b"/>
            <a:pathLst>
              <a:path w="250189" h="269240">
                <a:moveTo>
                  <a:pt x="91625" y="34172"/>
                </a:moveTo>
                <a:lnTo>
                  <a:pt x="67704" y="34172"/>
                </a:lnTo>
                <a:lnTo>
                  <a:pt x="67704" y="0"/>
                </a:lnTo>
                <a:lnTo>
                  <a:pt x="91625" y="0"/>
                </a:lnTo>
                <a:lnTo>
                  <a:pt x="91625" y="34172"/>
                </a:lnTo>
                <a:close/>
              </a:path>
              <a:path w="250189" h="269240">
                <a:moveTo>
                  <a:pt x="151640" y="53608"/>
                </a:moveTo>
                <a:lnTo>
                  <a:pt x="7048" y="53608"/>
                </a:lnTo>
                <a:lnTo>
                  <a:pt x="7048" y="34172"/>
                </a:lnTo>
                <a:lnTo>
                  <a:pt x="151640" y="34172"/>
                </a:lnTo>
                <a:lnTo>
                  <a:pt x="151640" y="53608"/>
                </a:lnTo>
                <a:close/>
              </a:path>
              <a:path w="250189" h="269240">
                <a:moveTo>
                  <a:pt x="11960" y="159116"/>
                </a:moveTo>
                <a:lnTo>
                  <a:pt x="0" y="140321"/>
                </a:lnTo>
                <a:lnTo>
                  <a:pt x="27428" y="127579"/>
                </a:lnTo>
                <a:lnTo>
                  <a:pt x="48829" y="108871"/>
                </a:lnTo>
                <a:lnTo>
                  <a:pt x="62742" y="85598"/>
                </a:lnTo>
                <a:lnTo>
                  <a:pt x="67704" y="59161"/>
                </a:lnTo>
                <a:lnTo>
                  <a:pt x="67704" y="53608"/>
                </a:lnTo>
                <a:lnTo>
                  <a:pt x="91198" y="53608"/>
                </a:lnTo>
                <a:lnTo>
                  <a:pt x="91198" y="59161"/>
                </a:lnTo>
                <a:lnTo>
                  <a:pt x="96023" y="82965"/>
                </a:lnTo>
                <a:lnTo>
                  <a:pt x="104872" y="96751"/>
                </a:lnTo>
                <a:lnTo>
                  <a:pt x="79985" y="96751"/>
                </a:lnTo>
                <a:lnTo>
                  <a:pt x="68890" y="117218"/>
                </a:lnTo>
                <a:lnTo>
                  <a:pt x="53461" y="134741"/>
                </a:lnTo>
                <a:lnTo>
                  <a:pt x="34287" y="148861"/>
                </a:lnTo>
                <a:lnTo>
                  <a:pt x="11960" y="159116"/>
                </a:lnTo>
                <a:close/>
              </a:path>
              <a:path w="250189" h="269240">
                <a:moveTo>
                  <a:pt x="146515" y="152068"/>
                </a:moveTo>
                <a:lnTo>
                  <a:pt x="124751" y="143079"/>
                </a:lnTo>
                <a:lnTo>
                  <a:pt x="106081" y="130536"/>
                </a:lnTo>
                <a:lnTo>
                  <a:pt x="90996" y="114930"/>
                </a:lnTo>
                <a:lnTo>
                  <a:pt x="79985" y="96751"/>
                </a:lnTo>
                <a:lnTo>
                  <a:pt x="104872" y="96751"/>
                </a:lnTo>
                <a:lnTo>
                  <a:pt x="109619" y="104146"/>
                </a:lnTo>
                <a:lnTo>
                  <a:pt x="130663" y="121362"/>
                </a:lnTo>
                <a:lnTo>
                  <a:pt x="157834" y="133273"/>
                </a:lnTo>
                <a:lnTo>
                  <a:pt x="146515" y="152068"/>
                </a:lnTo>
                <a:close/>
              </a:path>
              <a:path w="250189" h="269240">
                <a:moveTo>
                  <a:pt x="209520" y="165950"/>
                </a:moveTo>
                <a:lnTo>
                  <a:pt x="185813" y="165950"/>
                </a:lnTo>
                <a:lnTo>
                  <a:pt x="185813" y="1281"/>
                </a:lnTo>
                <a:lnTo>
                  <a:pt x="209520" y="1281"/>
                </a:lnTo>
                <a:lnTo>
                  <a:pt x="209520" y="71121"/>
                </a:lnTo>
                <a:lnTo>
                  <a:pt x="249887" y="71121"/>
                </a:lnTo>
                <a:lnTo>
                  <a:pt x="249887" y="90771"/>
                </a:lnTo>
                <a:lnTo>
                  <a:pt x="209520" y="90771"/>
                </a:lnTo>
                <a:lnTo>
                  <a:pt x="209520" y="165950"/>
                </a:lnTo>
                <a:close/>
              </a:path>
              <a:path w="250189" h="269240">
                <a:moveTo>
                  <a:pt x="123448" y="268895"/>
                </a:moveTo>
                <a:lnTo>
                  <a:pt x="86105" y="265682"/>
                </a:lnTo>
                <a:lnTo>
                  <a:pt x="58093" y="256321"/>
                </a:lnTo>
                <a:lnTo>
                  <a:pt x="40493" y="241233"/>
                </a:lnTo>
                <a:lnTo>
                  <a:pt x="34386" y="220840"/>
                </a:lnTo>
                <a:lnTo>
                  <a:pt x="40493" y="200323"/>
                </a:lnTo>
                <a:lnTo>
                  <a:pt x="58093" y="185172"/>
                </a:lnTo>
                <a:lnTo>
                  <a:pt x="86105" y="175788"/>
                </a:lnTo>
                <a:lnTo>
                  <a:pt x="123448" y="172571"/>
                </a:lnTo>
                <a:lnTo>
                  <a:pt x="160601" y="175788"/>
                </a:lnTo>
                <a:lnTo>
                  <a:pt x="188403" y="185172"/>
                </a:lnTo>
                <a:lnTo>
                  <a:pt x="195528" y="191366"/>
                </a:lnTo>
                <a:lnTo>
                  <a:pt x="123448" y="191366"/>
                </a:lnTo>
                <a:lnTo>
                  <a:pt x="95997" y="193328"/>
                </a:lnTo>
                <a:lnTo>
                  <a:pt x="75393" y="199055"/>
                </a:lnTo>
                <a:lnTo>
                  <a:pt x="62478" y="208306"/>
                </a:lnTo>
                <a:lnTo>
                  <a:pt x="58093" y="220840"/>
                </a:lnTo>
                <a:lnTo>
                  <a:pt x="62478" y="233284"/>
                </a:lnTo>
                <a:lnTo>
                  <a:pt x="75393" y="242545"/>
                </a:lnTo>
                <a:lnTo>
                  <a:pt x="95997" y="248322"/>
                </a:lnTo>
                <a:lnTo>
                  <a:pt x="123448" y="250314"/>
                </a:lnTo>
                <a:lnTo>
                  <a:pt x="195342" y="250314"/>
                </a:lnTo>
                <a:lnTo>
                  <a:pt x="188403" y="256321"/>
                </a:lnTo>
                <a:lnTo>
                  <a:pt x="160601" y="265682"/>
                </a:lnTo>
                <a:lnTo>
                  <a:pt x="123448" y="268895"/>
                </a:lnTo>
                <a:close/>
              </a:path>
              <a:path w="250189" h="269240">
                <a:moveTo>
                  <a:pt x="195342" y="250314"/>
                </a:moveTo>
                <a:lnTo>
                  <a:pt x="123448" y="250314"/>
                </a:lnTo>
                <a:lnTo>
                  <a:pt x="150779" y="248322"/>
                </a:lnTo>
                <a:lnTo>
                  <a:pt x="171343" y="242545"/>
                </a:lnTo>
                <a:lnTo>
                  <a:pt x="184298" y="233284"/>
                </a:lnTo>
                <a:lnTo>
                  <a:pt x="188803" y="220840"/>
                </a:lnTo>
                <a:lnTo>
                  <a:pt x="184298" y="208306"/>
                </a:lnTo>
                <a:lnTo>
                  <a:pt x="171343" y="199055"/>
                </a:lnTo>
                <a:lnTo>
                  <a:pt x="150779" y="193328"/>
                </a:lnTo>
                <a:lnTo>
                  <a:pt x="123448" y="191366"/>
                </a:lnTo>
                <a:lnTo>
                  <a:pt x="195528" y="191366"/>
                </a:lnTo>
                <a:lnTo>
                  <a:pt x="205833" y="200323"/>
                </a:lnTo>
                <a:lnTo>
                  <a:pt x="211870" y="220840"/>
                </a:lnTo>
                <a:lnTo>
                  <a:pt x="205833" y="241233"/>
                </a:lnTo>
                <a:lnTo>
                  <a:pt x="195342" y="2503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2138555" y="8006749"/>
            <a:ext cx="244761" cy="25138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2604798" y="7989235"/>
            <a:ext cx="23495" cy="38735"/>
          </a:xfrm>
          <a:custGeom>
            <a:avLst/>
            <a:gdLst/>
            <a:ahLst/>
            <a:cxnLst/>
            <a:rect l="l" t="t" r="r" b="b"/>
            <a:pathLst>
              <a:path w="23494" h="38734">
                <a:moveTo>
                  <a:pt x="23493" y="38444"/>
                </a:moveTo>
                <a:lnTo>
                  <a:pt x="0" y="38444"/>
                </a:lnTo>
                <a:lnTo>
                  <a:pt x="0" y="0"/>
                </a:lnTo>
                <a:lnTo>
                  <a:pt x="23493" y="0"/>
                </a:lnTo>
                <a:lnTo>
                  <a:pt x="23493" y="384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2419411" y="8002269"/>
            <a:ext cx="24130" cy="38100"/>
          </a:xfrm>
          <a:custGeom>
            <a:avLst/>
            <a:gdLst/>
            <a:ahLst/>
            <a:cxnLst/>
            <a:rect l="l" t="t" r="r" b="b"/>
            <a:pathLst>
              <a:path w="24130" h="38100">
                <a:moveTo>
                  <a:pt x="0" y="0"/>
                </a:moveTo>
                <a:lnTo>
                  <a:pt x="23707" y="0"/>
                </a:lnTo>
                <a:lnTo>
                  <a:pt x="2370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2419411" y="8040369"/>
            <a:ext cx="208915" cy="6350"/>
          </a:xfrm>
          <a:custGeom>
            <a:avLst/>
            <a:gdLst/>
            <a:ahLst/>
            <a:cxnLst/>
            <a:rect l="l" t="t" r="r" b="b"/>
            <a:pathLst>
              <a:path w="208914" h="6350">
                <a:moveTo>
                  <a:pt x="0" y="0"/>
                </a:moveTo>
                <a:lnTo>
                  <a:pt x="208880" y="0"/>
                </a:lnTo>
                <a:lnTo>
                  <a:pt x="208880" y="6349"/>
                </a:lnTo>
                <a:lnTo>
                  <a:pt x="0" y="63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2419411" y="8046719"/>
            <a:ext cx="122555" cy="12700"/>
          </a:xfrm>
          <a:custGeom>
            <a:avLst/>
            <a:gdLst/>
            <a:ahLst/>
            <a:cxnLst/>
            <a:rect l="l" t="t" r="r" b="b"/>
            <a:pathLst>
              <a:path w="122555" h="12700">
                <a:moveTo>
                  <a:pt x="0" y="0"/>
                </a:moveTo>
                <a:lnTo>
                  <a:pt x="121953" y="0"/>
                </a:lnTo>
                <a:lnTo>
                  <a:pt x="121953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2419411" y="8059419"/>
            <a:ext cx="24130" cy="40640"/>
          </a:xfrm>
          <a:custGeom>
            <a:avLst/>
            <a:gdLst/>
            <a:ahLst/>
            <a:cxnLst/>
            <a:rect l="l" t="t" r="r" b="b"/>
            <a:pathLst>
              <a:path w="24130" h="40640">
                <a:moveTo>
                  <a:pt x="0" y="0"/>
                </a:moveTo>
                <a:lnTo>
                  <a:pt x="23707" y="0"/>
                </a:lnTo>
                <a:lnTo>
                  <a:pt x="23707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2419411" y="8100059"/>
            <a:ext cx="122555" cy="19050"/>
          </a:xfrm>
          <a:custGeom>
            <a:avLst/>
            <a:gdLst/>
            <a:ahLst/>
            <a:cxnLst/>
            <a:rect l="l" t="t" r="r" b="b"/>
            <a:pathLst>
              <a:path w="122555" h="19050">
                <a:moveTo>
                  <a:pt x="0" y="0"/>
                </a:moveTo>
                <a:lnTo>
                  <a:pt x="121953" y="0"/>
                </a:lnTo>
                <a:lnTo>
                  <a:pt x="12195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2517871" y="8002269"/>
            <a:ext cx="23495" cy="25400"/>
          </a:xfrm>
          <a:custGeom>
            <a:avLst/>
            <a:gdLst/>
            <a:ahLst/>
            <a:cxnLst/>
            <a:rect l="l" t="t" r="r" b="b"/>
            <a:pathLst>
              <a:path w="23494" h="25400">
                <a:moveTo>
                  <a:pt x="0" y="0"/>
                </a:moveTo>
                <a:lnTo>
                  <a:pt x="23493" y="0"/>
                </a:lnTo>
                <a:lnTo>
                  <a:pt x="23493" y="25399"/>
                </a:lnTo>
                <a:lnTo>
                  <a:pt x="0" y="253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2517871" y="8027669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0"/>
                </a:moveTo>
                <a:lnTo>
                  <a:pt x="110420" y="0"/>
                </a:lnTo>
                <a:lnTo>
                  <a:pt x="11042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2604798" y="8046261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4" h="30479">
                <a:moveTo>
                  <a:pt x="23493" y="30114"/>
                </a:moveTo>
                <a:lnTo>
                  <a:pt x="0" y="30114"/>
                </a:lnTo>
                <a:lnTo>
                  <a:pt x="0" y="0"/>
                </a:lnTo>
                <a:lnTo>
                  <a:pt x="23493" y="0"/>
                </a:lnTo>
                <a:lnTo>
                  <a:pt x="23493" y="30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2517871" y="8059419"/>
            <a:ext cx="23495" cy="16510"/>
          </a:xfrm>
          <a:custGeom>
            <a:avLst/>
            <a:gdLst/>
            <a:ahLst/>
            <a:cxnLst/>
            <a:rect l="l" t="t" r="r" b="b"/>
            <a:pathLst>
              <a:path w="23494" h="16509">
                <a:moveTo>
                  <a:pt x="0" y="0"/>
                </a:moveTo>
                <a:lnTo>
                  <a:pt x="23493" y="0"/>
                </a:lnTo>
                <a:lnTo>
                  <a:pt x="23493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2517871" y="8075930"/>
            <a:ext cx="110489" cy="19050"/>
          </a:xfrm>
          <a:custGeom>
            <a:avLst/>
            <a:gdLst/>
            <a:ahLst/>
            <a:cxnLst/>
            <a:rect l="l" t="t" r="r" b="b"/>
            <a:pathLst>
              <a:path w="110489" h="19050">
                <a:moveTo>
                  <a:pt x="0" y="0"/>
                </a:moveTo>
                <a:lnTo>
                  <a:pt x="110420" y="0"/>
                </a:lnTo>
                <a:lnTo>
                  <a:pt x="11042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2517871" y="8094980"/>
            <a:ext cx="23495" cy="5080"/>
          </a:xfrm>
          <a:custGeom>
            <a:avLst/>
            <a:gdLst/>
            <a:ahLst/>
            <a:cxnLst/>
            <a:rect l="l" t="t" r="r" b="b"/>
            <a:pathLst>
              <a:path w="23494" h="5079">
                <a:moveTo>
                  <a:pt x="0" y="0"/>
                </a:moveTo>
                <a:lnTo>
                  <a:pt x="23493" y="0"/>
                </a:lnTo>
                <a:lnTo>
                  <a:pt x="23493" y="5079"/>
                </a:lnTo>
                <a:lnTo>
                  <a:pt x="0" y="50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2604798" y="8095170"/>
            <a:ext cx="23495" cy="34925"/>
          </a:xfrm>
          <a:custGeom>
            <a:avLst/>
            <a:gdLst/>
            <a:ahLst/>
            <a:cxnLst/>
            <a:rect l="l" t="t" r="r" b="b"/>
            <a:pathLst>
              <a:path w="23494" h="34925">
                <a:moveTo>
                  <a:pt x="23493" y="34386"/>
                </a:moveTo>
                <a:lnTo>
                  <a:pt x="0" y="34386"/>
                </a:lnTo>
                <a:lnTo>
                  <a:pt x="0" y="0"/>
                </a:lnTo>
                <a:lnTo>
                  <a:pt x="23493" y="0"/>
                </a:lnTo>
                <a:lnTo>
                  <a:pt x="23493" y="343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2454225" y="8141969"/>
            <a:ext cx="174625" cy="19050"/>
          </a:xfrm>
          <a:custGeom>
            <a:avLst/>
            <a:gdLst/>
            <a:ahLst/>
            <a:cxnLst/>
            <a:rect l="l" t="t" r="r" b="b"/>
            <a:pathLst>
              <a:path w="174625" h="19050">
                <a:moveTo>
                  <a:pt x="0" y="0"/>
                </a:moveTo>
                <a:lnTo>
                  <a:pt x="174066" y="0"/>
                </a:lnTo>
                <a:lnTo>
                  <a:pt x="1740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2604798" y="8161019"/>
            <a:ext cx="23495" cy="26670"/>
          </a:xfrm>
          <a:custGeom>
            <a:avLst/>
            <a:gdLst/>
            <a:ahLst/>
            <a:cxnLst/>
            <a:rect l="l" t="t" r="r" b="b"/>
            <a:pathLst>
              <a:path w="23494" h="26670">
                <a:moveTo>
                  <a:pt x="0" y="0"/>
                </a:moveTo>
                <a:lnTo>
                  <a:pt x="23493" y="0"/>
                </a:lnTo>
                <a:lnTo>
                  <a:pt x="23493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2454865" y="8187690"/>
            <a:ext cx="173990" cy="17780"/>
          </a:xfrm>
          <a:custGeom>
            <a:avLst/>
            <a:gdLst/>
            <a:ahLst/>
            <a:cxnLst/>
            <a:rect l="l" t="t" r="r" b="b"/>
            <a:pathLst>
              <a:path w="173989" h="17779">
                <a:moveTo>
                  <a:pt x="0" y="0"/>
                </a:moveTo>
                <a:lnTo>
                  <a:pt x="173426" y="0"/>
                </a:lnTo>
                <a:lnTo>
                  <a:pt x="173426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2454865" y="8205469"/>
            <a:ext cx="23495" cy="29209"/>
          </a:xfrm>
          <a:custGeom>
            <a:avLst/>
            <a:gdLst/>
            <a:ahLst/>
            <a:cxnLst/>
            <a:rect l="l" t="t" r="r" b="b"/>
            <a:pathLst>
              <a:path w="23494" h="29209">
                <a:moveTo>
                  <a:pt x="0" y="0"/>
                </a:moveTo>
                <a:lnTo>
                  <a:pt x="23493" y="0"/>
                </a:lnTo>
                <a:lnTo>
                  <a:pt x="23493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2454865" y="8234680"/>
            <a:ext cx="184150" cy="19050"/>
          </a:xfrm>
          <a:custGeom>
            <a:avLst/>
            <a:gdLst/>
            <a:ahLst/>
            <a:cxnLst/>
            <a:rect l="l" t="t" r="r" b="b"/>
            <a:pathLst>
              <a:path w="184150" h="19050">
                <a:moveTo>
                  <a:pt x="0" y="0"/>
                </a:moveTo>
                <a:lnTo>
                  <a:pt x="183677" y="0"/>
                </a:lnTo>
                <a:lnTo>
                  <a:pt x="18367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2936944" y="8070850"/>
            <a:ext cx="64135" cy="20320"/>
          </a:xfrm>
          <a:custGeom>
            <a:avLst/>
            <a:gdLst/>
            <a:ahLst/>
            <a:cxnLst/>
            <a:rect l="l" t="t" r="r" b="b"/>
            <a:pathLst>
              <a:path w="64135" h="20320">
                <a:moveTo>
                  <a:pt x="0" y="0"/>
                </a:moveTo>
                <a:lnTo>
                  <a:pt x="64073" y="0"/>
                </a:lnTo>
                <a:lnTo>
                  <a:pt x="64073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2936944" y="7989569"/>
            <a:ext cx="24130" cy="196850"/>
          </a:xfrm>
          <a:custGeom>
            <a:avLst/>
            <a:gdLst/>
            <a:ahLst/>
            <a:cxnLst/>
            <a:rect l="l" t="t" r="r" b="b"/>
            <a:pathLst>
              <a:path w="24130" h="196850">
                <a:moveTo>
                  <a:pt x="0" y="0"/>
                </a:moveTo>
                <a:lnTo>
                  <a:pt x="23707" y="0"/>
                </a:lnTo>
                <a:lnTo>
                  <a:pt x="23707" y="196850"/>
                </a:lnTo>
                <a:lnTo>
                  <a:pt x="0" y="1968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2762236" y="8008619"/>
            <a:ext cx="23495" cy="45720"/>
          </a:xfrm>
          <a:custGeom>
            <a:avLst/>
            <a:gdLst/>
            <a:ahLst/>
            <a:cxnLst/>
            <a:rect l="l" t="t" r="r" b="b"/>
            <a:pathLst>
              <a:path w="23494" h="45720">
                <a:moveTo>
                  <a:pt x="0" y="0"/>
                </a:moveTo>
                <a:lnTo>
                  <a:pt x="23280" y="0"/>
                </a:lnTo>
                <a:lnTo>
                  <a:pt x="23280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2762236" y="8054340"/>
            <a:ext cx="125095" cy="17780"/>
          </a:xfrm>
          <a:custGeom>
            <a:avLst/>
            <a:gdLst/>
            <a:ahLst/>
            <a:cxnLst/>
            <a:rect l="l" t="t" r="r" b="b"/>
            <a:pathLst>
              <a:path w="125094" h="17779">
                <a:moveTo>
                  <a:pt x="0" y="0"/>
                </a:moveTo>
                <a:lnTo>
                  <a:pt x="124943" y="0"/>
                </a:lnTo>
                <a:lnTo>
                  <a:pt x="124943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2762236" y="8072119"/>
            <a:ext cx="23495" cy="49530"/>
          </a:xfrm>
          <a:custGeom>
            <a:avLst/>
            <a:gdLst/>
            <a:ahLst/>
            <a:cxnLst/>
            <a:rect l="l" t="t" r="r" b="b"/>
            <a:pathLst>
              <a:path w="23494" h="49529">
                <a:moveTo>
                  <a:pt x="0" y="0"/>
                </a:moveTo>
                <a:lnTo>
                  <a:pt x="23280" y="0"/>
                </a:lnTo>
                <a:lnTo>
                  <a:pt x="23280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2762236" y="8121650"/>
            <a:ext cx="125095" cy="19050"/>
          </a:xfrm>
          <a:custGeom>
            <a:avLst/>
            <a:gdLst/>
            <a:ahLst/>
            <a:cxnLst/>
            <a:rect l="l" t="t" r="r" b="b"/>
            <a:pathLst>
              <a:path w="125094" h="19050">
                <a:moveTo>
                  <a:pt x="0" y="0"/>
                </a:moveTo>
                <a:lnTo>
                  <a:pt x="124943" y="0"/>
                </a:lnTo>
                <a:lnTo>
                  <a:pt x="12494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2863686" y="8008671"/>
            <a:ext cx="23495" cy="45720"/>
          </a:xfrm>
          <a:custGeom>
            <a:avLst/>
            <a:gdLst/>
            <a:ahLst/>
            <a:cxnLst/>
            <a:rect l="l" t="t" r="r" b="b"/>
            <a:pathLst>
              <a:path w="23494" h="45720">
                <a:moveTo>
                  <a:pt x="23493" y="45278"/>
                </a:moveTo>
                <a:lnTo>
                  <a:pt x="0" y="45278"/>
                </a:lnTo>
                <a:lnTo>
                  <a:pt x="0" y="0"/>
                </a:lnTo>
                <a:lnTo>
                  <a:pt x="23493" y="0"/>
                </a:lnTo>
                <a:lnTo>
                  <a:pt x="23493" y="45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2863686" y="8072745"/>
            <a:ext cx="23495" cy="49530"/>
          </a:xfrm>
          <a:custGeom>
            <a:avLst/>
            <a:gdLst/>
            <a:ahLst/>
            <a:cxnLst/>
            <a:rect l="l" t="t" r="r" b="b"/>
            <a:pathLst>
              <a:path w="23494" h="49529">
                <a:moveTo>
                  <a:pt x="23493" y="49336"/>
                </a:moveTo>
                <a:lnTo>
                  <a:pt x="0" y="49336"/>
                </a:lnTo>
                <a:lnTo>
                  <a:pt x="0" y="0"/>
                </a:lnTo>
                <a:lnTo>
                  <a:pt x="23493" y="0"/>
                </a:lnTo>
                <a:lnTo>
                  <a:pt x="23493" y="49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2792565" y="8167369"/>
            <a:ext cx="23495" cy="64769"/>
          </a:xfrm>
          <a:custGeom>
            <a:avLst/>
            <a:gdLst/>
            <a:ahLst/>
            <a:cxnLst/>
            <a:rect l="l" t="t" r="r" b="b"/>
            <a:pathLst>
              <a:path w="23494" h="64770">
                <a:moveTo>
                  <a:pt x="0" y="0"/>
                </a:moveTo>
                <a:lnTo>
                  <a:pt x="23493" y="0"/>
                </a:lnTo>
                <a:lnTo>
                  <a:pt x="23493" y="64770"/>
                </a:lnTo>
                <a:lnTo>
                  <a:pt x="0" y="647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2792565" y="8232140"/>
            <a:ext cx="180975" cy="19050"/>
          </a:xfrm>
          <a:custGeom>
            <a:avLst/>
            <a:gdLst/>
            <a:ahLst/>
            <a:cxnLst/>
            <a:rect l="l" t="t" r="r" b="b"/>
            <a:pathLst>
              <a:path w="180975" h="19050">
                <a:moveTo>
                  <a:pt x="0" y="0"/>
                </a:moveTo>
                <a:lnTo>
                  <a:pt x="180474" y="0"/>
                </a:lnTo>
                <a:lnTo>
                  <a:pt x="18047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3050568" y="7995919"/>
            <a:ext cx="24130" cy="30480"/>
          </a:xfrm>
          <a:custGeom>
            <a:avLst/>
            <a:gdLst/>
            <a:ahLst/>
            <a:cxnLst/>
            <a:rect l="l" t="t" r="r" b="b"/>
            <a:pathLst>
              <a:path w="24130" h="30479">
                <a:moveTo>
                  <a:pt x="0" y="0"/>
                </a:moveTo>
                <a:lnTo>
                  <a:pt x="23707" y="0"/>
                </a:lnTo>
                <a:lnTo>
                  <a:pt x="23707" y="30479"/>
                </a:lnTo>
                <a:lnTo>
                  <a:pt x="0" y="304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3050568" y="8026400"/>
            <a:ext cx="180340" cy="17780"/>
          </a:xfrm>
          <a:custGeom>
            <a:avLst/>
            <a:gdLst/>
            <a:ahLst/>
            <a:cxnLst/>
            <a:rect l="l" t="t" r="r" b="b"/>
            <a:pathLst>
              <a:path w="180339" h="17779">
                <a:moveTo>
                  <a:pt x="0" y="0"/>
                </a:moveTo>
                <a:lnTo>
                  <a:pt x="180260" y="0"/>
                </a:lnTo>
                <a:lnTo>
                  <a:pt x="180260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3050568" y="8044180"/>
            <a:ext cx="24130" cy="33020"/>
          </a:xfrm>
          <a:custGeom>
            <a:avLst/>
            <a:gdLst/>
            <a:ahLst/>
            <a:cxnLst/>
            <a:rect l="l" t="t" r="r" b="b"/>
            <a:pathLst>
              <a:path w="24130" h="33020">
                <a:moveTo>
                  <a:pt x="0" y="0"/>
                </a:moveTo>
                <a:lnTo>
                  <a:pt x="23707" y="0"/>
                </a:lnTo>
                <a:lnTo>
                  <a:pt x="23707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3050568" y="8077200"/>
            <a:ext cx="180340" cy="19050"/>
          </a:xfrm>
          <a:custGeom>
            <a:avLst/>
            <a:gdLst/>
            <a:ahLst/>
            <a:cxnLst/>
            <a:rect l="l" t="t" r="r" b="b"/>
            <a:pathLst>
              <a:path w="180339" h="19050">
                <a:moveTo>
                  <a:pt x="0" y="0"/>
                </a:moveTo>
                <a:lnTo>
                  <a:pt x="180260" y="0"/>
                </a:lnTo>
                <a:lnTo>
                  <a:pt x="18026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3207121" y="7995429"/>
            <a:ext cx="24130" cy="31750"/>
          </a:xfrm>
          <a:custGeom>
            <a:avLst/>
            <a:gdLst/>
            <a:ahLst/>
            <a:cxnLst/>
            <a:rect l="l" t="t" r="r" b="b"/>
            <a:pathLst>
              <a:path w="24130" h="31750">
                <a:moveTo>
                  <a:pt x="23707" y="31182"/>
                </a:moveTo>
                <a:lnTo>
                  <a:pt x="0" y="31182"/>
                </a:lnTo>
                <a:lnTo>
                  <a:pt x="0" y="0"/>
                </a:lnTo>
                <a:lnTo>
                  <a:pt x="23707" y="0"/>
                </a:lnTo>
                <a:lnTo>
                  <a:pt x="23707" y="31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3207121" y="8044766"/>
            <a:ext cx="24130" cy="32384"/>
          </a:xfrm>
          <a:custGeom>
            <a:avLst/>
            <a:gdLst/>
            <a:ahLst/>
            <a:cxnLst/>
            <a:rect l="l" t="t" r="r" b="b"/>
            <a:pathLst>
              <a:path w="24130" h="32384">
                <a:moveTo>
                  <a:pt x="23707" y="31823"/>
                </a:moveTo>
                <a:lnTo>
                  <a:pt x="0" y="31823"/>
                </a:lnTo>
                <a:lnTo>
                  <a:pt x="0" y="0"/>
                </a:lnTo>
                <a:lnTo>
                  <a:pt x="23707" y="0"/>
                </a:lnTo>
                <a:lnTo>
                  <a:pt x="23707" y="318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3128738" y="8095812"/>
            <a:ext cx="23495" cy="32384"/>
          </a:xfrm>
          <a:custGeom>
            <a:avLst/>
            <a:gdLst/>
            <a:ahLst/>
            <a:cxnLst/>
            <a:rect l="l" t="t" r="r" b="b"/>
            <a:pathLst>
              <a:path w="23494" h="32384">
                <a:moveTo>
                  <a:pt x="23493" y="32250"/>
                </a:moveTo>
                <a:lnTo>
                  <a:pt x="0" y="32250"/>
                </a:lnTo>
                <a:lnTo>
                  <a:pt x="0" y="0"/>
                </a:lnTo>
                <a:lnTo>
                  <a:pt x="23493" y="0"/>
                </a:lnTo>
                <a:lnTo>
                  <a:pt x="23493" y="32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3018104" y="8128062"/>
            <a:ext cx="245110" cy="19685"/>
          </a:xfrm>
          <a:custGeom>
            <a:avLst/>
            <a:gdLst/>
            <a:ahLst/>
            <a:cxnLst/>
            <a:rect l="l" t="t" r="r" b="b"/>
            <a:pathLst>
              <a:path w="245110" h="19684">
                <a:moveTo>
                  <a:pt x="244761" y="19649"/>
                </a:moveTo>
                <a:lnTo>
                  <a:pt x="0" y="19649"/>
                </a:lnTo>
                <a:lnTo>
                  <a:pt x="0" y="0"/>
                </a:lnTo>
                <a:lnTo>
                  <a:pt x="244761" y="0"/>
                </a:lnTo>
                <a:lnTo>
                  <a:pt x="244761" y="196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3045228" y="8173719"/>
            <a:ext cx="187325" cy="20320"/>
          </a:xfrm>
          <a:custGeom>
            <a:avLst/>
            <a:gdLst/>
            <a:ahLst/>
            <a:cxnLst/>
            <a:rect l="l" t="t" r="r" b="b"/>
            <a:pathLst>
              <a:path w="187325" h="20320">
                <a:moveTo>
                  <a:pt x="0" y="0"/>
                </a:moveTo>
                <a:lnTo>
                  <a:pt x="187308" y="0"/>
                </a:lnTo>
                <a:lnTo>
                  <a:pt x="187308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3208616" y="8194040"/>
            <a:ext cx="24130" cy="63500"/>
          </a:xfrm>
          <a:custGeom>
            <a:avLst/>
            <a:gdLst/>
            <a:ahLst/>
            <a:cxnLst/>
            <a:rect l="l" t="t" r="r" b="b"/>
            <a:pathLst>
              <a:path w="24130" h="63500">
                <a:moveTo>
                  <a:pt x="0" y="0"/>
                </a:moveTo>
                <a:lnTo>
                  <a:pt x="23920" y="0"/>
                </a:lnTo>
                <a:lnTo>
                  <a:pt x="23920" y="63499"/>
                </a:lnTo>
                <a:lnTo>
                  <a:pt x="0" y="634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3394507" y="8002269"/>
            <a:ext cx="182245" cy="19050"/>
          </a:xfrm>
          <a:custGeom>
            <a:avLst/>
            <a:gdLst/>
            <a:ahLst/>
            <a:cxnLst/>
            <a:rect l="l" t="t" r="r" b="b"/>
            <a:pathLst>
              <a:path w="182245" h="19050">
                <a:moveTo>
                  <a:pt x="0" y="0"/>
                </a:moveTo>
                <a:lnTo>
                  <a:pt x="181755" y="0"/>
                </a:lnTo>
                <a:lnTo>
                  <a:pt x="18175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3394507" y="8021319"/>
            <a:ext cx="23495" cy="55880"/>
          </a:xfrm>
          <a:custGeom>
            <a:avLst/>
            <a:gdLst/>
            <a:ahLst/>
            <a:cxnLst/>
            <a:rect l="l" t="t" r="r" b="b"/>
            <a:pathLst>
              <a:path w="23495" h="55879">
                <a:moveTo>
                  <a:pt x="0" y="0"/>
                </a:moveTo>
                <a:lnTo>
                  <a:pt x="23280" y="0"/>
                </a:lnTo>
                <a:lnTo>
                  <a:pt x="23280" y="55879"/>
                </a:lnTo>
                <a:lnTo>
                  <a:pt x="0" y="558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3394507" y="8077200"/>
            <a:ext cx="182245" cy="19050"/>
          </a:xfrm>
          <a:custGeom>
            <a:avLst/>
            <a:gdLst/>
            <a:ahLst/>
            <a:cxnLst/>
            <a:rect l="l" t="t" r="r" b="b"/>
            <a:pathLst>
              <a:path w="182245" h="19050">
                <a:moveTo>
                  <a:pt x="0" y="0"/>
                </a:moveTo>
                <a:lnTo>
                  <a:pt x="181755" y="0"/>
                </a:lnTo>
                <a:lnTo>
                  <a:pt x="18175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3552769" y="8021272"/>
            <a:ext cx="23495" cy="55880"/>
          </a:xfrm>
          <a:custGeom>
            <a:avLst/>
            <a:gdLst/>
            <a:ahLst/>
            <a:cxnLst/>
            <a:rect l="l" t="t" r="r" b="b"/>
            <a:pathLst>
              <a:path w="23495" h="55879">
                <a:moveTo>
                  <a:pt x="23493" y="55530"/>
                </a:moveTo>
                <a:lnTo>
                  <a:pt x="0" y="55530"/>
                </a:lnTo>
                <a:lnTo>
                  <a:pt x="0" y="0"/>
                </a:lnTo>
                <a:lnTo>
                  <a:pt x="23493" y="0"/>
                </a:lnTo>
                <a:lnTo>
                  <a:pt x="23493" y="555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3362471" y="8126566"/>
            <a:ext cx="246379" cy="19685"/>
          </a:xfrm>
          <a:custGeom>
            <a:avLst/>
            <a:gdLst/>
            <a:ahLst/>
            <a:cxnLst/>
            <a:rect l="l" t="t" r="r" b="b"/>
            <a:pathLst>
              <a:path w="246379" h="19684">
                <a:moveTo>
                  <a:pt x="245829" y="19649"/>
                </a:moveTo>
                <a:lnTo>
                  <a:pt x="0" y="19649"/>
                </a:lnTo>
                <a:lnTo>
                  <a:pt x="0" y="0"/>
                </a:lnTo>
                <a:lnTo>
                  <a:pt x="245829" y="0"/>
                </a:lnTo>
                <a:lnTo>
                  <a:pt x="245829" y="196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3475454" y="8146216"/>
            <a:ext cx="23495" cy="55244"/>
          </a:xfrm>
          <a:custGeom>
            <a:avLst/>
            <a:gdLst/>
            <a:ahLst/>
            <a:cxnLst/>
            <a:rect l="l" t="t" r="r" b="b"/>
            <a:pathLst>
              <a:path w="23495" h="55245">
                <a:moveTo>
                  <a:pt x="23493" y="54889"/>
                </a:moveTo>
                <a:lnTo>
                  <a:pt x="0" y="54889"/>
                </a:lnTo>
                <a:lnTo>
                  <a:pt x="0" y="0"/>
                </a:lnTo>
                <a:lnTo>
                  <a:pt x="23493" y="0"/>
                </a:lnTo>
                <a:lnTo>
                  <a:pt x="23493" y="54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3394080" y="8174990"/>
            <a:ext cx="24130" cy="57150"/>
          </a:xfrm>
          <a:custGeom>
            <a:avLst/>
            <a:gdLst/>
            <a:ahLst/>
            <a:cxnLst/>
            <a:rect l="l" t="t" r="r" b="b"/>
            <a:pathLst>
              <a:path w="24129" h="57150">
                <a:moveTo>
                  <a:pt x="0" y="0"/>
                </a:moveTo>
                <a:lnTo>
                  <a:pt x="23707" y="0"/>
                </a:lnTo>
                <a:lnTo>
                  <a:pt x="23707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3394080" y="8232140"/>
            <a:ext cx="187325" cy="19050"/>
          </a:xfrm>
          <a:custGeom>
            <a:avLst/>
            <a:gdLst/>
            <a:ahLst/>
            <a:cxnLst/>
            <a:rect l="l" t="t" r="r" b="b"/>
            <a:pathLst>
              <a:path w="187325" h="19050">
                <a:moveTo>
                  <a:pt x="0" y="0"/>
                </a:moveTo>
                <a:lnTo>
                  <a:pt x="186881" y="0"/>
                </a:lnTo>
                <a:lnTo>
                  <a:pt x="186881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3631794" y="7989235"/>
            <a:ext cx="219075" cy="269240"/>
          </a:xfrm>
          <a:custGeom>
            <a:avLst/>
            <a:gdLst/>
            <a:ahLst/>
            <a:cxnLst/>
            <a:rect l="l" t="t" r="r" b="b"/>
            <a:pathLst>
              <a:path w="219075" h="269240">
                <a:moveTo>
                  <a:pt x="218704" y="268895"/>
                </a:moveTo>
                <a:lnTo>
                  <a:pt x="194997" y="268895"/>
                </a:lnTo>
                <a:lnTo>
                  <a:pt x="194997" y="0"/>
                </a:lnTo>
                <a:lnTo>
                  <a:pt x="218704" y="0"/>
                </a:lnTo>
                <a:lnTo>
                  <a:pt x="218704" y="268895"/>
                </a:lnTo>
                <a:close/>
              </a:path>
              <a:path w="219075" h="269240">
                <a:moveTo>
                  <a:pt x="86285" y="145660"/>
                </a:moveTo>
                <a:lnTo>
                  <a:pt x="57102" y="141072"/>
                </a:lnTo>
                <a:lnTo>
                  <a:pt x="34145" y="128174"/>
                </a:lnTo>
                <a:lnTo>
                  <a:pt x="19158" y="108267"/>
                </a:lnTo>
                <a:lnTo>
                  <a:pt x="13882" y="82655"/>
                </a:lnTo>
                <a:lnTo>
                  <a:pt x="19158" y="57042"/>
                </a:lnTo>
                <a:lnTo>
                  <a:pt x="34145" y="37136"/>
                </a:lnTo>
                <a:lnTo>
                  <a:pt x="57102" y="24237"/>
                </a:lnTo>
                <a:lnTo>
                  <a:pt x="86285" y="19649"/>
                </a:lnTo>
                <a:lnTo>
                  <a:pt x="115409" y="24237"/>
                </a:lnTo>
                <a:lnTo>
                  <a:pt x="138265" y="37136"/>
                </a:lnTo>
                <a:lnTo>
                  <a:pt x="140694" y="40366"/>
                </a:lnTo>
                <a:lnTo>
                  <a:pt x="86285" y="40366"/>
                </a:lnTo>
                <a:lnTo>
                  <a:pt x="66506" y="43459"/>
                </a:lnTo>
                <a:lnTo>
                  <a:pt x="50911" y="52139"/>
                </a:lnTo>
                <a:lnTo>
                  <a:pt x="40723" y="65505"/>
                </a:lnTo>
                <a:lnTo>
                  <a:pt x="37162" y="82655"/>
                </a:lnTo>
                <a:lnTo>
                  <a:pt x="40723" y="99804"/>
                </a:lnTo>
                <a:lnTo>
                  <a:pt x="50911" y="113170"/>
                </a:lnTo>
                <a:lnTo>
                  <a:pt x="66506" y="121850"/>
                </a:lnTo>
                <a:lnTo>
                  <a:pt x="86285" y="124943"/>
                </a:lnTo>
                <a:lnTo>
                  <a:pt x="140694" y="124943"/>
                </a:lnTo>
                <a:lnTo>
                  <a:pt x="138265" y="128174"/>
                </a:lnTo>
                <a:lnTo>
                  <a:pt x="115409" y="141072"/>
                </a:lnTo>
                <a:lnTo>
                  <a:pt x="86285" y="145660"/>
                </a:lnTo>
                <a:close/>
              </a:path>
              <a:path w="219075" h="269240">
                <a:moveTo>
                  <a:pt x="140694" y="124943"/>
                </a:moveTo>
                <a:lnTo>
                  <a:pt x="86285" y="124943"/>
                </a:lnTo>
                <a:lnTo>
                  <a:pt x="105945" y="121850"/>
                </a:lnTo>
                <a:lnTo>
                  <a:pt x="121499" y="113170"/>
                </a:lnTo>
                <a:lnTo>
                  <a:pt x="131728" y="99804"/>
                </a:lnTo>
                <a:lnTo>
                  <a:pt x="135408" y="82655"/>
                </a:lnTo>
                <a:lnTo>
                  <a:pt x="131728" y="65505"/>
                </a:lnTo>
                <a:lnTo>
                  <a:pt x="121499" y="52139"/>
                </a:lnTo>
                <a:lnTo>
                  <a:pt x="105945" y="43459"/>
                </a:lnTo>
                <a:lnTo>
                  <a:pt x="86285" y="40366"/>
                </a:lnTo>
                <a:lnTo>
                  <a:pt x="140694" y="40366"/>
                </a:lnTo>
                <a:lnTo>
                  <a:pt x="153232" y="57042"/>
                </a:lnTo>
                <a:lnTo>
                  <a:pt x="158689" y="82655"/>
                </a:lnTo>
                <a:lnTo>
                  <a:pt x="153232" y="108267"/>
                </a:lnTo>
                <a:lnTo>
                  <a:pt x="140694" y="124943"/>
                </a:lnTo>
                <a:close/>
              </a:path>
              <a:path w="219075" h="269240">
                <a:moveTo>
                  <a:pt x="3203" y="209734"/>
                </a:moveTo>
                <a:lnTo>
                  <a:pt x="0" y="189444"/>
                </a:lnTo>
                <a:lnTo>
                  <a:pt x="40252" y="189364"/>
                </a:lnTo>
                <a:lnTo>
                  <a:pt x="84950" y="188323"/>
                </a:lnTo>
                <a:lnTo>
                  <a:pt x="131491" y="185600"/>
                </a:lnTo>
                <a:lnTo>
                  <a:pt x="177270" y="180474"/>
                </a:lnTo>
                <a:lnTo>
                  <a:pt x="179192" y="197987"/>
                </a:lnTo>
                <a:lnTo>
                  <a:pt x="132562" y="204688"/>
                </a:lnTo>
                <a:lnTo>
                  <a:pt x="86312" y="208185"/>
                </a:lnTo>
                <a:lnTo>
                  <a:pt x="42505" y="209520"/>
                </a:lnTo>
                <a:lnTo>
                  <a:pt x="3203" y="2097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3974879" y="7989235"/>
            <a:ext cx="250825" cy="264795"/>
          </a:xfrm>
          <a:custGeom>
            <a:avLst/>
            <a:gdLst/>
            <a:ahLst/>
            <a:cxnLst/>
            <a:rect l="l" t="t" r="r" b="b"/>
            <a:pathLst>
              <a:path w="250825" h="264795">
                <a:moveTo>
                  <a:pt x="210161" y="152495"/>
                </a:moveTo>
                <a:lnTo>
                  <a:pt x="186454" y="152495"/>
                </a:lnTo>
                <a:lnTo>
                  <a:pt x="186454" y="0"/>
                </a:lnTo>
                <a:lnTo>
                  <a:pt x="210161" y="0"/>
                </a:lnTo>
                <a:lnTo>
                  <a:pt x="210161" y="65782"/>
                </a:lnTo>
                <a:lnTo>
                  <a:pt x="250528" y="65782"/>
                </a:lnTo>
                <a:lnTo>
                  <a:pt x="250528" y="85431"/>
                </a:lnTo>
                <a:lnTo>
                  <a:pt x="210161" y="85431"/>
                </a:lnTo>
                <a:lnTo>
                  <a:pt x="210161" y="152495"/>
                </a:lnTo>
                <a:close/>
              </a:path>
              <a:path w="250825" h="264795">
                <a:moveTo>
                  <a:pt x="9611" y="155058"/>
                </a:moveTo>
                <a:lnTo>
                  <a:pt x="0" y="136049"/>
                </a:lnTo>
                <a:lnTo>
                  <a:pt x="44506" y="119442"/>
                </a:lnTo>
                <a:lnTo>
                  <a:pt x="78450" y="96898"/>
                </a:lnTo>
                <a:lnTo>
                  <a:pt x="100961" y="69207"/>
                </a:lnTo>
                <a:lnTo>
                  <a:pt x="111167" y="37162"/>
                </a:lnTo>
                <a:lnTo>
                  <a:pt x="11960" y="37162"/>
                </a:lnTo>
                <a:lnTo>
                  <a:pt x="11960" y="17513"/>
                </a:lnTo>
                <a:lnTo>
                  <a:pt x="136690" y="17513"/>
                </a:lnTo>
                <a:lnTo>
                  <a:pt x="127917" y="64444"/>
                </a:lnTo>
                <a:lnTo>
                  <a:pt x="102864" y="103505"/>
                </a:lnTo>
                <a:lnTo>
                  <a:pt x="62955" y="133957"/>
                </a:lnTo>
                <a:lnTo>
                  <a:pt x="9611" y="155058"/>
                </a:lnTo>
                <a:close/>
              </a:path>
              <a:path w="250825" h="264795">
                <a:moveTo>
                  <a:pt x="210161" y="264624"/>
                </a:moveTo>
                <a:lnTo>
                  <a:pt x="39939" y="264624"/>
                </a:lnTo>
                <a:lnTo>
                  <a:pt x="39939" y="164669"/>
                </a:lnTo>
                <a:lnTo>
                  <a:pt x="210161" y="164669"/>
                </a:lnTo>
                <a:lnTo>
                  <a:pt x="210161" y="184532"/>
                </a:lnTo>
                <a:lnTo>
                  <a:pt x="63646" y="184532"/>
                </a:lnTo>
                <a:lnTo>
                  <a:pt x="63646" y="245402"/>
                </a:lnTo>
                <a:lnTo>
                  <a:pt x="210161" y="245402"/>
                </a:lnTo>
                <a:lnTo>
                  <a:pt x="210161" y="264624"/>
                </a:lnTo>
                <a:close/>
              </a:path>
              <a:path w="250825" h="264795">
                <a:moveTo>
                  <a:pt x="210161" y="245402"/>
                </a:moveTo>
                <a:lnTo>
                  <a:pt x="186667" y="245402"/>
                </a:lnTo>
                <a:lnTo>
                  <a:pt x="186667" y="184532"/>
                </a:lnTo>
                <a:lnTo>
                  <a:pt x="210161" y="184532"/>
                </a:lnTo>
                <a:lnTo>
                  <a:pt x="210161" y="245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4242493" y="8007390"/>
            <a:ext cx="245829" cy="21507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4508186" y="8212639"/>
            <a:ext cx="45720" cy="82550"/>
          </a:xfrm>
          <a:custGeom>
            <a:avLst/>
            <a:gdLst/>
            <a:ahLst/>
            <a:cxnLst/>
            <a:rect l="l" t="t" r="r" b="b"/>
            <a:pathLst>
              <a:path w="45720" h="82550">
                <a:moveTo>
                  <a:pt x="22425" y="82227"/>
                </a:moveTo>
                <a:lnTo>
                  <a:pt x="0" y="82227"/>
                </a:lnTo>
                <a:lnTo>
                  <a:pt x="16659" y="0"/>
                </a:lnTo>
                <a:lnTo>
                  <a:pt x="45705" y="0"/>
                </a:lnTo>
                <a:lnTo>
                  <a:pt x="22425" y="82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4669941" y="7989449"/>
            <a:ext cx="227329" cy="262890"/>
          </a:xfrm>
          <a:custGeom>
            <a:avLst/>
            <a:gdLst/>
            <a:ahLst/>
            <a:cxnLst/>
            <a:rect l="l" t="t" r="r" b="b"/>
            <a:pathLst>
              <a:path w="227329" h="262890">
                <a:moveTo>
                  <a:pt x="218918" y="196919"/>
                </a:moveTo>
                <a:lnTo>
                  <a:pt x="195211" y="196919"/>
                </a:lnTo>
                <a:lnTo>
                  <a:pt x="195211" y="0"/>
                </a:lnTo>
                <a:lnTo>
                  <a:pt x="218918" y="0"/>
                </a:lnTo>
                <a:lnTo>
                  <a:pt x="218918" y="196919"/>
                </a:lnTo>
                <a:close/>
              </a:path>
              <a:path w="227329" h="262890">
                <a:moveTo>
                  <a:pt x="13028" y="158048"/>
                </a:moveTo>
                <a:lnTo>
                  <a:pt x="0" y="139466"/>
                </a:lnTo>
                <a:lnTo>
                  <a:pt x="27765" y="123525"/>
                </a:lnTo>
                <a:lnTo>
                  <a:pt x="49283" y="100675"/>
                </a:lnTo>
                <a:lnTo>
                  <a:pt x="63192" y="72820"/>
                </a:lnTo>
                <a:lnTo>
                  <a:pt x="68131" y="41861"/>
                </a:lnTo>
                <a:lnTo>
                  <a:pt x="68131" y="14950"/>
                </a:lnTo>
                <a:lnTo>
                  <a:pt x="92266" y="14950"/>
                </a:lnTo>
                <a:lnTo>
                  <a:pt x="92266" y="41861"/>
                </a:lnTo>
                <a:lnTo>
                  <a:pt x="97138" y="71535"/>
                </a:lnTo>
                <a:lnTo>
                  <a:pt x="104751" y="85965"/>
                </a:lnTo>
                <a:lnTo>
                  <a:pt x="80412" y="85965"/>
                </a:lnTo>
                <a:lnTo>
                  <a:pt x="69388" y="109362"/>
                </a:lnTo>
                <a:lnTo>
                  <a:pt x="54128" y="129615"/>
                </a:lnTo>
                <a:lnTo>
                  <a:pt x="35165" y="146064"/>
                </a:lnTo>
                <a:lnTo>
                  <a:pt x="13028" y="158048"/>
                </a:lnTo>
                <a:close/>
              </a:path>
              <a:path w="227329" h="262890">
                <a:moveTo>
                  <a:pt x="147582" y="153136"/>
                </a:moveTo>
                <a:lnTo>
                  <a:pt x="125644" y="141904"/>
                </a:lnTo>
                <a:lnTo>
                  <a:pt x="106789" y="126638"/>
                </a:lnTo>
                <a:lnTo>
                  <a:pt x="91538" y="107828"/>
                </a:lnTo>
                <a:lnTo>
                  <a:pt x="80412" y="85965"/>
                </a:lnTo>
                <a:lnTo>
                  <a:pt x="104751" y="85965"/>
                </a:lnTo>
                <a:lnTo>
                  <a:pt x="111061" y="97925"/>
                </a:lnTo>
                <a:lnTo>
                  <a:pt x="132512" y="119350"/>
                </a:lnTo>
                <a:lnTo>
                  <a:pt x="159970" y="134127"/>
                </a:lnTo>
                <a:lnTo>
                  <a:pt x="147582" y="153136"/>
                </a:lnTo>
                <a:close/>
              </a:path>
              <a:path w="227329" h="262890">
                <a:moveTo>
                  <a:pt x="227247" y="262274"/>
                </a:moveTo>
                <a:lnTo>
                  <a:pt x="45492" y="262274"/>
                </a:lnTo>
                <a:lnTo>
                  <a:pt x="45492" y="178765"/>
                </a:lnTo>
                <a:lnTo>
                  <a:pt x="69199" y="178765"/>
                </a:lnTo>
                <a:lnTo>
                  <a:pt x="69199" y="242625"/>
                </a:lnTo>
                <a:lnTo>
                  <a:pt x="227247" y="242625"/>
                </a:lnTo>
                <a:lnTo>
                  <a:pt x="227247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4934565" y="8016360"/>
            <a:ext cx="244761" cy="20332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5311114" y="8002269"/>
            <a:ext cx="24130" cy="77470"/>
          </a:xfrm>
          <a:custGeom>
            <a:avLst/>
            <a:gdLst/>
            <a:ahLst/>
            <a:cxnLst/>
            <a:rect l="l" t="t" r="r" b="b"/>
            <a:pathLst>
              <a:path w="24129" h="77470">
                <a:moveTo>
                  <a:pt x="0" y="0"/>
                </a:moveTo>
                <a:lnTo>
                  <a:pt x="23707" y="0"/>
                </a:lnTo>
                <a:lnTo>
                  <a:pt x="23707" y="77470"/>
                </a:lnTo>
                <a:lnTo>
                  <a:pt x="0" y="774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5311114" y="8079740"/>
            <a:ext cx="185420" cy="19050"/>
          </a:xfrm>
          <a:custGeom>
            <a:avLst/>
            <a:gdLst/>
            <a:ahLst/>
            <a:cxnLst/>
            <a:rect l="l" t="t" r="r" b="b"/>
            <a:pathLst>
              <a:path w="185420" h="19050">
                <a:moveTo>
                  <a:pt x="0" y="0"/>
                </a:moveTo>
                <a:lnTo>
                  <a:pt x="185172" y="0"/>
                </a:lnTo>
                <a:lnTo>
                  <a:pt x="18517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5279504" y="8139809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79" h="20320">
                <a:moveTo>
                  <a:pt x="245829" y="19862"/>
                </a:moveTo>
                <a:lnTo>
                  <a:pt x="0" y="19862"/>
                </a:lnTo>
                <a:lnTo>
                  <a:pt x="0" y="0"/>
                </a:lnTo>
                <a:lnTo>
                  <a:pt x="245829" y="0"/>
                </a:lnTo>
                <a:lnTo>
                  <a:pt x="245829" y="19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5389497" y="8159671"/>
            <a:ext cx="23495" cy="98425"/>
          </a:xfrm>
          <a:custGeom>
            <a:avLst/>
            <a:gdLst/>
            <a:ahLst/>
            <a:cxnLst/>
            <a:rect l="l" t="t" r="r" b="b"/>
            <a:pathLst>
              <a:path w="23495" h="98425">
                <a:moveTo>
                  <a:pt x="23493" y="98032"/>
                </a:moveTo>
                <a:lnTo>
                  <a:pt x="0" y="98032"/>
                </a:lnTo>
                <a:lnTo>
                  <a:pt x="0" y="0"/>
                </a:lnTo>
                <a:lnTo>
                  <a:pt x="23493" y="0"/>
                </a:lnTo>
                <a:lnTo>
                  <a:pt x="23493" y="98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5558224" y="7989449"/>
            <a:ext cx="239395" cy="268605"/>
          </a:xfrm>
          <a:custGeom>
            <a:avLst/>
            <a:gdLst/>
            <a:ahLst/>
            <a:cxnLst/>
            <a:rect l="l" t="t" r="r" b="b"/>
            <a:pathLst>
              <a:path w="239395" h="268604">
                <a:moveTo>
                  <a:pt x="198628" y="163174"/>
                </a:moveTo>
                <a:lnTo>
                  <a:pt x="174921" y="163174"/>
                </a:lnTo>
                <a:lnTo>
                  <a:pt x="174921" y="0"/>
                </a:lnTo>
                <a:lnTo>
                  <a:pt x="198628" y="0"/>
                </a:lnTo>
                <a:lnTo>
                  <a:pt x="198628" y="68772"/>
                </a:lnTo>
                <a:lnTo>
                  <a:pt x="239208" y="68772"/>
                </a:lnTo>
                <a:lnTo>
                  <a:pt x="239208" y="88635"/>
                </a:lnTo>
                <a:lnTo>
                  <a:pt x="198628" y="88635"/>
                </a:lnTo>
                <a:lnTo>
                  <a:pt x="198628" y="163174"/>
                </a:lnTo>
                <a:close/>
              </a:path>
              <a:path w="239395" h="268604">
                <a:moveTo>
                  <a:pt x="21571" y="148650"/>
                </a:moveTo>
                <a:lnTo>
                  <a:pt x="640" y="148650"/>
                </a:lnTo>
                <a:lnTo>
                  <a:pt x="640" y="71121"/>
                </a:lnTo>
                <a:lnTo>
                  <a:pt x="98459" y="71121"/>
                </a:lnTo>
                <a:lnTo>
                  <a:pt x="98459" y="35454"/>
                </a:lnTo>
                <a:lnTo>
                  <a:pt x="0" y="35454"/>
                </a:lnTo>
                <a:lnTo>
                  <a:pt x="0" y="16018"/>
                </a:lnTo>
                <a:lnTo>
                  <a:pt x="121739" y="16018"/>
                </a:lnTo>
                <a:lnTo>
                  <a:pt x="121739" y="89916"/>
                </a:lnTo>
                <a:lnTo>
                  <a:pt x="24134" y="89916"/>
                </a:lnTo>
                <a:lnTo>
                  <a:pt x="24134" y="128788"/>
                </a:lnTo>
                <a:lnTo>
                  <a:pt x="149245" y="128788"/>
                </a:lnTo>
                <a:lnTo>
                  <a:pt x="150573" y="139894"/>
                </a:lnTo>
                <a:lnTo>
                  <a:pt x="119243" y="144235"/>
                </a:lnTo>
                <a:lnTo>
                  <a:pt x="88635" y="146915"/>
                </a:lnTo>
                <a:lnTo>
                  <a:pt x="56745" y="148273"/>
                </a:lnTo>
                <a:lnTo>
                  <a:pt x="21571" y="148650"/>
                </a:lnTo>
                <a:close/>
              </a:path>
              <a:path w="239395" h="268604">
                <a:moveTo>
                  <a:pt x="149245" y="128788"/>
                </a:moveTo>
                <a:lnTo>
                  <a:pt x="24134" y="128788"/>
                </a:lnTo>
                <a:lnTo>
                  <a:pt x="57714" y="128384"/>
                </a:lnTo>
                <a:lnTo>
                  <a:pt x="88301" y="127079"/>
                </a:lnTo>
                <a:lnTo>
                  <a:pt x="117827" y="124493"/>
                </a:lnTo>
                <a:lnTo>
                  <a:pt x="148223" y="120244"/>
                </a:lnTo>
                <a:lnTo>
                  <a:pt x="149245" y="128788"/>
                </a:lnTo>
                <a:close/>
              </a:path>
              <a:path w="239395" h="268604">
                <a:moveTo>
                  <a:pt x="198628" y="268041"/>
                </a:moveTo>
                <a:lnTo>
                  <a:pt x="174921" y="268041"/>
                </a:lnTo>
                <a:lnTo>
                  <a:pt x="174921" y="196706"/>
                </a:lnTo>
                <a:lnTo>
                  <a:pt x="22852" y="196706"/>
                </a:lnTo>
                <a:lnTo>
                  <a:pt x="22852" y="177270"/>
                </a:lnTo>
                <a:lnTo>
                  <a:pt x="198628" y="177270"/>
                </a:lnTo>
                <a:lnTo>
                  <a:pt x="198628" y="2680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5814305" y="8006536"/>
            <a:ext cx="245829" cy="21528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6111821" y="8008619"/>
            <a:ext cx="184785" cy="20320"/>
          </a:xfrm>
          <a:custGeom>
            <a:avLst/>
            <a:gdLst/>
            <a:ahLst/>
            <a:cxnLst/>
            <a:rect l="l" t="t" r="r" b="b"/>
            <a:pathLst>
              <a:path w="184785" h="20320">
                <a:moveTo>
                  <a:pt x="0" y="0"/>
                </a:moveTo>
                <a:lnTo>
                  <a:pt x="184745" y="0"/>
                </a:lnTo>
                <a:lnTo>
                  <a:pt x="184745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6273073" y="8028940"/>
            <a:ext cx="23495" cy="41910"/>
          </a:xfrm>
          <a:custGeom>
            <a:avLst/>
            <a:gdLst/>
            <a:ahLst/>
            <a:cxnLst/>
            <a:rect l="l" t="t" r="r" b="b"/>
            <a:pathLst>
              <a:path w="23495" h="41909">
                <a:moveTo>
                  <a:pt x="0" y="0"/>
                </a:moveTo>
                <a:lnTo>
                  <a:pt x="23493" y="0"/>
                </a:lnTo>
                <a:lnTo>
                  <a:pt x="23493" y="41910"/>
                </a:lnTo>
                <a:lnTo>
                  <a:pt x="0" y="419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6112461" y="8070850"/>
            <a:ext cx="184150" cy="19050"/>
          </a:xfrm>
          <a:custGeom>
            <a:avLst/>
            <a:gdLst/>
            <a:ahLst/>
            <a:cxnLst/>
            <a:rect l="l" t="t" r="r" b="b"/>
            <a:pathLst>
              <a:path w="184150" h="19050">
                <a:moveTo>
                  <a:pt x="0" y="0"/>
                </a:moveTo>
                <a:lnTo>
                  <a:pt x="184104" y="0"/>
                </a:lnTo>
                <a:lnTo>
                  <a:pt x="18410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6112461" y="8089900"/>
            <a:ext cx="23495" cy="44450"/>
          </a:xfrm>
          <a:custGeom>
            <a:avLst/>
            <a:gdLst/>
            <a:ahLst/>
            <a:cxnLst/>
            <a:rect l="l" t="t" r="r" b="b"/>
            <a:pathLst>
              <a:path w="23495" h="44450">
                <a:moveTo>
                  <a:pt x="0" y="0"/>
                </a:moveTo>
                <a:lnTo>
                  <a:pt x="23493" y="0"/>
                </a:lnTo>
                <a:lnTo>
                  <a:pt x="23493" y="44450"/>
                </a:lnTo>
                <a:lnTo>
                  <a:pt x="0" y="444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6112461" y="8134350"/>
            <a:ext cx="190500" cy="19050"/>
          </a:xfrm>
          <a:custGeom>
            <a:avLst/>
            <a:gdLst/>
            <a:ahLst/>
            <a:cxnLst/>
            <a:rect l="l" t="t" r="r" b="b"/>
            <a:pathLst>
              <a:path w="190500" h="19050">
                <a:moveTo>
                  <a:pt x="0" y="0"/>
                </a:moveTo>
                <a:lnTo>
                  <a:pt x="190298" y="0"/>
                </a:lnTo>
                <a:lnTo>
                  <a:pt x="19029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6192126" y="8153400"/>
            <a:ext cx="23495" cy="50800"/>
          </a:xfrm>
          <a:custGeom>
            <a:avLst/>
            <a:gdLst/>
            <a:ahLst/>
            <a:cxnLst/>
            <a:rect l="l" t="t" r="r" b="b"/>
            <a:pathLst>
              <a:path w="23495" h="50800">
                <a:moveTo>
                  <a:pt x="0" y="0"/>
                </a:moveTo>
                <a:lnTo>
                  <a:pt x="23493" y="0"/>
                </a:lnTo>
                <a:lnTo>
                  <a:pt x="23493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6081706" y="8204200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79" h="20320">
                <a:moveTo>
                  <a:pt x="0" y="0"/>
                </a:moveTo>
                <a:lnTo>
                  <a:pt x="245829" y="0"/>
                </a:lnTo>
                <a:lnTo>
                  <a:pt x="245829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6432530" y="7989449"/>
            <a:ext cx="224154" cy="262890"/>
          </a:xfrm>
          <a:custGeom>
            <a:avLst/>
            <a:gdLst/>
            <a:ahLst/>
            <a:cxnLst/>
            <a:rect l="l" t="t" r="r" b="b"/>
            <a:pathLst>
              <a:path w="224154" h="262890">
                <a:moveTo>
                  <a:pt x="215501" y="196278"/>
                </a:moveTo>
                <a:lnTo>
                  <a:pt x="191793" y="196278"/>
                </a:lnTo>
                <a:lnTo>
                  <a:pt x="191793" y="0"/>
                </a:lnTo>
                <a:lnTo>
                  <a:pt x="215501" y="0"/>
                </a:lnTo>
                <a:lnTo>
                  <a:pt x="215501" y="196278"/>
                </a:lnTo>
                <a:close/>
              </a:path>
              <a:path w="224154" h="262890">
                <a:moveTo>
                  <a:pt x="70481" y="150573"/>
                </a:moveTo>
                <a:lnTo>
                  <a:pt x="42528" y="145847"/>
                </a:lnTo>
                <a:lnTo>
                  <a:pt x="20183" y="132312"/>
                </a:lnTo>
                <a:lnTo>
                  <a:pt x="5366" y="111408"/>
                </a:lnTo>
                <a:lnTo>
                  <a:pt x="0" y="84577"/>
                </a:lnTo>
                <a:lnTo>
                  <a:pt x="5366" y="57989"/>
                </a:lnTo>
                <a:lnTo>
                  <a:pt x="20183" y="37189"/>
                </a:lnTo>
                <a:lnTo>
                  <a:pt x="42528" y="23637"/>
                </a:lnTo>
                <a:lnTo>
                  <a:pt x="70481" y="18794"/>
                </a:lnTo>
                <a:lnTo>
                  <a:pt x="98399" y="23637"/>
                </a:lnTo>
                <a:lnTo>
                  <a:pt x="120672" y="37189"/>
                </a:lnTo>
                <a:lnTo>
                  <a:pt x="122318" y="39512"/>
                </a:lnTo>
                <a:lnTo>
                  <a:pt x="70481" y="39512"/>
                </a:lnTo>
                <a:lnTo>
                  <a:pt x="51632" y="42859"/>
                </a:lnTo>
                <a:lnTo>
                  <a:pt x="36628" y="52193"/>
                </a:lnTo>
                <a:lnTo>
                  <a:pt x="26750" y="66453"/>
                </a:lnTo>
                <a:lnTo>
                  <a:pt x="23280" y="84577"/>
                </a:lnTo>
                <a:lnTo>
                  <a:pt x="26750" y="102914"/>
                </a:lnTo>
                <a:lnTo>
                  <a:pt x="36628" y="117228"/>
                </a:lnTo>
                <a:lnTo>
                  <a:pt x="51632" y="126535"/>
                </a:lnTo>
                <a:lnTo>
                  <a:pt x="70481" y="129855"/>
                </a:lnTo>
                <a:lnTo>
                  <a:pt x="122404" y="129855"/>
                </a:lnTo>
                <a:lnTo>
                  <a:pt x="120672" y="132312"/>
                </a:lnTo>
                <a:lnTo>
                  <a:pt x="98399" y="145847"/>
                </a:lnTo>
                <a:lnTo>
                  <a:pt x="70481" y="150573"/>
                </a:lnTo>
                <a:close/>
              </a:path>
              <a:path w="224154" h="262890">
                <a:moveTo>
                  <a:pt x="122404" y="129855"/>
                </a:moveTo>
                <a:lnTo>
                  <a:pt x="70481" y="129855"/>
                </a:lnTo>
                <a:lnTo>
                  <a:pt x="89119" y="126535"/>
                </a:lnTo>
                <a:lnTo>
                  <a:pt x="104093" y="117228"/>
                </a:lnTo>
                <a:lnTo>
                  <a:pt x="114061" y="102914"/>
                </a:lnTo>
                <a:lnTo>
                  <a:pt x="117681" y="84577"/>
                </a:lnTo>
                <a:lnTo>
                  <a:pt x="114061" y="66453"/>
                </a:lnTo>
                <a:lnTo>
                  <a:pt x="104093" y="52193"/>
                </a:lnTo>
                <a:lnTo>
                  <a:pt x="89119" y="42859"/>
                </a:lnTo>
                <a:lnTo>
                  <a:pt x="70481" y="39512"/>
                </a:lnTo>
                <a:lnTo>
                  <a:pt x="122318" y="39512"/>
                </a:lnTo>
                <a:lnTo>
                  <a:pt x="135415" y="57989"/>
                </a:lnTo>
                <a:lnTo>
                  <a:pt x="140748" y="84577"/>
                </a:lnTo>
                <a:lnTo>
                  <a:pt x="135415" y="111408"/>
                </a:lnTo>
                <a:lnTo>
                  <a:pt x="122404" y="129855"/>
                </a:lnTo>
                <a:close/>
              </a:path>
              <a:path w="224154" h="262890">
                <a:moveTo>
                  <a:pt x="223830" y="262274"/>
                </a:moveTo>
                <a:lnTo>
                  <a:pt x="42075" y="262274"/>
                </a:lnTo>
                <a:lnTo>
                  <a:pt x="42075" y="176202"/>
                </a:lnTo>
                <a:lnTo>
                  <a:pt x="65782" y="176202"/>
                </a:lnTo>
                <a:lnTo>
                  <a:pt x="65782" y="242625"/>
                </a:lnTo>
                <a:lnTo>
                  <a:pt x="223830" y="242625"/>
                </a:lnTo>
                <a:lnTo>
                  <a:pt x="223830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6694378" y="7989449"/>
            <a:ext cx="250190" cy="262890"/>
          </a:xfrm>
          <a:custGeom>
            <a:avLst/>
            <a:gdLst/>
            <a:ahLst/>
            <a:cxnLst/>
            <a:rect l="l" t="t" r="r" b="b"/>
            <a:pathLst>
              <a:path w="250190" h="262890">
                <a:moveTo>
                  <a:pt x="91838" y="32891"/>
                </a:moveTo>
                <a:lnTo>
                  <a:pt x="68345" y="32891"/>
                </a:lnTo>
                <a:lnTo>
                  <a:pt x="68345" y="0"/>
                </a:lnTo>
                <a:lnTo>
                  <a:pt x="91838" y="0"/>
                </a:lnTo>
                <a:lnTo>
                  <a:pt x="91838" y="32891"/>
                </a:lnTo>
                <a:close/>
              </a:path>
              <a:path w="250190" h="262890">
                <a:moveTo>
                  <a:pt x="159970" y="52326"/>
                </a:moveTo>
                <a:lnTo>
                  <a:pt x="0" y="52326"/>
                </a:lnTo>
                <a:lnTo>
                  <a:pt x="0" y="32891"/>
                </a:lnTo>
                <a:lnTo>
                  <a:pt x="159970" y="32891"/>
                </a:lnTo>
                <a:lnTo>
                  <a:pt x="159970" y="52326"/>
                </a:lnTo>
                <a:close/>
              </a:path>
              <a:path w="250190" h="262890">
                <a:moveTo>
                  <a:pt x="209307" y="201191"/>
                </a:moveTo>
                <a:lnTo>
                  <a:pt x="185600" y="201191"/>
                </a:lnTo>
                <a:lnTo>
                  <a:pt x="185600" y="0"/>
                </a:lnTo>
                <a:lnTo>
                  <a:pt x="209307" y="0"/>
                </a:lnTo>
                <a:lnTo>
                  <a:pt x="209307" y="88421"/>
                </a:lnTo>
                <a:lnTo>
                  <a:pt x="249673" y="88421"/>
                </a:lnTo>
                <a:lnTo>
                  <a:pt x="249673" y="108498"/>
                </a:lnTo>
                <a:lnTo>
                  <a:pt x="209307" y="108498"/>
                </a:lnTo>
                <a:lnTo>
                  <a:pt x="209307" y="201191"/>
                </a:lnTo>
                <a:close/>
              </a:path>
              <a:path w="250190" h="262890">
                <a:moveTo>
                  <a:pt x="80092" y="166805"/>
                </a:moveTo>
                <a:lnTo>
                  <a:pt x="53551" y="163297"/>
                </a:lnTo>
                <a:lnTo>
                  <a:pt x="33078" y="153322"/>
                </a:lnTo>
                <a:lnTo>
                  <a:pt x="19932" y="137701"/>
                </a:lnTo>
                <a:lnTo>
                  <a:pt x="15377" y="117254"/>
                </a:lnTo>
                <a:lnTo>
                  <a:pt x="19932" y="96527"/>
                </a:lnTo>
                <a:lnTo>
                  <a:pt x="33078" y="80706"/>
                </a:lnTo>
                <a:lnTo>
                  <a:pt x="53551" y="70611"/>
                </a:lnTo>
                <a:lnTo>
                  <a:pt x="80092" y="67063"/>
                </a:lnTo>
                <a:lnTo>
                  <a:pt x="106268" y="70611"/>
                </a:lnTo>
                <a:lnTo>
                  <a:pt x="126598" y="80706"/>
                </a:lnTo>
                <a:lnTo>
                  <a:pt x="130720" y="85645"/>
                </a:lnTo>
                <a:lnTo>
                  <a:pt x="80092" y="85645"/>
                </a:lnTo>
                <a:lnTo>
                  <a:pt x="62765" y="87881"/>
                </a:lnTo>
                <a:lnTo>
                  <a:pt x="49443" y="94241"/>
                </a:lnTo>
                <a:lnTo>
                  <a:pt x="40927" y="104206"/>
                </a:lnTo>
                <a:lnTo>
                  <a:pt x="38017" y="117254"/>
                </a:lnTo>
                <a:lnTo>
                  <a:pt x="40927" y="130019"/>
                </a:lnTo>
                <a:lnTo>
                  <a:pt x="49443" y="139760"/>
                </a:lnTo>
                <a:lnTo>
                  <a:pt x="62765" y="145937"/>
                </a:lnTo>
                <a:lnTo>
                  <a:pt x="80092" y="148010"/>
                </a:lnTo>
                <a:lnTo>
                  <a:pt x="131088" y="148010"/>
                </a:lnTo>
                <a:lnTo>
                  <a:pt x="126598" y="153322"/>
                </a:lnTo>
                <a:lnTo>
                  <a:pt x="106268" y="163297"/>
                </a:lnTo>
                <a:lnTo>
                  <a:pt x="80092" y="166805"/>
                </a:lnTo>
                <a:close/>
              </a:path>
              <a:path w="250190" h="262890">
                <a:moveTo>
                  <a:pt x="131088" y="148010"/>
                </a:moveTo>
                <a:lnTo>
                  <a:pt x="80092" y="148010"/>
                </a:lnTo>
                <a:lnTo>
                  <a:pt x="97178" y="145937"/>
                </a:lnTo>
                <a:lnTo>
                  <a:pt x="110420" y="139760"/>
                </a:lnTo>
                <a:lnTo>
                  <a:pt x="119016" y="130019"/>
                </a:lnTo>
                <a:lnTo>
                  <a:pt x="122167" y="117254"/>
                </a:lnTo>
                <a:lnTo>
                  <a:pt x="119016" y="104206"/>
                </a:lnTo>
                <a:lnTo>
                  <a:pt x="110420" y="94241"/>
                </a:lnTo>
                <a:lnTo>
                  <a:pt x="97178" y="87881"/>
                </a:lnTo>
                <a:lnTo>
                  <a:pt x="80092" y="85645"/>
                </a:lnTo>
                <a:lnTo>
                  <a:pt x="130720" y="85645"/>
                </a:lnTo>
                <a:lnTo>
                  <a:pt x="139800" y="96527"/>
                </a:lnTo>
                <a:lnTo>
                  <a:pt x="144592" y="117254"/>
                </a:lnTo>
                <a:lnTo>
                  <a:pt x="139800" y="137701"/>
                </a:lnTo>
                <a:lnTo>
                  <a:pt x="131088" y="148010"/>
                </a:lnTo>
                <a:close/>
              </a:path>
              <a:path w="250190" h="262890">
                <a:moveTo>
                  <a:pt x="221694" y="262274"/>
                </a:moveTo>
                <a:lnTo>
                  <a:pt x="41220" y="262274"/>
                </a:lnTo>
                <a:lnTo>
                  <a:pt x="41220" y="184959"/>
                </a:lnTo>
                <a:lnTo>
                  <a:pt x="64714" y="184959"/>
                </a:lnTo>
                <a:lnTo>
                  <a:pt x="64714" y="242625"/>
                </a:lnTo>
                <a:lnTo>
                  <a:pt x="221694" y="242625"/>
                </a:lnTo>
                <a:lnTo>
                  <a:pt x="221694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7034831" y="7989235"/>
            <a:ext cx="256540" cy="268605"/>
          </a:xfrm>
          <a:custGeom>
            <a:avLst/>
            <a:gdLst/>
            <a:ahLst/>
            <a:cxnLst/>
            <a:rect l="l" t="t" r="r" b="b"/>
            <a:pathLst>
              <a:path w="256540" h="268604">
                <a:moveTo>
                  <a:pt x="211656" y="268468"/>
                </a:moveTo>
                <a:lnTo>
                  <a:pt x="187949" y="268468"/>
                </a:lnTo>
                <a:lnTo>
                  <a:pt x="187949" y="0"/>
                </a:lnTo>
                <a:lnTo>
                  <a:pt x="211656" y="0"/>
                </a:lnTo>
                <a:lnTo>
                  <a:pt x="211656" y="108925"/>
                </a:lnTo>
                <a:lnTo>
                  <a:pt x="256508" y="108925"/>
                </a:lnTo>
                <a:lnTo>
                  <a:pt x="256508" y="129428"/>
                </a:lnTo>
                <a:lnTo>
                  <a:pt x="211656" y="129428"/>
                </a:lnTo>
                <a:lnTo>
                  <a:pt x="211656" y="268468"/>
                </a:lnTo>
                <a:close/>
              </a:path>
              <a:path w="256540" h="268604">
                <a:moveTo>
                  <a:pt x="14950" y="211015"/>
                </a:moveTo>
                <a:lnTo>
                  <a:pt x="0" y="192007"/>
                </a:lnTo>
                <a:lnTo>
                  <a:pt x="27471" y="171964"/>
                </a:lnTo>
                <a:lnTo>
                  <a:pt x="49817" y="143151"/>
                </a:lnTo>
                <a:lnTo>
                  <a:pt x="64874" y="108811"/>
                </a:lnTo>
                <a:lnTo>
                  <a:pt x="70481" y="72189"/>
                </a:lnTo>
                <a:lnTo>
                  <a:pt x="70481" y="23280"/>
                </a:lnTo>
                <a:lnTo>
                  <a:pt x="93974" y="23280"/>
                </a:lnTo>
                <a:lnTo>
                  <a:pt x="93974" y="72189"/>
                </a:lnTo>
                <a:lnTo>
                  <a:pt x="99354" y="107380"/>
                </a:lnTo>
                <a:lnTo>
                  <a:pt x="105686" y="121312"/>
                </a:lnTo>
                <a:lnTo>
                  <a:pt x="82548" y="121312"/>
                </a:lnTo>
                <a:lnTo>
                  <a:pt x="71190" y="149760"/>
                </a:lnTo>
                <a:lnTo>
                  <a:pt x="55597" y="174934"/>
                </a:lnTo>
                <a:lnTo>
                  <a:pt x="36580" y="195723"/>
                </a:lnTo>
                <a:lnTo>
                  <a:pt x="14950" y="211015"/>
                </a:lnTo>
                <a:close/>
              </a:path>
              <a:path w="256540" h="268604">
                <a:moveTo>
                  <a:pt x="148650" y="205890"/>
                </a:moveTo>
                <a:lnTo>
                  <a:pt x="127569" y="191383"/>
                </a:lnTo>
                <a:lnTo>
                  <a:pt x="109032" y="171770"/>
                </a:lnTo>
                <a:lnTo>
                  <a:pt x="93777" y="148073"/>
                </a:lnTo>
                <a:lnTo>
                  <a:pt x="82548" y="121312"/>
                </a:lnTo>
                <a:lnTo>
                  <a:pt x="105686" y="121312"/>
                </a:lnTo>
                <a:lnTo>
                  <a:pt x="114264" y="140187"/>
                </a:lnTo>
                <a:lnTo>
                  <a:pt x="136383" y="167669"/>
                </a:lnTo>
                <a:lnTo>
                  <a:pt x="163387" y="186881"/>
                </a:lnTo>
                <a:lnTo>
                  <a:pt x="148650" y="205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7306077" y="7987741"/>
            <a:ext cx="246379" cy="270510"/>
          </a:xfrm>
          <a:custGeom>
            <a:avLst/>
            <a:gdLst/>
            <a:ahLst/>
            <a:cxnLst/>
            <a:rect l="l" t="t" r="r" b="b"/>
            <a:pathLst>
              <a:path w="246379" h="270509">
                <a:moveTo>
                  <a:pt x="133913" y="32250"/>
                </a:moveTo>
                <a:lnTo>
                  <a:pt x="110420" y="32250"/>
                </a:lnTo>
                <a:lnTo>
                  <a:pt x="110420" y="0"/>
                </a:lnTo>
                <a:lnTo>
                  <a:pt x="133913" y="0"/>
                </a:lnTo>
                <a:lnTo>
                  <a:pt x="133913" y="32250"/>
                </a:lnTo>
                <a:close/>
              </a:path>
              <a:path w="246379" h="270509">
                <a:moveTo>
                  <a:pt x="230451" y="51899"/>
                </a:moveTo>
                <a:lnTo>
                  <a:pt x="12814" y="51899"/>
                </a:lnTo>
                <a:lnTo>
                  <a:pt x="12814" y="32250"/>
                </a:lnTo>
                <a:lnTo>
                  <a:pt x="230451" y="32250"/>
                </a:lnTo>
                <a:lnTo>
                  <a:pt x="230451" y="51899"/>
                </a:lnTo>
                <a:close/>
              </a:path>
              <a:path w="246379" h="270509">
                <a:moveTo>
                  <a:pt x="122167" y="156766"/>
                </a:moveTo>
                <a:lnTo>
                  <a:pt x="85298" y="153696"/>
                </a:lnTo>
                <a:lnTo>
                  <a:pt x="57719" y="145020"/>
                </a:lnTo>
                <a:lnTo>
                  <a:pt x="40473" y="131057"/>
                </a:lnTo>
                <a:lnTo>
                  <a:pt x="34599" y="112128"/>
                </a:lnTo>
                <a:lnTo>
                  <a:pt x="40473" y="92956"/>
                </a:lnTo>
                <a:lnTo>
                  <a:pt x="57719" y="78890"/>
                </a:lnTo>
                <a:lnTo>
                  <a:pt x="85298" y="70230"/>
                </a:lnTo>
                <a:lnTo>
                  <a:pt x="122167" y="67277"/>
                </a:lnTo>
                <a:lnTo>
                  <a:pt x="158916" y="70230"/>
                </a:lnTo>
                <a:lnTo>
                  <a:pt x="186454" y="78890"/>
                </a:lnTo>
                <a:lnTo>
                  <a:pt x="194492" y="85431"/>
                </a:lnTo>
                <a:lnTo>
                  <a:pt x="122167" y="85431"/>
                </a:lnTo>
                <a:lnTo>
                  <a:pt x="95443" y="87230"/>
                </a:lnTo>
                <a:lnTo>
                  <a:pt x="75606" y="92452"/>
                </a:lnTo>
                <a:lnTo>
                  <a:pt x="63299" y="100839"/>
                </a:lnTo>
                <a:lnTo>
                  <a:pt x="59161" y="112128"/>
                </a:lnTo>
                <a:lnTo>
                  <a:pt x="63299" y="123291"/>
                </a:lnTo>
                <a:lnTo>
                  <a:pt x="75606" y="131591"/>
                </a:lnTo>
                <a:lnTo>
                  <a:pt x="95443" y="136727"/>
                </a:lnTo>
                <a:lnTo>
                  <a:pt x="122167" y="138399"/>
                </a:lnTo>
                <a:lnTo>
                  <a:pt x="194651" y="138399"/>
                </a:lnTo>
                <a:lnTo>
                  <a:pt x="186454" y="145020"/>
                </a:lnTo>
                <a:lnTo>
                  <a:pt x="158916" y="153696"/>
                </a:lnTo>
                <a:lnTo>
                  <a:pt x="122167" y="156766"/>
                </a:lnTo>
                <a:close/>
              </a:path>
              <a:path w="246379" h="270509">
                <a:moveTo>
                  <a:pt x="194651" y="138399"/>
                </a:moveTo>
                <a:lnTo>
                  <a:pt x="122167" y="138399"/>
                </a:lnTo>
                <a:lnTo>
                  <a:pt x="148774" y="136727"/>
                </a:lnTo>
                <a:lnTo>
                  <a:pt x="168593" y="131591"/>
                </a:lnTo>
                <a:lnTo>
                  <a:pt x="181004" y="123291"/>
                </a:lnTo>
                <a:lnTo>
                  <a:pt x="185386" y="112128"/>
                </a:lnTo>
                <a:lnTo>
                  <a:pt x="181004" y="100839"/>
                </a:lnTo>
                <a:lnTo>
                  <a:pt x="168593" y="92452"/>
                </a:lnTo>
                <a:lnTo>
                  <a:pt x="148774" y="87230"/>
                </a:lnTo>
                <a:lnTo>
                  <a:pt x="122167" y="85431"/>
                </a:lnTo>
                <a:lnTo>
                  <a:pt x="194492" y="85431"/>
                </a:lnTo>
                <a:lnTo>
                  <a:pt x="203740" y="92956"/>
                </a:lnTo>
                <a:lnTo>
                  <a:pt x="209734" y="112128"/>
                </a:lnTo>
                <a:lnTo>
                  <a:pt x="203740" y="131057"/>
                </a:lnTo>
                <a:lnTo>
                  <a:pt x="194651" y="138399"/>
                </a:lnTo>
                <a:close/>
              </a:path>
              <a:path w="246379" h="270509">
                <a:moveTo>
                  <a:pt x="245829" y="194997"/>
                </a:moveTo>
                <a:lnTo>
                  <a:pt x="0" y="194997"/>
                </a:lnTo>
                <a:lnTo>
                  <a:pt x="0" y="175348"/>
                </a:lnTo>
                <a:lnTo>
                  <a:pt x="245829" y="175348"/>
                </a:lnTo>
                <a:lnTo>
                  <a:pt x="245829" y="194997"/>
                </a:lnTo>
                <a:close/>
              </a:path>
              <a:path w="246379" h="270509">
                <a:moveTo>
                  <a:pt x="133913" y="270390"/>
                </a:moveTo>
                <a:lnTo>
                  <a:pt x="110420" y="270390"/>
                </a:lnTo>
                <a:lnTo>
                  <a:pt x="110420" y="194997"/>
                </a:lnTo>
                <a:lnTo>
                  <a:pt x="133913" y="194997"/>
                </a:lnTo>
                <a:lnTo>
                  <a:pt x="133913" y="2703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7848858" y="7989449"/>
            <a:ext cx="24130" cy="193675"/>
          </a:xfrm>
          <a:custGeom>
            <a:avLst/>
            <a:gdLst/>
            <a:ahLst/>
            <a:cxnLst/>
            <a:rect l="l" t="t" r="r" b="b"/>
            <a:pathLst>
              <a:path w="24129" h="193675">
                <a:moveTo>
                  <a:pt x="23707" y="193075"/>
                </a:moveTo>
                <a:lnTo>
                  <a:pt x="0" y="193075"/>
                </a:lnTo>
                <a:lnTo>
                  <a:pt x="0" y="0"/>
                </a:lnTo>
                <a:lnTo>
                  <a:pt x="23707" y="0"/>
                </a:lnTo>
                <a:lnTo>
                  <a:pt x="23707" y="1930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7664967" y="8012430"/>
            <a:ext cx="126364" cy="20320"/>
          </a:xfrm>
          <a:custGeom>
            <a:avLst/>
            <a:gdLst/>
            <a:ahLst/>
            <a:cxnLst/>
            <a:rect l="l" t="t" r="r" b="b"/>
            <a:pathLst>
              <a:path w="126365" h="20320">
                <a:moveTo>
                  <a:pt x="0" y="0"/>
                </a:moveTo>
                <a:lnTo>
                  <a:pt x="126011" y="0"/>
                </a:lnTo>
                <a:lnTo>
                  <a:pt x="126011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7664967" y="8032750"/>
            <a:ext cx="23495" cy="85090"/>
          </a:xfrm>
          <a:custGeom>
            <a:avLst/>
            <a:gdLst/>
            <a:ahLst/>
            <a:cxnLst/>
            <a:rect l="l" t="t" r="r" b="b"/>
            <a:pathLst>
              <a:path w="23495" h="85090">
                <a:moveTo>
                  <a:pt x="0" y="0"/>
                </a:moveTo>
                <a:lnTo>
                  <a:pt x="23280" y="0"/>
                </a:lnTo>
                <a:lnTo>
                  <a:pt x="23280" y="85090"/>
                </a:lnTo>
                <a:lnTo>
                  <a:pt x="0" y="850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7664967" y="8117840"/>
            <a:ext cx="126364" cy="19050"/>
          </a:xfrm>
          <a:custGeom>
            <a:avLst/>
            <a:gdLst/>
            <a:ahLst/>
            <a:cxnLst/>
            <a:rect l="l" t="t" r="r" b="b"/>
            <a:pathLst>
              <a:path w="126365" h="19050">
                <a:moveTo>
                  <a:pt x="0" y="0"/>
                </a:moveTo>
                <a:lnTo>
                  <a:pt x="126011" y="0"/>
                </a:lnTo>
                <a:lnTo>
                  <a:pt x="126011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7767698" y="8032165"/>
            <a:ext cx="23495" cy="86360"/>
          </a:xfrm>
          <a:custGeom>
            <a:avLst/>
            <a:gdLst/>
            <a:ahLst/>
            <a:cxnLst/>
            <a:rect l="l" t="t" r="r" b="b"/>
            <a:pathLst>
              <a:path w="23495" h="86359">
                <a:moveTo>
                  <a:pt x="23280" y="85858"/>
                </a:moveTo>
                <a:lnTo>
                  <a:pt x="0" y="85858"/>
                </a:lnTo>
                <a:lnTo>
                  <a:pt x="0" y="0"/>
                </a:lnTo>
                <a:lnTo>
                  <a:pt x="23280" y="0"/>
                </a:lnTo>
                <a:lnTo>
                  <a:pt x="23280" y="858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7699140" y="8163559"/>
            <a:ext cx="24130" cy="64769"/>
          </a:xfrm>
          <a:custGeom>
            <a:avLst/>
            <a:gdLst/>
            <a:ahLst/>
            <a:cxnLst/>
            <a:rect l="l" t="t" r="r" b="b"/>
            <a:pathLst>
              <a:path w="24129" h="64770">
                <a:moveTo>
                  <a:pt x="0" y="0"/>
                </a:moveTo>
                <a:lnTo>
                  <a:pt x="23707" y="0"/>
                </a:lnTo>
                <a:lnTo>
                  <a:pt x="23707" y="64770"/>
                </a:lnTo>
                <a:lnTo>
                  <a:pt x="0" y="647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7699140" y="8228330"/>
            <a:ext cx="182245" cy="20320"/>
          </a:xfrm>
          <a:custGeom>
            <a:avLst/>
            <a:gdLst/>
            <a:ahLst/>
            <a:cxnLst/>
            <a:rect l="l" t="t" r="r" b="b"/>
            <a:pathLst>
              <a:path w="182245" h="20320">
                <a:moveTo>
                  <a:pt x="0" y="0"/>
                </a:moveTo>
                <a:lnTo>
                  <a:pt x="181755" y="0"/>
                </a:lnTo>
                <a:lnTo>
                  <a:pt x="181755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7916777" y="7989449"/>
            <a:ext cx="229870" cy="262890"/>
          </a:xfrm>
          <a:custGeom>
            <a:avLst/>
            <a:gdLst/>
            <a:ahLst/>
            <a:cxnLst/>
            <a:rect l="l" t="t" r="r" b="b"/>
            <a:pathLst>
              <a:path w="229870" h="262890">
                <a:moveTo>
                  <a:pt x="222762" y="203967"/>
                </a:moveTo>
                <a:lnTo>
                  <a:pt x="198841" y="203967"/>
                </a:lnTo>
                <a:lnTo>
                  <a:pt x="198841" y="175988"/>
                </a:lnTo>
                <a:lnTo>
                  <a:pt x="143524" y="175988"/>
                </a:lnTo>
                <a:lnTo>
                  <a:pt x="143524" y="158689"/>
                </a:lnTo>
                <a:lnTo>
                  <a:pt x="198841" y="158689"/>
                </a:lnTo>
                <a:lnTo>
                  <a:pt x="198841" y="0"/>
                </a:lnTo>
                <a:lnTo>
                  <a:pt x="222762" y="0"/>
                </a:lnTo>
                <a:lnTo>
                  <a:pt x="222762" y="203967"/>
                </a:lnTo>
                <a:close/>
              </a:path>
              <a:path w="229870" h="262890">
                <a:moveTo>
                  <a:pt x="88208" y="104226"/>
                </a:moveTo>
                <a:lnTo>
                  <a:pt x="61036" y="100976"/>
                </a:lnTo>
                <a:lnTo>
                  <a:pt x="39992" y="91678"/>
                </a:lnTo>
                <a:lnTo>
                  <a:pt x="26397" y="77015"/>
                </a:lnTo>
                <a:lnTo>
                  <a:pt x="21571" y="57666"/>
                </a:lnTo>
                <a:lnTo>
                  <a:pt x="26397" y="38464"/>
                </a:lnTo>
                <a:lnTo>
                  <a:pt x="39992" y="23707"/>
                </a:lnTo>
                <a:lnTo>
                  <a:pt x="61036" y="14236"/>
                </a:lnTo>
                <a:lnTo>
                  <a:pt x="88208" y="10892"/>
                </a:lnTo>
                <a:lnTo>
                  <a:pt x="115135" y="14236"/>
                </a:lnTo>
                <a:lnTo>
                  <a:pt x="136076" y="23707"/>
                </a:lnTo>
                <a:lnTo>
                  <a:pt x="140804" y="28833"/>
                </a:lnTo>
                <a:lnTo>
                  <a:pt x="88208" y="28833"/>
                </a:lnTo>
                <a:lnTo>
                  <a:pt x="70220" y="30815"/>
                </a:lnTo>
                <a:lnTo>
                  <a:pt x="56278" y="36682"/>
                </a:lnTo>
                <a:lnTo>
                  <a:pt x="47301" y="45832"/>
                </a:lnTo>
                <a:lnTo>
                  <a:pt x="44210" y="57666"/>
                </a:lnTo>
                <a:lnTo>
                  <a:pt x="47301" y="69559"/>
                </a:lnTo>
                <a:lnTo>
                  <a:pt x="56278" y="78650"/>
                </a:lnTo>
                <a:lnTo>
                  <a:pt x="70220" y="84457"/>
                </a:lnTo>
                <a:lnTo>
                  <a:pt x="88208" y="86499"/>
                </a:lnTo>
                <a:lnTo>
                  <a:pt x="140884" y="86499"/>
                </a:lnTo>
                <a:lnTo>
                  <a:pt x="136076" y="91678"/>
                </a:lnTo>
                <a:lnTo>
                  <a:pt x="115135" y="100976"/>
                </a:lnTo>
                <a:lnTo>
                  <a:pt x="88208" y="104226"/>
                </a:lnTo>
                <a:close/>
              </a:path>
              <a:path w="229870" h="262890">
                <a:moveTo>
                  <a:pt x="140884" y="86499"/>
                </a:moveTo>
                <a:lnTo>
                  <a:pt x="88208" y="86499"/>
                </a:lnTo>
                <a:lnTo>
                  <a:pt x="105741" y="84457"/>
                </a:lnTo>
                <a:lnTo>
                  <a:pt x="119550" y="78650"/>
                </a:lnTo>
                <a:lnTo>
                  <a:pt x="128634" y="69559"/>
                </a:lnTo>
                <a:lnTo>
                  <a:pt x="131991" y="57666"/>
                </a:lnTo>
                <a:lnTo>
                  <a:pt x="128634" y="45832"/>
                </a:lnTo>
                <a:lnTo>
                  <a:pt x="119550" y="36682"/>
                </a:lnTo>
                <a:lnTo>
                  <a:pt x="105741" y="30815"/>
                </a:lnTo>
                <a:lnTo>
                  <a:pt x="88208" y="28833"/>
                </a:lnTo>
                <a:lnTo>
                  <a:pt x="140804" y="28833"/>
                </a:lnTo>
                <a:lnTo>
                  <a:pt x="149688" y="38464"/>
                </a:lnTo>
                <a:lnTo>
                  <a:pt x="154631" y="57666"/>
                </a:lnTo>
                <a:lnTo>
                  <a:pt x="149688" y="77015"/>
                </a:lnTo>
                <a:lnTo>
                  <a:pt x="140884" y="86499"/>
                </a:lnTo>
                <a:close/>
              </a:path>
              <a:path w="229870" h="262890">
                <a:moveTo>
                  <a:pt x="20708" y="143766"/>
                </a:moveTo>
                <a:lnTo>
                  <a:pt x="3203" y="143738"/>
                </a:lnTo>
                <a:lnTo>
                  <a:pt x="0" y="124302"/>
                </a:lnTo>
                <a:lnTo>
                  <a:pt x="40302" y="123999"/>
                </a:lnTo>
                <a:lnTo>
                  <a:pt x="84550" y="122994"/>
                </a:lnTo>
                <a:lnTo>
                  <a:pt x="130199" y="120668"/>
                </a:lnTo>
                <a:lnTo>
                  <a:pt x="174707" y="116400"/>
                </a:lnTo>
                <a:lnTo>
                  <a:pt x="176416" y="133700"/>
                </a:lnTo>
                <a:lnTo>
                  <a:pt x="158216" y="136330"/>
                </a:lnTo>
                <a:lnTo>
                  <a:pt x="139747" y="138479"/>
                </a:lnTo>
                <a:lnTo>
                  <a:pt x="121137" y="140187"/>
                </a:lnTo>
                <a:lnTo>
                  <a:pt x="102517" y="141495"/>
                </a:lnTo>
                <a:lnTo>
                  <a:pt x="102517" y="142670"/>
                </a:lnTo>
                <a:lnTo>
                  <a:pt x="78810" y="142670"/>
                </a:lnTo>
                <a:lnTo>
                  <a:pt x="58722" y="143303"/>
                </a:lnTo>
                <a:lnTo>
                  <a:pt x="39285" y="143645"/>
                </a:lnTo>
                <a:lnTo>
                  <a:pt x="20708" y="143766"/>
                </a:lnTo>
                <a:close/>
              </a:path>
              <a:path w="229870" h="262890">
                <a:moveTo>
                  <a:pt x="102517" y="194570"/>
                </a:moveTo>
                <a:lnTo>
                  <a:pt x="78810" y="194570"/>
                </a:lnTo>
                <a:lnTo>
                  <a:pt x="78810" y="142670"/>
                </a:lnTo>
                <a:lnTo>
                  <a:pt x="102517" y="142670"/>
                </a:lnTo>
                <a:lnTo>
                  <a:pt x="102517" y="194570"/>
                </a:lnTo>
                <a:close/>
              </a:path>
              <a:path w="229870" h="262890">
                <a:moveTo>
                  <a:pt x="229383" y="262274"/>
                </a:moveTo>
                <a:lnTo>
                  <a:pt x="38657" y="262274"/>
                </a:lnTo>
                <a:lnTo>
                  <a:pt x="38657" y="183891"/>
                </a:lnTo>
                <a:lnTo>
                  <a:pt x="62365" y="183891"/>
                </a:lnTo>
                <a:lnTo>
                  <a:pt x="62365" y="242625"/>
                </a:lnTo>
                <a:lnTo>
                  <a:pt x="229383" y="242625"/>
                </a:lnTo>
                <a:lnTo>
                  <a:pt x="229383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8262852" y="7989235"/>
            <a:ext cx="250825" cy="264795"/>
          </a:xfrm>
          <a:custGeom>
            <a:avLst/>
            <a:gdLst/>
            <a:ahLst/>
            <a:cxnLst/>
            <a:rect l="l" t="t" r="r" b="b"/>
            <a:pathLst>
              <a:path w="250825" h="264795">
                <a:moveTo>
                  <a:pt x="210161" y="152495"/>
                </a:moveTo>
                <a:lnTo>
                  <a:pt x="186454" y="152495"/>
                </a:lnTo>
                <a:lnTo>
                  <a:pt x="186454" y="0"/>
                </a:lnTo>
                <a:lnTo>
                  <a:pt x="210161" y="0"/>
                </a:lnTo>
                <a:lnTo>
                  <a:pt x="210161" y="65782"/>
                </a:lnTo>
                <a:lnTo>
                  <a:pt x="250528" y="65782"/>
                </a:lnTo>
                <a:lnTo>
                  <a:pt x="250528" y="85431"/>
                </a:lnTo>
                <a:lnTo>
                  <a:pt x="210161" y="85431"/>
                </a:lnTo>
                <a:lnTo>
                  <a:pt x="210161" y="152495"/>
                </a:lnTo>
                <a:close/>
              </a:path>
              <a:path w="250825" h="264795">
                <a:moveTo>
                  <a:pt x="9611" y="155058"/>
                </a:moveTo>
                <a:lnTo>
                  <a:pt x="0" y="136049"/>
                </a:lnTo>
                <a:lnTo>
                  <a:pt x="44506" y="119442"/>
                </a:lnTo>
                <a:lnTo>
                  <a:pt x="78450" y="96898"/>
                </a:lnTo>
                <a:lnTo>
                  <a:pt x="100961" y="69207"/>
                </a:lnTo>
                <a:lnTo>
                  <a:pt x="111167" y="37162"/>
                </a:lnTo>
                <a:lnTo>
                  <a:pt x="11960" y="37162"/>
                </a:lnTo>
                <a:lnTo>
                  <a:pt x="11960" y="17513"/>
                </a:lnTo>
                <a:lnTo>
                  <a:pt x="136690" y="17513"/>
                </a:lnTo>
                <a:lnTo>
                  <a:pt x="127917" y="64444"/>
                </a:lnTo>
                <a:lnTo>
                  <a:pt x="102864" y="103505"/>
                </a:lnTo>
                <a:lnTo>
                  <a:pt x="62955" y="133957"/>
                </a:lnTo>
                <a:lnTo>
                  <a:pt x="9611" y="155058"/>
                </a:lnTo>
                <a:close/>
              </a:path>
              <a:path w="250825" h="264795">
                <a:moveTo>
                  <a:pt x="210161" y="264624"/>
                </a:moveTo>
                <a:lnTo>
                  <a:pt x="39939" y="264624"/>
                </a:lnTo>
                <a:lnTo>
                  <a:pt x="39939" y="164669"/>
                </a:lnTo>
                <a:lnTo>
                  <a:pt x="210161" y="164669"/>
                </a:lnTo>
                <a:lnTo>
                  <a:pt x="210161" y="184532"/>
                </a:lnTo>
                <a:lnTo>
                  <a:pt x="63646" y="184532"/>
                </a:lnTo>
                <a:lnTo>
                  <a:pt x="63646" y="245402"/>
                </a:lnTo>
                <a:lnTo>
                  <a:pt x="210161" y="245402"/>
                </a:lnTo>
                <a:lnTo>
                  <a:pt x="210161" y="264624"/>
                </a:lnTo>
                <a:close/>
              </a:path>
              <a:path w="250825" h="264795">
                <a:moveTo>
                  <a:pt x="210161" y="245402"/>
                </a:moveTo>
                <a:lnTo>
                  <a:pt x="186667" y="245402"/>
                </a:lnTo>
                <a:lnTo>
                  <a:pt x="186667" y="184532"/>
                </a:lnTo>
                <a:lnTo>
                  <a:pt x="210161" y="184532"/>
                </a:lnTo>
                <a:lnTo>
                  <a:pt x="210161" y="245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8530466" y="8007390"/>
            <a:ext cx="245829" cy="21507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7790" y="4615812"/>
            <a:ext cx="7812238" cy="4375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44107" y="3396668"/>
            <a:ext cx="284480" cy="339725"/>
          </a:xfrm>
          <a:custGeom>
            <a:avLst/>
            <a:gdLst/>
            <a:ahLst/>
            <a:cxnLst/>
            <a:rect l="l" t="t" r="r" b="b"/>
            <a:pathLst>
              <a:path w="284479" h="339725">
                <a:moveTo>
                  <a:pt x="160515" y="339471"/>
                </a:moveTo>
                <a:lnTo>
                  <a:pt x="116928" y="339471"/>
                </a:lnTo>
                <a:lnTo>
                  <a:pt x="0" y="0"/>
                </a:lnTo>
                <a:lnTo>
                  <a:pt x="51968" y="0"/>
                </a:lnTo>
                <a:lnTo>
                  <a:pt x="139141" y="270319"/>
                </a:lnTo>
                <a:lnTo>
                  <a:pt x="139700" y="271716"/>
                </a:lnTo>
                <a:lnTo>
                  <a:pt x="140677" y="272415"/>
                </a:lnTo>
                <a:lnTo>
                  <a:pt x="143471" y="272415"/>
                </a:lnTo>
                <a:lnTo>
                  <a:pt x="144449" y="271716"/>
                </a:lnTo>
                <a:lnTo>
                  <a:pt x="145008" y="270319"/>
                </a:lnTo>
                <a:lnTo>
                  <a:pt x="232181" y="0"/>
                </a:lnTo>
                <a:lnTo>
                  <a:pt x="284149" y="0"/>
                </a:lnTo>
                <a:lnTo>
                  <a:pt x="170154" y="330669"/>
                </a:lnTo>
                <a:lnTo>
                  <a:pt x="169037" y="333463"/>
                </a:lnTo>
                <a:lnTo>
                  <a:pt x="167360" y="335629"/>
                </a:lnTo>
                <a:lnTo>
                  <a:pt x="162890" y="338702"/>
                </a:lnTo>
                <a:lnTo>
                  <a:pt x="160515" y="3394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57593" y="3493480"/>
            <a:ext cx="194043" cy="2426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11149" y="3397250"/>
            <a:ext cx="50165" cy="334010"/>
          </a:xfrm>
          <a:custGeom>
            <a:avLst/>
            <a:gdLst/>
            <a:ahLst/>
            <a:cxnLst/>
            <a:rect l="l" t="t" r="r" b="b"/>
            <a:pathLst>
              <a:path w="50164" h="334010">
                <a:moveTo>
                  <a:pt x="0" y="0"/>
                </a:moveTo>
                <a:lnTo>
                  <a:pt x="49872" y="0"/>
                </a:lnTo>
                <a:lnTo>
                  <a:pt x="49872" y="334010"/>
                </a:lnTo>
                <a:lnTo>
                  <a:pt x="0" y="3340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11149" y="3731259"/>
            <a:ext cx="47625" cy="3810"/>
          </a:xfrm>
          <a:custGeom>
            <a:avLst/>
            <a:gdLst/>
            <a:ahLst/>
            <a:cxnLst/>
            <a:rect l="l" t="t" r="r" b="b"/>
            <a:pathLst>
              <a:path w="47625" h="3810">
                <a:moveTo>
                  <a:pt x="0" y="0"/>
                </a:moveTo>
                <a:lnTo>
                  <a:pt x="47002" y="0"/>
                </a:lnTo>
                <a:lnTo>
                  <a:pt x="47002" y="3810"/>
                </a:lnTo>
                <a:lnTo>
                  <a:pt x="0" y="38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111149" y="3735070"/>
            <a:ext cx="44450" cy="1270"/>
          </a:xfrm>
          <a:custGeom>
            <a:avLst/>
            <a:gdLst/>
            <a:ahLst/>
            <a:cxnLst/>
            <a:rect l="l" t="t" r="r" b="b"/>
            <a:pathLst>
              <a:path w="44450" h="1270">
                <a:moveTo>
                  <a:pt x="0" y="0"/>
                </a:moveTo>
                <a:lnTo>
                  <a:pt x="44146" y="0"/>
                </a:lnTo>
                <a:lnTo>
                  <a:pt x="44146" y="1269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20534" y="3493899"/>
            <a:ext cx="205778" cy="2418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477442" y="3494318"/>
            <a:ext cx="217932" cy="24307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43231" y="3393315"/>
            <a:ext cx="304165" cy="353695"/>
          </a:xfrm>
          <a:custGeom>
            <a:avLst/>
            <a:gdLst/>
            <a:ahLst/>
            <a:cxnLst/>
            <a:rect l="l" t="t" r="r" b="b"/>
            <a:pathLst>
              <a:path w="304164" h="353695">
                <a:moveTo>
                  <a:pt x="112240" y="353301"/>
                </a:moveTo>
                <a:lnTo>
                  <a:pt x="70277" y="348704"/>
                </a:lnTo>
                <a:lnTo>
                  <a:pt x="30109" y="329687"/>
                </a:lnTo>
                <a:lnTo>
                  <a:pt x="3693" y="291064"/>
                </a:lnTo>
                <a:lnTo>
                  <a:pt x="0" y="262893"/>
                </a:lnTo>
                <a:lnTo>
                  <a:pt x="759" y="253136"/>
                </a:lnTo>
                <a:lnTo>
                  <a:pt x="15986" y="216046"/>
                </a:lnTo>
                <a:lnTo>
                  <a:pt x="43926" y="187058"/>
                </a:lnTo>
                <a:lnTo>
                  <a:pt x="82065" y="158000"/>
                </a:lnTo>
                <a:lnTo>
                  <a:pt x="62367" y="137883"/>
                </a:lnTo>
                <a:lnTo>
                  <a:pt x="39264" y="100544"/>
                </a:lnTo>
                <a:lnTo>
                  <a:pt x="34686" y="67579"/>
                </a:lnTo>
                <a:lnTo>
                  <a:pt x="35597" y="59197"/>
                </a:lnTo>
                <a:lnTo>
                  <a:pt x="54967" y="23993"/>
                </a:lnTo>
                <a:lnTo>
                  <a:pt x="91285" y="4610"/>
                </a:lnTo>
                <a:lnTo>
                  <a:pt x="126908" y="0"/>
                </a:lnTo>
                <a:lnTo>
                  <a:pt x="137098" y="353"/>
                </a:lnTo>
                <a:lnTo>
                  <a:pt x="179243" y="12415"/>
                </a:lnTo>
                <a:lnTo>
                  <a:pt x="206039" y="39814"/>
                </a:lnTo>
                <a:lnTo>
                  <a:pt x="126070" y="39814"/>
                </a:lnTo>
                <a:lnTo>
                  <a:pt x="114911" y="40561"/>
                </a:lnTo>
                <a:lnTo>
                  <a:pt x="83112" y="65536"/>
                </a:lnTo>
                <a:lnTo>
                  <a:pt x="81907" y="73800"/>
                </a:lnTo>
                <a:lnTo>
                  <a:pt x="82484" y="82981"/>
                </a:lnTo>
                <a:lnTo>
                  <a:pt x="109881" y="123582"/>
                </a:lnTo>
                <a:lnTo>
                  <a:pt x="117688" y="131597"/>
                </a:lnTo>
                <a:lnTo>
                  <a:pt x="186840" y="131597"/>
                </a:lnTo>
                <a:lnTo>
                  <a:pt x="185722" y="132715"/>
                </a:lnTo>
                <a:lnTo>
                  <a:pt x="181391" y="136626"/>
                </a:lnTo>
                <a:lnTo>
                  <a:pt x="177200" y="139979"/>
                </a:lnTo>
                <a:lnTo>
                  <a:pt x="145768" y="164287"/>
                </a:lnTo>
                <a:lnTo>
                  <a:pt x="169698" y="189852"/>
                </a:lnTo>
                <a:lnTo>
                  <a:pt x="111821" y="189852"/>
                </a:lnTo>
                <a:lnTo>
                  <a:pt x="82065" y="212064"/>
                </a:lnTo>
                <a:lnTo>
                  <a:pt x="55164" y="240235"/>
                </a:lnTo>
                <a:lnTo>
                  <a:pt x="48956" y="258584"/>
                </a:lnTo>
                <a:lnTo>
                  <a:pt x="49178" y="271013"/>
                </a:lnTo>
                <a:lnTo>
                  <a:pt x="75031" y="305170"/>
                </a:lnTo>
                <a:lnTo>
                  <a:pt x="114754" y="313067"/>
                </a:lnTo>
                <a:lnTo>
                  <a:pt x="218666" y="313067"/>
                </a:lnTo>
                <a:lnTo>
                  <a:pt x="210492" y="320166"/>
                </a:lnTo>
                <a:lnTo>
                  <a:pt x="173009" y="342404"/>
                </a:lnTo>
                <a:lnTo>
                  <a:pt x="128925" y="352620"/>
                </a:lnTo>
                <a:lnTo>
                  <a:pt x="112240" y="353301"/>
                </a:lnTo>
                <a:close/>
              </a:path>
              <a:path w="304164" h="353695">
                <a:moveTo>
                  <a:pt x="186840" y="131597"/>
                </a:moveTo>
                <a:lnTo>
                  <a:pt x="117688" y="131597"/>
                </a:lnTo>
                <a:lnTo>
                  <a:pt x="149959" y="107289"/>
                </a:lnTo>
                <a:lnTo>
                  <a:pt x="156106" y="102539"/>
                </a:lnTo>
                <a:lnTo>
                  <a:pt x="160855" y="97440"/>
                </a:lnTo>
                <a:lnTo>
                  <a:pt x="167561" y="86544"/>
                </a:lnTo>
                <a:lnTo>
                  <a:pt x="169237" y="81165"/>
                </a:lnTo>
                <a:lnTo>
                  <a:pt x="169164" y="75018"/>
                </a:lnTo>
                <a:lnTo>
                  <a:pt x="144039" y="42119"/>
                </a:lnTo>
                <a:lnTo>
                  <a:pt x="126070" y="39814"/>
                </a:lnTo>
                <a:lnTo>
                  <a:pt x="206039" y="39814"/>
                </a:lnTo>
                <a:lnTo>
                  <a:pt x="214444" y="73800"/>
                </a:lnTo>
                <a:lnTo>
                  <a:pt x="214385" y="82981"/>
                </a:lnTo>
                <a:lnTo>
                  <a:pt x="198714" y="118744"/>
                </a:lnTo>
                <a:lnTo>
                  <a:pt x="194663" y="123774"/>
                </a:lnTo>
                <a:lnTo>
                  <a:pt x="186840" y="131597"/>
                </a:lnTo>
                <a:close/>
              </a:path>
              <a:path w="304164" h="353695">
                <a:moveTo>
                  <a:pt x="260364" y="236372"/>
                </a:moveTo>
                <a:lnTo>
                  <a:pt x="213243" y="236372"/>
                </a:lnTo>
                <a:lnTo>
                  <a:pt x="215469" y="230531"/>
                </a:lnTo>
                <a:lnTo>
                  <a:pt x="217539" y="224323"/>
                </a:lnTo>
                <a:lnTo>
                  <a:pt x="225816" y="184823"/>
                </a:lnTo>
                <a:lnTo>
                  <a:pt x="270660" y="188595"/>
                </a:lnTo>
                <a:lnTo>
                  <a:pt x="270101" y="195300"/>
                </a:lnTo>
                <a:lnTo>
                  <a:pt x="268983" y="202495"/>
                </a:lnTo>
                <a:lnTo>
                  <a:pt x="265630" y="217862"/>
                </a:lnTo>
                <a:lnTo>
                  <a:pt x="263675" y="225405"/>
                </a:lnTo>
                <a:lnTo>
                  <a:pt x="260364" y="236372"/>
                </a:lnTo>
                <a:close/>
              </a:path>
              <a:path w="304164" h="353695">
                <a:moveTo>
                  <a:pt x="218666" y="313067"/>
                </a:moveTo>
                <a:lnTo>
                  <a:pt x="114754" y="313067"/>
                </a:lnTo>
                <a:lnTo>
                  <a:pt x="125913" y="312412"/>
                </a:lnTo>
                <a:lnTo>
                  <a:pt x="136757" y="310448"/>
                </a:lnTo>
                <a:lnTo>
                  <a:pt x="175838" y="290645"/>
                </a:lnTo>
                <a:lnTo>
                  <a:pt x="190611" y="275767"/>
                </a:lnTo>
                <a:lnTo>
                  <a:pt x="111821" y="189852"/>
                </a:lnTo>
                <a:lnTo>
                  <a:pt x="169698" y="189852"/>
                </a:lnTo>
                <a:lnTo>
                  <a:pt x="213243" y="236372"/>
                </a:lnTo>
                <a:lnTo>
                  <a:pt x="260364" y="236372"/>
                </a:lnTo>
                <a:lnTo>
                  <a:pt x="259197" y="240235"/>
                </a:lnTo>
                <a:lnTo>
                  <a:pt x="256759" y="247269"/>
                </a:lnTo>
                <a:lnTo>
                  <a:pt x="251451" y="260680"/>
                </a:lnTo>
                <a:lnTo>
                  <a:pt x="248866" y="266547"/>
                </a:lnTo>
                <a:lnTo>
                  <a:pt x="246352" y="271576"/>
                </a:lnTo>
                <a:lnTo>
                  <a:pt x="282482" y="310134"/>
                </a:lnTo>
                <a:lnTo>
                  <a:pt x="222044" y="310134"/>
                </a:lnTo>
                <a:lnTo>
                  <a:pt x="218666" y="313067"/>
                </a:lnTo>
                <a:close/>
              </a:path>
              <a:path w="304164" h="353695">
                <a:moveTo>
                  <a:pt x="302232" y="337794"/>
                </a:moveTo>
                <a:lnTo>
                  <a:pt x="246771" y="337794"/>
                </a:lnTo>
                <a:lnTo>
                  <a:pt x="222044" y="310134"/>
                </a:lnTo>
                <a:lnTo>
                  <a:pt x="282482" y="310134"/>
                </a:lnTo>
                <a:lnTo>
                  <a:pt x="302511" y="331508"/>
                </a:lnTo>
                <a:lnTo>
                  <a:pt x="303629" y="332625"/>
                </a:lnTo>
                <a:lnTo>
                  <a:pt x="304048" y="333952"/>
                </a:lnTo>
                <a:lnTo>
                  <a:pt x="303489" y="337026"/>
                </a:lnTo>
                <a:lnTo>
                  <a:pt x="302232" y="337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57896" y="3396668"/>
            <a:ext cx="284480" cy="339725"/>
          </a:xfrm>
          <a:custGeom>
            <a:avLst/>
            <a:gdLst/>
            <a:ahLst/>
            <a:cxnLst/>
            <a:rect l="l" t="t" r="r" b="b"/>
            <a:pathLst>
              <a:path w="284479" h="339725">
                <a:moveTo>
                  <a:pt x="160515" y="339471"/>
                </a:moveTo>
                <a:lnTo>
                  <a:pt x="116928" y="339471"/>
                </a:lnTo>
                <a:lnTo>
                  <a:pt x="0" y="0"/>
                </a:lnTo>
                <a:lnTo>
                  <a:pt x="51968" y="0"/>
                </a:lnTo>
                <a:lnTo>
                  <a:pt x="139141" y="270319"/>
                </a:lnTo>
                <a:lnTo>
                  <a:pt x="139700" y="271716"/>
                </a:lnTo>
                <a:lnTo>
                  <a:pt x="140677" y="272415"/>
                </a:lnTo>
                <a:lnTo>
                  <a:pt x="143471" y="272415"/>
                </a:lnTo>
                <a:lnTo>
                  <a:pt x="144449" y="271716"/>
                </a:lnTo>
                <a:lnTo>
                  <a:pt x="145008" y="270319"/>
                </a:lnTo>
                <a:lnTo>
                  <a:pt x="232181" y="0"/>
                </a:lnTo>
                <a:lnTo>
                  <a:pt x="284149" y="0"/>
                </a:lnTo>
                <a:lnTo>
                  <a:pt x="170154" y="330669"/>
                </a:lnTo>
                <a:lnTo>
                  <a:pt x="169037" y="333463"/>
                </a:lnTo>
                <a:lnTo>
                  <a:pt x="167360" y="335629"/>
                </a:lnTo>
                <a:lnTo>
                  <a:pt x="162890" y="338702"/>
                </a:lnTo>
                <a:lnTo>
                  <a:pt x="160515" y="3394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78089" y="3396668"/>
            <a:ext cx="53975" cy="60960"/>
          </a:xfrm>
          <a:custGeom>
            <a:avLst/>
            <a:gdLst/>
            <a:ahLst/>
            <a:cxnLst/>
            <a:rect l="l" t="t" r="r" b="b"/>
            <a:pathLst>
              <a:path w="53975" h="60960">
                <a:moveTo>
                  <a:pt x="53644" y="60350"/>
                </a:moveTo>
                <a:lnTo>
                  <a:pt x="0" y="60350"/>
                </a:lnTo>
                <a:lnTo>
                  <a:pt x="0" y="0"/>
                </a:lnTo>
                <a:lnTo>
                  <a:pt x="53644" y="0"/>
                </a:lnTo>
                <a:lnTo>
                  <a:pt x="53644" y="60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381022" y="3493770"/>
            <a:ext cx="48895" cy="242570"/>
          </a:xfrm>
          <a:custGeom>
            <a:avLst/>
            <a:gdLst/>
            <a:ahLst/>
            <a:cxnLst/>
            <a:rect l="l" t="t" r="r" b="b"/>
            <a:pathLst>
              <a:path w="48895" h="242570">
                <a:moveTo>
                  <a:pt x="0" y="0"/>
                </a:moveTo>
                <a:lnTo>
                  <a:pt x="48615" y="0"/>
                </a:lnTo>
                <a:lnTo>
                  <a:pt x="48615" y="242570"/>
                </a:lnTo>
                <a:lnTo>
                  <a:pt x="0" y="2425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87054" y="3493480"/>
            <a:ext cx="194043" cy="2426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740191" y="3397925"/>
            <a:ext cx="205104" cy="337820"/>
          </a:xfrm>
          <a:custGeom>
            <a:avLst/>
            <a:gdLst/>
            <a:ahLst/>
            <a:cxnLst/>
            <a:rect l="l" t="t" r="r" b="b"/>
            <a:pathLst>
              <a:path w="205104" h="337820">
                <a:moveTo>
                  <a:pt x="118186" y="337794"/>
                </a:moveTo>
                <a:lnTo>
                  <a:pt x="15925" y="336118"/>
                </a:lnTo>
                <a:lnTo>
                  <a:pt x="11175" y="336118"/>
                </a:lnTo>
                <a:lnTo>
                  <a:pt x="7334" y="334371"/>
                </a:lnTo>
                <a:lnTo>
                  <a:pt x="1466" y="327386"/>
                </a:lnTo>
                <a:lnTo>
                  <a:pt x="0" y="323405"/>
                </a:lnTo>
                <a:lnTo>
                  <a:pt x="0" y="0"/>
                </a:lnTo>
                <a:lnTo>
                  <a:pt x="49453" y="0"/>
                </a:lnTo>
                <a:lnTo>
                  <a:pt x="49453" y="98069"/>
                </a:lnTo>
                <a:lnTo>
                  <a:pt x="132052" y="98069"/>
                </a:lnTo>
                <a:lnTo>
                  <a:pt x="175707" y="111113"/>
                </a:lnTo>
                <a:lnTo>
                  <a:pt x="197078" y="136626"/>
                </a:lnTo>
                <a:lnTo>
                  <a:pt x="98069" y="136626"/>
                </a:lnTo>
                <a:lnTo>
                  <a:pt x="91922" y="136766"/>
                </a:lnTo>
                <a:lnTo>
                  <a:pt x="67894" y="137883"/>
                </a:lnTo>
                <a:lnTo>
                  <a:pt x="64820" y="138163"/>
                </a:lnTo>
                <a:lnTo>
                  <a:pt x="61747" y="138303"/>
                </a:lnTo>
                <a:lnTo>
                  <a:pt x="55600" y="138303"/>
                </a:lnTo>
                <a:lnTo>
                  <a:pt x="52527" y="138442"/>
                </a:lnTo>
                <a:lnTo>
                  <a:pt x="49453" y="138722"/>
                </a:lnTo>
                <a:lnTo>
                  <a:pt x="49453" y="294906"/>
                </a:lnTo>
                <a:lnTo>
                  <a:pt x="51409" y="296303"/>
                </a:lnTo>
                <a:lnTo>
                  <a:pt x="55321" y="296303"/>
                </a:lnTo>
                <a:lnTo>
                  <a:pt x="112318" y="297561"/>
                </a:lnTo>
                <a:lnTo>
                  <a:pt x="197452" y="297561"/>
                </a:lnTo>
                <a:lnTo>
                  <a:pt x="192327" y="308117"/>
                </a:lnTo>
                <a:lnTo>
                  <a:pt x="182518" y="319354"/>
                </a:lnTo>
                <a:lnTo>
                  <a:pt x="170089" y="327736"/>
                </a:lnTo>
                <a:lnTo>
                  <a:pt x="155224" y="333603"/>
                </a:lnTo>
                <a:lnTo>
                  <a:pt x="137923" y="336956"/>
                </a:lnTo>
                <a:lnTo>
                  <a:pt x="118186" y="337794"/>
                </a:lnTo>
                <a:close/>
              </a:path>
              <a:path w="205104" h="337820">
                <a:moveTo>
                  <a:pt x="132052" y="98069"/>
                </a:moveTo>
                <a:lnTo>
                  <a:pt x="62096" y="98069"/>
                </a:lnTo>
                <a:lnTo>
                  <a:pt x="65379" y="97929"/>
                </a:lnTo>
                <a:lnTo>
                  <a:pt x="68732" y="97650"/>
                </a:lnTo>
                <a:lnTo>
                  <a:pt x="74320" y="97370"/>
                </a:lnTo>
                <a:lnTo>
                  <a:pt x="80397" y="97161"/>
                </a:lnTo>
                <a:lnTo>
                  <a:pt x="93529" y="96881"/>
                </a:lnTo>
                <a:lnTo>
                  <a:pt x="99885" y="96812"/>
                </a:lnTo>
                <a:lnTo>
                  <a:pt x="106032" y="96812"/>
                </a:lnTo>
                <a:lnTo>
                  <a:pt x="118932" y="97087"/>
                </a:lnTo>
                <a:lnTo>
                  <a:pt x="130811" y="97912"/>
                </a:lnTo>
                <a:lnTo>
                  <a:pt x="132052" y="98069"/>
                </a:lnTo>
                <a:close/>
              </a:path>
              <a:path w="205104" h="337820">
                <a:moveTo>
                  <a:pt x="197452" y="297561"/>
                </a:moveTo>
                <a:lnTo>
                  <a:pt x="112318" y="297561"/>
                </a:lnTo>
                <a:lnTo>
                  <a:pt x="123438" y="296971"/>
                </a:lnTo>
                <a:lnTo>
                  <a:pt x="132907" y="295203"/>
                </a:lnTo>
                <a:lnTo>
                  <a:pt x="157581" y="256070"/>
                </a:lnTo>
                <a:lnTo>
                  <a:pt x="157460" y="171896"/>
                </a:lnTo>
                <a:lnTo>
                  <a:pt x="132854" y="139071"/>
                </a:lnTo>
                <a:lnTo>
                  <a:pt x="112039" y="136626"/>
                </a:lnTo>
                <a:lnTo>
                  <a:pt x="197078" y="136626"/>
                </a:lnTo>
                <a:lnTo>
                  <a:pt x="204939" y="183565"/>
                </a:lnTo>
                <a:lnTo>
                  <a:pt x="204883" y="256070"/>
                </a:lnTo>
                <a:lnTo>
                  <a:pt x="203538" y="276055"/>
                </a:lnTo>
                <a:lnTo>
                  <a:pt x="199334" y="293684"/>
                </a:lnTo>
                <a:lnTo>
                  <a:pt x="197452" y="2975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00033" y="3396668"/>
            <a:ext cx="53975" cy="60960"/>
          </a:xfrm>
          <a:custGeom>
            <a:avLst/>
            <a:gdLst/>
            <a:ahLst/>
            <a:cxnLst/>
            <a:rect l="l" t="t" r="r" b="b"/>
            <a:pathLst>
              <a:path w="53975" h="60960">
                <a:moveTo>
                  <a:pt x="53644" y="60350"/>
                </a:moveTo>
                <a:lnTo>
                  <a:pt x="0" y="60350"/>
                </a:lnTo>
                <a:lnTo>
                  <a:pt x="0" y="0"/>
                </a:lnTo>
                <a:lnTo>
                  <a:pt x="53644" y="0"/>
                </a:lnTo>
                <a:lnTo>
                  <a:pt x="53644" y="60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02967" y="3493770"/>
            <a:ext cx="48895" cy="242570"/>
          </a:xfrm>
          <a:custGeom>
            <a:avLst/>
            <a:gdLst/>
            <a:ahLst/>
            <a:cxnLst/>
            <a:rect l="l" t="t" r="r" b="b"/>
            <a:pathLst>
              <a:path w="48895" h="242570">
                <a:moveTo>
                  <a:pt x="0" y="0"/>
                </a:moveTo>
                <a:lnTo>
                  <a:pt x="48615" y="0"/>
                </a:lnTo>
                <a:lnTo>
                  <a:pt x="48615" y="242570"/>
                </a:lnTo>
                <a:lnTo>
                  <a:pt x="0" y="2425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118638" y="3397250"/>
            <a:ext cx="50165" cy="334010"/>
          </a:xfrm>
          <a:custGeom>
            <a:avLst/>
            <a:gdLst/>
            <a:ahLst/>
            <a:cxnLst/>
            <a:rect l="l" t="t" r="r" b="b"/>
            <a:pathLst>
              <a:path w="50164" h="334010">
                <a:moveTo>
                  <a:pt x="0" y="0"/>
                </a:moveTo>
                <a:lnTo>
                  <a:pt x="49872" y="0"/>
                </a:lnTo>
                <a:lnTo>
                  <a:pt x="49872" y="334010"/>
                </a:lnTo>
                <a:lnTo>
                  <a:pt x="0" y="3340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18638" y="3731259"/>
            <a:ext cx="47625" cy="3810"/>
          </a:xfrm>
          <a:custGeom>
            <a:avLst/>
            <a:gdLst/>
            <a:ahLst/>
            <a:cxnLst/>
            <a:rect l="l" t="t" r="r" b="b"/>
            <a:pathLst>
              <a:path w="47625" h="3810">
                <a:moveTo>
                  <a:pt x="0" y="0"/>
                </a:moveTo>
                <a:lnTo>
                  <a:pt x="47002" y="0"/>
                </a:lnTo>
                <a:lnTo>
                  <a:pt x="47002" y="3810"/>
                </a:lnTo>
                <a:lnTo>
                  <a:pt x="0" y="38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118638" y="3735070"/>
            <a:ext cx="44450" cy="1270"/>
          </a:xfrm>
          <a:custGeom>
            <a:avLst/>
            <a:gdLst/>
            <a:ahLst/>
            <a:cxnLst/>
            <a:rect l="l" t="t" r="r" b="b"/>
            <a:pathLst>
              <a:path w="44450" h="1270">
                <a:moveTo>
                  <a:pt x="0" y="0"/>
                </a:moveTo>
                <a:lnTo>
                  <a:pt x="44146" y="0"/>
                </a:lnTo>
                <a:lnTo>
                  <a:pt x="44146" y="1269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32633" y="3396668"/>
            <a:ext cx="53975" cy="60960"/>
          </a:xfrm>
          <a:custGeom>
            <a:avLst/>
            <a:gdLst/>
            <a:ahLst/>
            <a:cxnLst/>
            <a:rect l="l" t="t" r="r" b="b"/>
            <a:pathLst>
              <a:path w="53975" h="60960">
                <a:moveTo>
                  <a:pt x="53644" y="60350"/>
                </a:moveTo>
                <a:lnTo>
                  <a:pt x="0" y="60350"/>
                </a:lnTo>
                <a:lnTo>
                  <a:pt x="0" y="0"/>
                </a:lnTo>
                <a:lnTo>
                  <a:pt x="53644" y="0"/>
                </a:lnTo>
                <a:lnTo>
                  <a:pt x="53644" y="60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235567" y="3493770"/>
            <a:ext cx="48895" cy="242570"/>
          </a:xfrm>
          <a:custGeom>
            <a:avLst/>
            <a:gdLst/>
            <a:ahLst/>
            <a:cxnLst/>
            <a:rect l="l" t="t" r="r" b="b"/>
            <a:pathLst>
              <a:path w="48895" h="242570">
                <a:moveTo>
                  <a:pt x="0" y="0"/>
                </a:moveTo>
                <a:lnTo>
                  <a:pt x="48615" y="0"/>
                </a:lnTo>
                <a:lnTo>
                  <a:pt x="48615" y="242570"/>
                </a:lnTo>
                <a:lnTo>
                  <a:pt x="0" y="2425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325673" y="3422233"/>
            <a:ext cx="161290" cy="314325"/>
          </a:xfrm>
          <a:custGeom>
            <a:avLst/>
            <a:gdLst/>
            <a:ahLst/>
            <a:cxnLst/>
            <a:rect l="l" t="t" r="r" b="b"/>
            <a:pathLst>
              <a:path w="161289" h="314325">
                <a:moveTo>
                  <a:pt x="155346" y="313905"/>
                </a:moveTo>
                <a:lnTo>
                  <a:pt x="99745" y="313905"/>
                </a:lnTo>
                <a:lnTo>
                  <a:pt x="72609" y="310160"/>
                </a:lnTo>
                <a:lnTo>
                  <a:pt x="53225" y="298923"/>
                </a:lnTo>
                <a:lnTo>
                  <a:pt x="41595" y="280194"/>
                </a:lnTo>
                <a:lnTo>
                  <a:pt x="37719" y="253974"/>
                </a:lnTo>
                <a:lnTo>
                  <a:pt x="37719" y="113157"/>
                </a:lnTo>
                <a:lnTo>
                  <a:pt x="0" y="113157"/>
                </a:lnTo>
                <a:lnTo>
                  <a:pt x="0" y="72085"/>
                </a:lnTo>
                <a:lnTo>
                  <a:pt x="37719" y="72085"/>
                </a:lnTo>
                <a:lnTo>
                  <a:pt x="37719" y="0"/>
                </a:lnTo>
                <a:lnTo>
                  <a:pt x="86753" y="0"/>
                </a:lnTo>
                <a:lnTo>
                  <a:pt x="86753" y="72085"/>
                </a:lnTo>
                <a:lnTo>
                  <a:pt x="145427" y="72085"/>
                </a:lnTo>
                <a:lnTo>
                  <a:pt x="145427" y="111061"/>
                </a:lnTo>
                <a:lnTo>
                  <a:pt x="143471" y="113157"/>
                </a:lnTo>
                <a:lnTo>
                  <a:pt x="86753" y="113157"/>
                </a:lnTo>
                <a:lnTo>
                  <a:pt x="86753" y="259842"/>
                </a:lnTo>
                <a:lnTo>
                  <a:pt x="89198" y="265849"/>
                </a:lnTo>
                <a:lnTo>
                  <a:pt x="98977" y="271437"/>
                </a:lnTo>
                <a:lnTo>
                  <a:pt x="105473" y="272834"/>
                </a:lnTo>
                <a:lnTo>
                  <a:pt x="160934" y="272834"/>
                </a:lnTo>
                <a:lnTo>
                  <a:pt x="160934" y="308178"/>
                </a:lnTo>
                <a:lnTo>
                  <a:pt x="160166" y="310064"/>
                </a:lnTo>
                <a:lnTo>
                  <a:pt x="157092" y="313137"/>
                </a:lnTo>
                <a:lnTo>
                  <a:pt x="155346" y="3139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515945" y="3494318"/>
            <a:ext cx="203200" cy="325755"/>
          </a:xfrm>
          <a:custGeom>
            <a:avLst/>
            <a:gdLst/>
            <a:ahLst/>
            <a:cxnLst/>
            <a:rect l="l" t="t" r="r" b="b"/>
            <a:pathLst>
              <a:path w="203200" h="325754">
                <a:moveTo>
                  <a:pt x="89359" y="325601"/>
                </a:moveTo>
                <a:lnTo>
                  <a:pt x="69221" y="325570"/>
                </a:lnTo>
                <a:lnTo>
                  <a:pt x="45472" y="324523"/>
                </a:lnTo>
                <a:lnTo>
                  <a:pt x="19697" y="322287"/>
                </a:lnTo>
                <a:lnTo>
                  <a:pt x="19697" y="281635"/>
                </a:lnTo>
                <a:lnTo>
                  <a:pt x="47201" y="283835"/>
                </a:lnTo>
                <a:lnTo>
                  <a:pt x="73552" y="285407"/>
                </a:lnTo>
                <a:lnTo>
                  <a:pt x="86400" y="285773"/>
                </a:lnTo>
                <a:lnTo>
                  <a:pt x="99169" y="285616"/>
                </a:lnTo>
                <a:lnTo>
                  <a:pt x="111860" y="284935"/>
                </a:lnTo>
                <a:lnTo>
                  <a:pt x="151923" y="269760"/>
                </a:lnTo>
                <a:lnTo>
                  <a:pt x="154228" y="262635"/>
                </a:lnTo>
                <a:lnTo>
                  <a:pt x="154228" y="236791"/>
                </a:lnTo>
                <a:lnTo>
                  <a:pt x="139245" y="238205"/>
                </a:lnTo>
                <a:lnTo>
                  <a:pt x="123634" y="239096"/>
                </a:lnTo>
                <a:lnTo>
                  <a:pt x="100924" y="239685"/>
                </a:lnTo>
                <a:lnTo>
                  <a:pt x="93878" y="239725"/>
                </a:lnTo>
                <a:lnTo>
                  <a:pt x="71024" y="238441"/>
                </a:lnTo>
                <a:lnTo>
                  <a:pt x="22421" y="219189"/>
                </a:lnTo>
                <a:lnTo>
                  <a:pt x="1401" y="174005"/>
                </a:lnTo>
                <a:lnTo>
                  <a:pt x="0" y="152552"/>
                </a:lnTo>
                <a:lnTo>
                  <a:pt x="0" y="0"/>
                </a:lnTo>
                <a:lnTo>
                  <a:pt x="46939" y="0"/>
                </a:lnTo>
                <a:lnTo>
                  <a:pt x="46939" y="161912"/>
                </a:lnTo>
                <a:lnTo>
                  <a:pt x="47917" y="169805"/>
                </a:lnTo>
                <a:lnTo>
                  <a:pt x="81095" y="198443"/>
                </a:lnTo>
                <a:lnTo>
                  <a:pt x="88709" y="199072"/>
                </a:lnTo>
                <a:lnTo>
                  <a:pt x="125729" y="198862"/>
                </a:lnTo>
                <a:lnTo>
                  <a:pt x="132226" y="198640"/>
                </a:lnTo>
                <a:lnTo>
                  <a:pt x="139141" y="198181"/>
                </a:lnTo>
                <a:lnTo>
                  <a:pt x="154228" y="196557"/>
                </a:lnTo>
                <a:lnTo>
                  <a:pt x="154228" y="0"/>
                </a:lnTo>
                <a:lnTo>
                  <a:pt x="202844" y="0"/>
                </a:lnTo>
                <a:lnTo>
                  <a:pt x="202844" y="243497"/>
                </a:lnTo>
                <a:lnTo>
                  <a:pt x="202495" y="251180"/>
                </a:lnTo>
                <a:lnTo>
                  <a:pt x="190952" y="293736"/>
                </a:lnTo>
                <a:lnTo>
                  <a:pt x="158707" y="317442"/>
                </a:lnTo>
                <a:lnTo>
                  <a:pt x="124891" y="324461"/>
                </a:lnTo>
                <a:lnTo>
                  <a:pt x="115881" y="3250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65992" y="4916297"/>
            <a:ext cx="278765" cy="417195"/>
          </a:xfrm>
          <a:custGeom>
            <a:avLst/>
            <a:gdLst/>
            <a:ahLst/>
            <a:cxnLst/>
            <a:rect l="l" t="t" r="r" b="b"/>
            <a:pathLst>
              <a:path w="278764" h="417195">
                <a:moveTo>
                  <a:pt x="271610" y="417067"/>
                </a:moveTo>
                <a:lnTo>
                  <a:pt x="15070" y="417067"/>
                </a:lnTo>
                <a:lnTo>
                  <a:pt x="10583" y="415035"/>
                </a:lnTo>
                <a:lnTo>
                  <a:pt x="2116" y="406907"/>
                </a:lnTo>
                <a:lnTo>
                  <a:pt x="0" y="401997"/>
                </a:lnTo>
                <a:lnTo>
                  <a:pt x="0" y="343915"/>
                </a:lnTo>
                <a:lnTo>
                  <a:pt x="20150" y="305646"/>
                </a:lnTo>
                <a:lnTo>
                  <a:pt x="167354" y="180260"/>
                </a:lnTo>
                <a:lnTo>
                  <a:pt x="176752" y="171497"/>
                </a:lnTo>
                <a:lnTo>
                  <a:pt x="202353" y="140123"/>
                </a:lnTo>
                <a:lnTo>
                  <a:pt x="213359" y="109897"/>
                </a:lnTo>
                <a:lnTo>
                  <a:pt x="213359" y="93979"/>
                </a:lnTo>
                <a:lnTo>
                  <a:pt x="184488" y="56472"/>
                </a:lnTo>
                <a:lnTo>
                  <a:pt x="148335" y="50291"/>
                </a:lnTo>
                <a:lnTo>
                  <a:pt x="136567" y="50461"/>
                </a:lnTo>
                <a:lnTo>
                  <a:pt x="86058" y="54467"/>
                </a:lnTo>
                <a:lnTo>
                  <a:pt x="45973" y="61261"/>
                </a:lnTo>
                <a:lnTo>
                  <a:pt x="14731" y="69595"/>
                </a:lnTo>
                <a:lnTo>
                  <a:pt x="14731" y="18795"/>
                </a:lnTo>
                <a:lnTo>
                  <a:pt x="57403" y="7873"/>
                </a:lnTo>
                <a:lnTo>
                  <a:pt x="105505" y="1492"/>
                </a:lnTo>
                <a:lnTo>
                  <a:pt x="147827" y="0"/>
                </a:lnTo>
                <a:lnTo>
                  <a:pt x="160099" y="523"/>
                </a:lnTo>
                <a:lnTo>
                  <a:pt x="205533" y="8096"/>
                </a:lnTo>
                <a:lnTo>
                  <a:pt x="241649" y="26177"/>
                </a:lnTo>
                <a:lnTo>
                  <a:pt x="265112" y="56578"/>
                </a:lnTo>
                <a:lnTo>
                  <a:pt x="271779" y="88391"/>
                </a:lnTo>
                <a:lnTo>
                  <a:pt x="271779" y="101091"/>
                </a:lnTo>
                <a:lnTo>
                  <a:pt x="263175" y="141636"/>
                </a:lnTo>
                <a:lnTo>
                  <a:pt x="241744" y="178879"/>
                </a:lnTo>
                <a:lnTo>
                  <a:pt x="213883" y="209851"/>
                </a:lnTo>
                <a:lnTo>
                  <a:pt x="74506" y="327321"/>
                </a:lnTo>
                <a:lnTo>
                  <a:pt x="70442" y="331554"/>
                </a:lnTo>
                <a:lnTo>
                  <a:pt x="66717" y="335957"/>
                </a:lnTo>
                <a:lnTo>
                  <a:pt x="64685" y="338920"/>
                </a:lnTo>
                <a:lnTo>
                  <a:pt x="61298" y="345355"/>
                </a:lnTo>
                <a:lnTo>
                  <a:pt x="60451" y="348826"/>
                </a:lnTo>
                <a:lnTo>
                  <a:pt x="60451" y="367791"/>
                </a:lnTo>
                <a:lnTo>
                  <a:pt x="61806" y="368807"/>
                </a:lnTo>
                <a:lnTo>
                  <a:pt x="278383" y="368807"/>
                </a:lnTo>
                <a:lnTo>
                  <a:pt x="278383" y="409109"/>
                </a:lnTo>
                <a:lnTo>
                  <a:pt x="277452" y="411564"/>
                </a:lnTo>
                <a:lnTo>
                  <a:pt x="273727" y="415967"/>
                </a:lnTo>
                <a:lnTo>
                  <a:pt x="271610" y="4170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997208" y="5279009"/>
            <a:ext cx="58419" cy="56515"/>
          </a:xfrm>
          <a:custGeom>
            <a:avLst/>
            <a:gdLst/>
            <a:ahLst/>
            <a:cxnLst/>
            <a:rect l="l" t="t" r="r" b="b"/>
            <a:pathLst>
              <a:path w="58419" h="56514">
                <a:moveTo>
                  <a:pt x="57911" y="56387"/>
                </a:moveTo>
                <a:lnTo>
                  <a:pt x="0" y="56387"/>
                </a:lnTo>
                <a:lnTo>
                  <a:pt x="0" y="0"/>
                </a:lnTo>
                <a:lnTo>
                  <a:pt x="57911" y="0"/>
                </a:lnTo>
                <a:lnTo>
                  <a:pt x="57911" y="563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252148" y="4896485"/>
            <a:ext cx="405130" cy="483870"/>
          </a:xfrm>
          <a:custGeom>
            <a:avLst/>
            <a:gdLst/>
            <a:ahLst/>
            <a:cxnLst/>
            <a:rect l="l" t="t" r="r" b="b"/>
            <a:pathLst>
              <a:path w="405130" h="483870">
                <a:moveTo>
                  <a:pt x="397425" y="483615"/>
                </a:moveTo>
                <a:lnTo>
                  <a:pt x="347979" y="483615"/>
                </a:lnTo>
                <a:lnTo>
                  <a:pt x="347979" y="0"/>
                </a:lnTo>
                <a:lnTo>
                  <a:pt x="404875" y="0"/>
                </a:lnTo>
                <a:lnTo>
                  <a:pt x="404875" y="476165"/>
                </a:lnTo>
                <a:lnTo>
                  <a:pt x="403859" y="478535"/>
                </a:lnTo>
                <a:lnTo>
                  <a:pt x="399795" y="482599"/>
                </a:lnTo>
                <a:lnTo>
                  <a:pt x="397425" y="483615"/>
                </a:lnTo>
                <a:close/>
              </a:path>
              <a:path w="405130" h="483870">
                <a:moveTo>
                  <a:pt x="29971" y="409447"/>
                </a:moveTo>
                <a:lnTo>
                  <a:pt x="0" y="368299"/>
                </a:lnTo>
                <a:lnTo>
                  <a:pt x="14541" y="364585"/>
                </a:lnTo>
                <a:lnTo>
                  <a:pt x="29717" y="360044"/>
                </a:lnTo>
                <a:lnTo>
                  <a:pt x="78454" y="341486"/>
                </a:lnTo>
                <a:lnTo>
                  <a:pt x="124459" y="315721"/>
                </a:lnTo>
                <a:lnTo>
                  <a:pt x="162464" y="282527"/>
                </a:lnTo>
                <a:lnTo>
                  <a:pt x="187197" y="241553"/>
                </a:lnTo>
                <a:lnTo>
                  <a:pt x="192531" y="78231"/>
                </a:lnTo>
                <a:lnTo>
                  <a:pt x="192531" y="74845"/>
                </a:lnTo>
                <a:lnTo>
                  <a:pt x="190669" y="73151"/>
                </a:lnTo>
                <a:lnTo>
                  <a:pt x="12699" y="73151"/>
                </a:lnTo>
                <a:lnTo>
                  <a:pt x="12699" y="24383"/>
                </a:lnTo>
                <a:lnTo>
                  <a:pt x="229785" y="24383"/>
                </a:lnTo>
                <a:lnTo>
                  <a:pt x="236981" y="27516"/>
                </a:lnTo>
                <a:lnTo>
                  <a:pt x="248157" y="40047"/>
                </a:lnTo>
                <a:lnTo>
                  <a:pt x="250951" y="47243"/>
                </a:lnTo>
                <a:lnTo>
                  <a:pt x="250951" y="201675"/>
                </a:lnTo>
                <a:lnTo>
                  <a:pt x="245871" y="244284"/>
                </a:lnTo>
                <a:lnTo>
                  <a:pt x="230631" y="281685"/>
                </a:lnTo>
                <a:lnTo>
                  <a:pt x="207390" y="314197"/>
                </a:lnTo>
                <a:lnTo>
                  <a:pt x="178307" y="342137"/>
                </a:lnTo>
                <a:lnTo>
                  <a:pt x="144525" y="365505"/>
                </a:lnTo>
                <a:lnTo>
                  <a:pt x="107187" y="384301"/>
                </a:lnTo>
                <a:lnTo>
                  <a:pt x="68325" y="398843"/>
                </a:lnTo>
                <a:lnTo>
                  <a:pt x="49085" y="404637"/>
                </a:lnTo>
                <a:lnTo>
                  <a:pt x="29971" y="409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717984" y="4896485"/>
            <a:ext cx="419734" cy="483870"/>
          </a:xfrm>
          <a:custGeom>
            <a:avLst/>
            <a:gdLst/>
            <a:ahLst/>
            <a:cxnLst/>
            <a:rect l="l" t="t" r="r" b="b"/>
            <a:pathLst>
              <a:path w="419735" h="483870">
                <a:moveTo>
                  <a:pt x="22182" y="364574"/>
                </a:moveTo>
                <a:lnTo>
                  <a:pt x="14816" y="361611"/>
                </a:lnTo>
                <a:lnTo>
                  <a:pt x="2963" y="349080"/>
                </a:lnTo>
                <a:lnTo>
                  <a:pt x="0" y="341883"/>
                </a:lnTo>
                <a:lnTo>
                  <a:pt x="0" y="46566"/>
                </a:lnTo>
                <a:lnTo>
                  <a:pt x="2963" y="39285"/>
                </a:lnTo>
                <a:lnTo>
                  <a:pt x="14816" y="27770"/>
                </a:lnTo>
                <a:lnTo>
                  <a:pt x="22182" y="24891"/>
                </a:lnTo>
                <a:lnTo>
                  <a:pt x="196087" y="24891"/>
                </a:lnTo>
                <a:lnTo>
                  <a:pt x="196087" y="71627"/>
                </a:lnTo>
                <a:lnTo>
                  <a:pt x="58589" y="71627"/>
                </a:lnTo>
                <a:lnTo>
                  <a:pt x="56895" y="73321"/>
                </a:lnTo>
                <a:lnTo>
                  <a:pt x="56895" y="316314"/>
                </a:lnTo>
                <a:lnTo>
                  <a:pt x="58589" y="318007"/>
                </a:lnTo>
                <a:lnTo>
                  <a:pt x="61975" y="318007"/>
                </a:lnTo>
                <a:lnTo>
                  <a:pt x="69881" y="318214"/>
                </a:lnTo>
                <a:lnTo>
                  <a:pt x="77850" y="318325"/>
                </a:lnTo>
                <a:lnTo>
                  <a:pt x="227075" y="318341"/>
                </a:lnTo>
                <a:lnTo>
                  <a:pt x="227075" y="353567"/>
                </a:lnTo>
                <a:lnTo>
                  <a:pt x="175990" y="358616"/>
                </a:lnTo>
                <a:lnTo>
                  <a:pt x="131921" y="361902"/>
                </a:lnTo>
                <a:lnTo>
                  <a:pt x="79613" y="363807"/>
                </a:lnTo>
                <a:lnTo>
                  <a:pt x="30987" y="364235"/>
                </a:lnTo>
                <a:lnTo>
                  <a:pt x="22182" y="364574"/>
                </a:lnTo>
                <a:close/>
              </a:path>
              <a:path w="419735" h="483870">
                <a:moveTo>
                  <a:pt x="227075" y="318341"/>
                </a:moveTo>
                <a:lnTo>
                  <a:pt x="85883" y="318341"/>
                </a:lnTo>
                <a:lnTo>
                  <a:pt x="93979" y="318261"/>
                </a:lnTo>
                <a:lnTo>
                  <a:pt x="102298" y="318071"/>
                </a:lnTo>
                <a:lnTo>
                  <a:pt x="149923" y="315150"/>
                </a:lnTo>
                <a:lnTo>
                  <a:pt x="227075" y="306323"/>
                </a:lnTo>
                <a:lnTo>
                  <a:pt x="227075" y="318341"/>
                </a:lnTo>
                <a:close/>
              </a:path>
              <a:path w="419735" h="483870">
                <a:moveTo>
                  <a:pt x="297349" y="471931"/>
                </a:moveTo>
                <a:lnTo>
                  <a:pt x="247395" y="471931"/>
                </a:lnTo>
                <a:lnTo>
                  <a:pt x="247395" y="0"/>
                </a:lnTo>
                <a:lnTo>
                  <a:pt x="304799" y="0"/>
                </a:lnTo>
                <a:lnTo>
                  <a:pt x="304799" y="162051"/>
                </a:lnTo>
                <a:lnTo>
                  <a:pt x="419607" y="162051"/>
                </a:lnTo>
                <a:lnTo>
                  <a:pt x="419607" y="210311"/>
                </a:lnTo>
                <a:lnTo>
                  <a:pt x="304799" y="210311"/>
                </a:lnTo>
                <a:lnTo>
                  <a:pt x="304799" y="464481"/>
                </a:lnTo>
                <a:lnTo>
                  <a:pt x="303783" y="466851"/>
                </a:lnTo>
                <a:lnTo>
                  <a:pt x="299719" y="470915"/>
                </a:lnTo>
                <a:lnTo>
                  <a:pt x="297349" y="471931"/>
                </a:lnTo>
                <a:close/>
              </a:path>
              <a:path w="419735" h="483870">
                <a:moveTo>
                  <a:pt x="419607" y="162051"/>
                </a:moveTo>
                <a:lnTo>
                  <a:pt x="362203" y="162051"/>
                </a:lnTo>
                <a:lnTo>
                  <a:pt x="362203" y="0"/>
                </a:lnTo>
                <a:lnTo>
                  <a:pt x="419607" y="0"/>
                </a:lnTo>
                <a:lnTo>
                  <a:pt x="419607" y="162051"/>
                </a:lnTo>
                <a:close/>
              </a:path>
              <a:path w="419735" h="483870">
                <a:moveTo>
                  <a:pt x="412157" y="483615"/>
                </a:moveTo>
                <a:lnTo>
                  <a:pt x="362203" y="483615"/>
                </a:lnTo>
                <a:lnTo>
                  <a:pt x="362203" y="210311"/>
                </a:lnTo>
                <a:lnTo>
                  <a:pt x="419607" y="210311"/>
                </a:lnTo>
                <a:lnTo>
                  <a:pt x="419607" y="476165"/>
                </a:lnTo>
                <a:lnTo>
                  <a:pt x="418591" y="478535"/>
                </a:lnTo>
                <a:lnTo>
                  <a:pt x="414527" y="482599"/>
                </a:lnTo>
                <a:lnTo>
                  <a:pt x="412157" y="483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320264" y="4896485"/>
            <a:ext cx="450215" cy="483870"/>
          </a:xfrm>
          <a:custGeom>
            <a:avLst/>
            <a:gdLst/>
            <a:ahLst/>
            <a:cxnLst/>
            <a:rect l="l" t="t" r="r" b="b"/>
            <a:pathLst>
              <a:path w="450214" h="483870">
                <a:moveTo>
                  <a:pt x="375581" y="483615"/>
                </a:moveTo>
                <a:lnTo>
                  <a:pt x="325627" y="483615"/>
                </a:lnTo>
                <a:lnTo>
                  <a:pt x="325627" y="0"/>
                </a:lnTo>
                <a:lnTo>
                  <a:pt x="383031" y="0"/>
                </a:lnTo>
                <a:lnTo>
                  <a:pt x="383031" y="170179"/>
                </a:lnTo>
                <a:lnTo>
                  <a:pt x="450087" y="170179"/>
                </a:lnTo>
                <a:lnTo>
                  <a:pt x="450087" y="218439"/>
                </a:lnTo>
                <a:lnTo>
                  <a:pt x="383031" y="218439"/>
                </a:lnTo>
                <a:lnTo>
                  <a:pt x="383031" y="476165"/>
                </a:lnTo>
                <a:lnTo>
                  <a:pt x="382015" y="478535"/>
                </a:lnTo>
                <a:lnTo>
                  <a:pt x="377951" y="482599"/>
                </a:lnTo>
                <a:lnTo>
                  <a:pt x="375581" y="483615"/>
                </a:lnTo>
                <a:close/>
              </a:path>
              <a:path w="450214" h="483870">
                <a:moveTo>
                  <a:pt x="29971" y="409447"/>
                </a:moveTo>
                <a:lnTo>
                  <a:pt x="0" y="368299"/>
                </a:lnTo>
                <a:lnTo>
                  <a:pt x="14541" y="364585"/>
                </a:lnTo>
                <a:lnTo>
                  <a:pt x="29717" y="360044"/>
                </a:lnTo>
                <a:lnTo>
                  <a:pt x="78454" y="341486"/>
                </a:lnTo>
                <a:lnTo>
                  <a:pt x="124459" y="315721"/>
                </a:lnTo>
                <a:lnTo>
                  <a:pt x="162464" y="282527"/>
                </a:lnTo>
                <a:lnTo>
                  <a:pt x="187197" y="241553"/>
                </a:lnTo>
                <a:lnTo>
                  <a:pt x="192531" y="78231"/>
                </a:lnTo>
                <a:lnTo>
                  <a:pt x="192531" y="74845"/>
                </a:lnTo>
                <a:lnTo>
                  <a:pt x="190669" y="73151"/>
                </a:lnTo>
                <a:lnTo>
                  <a:pt x="12699" y="73151"/>
                </a:lnTo>
                <a:lnTo>
                  <a:pt x="12699" y="24383"/>
                </a:lnTo>
                <a:lnTo>
                  <a:pt x="229785" y="24383"/>
                </a:lnTo>
                <a:lnTo>
                  <a:pt x="236981" y="27516"/>
                </a:lnTo>
                <a:lnTo>
                  <a:pt x="248157" y="40047"/>
                </a:lnTo>
                <a:lnTo>
                  <a:pt x="250951" y="47243"/>
                </a:lnTo>
                <a:lnTo>
                  <a:pt x="250951" y="201675"/>
                </a:lnTo>
                <a:lnTo>
                  <a:pt x="245871" y="244284"/>
                </a:lnTo>
                <a:lnTo>
                  <a:pt x="230631" y="281685"/>
                </a:lnTo>
                <a:lnTo>
                  <a:pt x="207390" y="314197"/>
                </a:lnTo>
                <a:lnTo>
                  <a:pt x="178307" y="342137"/>
                </a:lnTo>
                <a:lnTo>
                  <a:pt x="144525" y="365505"/>
                </a:lnTo>
                <a:lnTo>
                  <a:pt x="107187" y="384301"/>
                </a:lnTo>
                <a:lnTo>
                  <a:pt x="68325" y="398843"/>
                </a:lnTo>
                <a:lnTo>
                  <a:pt x="49085" y="404637"/>
                </a:lnTo>
                <a:lnTo>
                  <a:pt x="29971" y="409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787116" y="4895469"/>
            <a:ext cx="410209" cy="485140"/>
          </a:xfrm>
          <a:custGeom>
            <a:avLst/>
            <a:gdLst/>
            <a:ahLst/>
            <a:cxnLst/>
            <a:rect l="l" t="t" r="r" b="b"/>
            <a:pathLst>
              <a:path w="410210" h="485139">
                <a:moveTo>
                  <a:pt x="190499" y="59943"/>
                </a:moveTo>
                <a:lnTo>
                  <a:pt x="131063" y="59943"/>
                </a:lnTo>
                <a:lnTo>
                  <a:pt x="131063" y="0"/>
                </a:lnTo>
                <a:lnTo>
                  <a:pt x="190499" y="0"/>
                </a:lnTo>
                <a:lnTo>
                  <a:pt x="190499" y="59943"/>
                </a:lnTo>
                <a:close/>
              </a:path>
              <a:path w="410210" h="485139">
                <a:moveTo>
                  <a:pt x="302259" y="107695"/>
                </a:moveTo>
                <a:lnTo>
                  <a:pt x="18795" y="107695"/>
                </a:lnTo>
                <a:lnTo>
                  <a:pt x="18795" y="59943"/>
                </a:lnTo>
                <a:lnTo>
                  <a:pt x="302259" y="59943"/>
                </a:lnTo>
                <a:lnTo>
                  <a:pt x="302259" y="107695"/>
                </a:lnTo>
                <a:close/>
              </a:path>
              <a:path w="410210" h="485139">
                <a:moveTo>
                  <a:pt x="40639" y="379475"/>
                </a:moveTo>
                <a:lnTo>
                  <a:pt x="0" y="341375"/>
                </a:lnTo>
                <a:lnTo>
                  <a:pt x="12144" y="333882"/>
                </a:lnTo>
                <a:lnTo>
                  <a:pt x="24193" y="325627"/>
                </a:lnTo>
                <a:lnTo>
                  <a:pt x="59499" y="296544"/>
                </a:lnTo>
                <a:lnTo>
                  <a:pt x="89915" y="264413"/>
                </a:lnTo>
                <a:lnTo>
                  <a:pt x="113490" y="231552"/>
                </a:lnTo>
                <a:lnTo>
                  <a:pt x="130349" y="191055"/>
                </a:lnTo>
                <a:lnTo>
                  <a:pt x="131063" y="182371"/>
                </a:lnTo>
                <a:lnTo>
                  <a:pt x="131063" y="107695"/>
                </a:lnTo>
                <a:lnTo>
                  <a:pt x="190499" y="107695"/>
                </a:lnTo>
                <a:lnTo>
                  <a:pt x="190575" y="182371"/>
                </a:lnTo>
                <a:lnTo>
                  <a:pt x="202183" y="221741"/>
                </a:lnTo>
                <a:lnTo>
                  <a:pt x="231496" y="262127"/>
                </a:lnTo>
                <a:lnTo>
                  <a:pt x="161035" y="262127"/>
                </a:lnTo>
                <a:lnTo>
                  <a:pt x="132651" y="301847"/>
                </a:lnTo>
                <a:lnTo>
                  <a:pt x="100758" y="334994"/>
                </a:lnTo>
                <a:lnTo>
                  <a:pt x="65547" y="363997"/>
                </a:lnTo>
                <a:lnTo>
                  <a:pt x="48656" y="375046"/>
                </a:lnTo>
                <a:lnTo>
                  <a:pt x="40639" y="379475"/>
                </a:lnTo>
                <a:close/>
              </a:path>
              <a:path w="410210" h="485139">
                <a:moveTo>
                  <a:pt x="278383" y="370839"/>
                </a:moveTo>
                <a:lnTo>
                  <a:pt x="242569" y="346201"/>
                </a:lnTo>
                <a:lnTo>
                  <a:pt x="208533" y="318261"/>
                </a:lnTo>
                <a:lnTo>
                  <a:pt x="180085" y="289305"/>
                </a:lnTo>
                <a:lnTo>
                  <a:pt x="161035" y="262127"/>
                </a:lnTo>
                <a:lnTo>
                  <a:pt x="231496" y="262127"/>
                </a:lnTo>
                <a:lnTo>
                  <a:pt x="232155" y="262889"/>
                </a:lnTo>
                <a:lnTo>
                  <a:pt x="241537" y="272779"/>
                </a:lnTo>
                <a:lnTo>
                  <a:pt x="272541" y="300735"/>
                </a:lnTo>
                <a:lnTo>
                  <a:pt x="304974" y="324548"/>
                </a:lnTo>
                <a:lnTo>
                  <a:pt x="315467" y="331215"/>
                </a:lnTo>
                <a:lnTo>
                  <a:pt x="278383" y="370839"/>
                </a:lnTo>
                <a:close/>
              </a:path>
              <a:path w="410210" h="485139">
                <a:moveTo>
                  <a:pt x="402505" y="484631"/>
                </a:moveTo>
                <a:lnTo>
                  <a:pt x="352551" y="484631"/>
                </a:lnTo>
                <a:lnTo>
                  <a:pt x="352551" y="1016"/>
                </a:lnTo>
                <a:lnTo>
                  <a:pt x="409955" y="1016"/>
                </a:lnTo>
                <a:lnTo>
                  <a:pt x="409955" y="477181"/>
                </a:lnTo>
                <a:lnTo>
                  <a:pt x="408939" y="479551"/>
                </a:lnTo>
                <a:lnTo>
                  <a:pt x="404875" y="483615"/>
                </a:lnTo>
                <a:lnTo>
                  <a:pt x="402505" y="4846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746638" y="5732793"/>
            <a:ext cx="142243" cy="22169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926898" y="5833175"/>
            <a:ext cx="96520" cy="24130"/>
          </a:xfrm>
          <a:custGeom>
            <a:avLst/>
            <a:gdLst/>
            <a:ahLst/>
            <a:cxnLst/>
            <a:rect l="l" t="t" r="r" b="b"/>
            <a:pathLst>
              <a:path w="96519" h="24129">
                <a:moveTo>
                  <a:pt x="95896" y="23920"/>
                </a:moveTo>
                <a:lnTo>
                  <a:pt x="0" y="23920"/>
                </a:lnTo>
                <a:lnTo>
                  <a:pt x="0" y="0"/>
                </a:lnTo>
                <a:lnTo>
                  <a:pt x="95896" y="0"/>
                </a:lnTo>
                <a:lnTo>
                  <a:pt x="95896" y="23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061666" y="5732793"/>
            <a:ext cx="152281" cy="22468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252392" y="5917325"/>
            <a:ext cx="39370" cy="39370"/>
          </a:xfrm>
          <a:custGeom>
            <a:avLst/>
            <a:gdLst/>
            <a:ahLst/>
            <a:cxnLst/>
            <a:rect l="l" t="t" r="r" b="b"/>
            <a:pathLst>
              <a:path w="39369" h="39370">
                <a:moveTo>
                  <a:pt x="19435" y="38871"/>
                </a:moveTo>
                <a:lnTo>
                  <a:pt x="11863" y="37336"/>
                </a:lnTo>
                <a:lnTo>
                  <a:pt x="5633" y="33158"/>
                </a:lnTo>
                <a:lnTo>
                  <a:pt x="1444" y="26977"/>
                </a:lnTo>
                <a:lnTo>
                  <a:pt x="0" y="19435"/>
                </a:lnTo>
                <a:lnTo>
                  <a:pt x="1444" y="11893"/>
                </a:lnTo>
                <a:lnTo>
                  <a:pt x="5633" y="5713"/>
                </a:lnTo>
                <a:lnTo>
                  <a:pt x="11863" y="1535"/>
                </a:lnTo>
                <a:lnTo>
                  <a:pt x="19435" y="0"/>
                </a:lnTo>
                <a:lnTo>
                  <a:pt x="26977" y="1535"/>
                </a:lnTo>
                <a:lnTo>
                  <a:pt x="33158" y="5713"/>
                </a:lnTo>
                <a:lnTo>
                  <a:pt x="37336" y="11893"/>
                </a:lnTo>
                <a:lnTo>
                  <a:pt x="38871" y="19435"/>
                </a:lnTo>
                <a:lnTo>
                  <a:pt x="37336" y="26977"/>
                </a:lnTo>
                <a:lnTo>
                  <a:pt x="33158" y="33158"/>
                </a:lnTo>
                <a:lnTo>
                  <a:pt x="26977" y="37336"/>
                </a:lnTo>
                <a:lnTo>
                  <a:pt x="19435" y="388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95459" y="5710581"/>
            <a:ext cx="256540" cy="268605"/>
          </a:xfrm>
          <a:custGeom>
            <a:avLst/>
            <a:gdLst/>
            <a:ahLst/>
            <a:cxnLst/>
            <a:rect l="l" t="t" r="r" b="b"/>
            <a:pathLst>
              <a:path w="256539" h="268604">
                <a:moveTo>
                  <a:pt x="211656" y="268468"/>
                </a:moveTo>
                <a:lnTo>
                  <a:pt x="187949" y="268468"/>
                </a:lnTo>
                <a:lnTo>
                  <a:pt x="187949" y="0"/>
                </a:lnTo>
                <a:lnTo>
                  <a:pt x="211656" y="0"/>
                </a:lnTo>
                <a:lnTo>
                  <a:pt x="211656" y="108925"/>
                </a:lnTo>
                <a:lnTo>
                  <a:pt x="256508" y="108925"/>
                </a:lnTo>
                <a:lnTo>
                  <a:pt x="256508" y="129428"/>
                </a:lnTo>
                <a:lnTo>
                  <a:pt x="211656" y="129428"/>
                </a:lnTo>
                <a:lnTo>
                  <a:pt x="211656" y="268468"/>
                </a:lnTo>
                <a:close/>
              </a:path>
              <a:path w="256539" h="268604">
                <a:moveTo>
                  <a:pt x="14950" y="211015"/>
                </a:moveTo>
                <a:lnTo>
                  <a:pt x="0" y="192007"/>
                </a:lnTo>
                <a:lnTo>
                  <a:pt x="27471" y="171964"/>
                </a:lnTo>
                <a:lnTo>
                  <a:pt x="49817" y="143151"/>
                </a:lnTo>
                <a:lnTo>
                  <a:pt x="64874" y="108811"/>
                </a:lnTo>
                <a:lnTo>
                  <a:pt x="70481" y="72189"/>
                </a:lnTo>
                <a:lnTo>
                  <a:pt x="70481" y="23280"/>
                </a:lnTo>
                <a:lnTo>
                  <a:pt x="93974" y="23280"/>
                </a:lnTo>
                <a:lnTo>
                  <a:pt x="93974" y="72189"/>
                </a:lnTo>
                <a:lnTo>
                  <a:pt x="99354" y="107380"/>
                </a:lnTo>
                <a:lnTo>
                  <a:pt x="105686" y="121312"/>
                </a:lnTo>
                <a:lnTo>
                  <a:pt x="82548" y="121312"/>
                </a:lnTo>
                <a:lnTo>
                  <a:pt x="71190" y="149760"/>
                </a:lnTo>
                <a:lnTo>
                  <a:pt x="55597" y="174934"/>
                </a:lnTo>
                <a:lnTo>
                  <a:pt x="36580" y="195723"/>
                </a:lnTo>
                <a:lnTo>
                  <a:pt x="14950" y="211015"/>
                </a:lnTo>
                <a:close/>
              </a:path>
              <a:path w="256539" h="268604">
                <a:moveTo>
                  <a:pt x="148650" y="205890"/>
                </a:moveTo>
                <a:lnTo>
                  <a:pt x="127569" y="191383"/>
                </a:lnTo>
                <a:lnTo>
                  <a:pt x="109032" y="171770"/>
                </a:lnTo>
                <a:lnTo>
                  <a:pt x="93777" y="148073"/>
                </a:lnTo>
                <a:lnTo>
                  <a:pt x="82548" y="121312"/>
                </a:lnTo>
                <a:lnTo>
                  <a:pt x="105686" y="121312"/>
                </a:lnTo>
                <a:lnTo>
                  <a:pt x="114264" y="140187"/>
                </a:lnTo>
                <a:lnTo>
                  <a:pt x="136383" y="167669"/>
                </a:lnTo>
                <a:lnTo>
                  <a:pt x="163387" y="186881"/>
                </a:lnTo>
                <a:lnTo>
                  <a:pt x="148650" y="205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668199" y="5710581"/>
            <a:ext cx="219075" cy="268605"/>
          </a:xfrm>
          <a:custGeom>
            <a:avLst/>
            <a:gdLst/>
            <a:ahLst/>
            <a:cxnLst/>
            <a:rect l="l" t="t" r="r" b="b"/>
            <a:pathLst>
              <a:path w="219075" h="268604">
                <a:moveTo>
                  <a:pt x="218704" y="268468"/>
                </a:moveTo>
                <a:lnTo>
                  <a:pt x="194997" y="268468"/>
                </a:lnTo>
                <a:lnTo>
                  <a:pt x="194997" y="0"/>
                </a:lnTo>
                <a:lnTo>
                  <a:pt x="218704" y="0"/>
                </a:lnTo>
                <a:lnTo>
                  <a:pt x="218704" y="268468"/>
                </a:lnTo>
                <a:close/>
              </a:path>
              <a:path w="219075" h="268604">
                <a:moveTo>
                  <a:pt x="100168" y="33104"/>
                </a:moveTo>
                <a:lnTo>
                  <a:pt x="76461" y="33104"/>
                </a:lnTo>
                <a:lnTo>
                  <a:pt x="76461" y="213"/>
                </a:lnTo>
                <a:lnTo>
                  <a:pt x="100168" y="213"/>
                </a:lnTo>
                <a:lnTo>
                  <a:pt x="100168" y="33104"/>
                </a:lnTo>
                <a:close/>
              </a:path>
              <a:path w="219075" h="268604">
                <a:moveTo>
                  <a:pt x="170222" y="52326"/>
                </a:moveTo>
                <a:lnTo>
                  <a:pt x="5766" y="52326"/>
                </a:lnTo>
                <a:lnTo>
                  <a:pt x="5766" y="33104"/>
                </a:lnTo>
                <a:lnTo>
                  <a:pt x="170222" y="33104"/>
                </a:lnTo>
                <a:lnTo>
                  <a:pt x="170222" y="52326"/>
                </a:lnTo>
                <a:close/>
              </a:path>
              <a:path w="219075" h="268604">
                <a:moveTo>
                  <a:pt x="3630" y="216996"/>
                </a:moveTo>
                <a:lnTo>
                  <a:pt x="0" y="196919"/>
                </a:lnTo>
                <a:lnTo>
                  <a:pt x="76461" y="195638"/>
                </a:lnTo>
                <a:lnTo>
                  <a:pt x="76461" y="166484"/>
                </a:lnTo>
                <a:lnTo>
                  <a:pt x="54549" y="161156"/>
                </a:lnTo>
                <a:lnTo>
                  <a:pt x="37803" y="150853"/>
                </a:lnTo>
                <a:lnTo>
                  <a:pt x="27144" y="136164"/>
                </a:lnTo>
                <a:lnTo>
                  <a:pt x="23493" y="117681"/>
                </a:lnTo>
                <a:lnTo>
                  <a:pt x="28012" y="97078"/>
                </a:lnTo>
                <a:lnTo>
                  <a:pt x="41060" y="81320"/>
                </a:lnTo>
                <a:lnTo>
                  <a:pt x="61397" y="71248"/>
                </a:lnTo>
                <a:lnTo>
                  <a:pt x="87780" y="67704"/>
                </a:lnTo>
                <a:lnTo>
                  <a:pt x="114358" y="71248"/>
                </a:lnTo>
                <a:lnTo>
                  <a:pt x="134928" y="81320"/>
                </a:lnTo>
                <a:lnTo>
                  <a:pt x="139113" y="86285"/>
                </a:lnTo>
                <a:lnTo>
                  <a:pt x="87780" y="86285"/>
                </a:lnTo>
                <a:lnTo>
                  <a:pt x="70724" y="88548"/>
                </a:lnTo>
                <a:lnTo>
                  <a:pt x="57372" y="94935"/>
                </a:lnTo>
                <a:lnTo>
                  <a:pt x="48705" y="104847"/>
                </a:lnTo>
                <a:lnTo>
                  <a:pt x="45705" y="117681"/>
                </a:lnTo>
                <a:lnTo>
                  <a:pt x="48705" y="130323"/>
                </a:lnTo>
                <a:lnTo>
                  <a:pt x="57372" y="140000"/>
                </a:lnTo>
                <a:lnTo>
                  <a:pt x="70724" y="146154"/>
                </a:lnTo>
                <a:lnTo>
                  <a:pt x="87780" y="148223"/>
                </a:lnTo>
                <a:lnTo>
                  <a:pt x="140242" y="148223"/>
                </a:lnTo>
                <a:lnTo>
                  <a:pt x="138519" y="150586"/>
                </a:lnTo>
                <a:lnTo>
                  <a:pt x="121881" y="160886"/>
                </a:lnTo>
                <a:lnTo>
                  <a:pt x="100168" y="166271"/>
                </a:lnTo>
                <a:lnTo>
                  <a:pt x="100168" y="194783"/>
                </a:lnTo>
                <a:lnTo>
                  <a:pt x="177948" y="194783"/>
                </a:lnTo>
                <a:lnTo>
                  <a:pt x="179192" y="206530"/>
                </a:lnTo>
                <a:lnTo>
                  <a:pt x="133440" y="212220"/>
                </a:lnTo>
                <a:lnTo>
                  <a:pt x="87567" y="215367"/>
                </a:lnTo>
                <a:lnTo>
                  <a:pt x="43616" y="216712"/>
                </a:lnTo>
                <a:lnTo>
                  <a:pt x="3630" y="216996"/>
                </a:lnTo>
                <a:close/>
              </a:path>
              <a:path w="219075" h="268604">
                <a:moveTo>
                  <a:pt x="140242" y="148223"/>
                </a:moveTo>
                <a:lnTo>
                  <a:pt x="87780" y="148223"/>
                </a:lnTo>
                <a:lnTo>
                  <a:pt x="105054" y="146154"/>
                </a:lnTo>
                <a:lnTo>
                  <a:pt x="118482" y="140000"/>
                </a:lnTo>
                <a:lnTo>
                  <a:pt x="127186" y="130323"/>
                </a:lnTo>
                <a:lnTo>
                  <a:pt x="130283" y="117681"/>
                </a:lnTo>
                <a:lnTo>
                  <a:pt x="127186" y="104847"/>
                </a:lnTo>
                <a:lnTo>
                  <a:pt x="118482" y="94935"/>
                </a:lnTo>
                <a:lnTo>
                  <a:pt x="105054" y="88548"/>
                </a:lnTo>
                <a:lnTo>
                  <a:pt x="87780" y="86285"/>
                </a:lnTo>
                <a:lnTo>
                  <a:pt x="139113" y="86285"/>
                </a:lnTo>
                <a:lnTo>
                  <a:pt x="148210" y="97078"/>
                </a:lnTo>
                <a:lnTo>
                  <a:pt x="152922" y="117681"/>
                </a:lnTo>
                <a:lnTo>
                  <a:pt x="149169" y="135981"/>
                </a:lnTo>
                <a:lnTo>
                  <a:pt x="140242" y="148223"/>
                </a:lnTo>
                <a:close/>
              </a:path>
              <a:path w="219075" h="268604">
                <a:moveTo>
                  <a:pt x="177948" y="194783"/>
                </a:moveTo>
                <a:lnTo>
                  <a:pt x="100168" y="194783"/>
                </a:lnTo>
                <a:lnTo>
                  <a:pt x="119724" y="193737"/>
                </a:lnTo>
                <a:lnTo>
                  <a:pt x="139200" y="192341"/>
                </a:lnTo>
                <a:lnTo>
                  <a:pt x="158435" y="190564"/>
                </a:lnTo>
                <a:lnTo>
                  <a:pt x="177270" y="188376"/>
                </a:lnTo>
                <a:lnTo>
                  <a:pt x="177948" y="1947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935173" y="5710581"/>
            <a:ext cx="221615" cy="268605"/>
          </a:xfrm>
          <a:custGeom>
            <a:avLst/>
            <a:gdLst/>
            <a:ahLst/>
            <a:cxnLst/>
            <a:rect l="l" t="t" r="r" b="b"/>
            <a:pathLst>
              <a:path w="221614" h="268604">
                <a:moveTo>
                  <a:pt x="221481" y="160824"/>
                </a:moveTo>
                <a:lnTo>
                  <a:pt x="197774" y="160824"/>
                </a:lnTo>
                <a:lnTo>
                  <a:pt x="197774" y="90130"/>
                </a:lnTo>
                <a:lnTo>
                  <a:pt x="143738" y="90130"/>
                </a:lnTo>
                <a:lnTo>
                  <a:pt x="143738" y="70267"/>
                </a:lnTo>
                <a:lnTo>
                  <a:pt x="197774" y="70267"/>
                </a:lnTo>
                <a:lnTo>
                  <a:pt x="197774" y="0"/>
                </a:lnTo>
                <a:lnTo>
                  <a:pt x="221481" y="0"/>
                </a:lnTo>
                <a:lnTo>
                  <a:pt x="221481" y="160824"/>
                </a:lnTo>
                <a:close/>
              </a:path>
              <a:path w="221614" h="268604">
                <a:moveTo>
                  <a:pt x="152281" y="38017"/>
                </a:moveTo>
                <a:lnTo>
                  <a:pt x="7688" y="38017"/>
                </a:lnTo>
                <a:lnTo>
                  <a:pt x="7688" y="18581"/>
                </a:lnTo>
                <a:lnTo>
                  <a:pt x="152281" y="18581"/>
                </a:lnTo>
                <a:lnTo>
                  <a:pt x="152281" y="38017"/>
                </a:lnTo>
                <a:close/>
              </a:path>
              <a:path w="221614" h="268604">
                <a:moveTo>
                  <a:pt x="12387" y="156339"/>
                </a:moveTo>
                <a:lnTo>
                  <a:pt x="0" y="137544"/>
                </a:lnTo>
                <a:lnTo>
                  <a:pt x="27438" y="123198"/>
                </a:lnTo>
                <a:lnTo>
                  <a:pt x="49069" y="102544"/>
                </a:lnTo>
                <a:lnTo>
                  <a:pt x="63252" y="77445"/>
                </a:lnTo>
                <a:lnTo>
                  <a:pt x="68345" y="49763"/>
                </a:lnTo>
                <a:lnTo>
                  <a:pt x="68345" y="38017"/>
                </a:lnTo>
                <a:lnTo>
                  <a:pt x="92266" y="38017"/>
                </a:lnTo>
                <a:lnTo>
                  <a:pt x="92306" y="49763"/>
                </a:lnTo>
                <a:lnTo>
                  <a:pt x="97084" y="75096"/>
                </a:lnTo>
                <a:lnTo>
                  <a:pt x="105211" y="89062"/>
                </a:lnTo>
                <a:lnTo>
                  <a:pt x="80732" y="89062"/>
                </a:lnTo>
                <a:lnTo>
                  <a:pt x="69678" y="110942"/>
                </a:lnTo>
                <a:lnTo>
                  <a:pt x="54208" y="129869"/>
                </a:lnTo>
                <a:lnTo>
                  <a:pt x="34915" y="145211"/>
                </a:lnTo>
                <a:lnTo>
                  <a:pt x="12387" y="156339"/>
                </a:lnTo>
                <a:close/>
              </a:path>
              <a:path w="221614" h="268604">
                <a:moveTo>
                  <a:pt x="146087" y="149932"/>
                </a:moveTo>
                <a:lnTo>
                  <a:pt x="124718" y="139760"/>
                </a:lnTo>
                <a:lnTo>
                  <a:pt x="106402" y="125824"/>
                </a:lnTo>
                <a:lnTo>
                  <a:pt x="91590" y="108724"/>
                </a:lnTo>
                <a:lnTo>
                  <a:pt x="80732" y="89062"/>
                </a:lnTo>
                <a:lnTo>
                  <a:pt x="105211" y="89062"/>
                </a:lnTo>
                <a:lnTo>
                  <a:pt x="110633" y="98379"/>
                </a:lnTo>
                <a:lnTo>
                  <a:pt x="131551" y="117698"/>
                </a:lnTo>
                <a:lnTo>
                  <a:pt x="158475" y="131351"/>
                </a:lnTo>
                <a:lnTo>
                  <a:pt x="146087" y="149932"/>
                </a:lnTo>
                <a:close/>
              </a:path>
              <a:path w="221614" h="268604">
                <a:moveTo>
                  <a:pt x="221481" y="268468"/>
                </a:moveTo>
                <a:lnTo>
                  <a:pt x="197774" y="268468"/>
                </a:lnTo>
                <a:lnTo>
                  <a:pt x="197774" y="194570"/>
                </a:lnTo>
                <a:lnTo>
                  <a:pt x="40793" y="194570"/>
                </a:lnTo>
                <a:lnTo>
                  <a:pt x="40793" y="175134"/>
                </a:lnTo>
                <a:lnTo>
                  <a:pt x="221481" y="175134"/>
                </a:lnTo>
                <a:lnTo>
                  <a:pt x="221481" y="26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280671" y="5710581"/>
            <a:ext cx="250190" cy="268605"/>
          </a:xfrm>
          <a:custGeom>
            <a:avLst/>
            <a:gdLst/>
            <a:ahLst/>
            <a:cxnLst/>
            <a:rect l="l" t="t" r="r" b="b"/>
            <a:pathLst>
              <a:path w="250189" h="268604">
                <a:moveTo>
                  <a:pt x="206103" y="268255"/>
                </a:moveTo>
                <a:lnTo>
                  <a:pt x="182396" y="268255"/>
                </a:lnTo>
                <a:lnTo>
                  <a:pt x="182396" y="0"/>
                </a:lnTo>
                <a:lnTo>
                  <a:pt x="206103" y="0"/>
                </a:lnTo>
                <a:lnTo>
                  <a:pt x="206103" y="109138"/>
                </a:lnTo>
                <a:lnTo>
                  <a:pt x="249673" y="109138"/>
                </a:lnTo>
                <a:lnTo>
                  <a:pt x="249673" y="129215"/>
                </a:lnTo>
                <a:lnTo>
                  <a:pt x="206103" y="129215"/>
                </a:lnTo>
                <a:lnTo>
                  <a:pt x="206103" y="268255"/>
                </a:lnTo>
                <a:close/>
              </a:path>
              <a:path w="250189" h="268604">
                <a:moveTo>
                  <a:pt x="13241" y="217209"/>
                </a:moveTo>
                <a:lnTo>
                  <a:pt x="0" y="198628"/>
                </a:lnTo>
                <a:lnTo>
                  <a:pt x="46119" y="169614"/>
                </a:lnTo>
                <a:lnTo>
                  <a:pt x="80305" y="134634"/>
                </a:lnTo>
                <a:lnTo>
                  <a:pt x="102477" y="94168"/>
                </a:lnTo>
                <a:lnTo>
                  <a:pt x="112556" y="48695"/>
                </a:lnTo>
                <a:lnTo>
                  <a:pt x="12601" y="48695"/>
                </a:lnTo>
                <a:lnTo>
                  <a:pt x="12601" y="28833"/>
                </a:lnTo>
                <a:lnTo>
                  <a:pt x="136690" y="28833"/>
                </a:lnTo>
                <a:lnTo>
                  <a:pt x="132176" y="73479"/>
                </a:lnTo>
                <a:lnTo>
                  <a:pt x="118363" y="115563"/>
                </a:lnTo>
                <a:lnTo>
                  <a:pt x="94463" y="154161"/>
                </a:lnTo>
                <a:lnTo>
                  <a:pt x="59685" y="188350"/>
                </a:lnTo>
                <a:lnTo>
                  <a:pt x="13241" y="217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551702" y="5710581"/>
            <a:ext cx="216535" cy="268605"/>
          </a:xfrm>
          <a:custGeom>
            <a:avLst/>
            <a:gdLst/>
            <a:ahLst/>
            <a:cxnLst/>
            <a:rect l="l" t="t" r="r" b="b"/>
            <a:pathLst>
              <a:path w="216535" h="268604">
                <a:moveTo>
                  <a:pt x="215928" y="268468"/>
                </a:moveTo>
                <a:lnTo>
                  <a:pt x="192220" y="268468"/>
                </a:lnTo>
                <a:lnTo>
                  <a:pt x="192220" y="0"/>
                </a:lnTo>
                <a:lnTo>
                  <a:pt x="215928" y="0"/>
                </a:lnTo>
                <a:lnTo>
                  <a:pt x="215928" y="268468"/>
                </a:lnTo>
                <a:close/>
              </a:path>
              <a:path w="216535" h="268604">
                <a:moveTo>
                  <a:pt x="93761" y="46773"/>
                </a:moveTo>
                <a:lnTo>
                  <a:pt x="70267" y="46773"/>
                </a:lnTo>
                <a:lnTo>
                  <a:pt x="70267" y="4912"/>
                </a:lnTo>
                <a:lnTo>
                  <a:pt x="93761" y="4912"/>
                </a:lnTo>
                <a:lnTo>
                  <a:pt x="93761" y="46773"/>
                </a:lnTo>
                <a:close/>
              </a:path>
              <a:path w="216535" h="268604">
                <a:moveTo>
                  <a:pt x="156126" y="65995"/>
                </a:moveTo>
                <a:lnTo>
                  <a:pt x="7261" y="65995"/>
                </a:lnTo>
                <a:lnTo>
                  <a:pt x="7261" y="46773"/>
                </a:lnTo>
                <a:lnTo>
                  <a:pt x="156126" y="46773"/>
                </a:lnTo>
                <a:lnTo>
                  <a:pt x="156126" y="65995"/>
                </a:lnTo>
                <a:close/>
              </a:path>
              <a:path w="216535" h="268604">
                <a:moveTo>
                  <a:pt x="13455" y="216355"/>
                </a:moveTo>
                <a:lnTo>
                  <a:pt x="0" y="197987"/>
                </a:lnTo>
                <a:lnTo>
                  <a:pt x="27862" y="179679"/>
                </a:lnTo>
                <a:lnTo>
                  <a:pt x="50217" y="153563"/>
                </a:lnTo>
                <a:lnTo>
                  <a:pt x="65084" y="122000"/>
                </a:lnTo>
                <a:lnTo>
                  <a:pt x="70481" y="87353"/>
                </a:lnTo>
                <a:lnTo>
                  <a:pt x="70481" y="65995"/>
                </a:lnTo>
                <a:lnTo>
                  <a:pt x="93761" y="65995"/>
                </a:lnTo>
                <a:lnTo>
                  <a:pt x="93761" y="87353"/>
                </a:lnTo>
                <a:lnTo>
                  <a:pt x="99297" y="120481"/>
                </a:lnTo>
                <a:lnTo>
                  <a:pt x="105733" y="133273"/>
                </a:lnTo>
                <a:lnTo>
                  <a:pt x="82548" y="133273"/>
                </a:lnTo>
                <a:lnTo>
                  <a:pt x="70971" y="160055"/>
                </a:lnTo>
                <a:lnTo>
                  <a:pt x="55049" y="183424"/>
                </a:lnTo>
                <a:lnTo>
                  <a:pt x="35604" y="202487"/>
                </a:lnTo>
                <a:lnTo>
                  <a:pt x="13455" y="216355"/>
                </a:lnTo>
                <a:close/>
              </a:path>
              <a:path w="216535" h="268604">
                <a:moveTo>
                  <a:pt x="152281" y="211656"/>
                </a:moveTo>
                <a:lnTo>
                  <a:pt x="130077" y="198583"/>
                </a:lnTo>
                <a:lnTo>
                  <a:pt x="110487" y="180594"/>
                </a:lnTo>
                <a:lnTo>
                  <a:pt x="94360" y="158540"/>
                </a:lnTo>
                <a:lnTo>
                  <a:pt x="82548" y="133273"/>
                </a:lnTo>
                <a:lnTo>
                  <a:pt x="105733" y="133273"/>
                </a:lnTo>
                <a:lnTo>
                  <a:pt x="114504" y="150706"/>
                </a:lnTo>
                <a:lnTo>
                  <a:pt x="137281" y="175685"/>
                </a:lnTo>
                <a:lnTo>
                  <a:pt x="165523" y="193075"/>
                </a:lnTo>
                <a:lnTo>
                  <a:pt x="152281" y="211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822734" y="5777218"/>
            <a:ext cx="39370" cy="149860"/>
          </a:xfrm>
          <a:custGeom>
            <a:avLst/>
            <a:gdLst/>
            <a:ahLst/>
            <a:cxnLst/>
            <a:rect l="l" t="t" r="r" b="b"/>
            <a:pathLst>
              <a:path w="39370" h="149860">
                <a:moveTo>
                  <a:pt x="19435" y="38871"/>
                </a:moveTo>
                <a:lnTo>
                  <a:pt x="11863" y="37336"/>
                </a:lnTo>
                <a:lnTo>
                  <a:pt x="5633" y="33158"/>
                </a:lnTo>
                <a:lnTo>
                  <a:pt x="1444" y="26977"/>
                </a:lnTo>
                <a:lnTo>
                  <a:pt x="0" y="19435"/>
                </a:lnTo>
                <a:lnTo>
                  <a:pt x="1444" y="11893"/>
                </a:lnTo>
                <a:lnTo>
                  <a:pt x="5633" y="5713"/>
                </a:lnTo>
                <a:lnTo>
                  <a:pt x="11863" y="1535"/>
                </a:lnTo>
                <a:lnTo>
                  <a:pt x="19435" y="0"/>
                </a:lnTo>
                <a:lnTo>
                  <a:pt x="26977" y="1535"/>
                </a:lnTo>
                <a:lnTo>
                  <a:pt x="33158" y="5713"/>
                </a:lnTo>
                <a:lnTo>
                  <a:pt x="37336" y="11893"/>
                </a:lnTo>
                <a:lnTo>
                  <a:pt x="38871" y="19435"/>
                </a:lnTo>
                <a:lnTo>
                  <a:pt x="37336" y="26977"/>
                </a:lnTo>
                <a:lnTo>
                  <a:pt x="33158" y="33158"/>
                </a:lnTo>
                <a:lnTo>
                  <a:pt x="26977" y="37336"/>
                </a:lnTo>
                <a:lnTo>
                  <a:pt x="19435" y="38871"/>
                </a:lnTo>
                <a:close/>
              </a:path>
              <a:path w="39370" h="149860">
                <a:moveTo>
                  <a:pt x="19435" y="149291"/>
                </a:moveTo>
                <a:lnTo>
                  <a:pt x="11863" y="147756"/>
                </a:lnTo>
                <a:lnTo>
                  <a:pt x="5633" y="143578"/>
                </a:lnTo>
                <a:lnTo>
                  <a:pt x="1444" y="137397"/>
                </a:lnTo>
                <a:lnTo>
                  <a:pt x="0" y="129855"/>
                </a:lnTo>
                <a:lnTo>
                  <a:pt x="1444" y="122313"/>
                </a:lnTo>
                <a:lnTo>
                  <a:pt x="5633" y="116133"/>
                </a:lnTo>
                <a:lnTo>
                  <a:pt x="11863" y="111955"/>
                </a:lnTo>
                <a:lnTo>
                  <a:pt x="19435" y="110420"/>
                </a:lnTo>
                <a:lnTo>
                  <a:pt x="26977" y="111955"/>
                </a:lnTo>
                <a:lnTo>
                  <a:pt x="33158" y="116133"/>
                </a:lnTo>
                <a:lnTo>
                  <a:pt x="37336" y="122313"/>
                </a:lnTo>
                <a:lnTo>
                  <a:pt x="38871" y="129855"/>
                </a:lnTo>
                <a:lnTo>
                  <a:pt x="37336" y="137397"/>
                </a:lnTo>
                <a:lnTo>
                  <a:pt x="33158" y="143578"/>
                </a:lnTo>
                <a:lnTo>
                  <a:pt x="26977" y="147756"/>
                </a:lnTo>
                <a:lnTo>
                  <a:pt x="19435" y="149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745356" y="6266046"/>
            <a:ext cx="96520" cy="24130"/>
          </a:xfrm>
          <a:custGeom>
            <a:avLst/>
            <a:gdLst/>
            <a:ahLst/>
            <a:cxnLst/>
            <a:rect l="l" t="t" r="r" b="b"/>
            <a:pathLst>
              <a:path w="96519" h="24129">
                <a:moveTo>
                  <a:pt x="95896" y="23920"/>
                </a:moveTo>
                <a:lnTo>
                  <a:pt x="0" y="23920"/>
                </a:lnTo>
                <a:lnTo>
                  <a:pt x="0" y="0"/>
                </a:lnTo>
                <a:lnTo>
                  <a:pt x="95896" y="0"/>
                </a:lnTo>
                <a:lnTo>
                  <a:pt x="95896" y="23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872222" y="6143452"/>
            <a:ext cx="222885" cy="268605"/>
          </a:xfrm>
          <a:custGeom>
            <a:avLst/>
            <a:gdLst/>
            <a:ahLst/>
            <a:cxnLst/>
            <a:rect l="l" t="t" r="r" b="b"/>
            <a:pathLst>
              <a:path w="222885" h="268604">
                <a:moveTo>
                  <a:pt x="221481" y="159970"/>
                </a:moveTo>
                <a:lnTo>
                  <a:pt x="197774" y="159970"/>
                </a:lnTo>
                <a:lnTo>
                  <a:pt x="197774" y="89703"/>
                </a:lnTo>
                <a:lnTo>
                  <a:pt x="143524" y="89703"/>
                </a:lnTo>
                <a:lnTo>
                  <a:pt x="143524" y="70053"/>
                </a:lnTo>
                <a:lnTo>
                  <a:pt x="197774" y="70053"/>
                </a:lnTo>
                <a:lnTo>
                  <a:pt x="197774" y="0"/>
                </a:lnTo>
                <a:lnTo>
                  <a:pt x="221481" y="0"/>
                </a:lnTo>
                <a:lnTo>
                  <a:pt x="221481" y="159970"/>
                </a:lnTo>
                <a:close/>
              </a:path>
              <a:path w="222885" h="268604">
                <a:moveTo>
                  <a:pt x="152281" y="39298"/>
                </a:moveTo>
                <a:lnTo>
                  <a:pt x="7688" y="39298"/>
                </a:lnTo>
                <a:lnTo>
                  <a:pt x="7688" y="19649"/>
                </a:lnTo>
                <a:lnTo>
                  <a:pt x="152281" y="19649"/>
                </a:lnTo>
                <a:lnTo>
                  <a:pt x="152281" y="39298"/>
                </a:lnTo>
                <a:close/>
              </a:path>
              <a:path w="222885" h="268604">
                <a:moveTo>
                  <a:pt x="12387" y="157407"/>
                </a:moveTo>
                <a:lnTo>
                  <a:pt x="0" y="138612"/>
                </a:lnTo>
                <a:lnTo>
                  <a:pt x="27528" y="123942"/>
                </a:lnTo>
                <a:lnTo>
                  <a:pt x="49149" y="102945"/>
                </a:lnTo>
                <a:lnTo>
                  <a:pt x="63282" y="77462"/>
                </a:lnTo>
                <a:lnTo>
                  <a:pt x="68345" y="49336"/>
                </a:lnTo>
                <a:lnTo>
                  <a:pt x="68345" y="39298"/>
                </a:lnTo>
                <a:lnTo>
                  <a:pt x="92266" y="39298"/>
                </a:lnTo>
                <a:lnTo>
                  <a:pt x="92306" y="49336"/>
                </a:lnTo>
                <a:lnTo>
                  <a:pt x="97084" y="74789"/>
                </a:lnTo>
                <a:lnTo>
                  <a:pt x="105252" y="88848"/>
                </a:lnTo>
                <a:lnTo>
                  <a:pt x="80839" y="88848"/>
                </a:lnTo>
                <a:lnTo>
                  <a:pt x="69783" y="111109"/>
                </a:lnTo>
                <a:lnTo>
                  <a:pt x="54302" y="130376"/>
                </a:lnTo>
                <a:lnTo>
                  <a:pt x="34976" y="146019"/>
                </a:lnTo>
                <a:lnTo>
                  <a:pt x="12387" y="157407"/>
                </a:lnTo>
                <a:close/>
              </a:path>
              <a:path w="222885" h="268604">
                <a:moveTo>
                  <a:pt x="146087" y="149932"/>
                </a:moveTo>
                <a:lnTo>
                  <a:pt x="124780" y="139682"/>
                </a:lnTo>
                <a:lnTo>
                  <a:pt x="106495" y="125677"/>
                </a:lnTo>
                <a:lnTo>
                  <a:pt x="91695" y="108529"/>
                </a:lnTo>
                <a:lnTo>
                  <a:pt x="80839" y="88848"/>
                </a:lnTo>
                <a:lnTo>
                  <a:pt x="105252" y="88848"/>
                </a:lnTo>
                <a:lnTo>
                  <a:pt x="110633" y="98112"/>
                </a:lnTo>
                <a:lnTo>
                  <a:pt x="131551" y="117391"/>
                </a:lnTo>
                <a:lnTo>
                  <a:pt x="158475" y="130923"/>
                </a:lnTo>
                <a:lnTo>
                  <a:pt x="146087" y="149932"/>
                </a:lnTo>
                <a:close/>
              </a:path>
              <a:path w="222885" h="268604">
                <a:moveTo>
                  <a:pt x="132418" y="268255"/>
                </a:moveTo>
                <a:lnTo>
                  <a:pt x="94732" y="264801"/>
                </a:lnTo>
                <a:lnTo>
                  <a:pt x="66396" y="255039"/>
                </a:lnTo>
                <a:lnTo>
                  <a:pt x="48592" y="239391"/>
                </a:lnTo>
                <a:lnTo>
                  <a:pt x="42502" y="218277"/>
                </a:lnTo>
                <a:lnTo>
                  <a:pt x="48592" y="197133"/>
                </a:lnTo>
                <a:lnTo>
                  <a:pt x="66396" y="181435"/>
                </a:lnTo>
                <a:lnTo>
                  <a:pt x="94732" y="171664"/>
                </a:lnTo>
                <a:lnTo>
                  <a:pt x="132418" y="168300"/>
                </a:lnTo>
                <a:lnTo>
                  <a:pt x="169985" y="171664"/>
                </a:lnTo>
                <a:lnTo>
                  <a:pt x="198281" y="181435"/>
                </a:lnTo>
                <a:lnTo>
                  <a:pt x="204471" y="186881"/>
                </a:lnTo>
                <a:lnTo>
                  <a:pt x="132418" y="186881"/>
                </a:lnTo>
                <a:lnTo>
                  <a:pt x="104620" y="189023"/>
                </a:lnTo>
                <a:lnTo>
                  <a:pt x="83669" y="195211"/>
                </a:lnTo>
                <a:lnTo>
                  <a:pt x="70487" y="205082"/>
                </a:lnTo>
                <a:lnTo>
                  <a:pt x="65995" y="218277"/>
                </a:lnTo>
                <a:lnTo>
                  <a:pt x="70487" y="231345"/>
                </a:lnTo>
                <a:lnTo>
                  <a:pt x="83669" y="241130"/>
                </a:lnTo>
                <a:lnTo>
                  <a:pt x="104620" y="247230"/>
                </a:lnTo>
                <a:lnTo>
                  <a:pt x="132418" y="249246"/>
                </a:lnTo>
                <a:lnTo>
                  <a:pt x="204887" y="249246"/>
                </a:lnTo>
                <a:lnTo>
                  <a:pt x="198281" y="255039"/>
                </a:lnTo>
                <a:lnTo>
                  <a:pt x="169985" y="264801"/>
                </a:lnTo>
                <a:lnTo>
                  <a:pt x="132418" y="268255"/>
                </a:lnTo>
                <a:close/>
              </a:path>
              <a:path w="222885" h="268604">
                <a:moveTo>
                  <a:pt x="204887" y="249246"/>
                </a:moveTo>
                <a:lnTo>
                  <a:pt x="132418" y="249246"/>
                </a:lnTo>
                <a:lnTo>
                  <a:pt x="160097" y="247230"/>
                </a:lnTo>
                <a:lnTo>
                  <a:pt x="181008" y="241130"/>
                </a:lnTo>
                <a:lnTo>
                  <a:pt x="194229" y="231345"/>
                </a:lnTo>
                <a:lnTo>
                  <a:pt x="198841" y="218277"/>
                </a:lnTo>
                <a:lnTo>
                  <a:pt x="194229" y="205082"/>
                </a:lnTo>
                <a:lnTo>
                  <a:pt x="181008" y="195211"/>
                </a:lnTo>
                <a:lnTo>
                  <a:pt x="160097" y="189023"/>
                </a:lnTo>
                <a:lnTo>
                  <a:pt x="132418" y="186881"/>
                </a:lnTo>
                <a:lnTo>
                  <a:pt x="204471" y="186881"/>
                </a:lnTo>
                <a:lnTo>
                  <a:pt x="216125" y="197133"/>
                </a:lnTo>
                <a:lnTo>
                  <a:pt x="222335" y="218277"/>
                </a:lnTo>
                <a:lnTo>
                  <a:pt x="216125" y="239391"/>
                </a:lnTo>
                <a:lnTo>
                  <a:pt x="204887" y="249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167602" y="6162040"/>
            <a:ext cx="24130" cy="49530"/>
          </a:xfrm>
          <a:custGeom>
            <a:avLst/>
            <a:gdLst/>
            <a:ahLst/>
            <a:cxnLst/>
            <a:rect l="l" t="t" r="r" b="b"/>
            <a:pathLst>
              <a:path w="24130" h="49529">
                <a:moveTo>
                  <a:pt x="0" y="0"/>
                </a:moveTo>
                <a:lnTo>
                  <a:pt x="23707" y="0"/>
                </a:lnTo>
                <a:lnTo>
                  <a:pt x="23707" y="49530"/>
                </a:lnTo>
                <a:lnTo>
                  <a:pt x="0" y="49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167602" y="6211570"/>
            <a:ext cx="186690" cy="19050"/>
          </a:xfrm>
          <a:custGeom>
            <a:avLst/>
            <a:gdLst/>
            <a:ahLst/>
            <a:cxnLst/>
            <a:rect l="l" t="t" r="r" b="b"/>
            <a:pathLst>
              <a:path w="186689" h="19050">
                <a:moveTo>
                  <a:pt x="0" y="0"/>
                </a:moveTo>
                <a:lnTo>
                  <a:pt x="186667" y="0"/>
                </a:lnTo>
                <a:lnTo>
                  <a:pt x="1866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167602" y="6230620"/>
            <a:ext cx="24130" cy="49530"/>
          </a:xfrm>
          <a:custGeom>
            <a:avLst/>
            <a:gdLst/>
            <a:ahLst/>
            <a:cxnLst/>
            <a:rect l="l" t="t" r="r" b="b"/>
            <a:pathLst>
              <a:path w="24130" h="49529">
                <a:moveTo>
                  <a:pt x="0" y="0"/>
                </a:moveTo>
                <a:lnTo>
                  <a:pt x="23707" y="0"/>
                </a:lnTo>
                <a:lnTo>
                  <a:pt x="23707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167602" y="6280150"/>
            <a:ext cx="186690" cy="19050"/>
          </a:xfrm>
          <a:custGeom>
            <a:avLst/>
            <a:gdLst/>
            <a:ahLst/>
            <a:cxnLst/>
            <a:rect l="l" t="t" r="r" b="b"/>
            <a:pathLst>
              <a:path w="186689" h="19050">
                <a:moveTo>
                  <a:pt x="0" y="0"/>
                </a:moveTo>
                <a:lnTo>
                  <a:pt x="186667" y="0"/>
                </a:lnTo>
                <a:lnTo>
                  <a:pt x="1866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330776" y="6162461"/>
            <a:ext cx="23495" cy="48895"/>
          </a:xfrm>
          <a:custGeom>
            <a:avLst/>
            <a:gdLst/>
            <a:ahLst/>
            <a:cxnLst/>
            <a:rect l="l" t="t" r="r" b="b"/>
            <a:pathLst>
              <a:path w="23494" h="48895">
                <a:moveTo>
                  <a:pt x="23493" y="48482"/>
                </a:moveTo>
                <a:lnTo>
                  <a:pt x="0" y="48482"/>
                </a:lnTo>
                <a:lnTo>
                  <a:pt x="0" y="0"/>
                </a:lnTo>
                <a:lnTo>
                  <a:pt x="23493" y="0"/>
                </a:lnTo>
                <a:lnTo>
                  <a:pt x="23493" y="484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330776" y="6230379"/>
            <a:ext cx="23495" cy="50165"/>
          </a:xfrm>
          <a:custGeom>
            <a:avLst/>
            <a:gdLst/>
            <a:ahLst/>
            <a:cxnLst/>
            <a:rect l="l" t="t" r="r" b="b"/>
            <a:pathLst>
              <a:path w="23494" h="50164">
                <a:moveTo>
                  <a:pt x="23493" y="49977"/>
                </a:moveTo>
                <a:lnTo>
                  <a:pt x="0" y="49977"/>
                </a:lnTo>
                <a:lnTo>
                  <a:pt x="0" y="0"/>
                </a:lnTo>
                <a:lnTo>
                  <a:pt x="23493" y="0"/>
                </a:lnTo>
                <a:lnTo>
                  <a:pt x="23493" y="49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248975" y="6299792"/>
            <a:ext cx="23495" cy="58419"/>
          </a:xfrm>
          <a:custGeom>
            <a:avLst/>
            <a:gdLst/>
            <a:ahLst/>
            <a:cxnLst/>
            <a:rect l="l" t="t" r="r" b="b"/>
            <a:pathLst>
              <a:path w="23494" h="58420">
                <a:moveTo>
                  <a:pt x="23493" y="57879"/>
                </a:moveTo>
                <a:lnTo>
                  <a:pt x="0" y="57879"/>
                </a:lnTo>
                <a:lnTo>
                  <a:pt x="0" y="0"/>
                </a:lnTo>
                <a:lnTo>
                  <a:pt x="23493" y="0"/>
                </a:lnTo>
                <a:lnTo>
                  <a:pt x="23493" y="57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138555" y="6357672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80" h="20320">
                <a:moveTo>
                  <a:pt x="245829" y="19862"/>
                </a:moveTo>
                <a:lnTo>
                  <a:pt x="0" y="19862"/>
                </a:lnTo>
                <a:lnTo>
                  <a:pt x="0" y="0"/>
                </a:lnTo>
                <a:lnTo>
                  <a:pt x="245829" y="0"/>
                </a:lnTo>
                <a:lnTo>
                  <a:pt x="245829" y="19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482599" y="6143666"/>
            <a:ext cx="222250" cy="268605"/>
          </a:xfrm>
          <a:custGeom>
            <a:avLst/>
            <a:gdLst/>
            <a:ahLst/>
            <a:cxnLst/>
            <a:rect l="l" t="t" r="r" b="b"/>
            <a:pathLst>
              <a:path w="222250" h="268604">
                <a:moveTo>
                  <a:pt x="222122" y="268468"/>
                </a:moveTo>
                <a:lnTo>
                  <a:pt x="198841" y="268468"/>
                </a:lnTo>
                <a:lnTo>
                  <a:pt x="198841" y="0"/>
                </a:lnTo>
                <a:lnTo>
                  <a:pt x="222122" y="0"/>
                </a:lnTo>
                <a:lnTo>
                  <a:pt x="222122" y="268468"/>
                </a:lnTo>
                <a:close/>
              </a:path>
              <a:path w="222250" h="268604">
                <a:moveTo>
                  <a:pt x="101877" y="30541"/>
                </a:moveTo>
                <a:lnTo>
                  <a:pt x="78169" y="30541"/>
                </a:lnTo>
                <a:lnTo>
                  <a:pt x="78169" y="427"/>
                </a:lnTo>
                <a:lnTo>
                  <a:pt x="101877" y="427"/>
                </a:lnTo>
                <a:lnTo>
                  <a:pt x="101877" y="30541"/>
                </a:lnTo>
                <a:close/>
              </a:path>
              <a:path w="222250" h="268604">
                <a:moveTo>
                  <a:pt x="161679" y="49336"/>
                </a:moveTo>
                <a:lnTo>
                  <a:pt x="18367" y="49336"/>
                </a:lnTo>
                <a:lnTo>
                  <a:pt x="18367" y="30541"/>
                </a:lnTo>
                <a:lnTo>
                  <a:pt x="161679" y="30541"/>
                </a:lnTo>
                <a:lnTo>
                  <a:pt x="161679" y="49336"/>
                </a:lnTo>
                <a:close/>
              </a:path>
              <a:path w="222250" h="268604">
                <a:moveTo>
                  <a:pt x="23066" y="131564"/>
                </a:moveTo>
                <a:lnTo>
                  <a:pt x="12814" y="112769"/>
                </a:lnTo>
                <a:lnTo>
                  <a:pt x="39335" y="103355"/>
                </a:lnTo>
                <a:lnTo>
                  <a:pt x="59988" y="89035"/>
                </a:lnTo>
                <a:lnTo>
                  <a:pt x="73394" y="70991"/>
                </a:lnTo>
                <a:lnTo>
                  <a:pt x="78169" y="50404"/>
                </a:lnTo>
                <a:lnTo>
                  <a:pt x="78169" y="49336"/>
                </a:lnTo>
                <a:lnTo>
                  <a:pt x="101877" y="49336"/>
                </a:lnTo>
                <a:lnTo>
                  <a:pt x="101877" y="50404"/>
                </a:lnTo>
                <a:lnTo>
                  <a:pt x="106645" y="69823"/>
                </a:lnTo>
                <a:lnTo>
                  <a:pt x="116441" y="82227"/>
                </a:lnTo>
                <a:lnTo>
                  <a:pt x="90450" y="82227"/>
                </a:lnTo>
                <a:lnTo>
                  <a:pt x="79561" y="98781"/>
                </a:lnTo>
                <a:lnTo>
                  <a:pt x="64367" y="112782"/>
                </a:lnTo>
                <a:lnTo>
                  <a:pt x="45368" y="123840"/>
                </a:lnTo>
                <a:lnTo>
                  <a:pt x="23066" y="131564"/>
                </a:lnTo>
                <a:close/>
              </a:path>
              <a:path w="222250" h="268604">
                <a:moveTo>
                  <a:pt x="156980" y="127933"/>
                </a:moveTo>
                <a:lnTo>
                  <a:pt x="135172" y="120657"/>
                </a:lnTo>
                <a:lnTo>
                  <a:pt x="116507" y="110406"/>
                </a:lnTo>
                <a:lnTo>
                  <a:pt x="101446" y="97493"/>
                </a:lnTo>
                <a:lnTo>
                  <a:pt x="90450" y="82227"/>
                </a:lnTo>
                <a:lnTo>
                  <a:pt x="116441" y="82227"/>
                </a:lnTo>
                <a:lnTo>
                  <a:pt x="120004" y="86739"/>
                </a:lnTo>
                <a:lnTo>
                  <a:pt x="140531" y="100171"/>
                </a:lnTo>
                <a:lnTo>
                  <a:pt x="166805" y="109138"/>
                </a:lnTo>
                <a:lnTo>
                  <a:pt x="156980" y="127933"/>
                </a:lnTo>
                <a:close/>
              </a:path>
              <a:path w="222250" h="268604">
                <a:moveTo>
                  <a:pt x="3203" y="170649"/>
                </a:moveTo>
                <a:lnTo>
                  <a:pt x="0" y="150573"/>
                </a:lnTo>
                <a:lnTo>
                  <a:pt x="41330" y="150386"/>
                </a:lnTo>
                <a:lnTo>
                  <a:pt x="86526" y="149398"/>
                </a:lnTo>
                <a:lnTo>
                  <a:pt x="133203" y="146968"/>
                </a:lnTo>
                <a:lnTo>
                  <a:pt x="178979" y="142457"/>
                </a:lnTo>
                <a:lnTo>
                  <a:pt x="180687" y="159756"/>
                </a:lnTo>
                <a:lnTo>
                  <a:pt x="161310" y="162651"/>
                </a:lnTo>
                <a:lnTo>
                  <a:pt x="141722" y="164976"/>
                </a:lnTo>
                <a:lnTo>
                  <a:pt x="122075" y="166800"/>
                </a:lnTo>
                <a:lnTo>
                  <a:pt x="102517" y="168193"/>
                </a:lnTo>
                <a:lnTo>
                  <a:pt x="102517" y="169368"/>
                </a:lnTo>
                <a:lnTo>
                  <a:pt x="78810" y="169368"/>
                </a:lnTo>
                <a:lnTo>
                  <a:pt x="58737" y="170018"/>
                </a:lnTo>
                <a:lnTo>
                  <a:pt x="20753" y="170599"/>
                </a:lnTo>
                <a:lnTo>
                  <a:pt x="3203" y="170649"/>
                </a:lnTo>
                <a:close/>
              </a:path>
              <a:path w="222250" h="268604">
                <a:moveTo>
                  <a:pt x="102517" y="260352"/>
                </a:moveTo>
                <a:lnTo>
                  <a:pt x="78810" y="260352"/>
                </a:lnTo>
                <a:lnTo>
                  <a:pt x="78810" y="169368"/>
                </a:lnTo>
                <a:lnTo>
                  <a:pt x="102517" y="169368"/>
                </a:lnTo>
                <a:lnTo>
                  <a:pt x="102517" y="2603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755766" y="6143452"/>
            <a:ext cx="245110" cy="268605"/>
          </a:xfrm>
          <a:custGeom>
            <a:avLst/>
            <a:gdLst/>
            <a:ahLst/>
            <a:cxnLst/>
            <a:rect l="l" t="t" r="r" b="b"/>
            <a:pathLst>
              <a:path w="245110" h="268604">
                <a:moveTo>
                  <a:pt x="204822" y="159543"/>
                </a:moveTo>
                <a:lnTo>
                  <a:pt x="181114" y="159543"/>
                </a:lnTo>
                <a:lnTo>
                  <a:pt x="181114" y="0"/>
                </a:lnTo>
                <a:lnTo>
                  <a:pt x="204822" y="0"/>
                </a:lnTo>
                <a:lnTo>
                  <a:pt x="204822" y="41434"/>
                </a:lnTo>
                <a:lnTo>
                  <a:pt x="244547" y="41434"/>
                </a:lnTo>
                <a:lnTo>
                  <a:pt x="244547" y="60869"/>
                </a:lnTo>
                <a:lnTo>
                  <a:pt x="204822" y="60869"/>
                </a:lnTo>
                <a:lnTo>
                  <a:pt x="204822" y="98673"/>
                </a:lnTo>
                <a:lnTo>
                  <a:pt x="244547" y="98673"/>
                </a:lnTo>
                <a:lnTo>
                  <a:pt x="244547" y="118749"/>
                </a:lnTo>
                <a:lnTo>
                  <a:pt x="204822" y="118749"/>
                </a:lnTo>
                <a:lnTo>
                  <a:pt x="204822" y="159543"/>
                </a:lnTo>
                <a:close/>
              </a:path>
              <a:path w="245110" h="268604">
                <a:moveTo>
                  <a:pt x="70481" y="142884"/>
                </a:moveTo>
                <a:lnTo>
                  <a:pt x="42228" y="138258"/>
                </a:lnTo>
                <a:lnTo>
                  <a:pt x="19862" y="125264"/>
                </a:lnTo>
                <a:lnTo>
                  <a:pt x="5185" y="105220"/>
                </a:lnTo>
                <a:lnTo>
                  <a:pt x="0" y="79451"/>
                </a:lnTo>
                <a:lnTo>
                  <a:pt x="5185" y="53775"/>
                </a:lnTo>
                <a:lnTo>
                  <a:pt x="19862" y="33745"/>
                </a:lnTo>
                <a:lnTo>
                  <a:pt x="42228" y="20763"/>
                </a:lnTo>
                <a:lnTo>
                  <a:pt x="70481" y="16231"/>
                </a:lnTo>
                <a:lnTo>
                  <a:pt x="98673" y="20763"/>
                </a:lnTo>
                <a:lnTo>
                  <a:pt x="120939" y="33745"/>
                </a:lnTo>
                <a:lnTo>
                  <a:pt x="122970" y="36521"/>
                </a:lnTo>
                <a:lnTo>
                  <a:pt x="70481" y="36521"/>
                </a:lnTo>
                <a:lnTo>
                  <a:pt x="51542" y="39655"/>
                </a:lnTo>
                <a:lnTo>
                  <a:pt x="36548" y="48455"/>
                </a:lnTo>
                <a:lnTo>
                  <a:pt x="26720" y="62021"/>
                </a:lnTo>
                <a:lnTo>
                  <a:pt x="23280" y="79451"/>
                </a:lnTo>
                <a:lnTo>
                  <a:pt x="26720" y="97034"/>
                </a:lnTo>
                <a:lnTo>
                  <a:pt x="36548" y="110713"/>
                </a:lnTo>
                <a:lnTo>
                  <a:pt x="51542" y="119547"/>
                </a:lnTo>
                <a:lnTo>
                  <a:pt x="70481" y="122594"/>
                </a:lnTo>
                <a:lnTo>
                  <a:pt x="122891" y="122594"/>
                </a:lnTo>
                <a:lnTo>
                  <a:pt x="120939" y="125264"/>
                </a:lnTo>
                <a:lnTo>
                  <a:pt x="98673" y="138258"/>
                </a:lnTo>
                <a:lnTo>
                  <a:pt x="70481" y="142884"/>
                </a:lnTo>
                <a:close/>
              </a:path>
              <a:path w="245110" h="268604">
                <a:moveTo>
                  <a:pt x="122891" y="122594"/>
                </a:moveTo>
                <a:lnTo>
                  <a:pt x="70481" y="122594"/>
                </a:lnTo>
                <a:lnTo>
                  <a:pt x="89392" y="119547"/>
                </a:lnTo>
                <a:lnTo>
                  <a:pt x="104359" y="110713"/>
                </a:lnTo>
                <a:lnTo>
                  <a:pt x="114241" y="97034"/>
                </a:lnTo>
                <a:lnTo>
                  <a:pt x="117895" y="79451"/>
                </a:lnTo>
                <a:lnTo>
                  <a:pt x="114241" y="62021"/>
                </a:lnTo>
                <a:lnTo>
                  <a:pt x="104359" y="48455"/>
                </a:lnTo>
                <a:lnTo>
                  <a:pt x="89392" y="39655"/>
                </a:lnTo>
                <a:lnTo>
                  <a:pt x="70481" y="36521"/>
                </a:lnTo>
                <a:lnTo>
                  <a:pt x="122970" y="36521"/>
                </a:lnTo>
                <a:lnTo>
                  <a:pt x="135595" y="53775"/>
                </a:lnTo>
                <a:lnTo>
                  <a:pt x="140962" y="79451"/>
                </a:lnTo>
                <a:lnTo>
                  <a:pt x="135595" y="105220"/>
                </a:lnTo>
                <a:lnTo>
                  <a:pt x="122891" y="122594"/>
                </a:lnTo>
                <a:close/>
              </a:path>
              <a:path w="245110" h="268604">
                <a:moveTo>
                  <a:pt x="204822" y="268468"/>
                </a:moveTo>
                <a:lnTo>
                  <a:pt x="181114" y="268468"/>
                </a:lnTo>
                <a:lnTo>
                  <a:pt x="181114" y="191580"/>
                </a:lnTo>
                <a:lnTo>
                  <a:pt x="29046" y="191580"/>
                </a:lnTo>
                <a:lnTo>
                  <a:pt x="29046" y="172144"/>
                </a:lnTo>
                <a:lnTo>
                  <a:pt x="204822" y="172144"/>
                </a:lnTo>
                <a:lnTo>
                  <a:pt x="204822" y="26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017827" y="6143452"/>
            <a:ext cx="230504" cy="268605"/>
          </a:xfrm>
          <a:custGeom>
            <a:avLst/>
            <a:gdLst/>
            <a:ahLst/>
            <a:cxnLst/>
            <a:rect l="l" t="t" r="r" b="b"/>
            <a:pathLst>
              <a:path w="230505" h="268604">
                <a:moveTo>
                  <a:pt x="230024" y="268468"/>
                </a:moveTo>
                <a:lnTo>
                  <a:pt x="207385" y="268468"/>
                </a:lnTo>
                <a:lnTo>
                  <a:pt x="207385" y="0"/>
                </a:lnTo>
                <a:lnTo>
                  <a:pt x="230024" y="0"/>
                </a:lnTo>
                <a:lnTo>
                  <a:pt x="230024" y="268468"/>
                </a:lnTo>
                <a:close/>
              </a:path>
              <a:path w="230505" h="268604">
                <a:moveTo>
                  <a:pt x="175775" y="74752"/>
                </a:moveTo>
                <a:lnTo>
                  <a:pt x="152922" y="74752"/>
                </a:lnTo>
                <a:lnTo>
                  <a:pt x="152922" y="7261"/>
                </a:lnTo>
                <a:lnTo>
                  <a:pt x="175775" y="7261"/>
                </a:lnTo>
                <a:lnTo>
                  <a:pt x="175775" y="74752"/>
                </a:lnTo>
                <a:close/>
              </a:path>
              <a:path w="230505" h="268604">
                <a:moveTo>
                  <a:pt x="14309" y="210375"/>
                </a:moveTo>
                <a:lnTo>
                  <a:pt x="0" y="193288"/>
                </a:lnTo>
                <a:lnTo>
                  <a:pt x="38354" y="164832"/>
                </a:lnTo>
                <a:lnTo>
                  <a:pt x="66236" y="131751"/>
                </a:lnTo>
                <a:lnTo>
                  <a:pt x="84066" y="94625"/>
                </a:lnTo>
                <a:lnTo>
                  <a:pt x="92266" y="54035"/>
                </a:lnTo>
                <a:lnTo>
                  <a:pt x="11960" y="54035"/>
                </a:lnTo>
                <a:lnTo>
                  <a:pt x="11960" y="34172"/>
                </a:lnTo>
                <a:lnTo>
                  <a:pt x="115759" y="34172"/>
                </a:lnTo>
                <a:lnTo>
                  <a:pt x="115537" y="44462"/>
                </a:lnTo>
                <a:lnTo>
                  <a:pt x="114865" y="54662"/>
                </a:lnTo>
                <a:lnTo>
                  <a:pt x="113732" y="64762"/>
                </a:lnTo>
                <a:lnTo>
                  <a:pt x="112128" y="74752"/>
                </a:lnTo>
                <a:lnTo>
                  <a:pt x="175775" y="74752"/>
                </a:lnTo>
                <a:lnTo>
                  <a:pt x="175775" y="94401"/>
                </a:lnTo>
                <a:lnTo>
                  <a:pt x="107536" y="94401"/>
                </a:lnTo>
                <a:lnTo>
                  <a:pt x="94562" y="127449"/>
                </a:lnTo>
                <a:lnTo>
                  <a:pt x="75019" y="158075"/>
                </a:lnTo>
                <a:lnTo>
                  <a:pt x="48429" y="185856"/>
                </a:lnTo>
                <a:lnTo>
                  <a:pt x="14309" y="210375"/>
                </a:lnTo>
                <a:close/>
              </a:path>
              <a:path w="230505" h="268604">
                <a:moveTo>
                  <a:pt x="175775" y="254799"/>
                </a:moveTo>
                <a:lnTo>
                  <a:pt x="152922" y="254799"/>
                </a:lnTo>
                <a:lnTo>
                  <a:pt x="152922" y="161679"/>
                </a:lnTo>
                <a:lnTo>
                  <a:pt x="103158" y="161679"/>
                </a:lnTo>
                <a:lnTo>
                  <a:pt x="103158" y="142029"/>
                </a:lnTo>
                <a:lnTo>
                  <a:pt x="152922" y="142029"/>
                </a:lnTo>
                <a:lnTo>
                  <a:pt x="152922" y="94401"/>
                </a:lnTo>
                <a:lnTo>
                  <a:pt x="175775" y="94401"/>
                </a:lnTo>
                <a:lnTo>
                  <a:pt x="175775" y="254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285442" y="6142811"/>
            <a:ext cx="245110" cy="268605"/>
          </a:xfrm>
          <a:custGeom>
            <a:avLst/>
            <a:gdLst/>
            <a:ahLst/>
            <a:cxnLst/>
            <a:rect l="l" t="t" r="r" b="b"/>
            <a:pathLst>
              <a:path w="245110" h="268604">
                <a:moveTo>
                  <a:pt x="133913" y="26910"/>
                </a:moveTo>
                <a:lnTo>
                  <a:pt x="110633" y="26910"/>
                </a:lnTo>
                <a:lnTo>
                  <a:pt x="110633" y="0"/>
                </a:lnTo>
                <a:lnTo>
                  <a:pt x="133913" y="0"/>
                </a:lnTo>
                <a:lnTo>
                  <a:pt x="133913" y="26910"/>
                </a:lnTo>
                <a:close/>
              </a:path>
              <a:path w="245110" h="268604">
                <a:moveTo>
                  <a:pt x="219772" y="46133"/>
                </a:moveTo>
                <a:lnTo>
                  <a:pt x="25202" y="46133"/>
                </a:lnTo>
                <a:lnTo>
                  <a:pt x="25202" y="26910"/>
                </a:lnTo>
                <a:lnTo>
                  <a:pt x="219772" y="26910"/>
                </a:lnTo>
                <a:lnTo>
                  <a:pt x="219772" y="46133"/>
                </a:lnTo>
                <a:close/>
              </a:path>
              <a:path w="245110" h="268604">
                <a:moveTo>
                  <a:pt x="21785" y="119604"/>
                </a:moveTo>
                <a:lnTo>
                  <a:pt x="14309" y="101022"/>
                </a:lnTo>
                <a:lnTo>
                  <a:pt x="50017" y="94713"/>
                </a:lnTo>
                <a:lnTo>
                  <a:pt x="79798" y="83068"/>
                </a:lnTo>
                <a:lnTo>
                  <a:pt x="100568" y="66678"/>
                </a:lnTo>
                <a:lnTo>
                  <a:pt x="109245" y="46133"/>
                </a:lnTo>
                <a:lnTo>
                  <a:pt x="135302" y="46133"/>
                </a:lnTo>
                <a:lnTo>
                  <a:pt x="143858" y="66678"/>
                </a:lnTo>
                <a:lnTo>
                  <a:pt x="150289" y="71762"/>
                </a:lnTo>
                <a:lnTo>
                  <a:pt x="122273" y="71762"/>
                </a:lnTo>
                <a:lnTo>
                  <a:pt x="105911" y="89975"/>
                </a:lnTo>
                <a:lnTo>
                  <a:pt x="82521" y="104052"/>
                </a:lnTo>
                <a:lnTo>
                  <a:pt x="53885" y="113945"/>
                </a:lnTo>
                <a:lnTo>
                  <a:pt x="21785" y="119604"/>
                </a:lnTo>
                <a:close/>
              </a:path>
              <a:path w="245110" h="268604">
                <a:moveTo>
                  <a:pt x="222976" y="119604"/>
                </a:moveTo>
                <a:lnTo>
                  <a:pt x="190692" y="113945"/>
                </a:lnTo>
                <a:lnTo>
                  <a:pt x="161972" y="104052"/>
                </a:lnTo>
                <a:lnTo>
                  <a:pt x="138579" y="89975"/>
                </a:lnTo>
                <a:lnTo>
                  <a:pt x="122273" y="71762"/>
                </a:lnTo>
                <a:lnTo>
                  <a:pt x="150289" y="71762"/>
                </a:lnTo>
                <a:lnTo>
                  <a:pt x="164589" y="83068"/>
                </a:lnTo>
                <a:lnTo>
                  <a:pt x="194410" y="94713"/>
                </a:lnTo>
                <a:lnTo>
                  <a:pt x="230238" y="101022"/>
                </a:lnTo>
                <a:lnTo>
                  <a:pt x="222976" y="119604"/>
                </a:lnTo>
                <a:close/>
              </a:path>
              <a:path w="245110" h="268604">
                <a:moveTo>
                  <a:pt x="244761" y="156553"/>
                </a:moveTo>
                <a:lnTo>
                  <a:pt x="0" y="156553"/>
                </a:lnTo>
                <a:lnTo>
                  <a:pt x="0" y="136904"/>
                </a:lnTo>
                <a:lnTo>
                  <a:pt x="244761" y="136904"/>
                </a:lnTo>
                <a:lnTo>
                  <a:pt x="244761" y="156553"/>
                </a:lnTo>
                <a:close/>
              </a:path>
              <a:path w="245110" h="268604">
                <a:moveTo>
                  <a:pt x="122167" y="268468"/>
                </a:moveTo>
                <a:lnTo>
                  <a:pt x="83085" y="265581"/>
                </a:lnTo>
                <a:lnTo>
                  <a:pt x="53955" y="257068"/>
                </a:lnTo>
                <a:lnTo>
                  <a:pt x="35757" y="243149"/>
                </a:lnTo>
                <a:lnTo>
                  <a:pt x="29473" y="224044"/>
                </a:lnTo>
                <a:lnTo>
                  <a:pt x="35757" y="204938"/>
                </a:lnTo>
                <a:lnTo>
                  <a:pt x="53955" y="191019"/>
                </a:lnTo>
                <a:lnTo>
                  <a:pt x="83085" y="182506"/>
                </a:lnTo>
                <a:lnTo>
                  <a:pt x="122167" y="179619"/>
                </a:lnTo>
                <a:lnTo>
                  <a:pt x="161185" y="182506"/>
                </a:lnTo>
                <a:lnTo>
                  <a:pt x="190191" y="191019"/>
                </a:lnTo>
                <a:lnTo>
                  <a:pt x="198704" y="197560"/>
                </a:lnTo>
                <a:lnTo>
                  <a:pt x="122167" y="197560"/>
                </a:lnTo>
                <a:lnTo>
                  <a:pt x="93133" y="199325"/>
                </a:lnTo>
                <a:lnTo>
                  <a:pt x="71548" y="204475"/>
                </a:lnTo>
                <a:lnTo>
                  <a:pt x="58133" y="212787"/>
                </a:lnTo>
                <a:lnTo>
                  <a:pt x="53608" y="224044"/>
                </a:lnTo>
                <a:lnTo>
                  <a:pt x="58133" y="235263"/>
                </a:lnTo>
                <a:lnTo>
                  <a:pt x="71548" y="243479"/>
                </a:lnTo>
                <a:lnTo>
                  <a:pt x="93133" y="248492"/>
                </a:lnTo>
                <a:lnTo>
                  <a:pt x="122167" y="250100"/>
                </a:lnTo>
                <a:lnTo>
                  <a:pt x="199259" y="250100"/>
                </a:lnTo>
                <a:lnTo>
                  <a:pt x="190191" y="257068"/>
                </a:lnTo>
                <a:lnTo>
                  <a:pt x="161185" y="265581"/>
                </a:lnTo>
                <a:lnTo>
                  <a:pt x="122167" y="268468"/>
                </a:lnTo>
                <a:close/>
              </a:path>
              <a:path w="245110" h="268604">
                <a:moveTo>
                  <a:pt x="199259" y="250100"/>
                </a:moveTo>
                <a:lnTo>
                  <a:pt x="122167" y="250100"/>
                </a:lnTo>
                <a:lnTo>
                  <a:pt x="151083" y="248492"/>
                </a:lnTo>
                <a:lnTo>
                  <a:pt x="172651" y="243479"/>
                </a:lnTo>
                <a:lnTo>
                  <a:pt x="186170" y="235263"/>
                </a:lnTo>
                <a:lnTo>
                  <a:pt x="190939" y="224044"/>
                </a:lnTo>
                <a:lnTo>
                  <a:pt x="186170" y="212787"/>
                </a:lnTo>
                <a:lnTo>
                  <a:pt x="172651" y="204475"/>
                </a:lnTo>
                <a:lnTo>
                  <a:pt x="151083" y="199325"/>
                </a:lnTo>
                <a:lnTo>
                  <a:pt x="122167" y="197560"/>
                </a:lnTo>
                <a:lnTo>
                  <a:pt x="198704" y="197560"/>
                </a:lnTo>
                <a:lnTo>
                  <a:pt x="208306" y="204938"/>
                </a:lnTo>
                <a:lnTo>
                  <a:pt x="214646" y="224044"/>
                </a:lnTo>
                <a:lnTo>
                  <a:pt x="208306" y="243149"/>
                </a:lnTo>
                <a:lnTo>
                  <a:pt x="199259" y="250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554337" y="6143452"/>
            <a:ext cx="219075" cy="269240"/>
          </a:xfrm>
          <a:custGeom>
            <a:avLst/>
            <a:gdLst/>
            <a:ahLst/>
            <a:cxnLst/>
            <a:rect l="l" t="t" r="r" b="b"/>
            <a:pathLst>
              <a:path w="219075" h="269239">
                <a:moveTo>
                  <a:pt x="218704" y="268895"/>
                </a:moveTo>
                <a:lnTo>
                  <a:pt x="194997" y="268895"/>
                </a:lnTo>
                <a:lnTo>
                  <a:pt x="194997" y="0"/>
                </a:lnTo>
                <a:lnTo>
                  <a:pt x="218704" y="0"/>
                </a:lnTo>
                <a:lnTo>
                  <a:pt x="218704" y="268895"/>
                </a:lnTo>
                <a:close/>
              </a:path>
              <a:path w="219075" h="269239">
                <a:moveTo>
                  <a:pt x="86285" y="145660"/>
                </a:moveTo>
                <a:lnTo>
                  <a:pt x="57102" y="141072"/>
                </a:lnTo>
                <a:lnTo>
                  <a:pt x="34145" y="128174"/>
                </a:lnTo>
                <a:lnTo>
                  <a:pt x="19158" y="108267"/>
                </a:lnTo>
                <a:lnTo>
                  <a:pt x="13882" y="82655"/>
                </a:lnTo>
                <a:lnTo>
                  <a:pt x="19158" y="57042"/>
                </a:lnTo>
                <a:lnTo>
                  <a:pt x="34145" y="37136"/>
                </a:lnTo>
                <a:lnTo>
                  <a:pt x="57102" y="24237"/>
                </a:lnTo>
                <a:lnTo>
                  <a:pt x="86285" y="19649"/>
                </a:lnTo>
                <a:lnTo>
                  <a:pt x="115409" y="24237"/>
                </a:lnTo>
                <a:lnTo>
                  <a:pt x="138265" y="37136"/>
                </a:lnTo>
                <a:lnTo>
                  <a:pt x="140694" y="40366"/>
                </a:lnTo>
                <a:lnTo>
                  <a:pt x="86285" y="40366"/>
                </a:lnTo>
                <a:lnTo>
                  <a:pt x="66506" y="43459"/>
                </a:lnTo>
                <a:lnTo>
                  <a:pt x="50911" y="52139"/>
                </a:lnTo>
                <a:lnTo>
                  <a:pt x="40723" y="65505"/>
                </a:lnTo>
                <a:lnTo>
                  <a:pt x="37162" y="82655"/>
                </a:lnTo>
                <a:lnTo>
                  <a:pt x="40723" y="99804"/>
                </a:lnTo>
                <a:lnTo>
                  <a:pt x="50911" y="113170"/>
                </a:lnTo>
                <a:lnTo>
                  <a:pt x="66506" y="121850"/>
                </a:lnTo>
                <a:lnTo>
                  <a:pt x="86285" y="124943"/>
                </a:lnTo>
                <a:lnTo>
                  <a:pt x="140694" y="124943"/>
                </a:lnTo>
                <a:lnTo>
                  <a:pt x="138265" y="128174"/>
                </a:lnTo>
                <a:lnTo>
                  <a:pt x="115409" y="141072"/>
                </a:lnTo>
                <a:lnTo>
                  <a:pt x="86285" y="145660"/>
                </a:lnTo>
                <a:close/>
              </a:path>
              <a:path w="219075" h="269239">
                <a:moveTo>
                  <a:pt x="140694" y="124943"/>
                </a:moveTo>
                <a:lnTo>
                  <a:pt x="86285" y="124943"/>
                </a:lnTo>
                <a:lnTo>
                  <a:pt x="105945" y="121850"/>
                </a:lnTo>
                <a:lnTo>
                  <a:pt x="121499" y="113170"/>
                </a:lnTo>
                <a:lnTo>
                  <a:pt x="131728" y="99804"/>
                </a:lnTo>
                <a:lnTo>
                  <a:pt x="135408" y="82655"/>
                </a:lnTo>
                <a:lnTo>
                  <a:pt x="131728" y="65505"/>
                </a:lnTo>
                <a:lnTo>
                  <a:pt x="121499" y="52139"/>
                </a:lnTo>
                <a:lnTo>
                  <a:pt x="105945" y="43459"/>
                </a:lnTo>
                <a:lnTo>
                  <a:pt x="86285" y="40366"/>
                </a:lnTo>
                <a:lnTo>
                  <a:pt x="140694" y="40366"/>
                </a:lnTo>
                <a:lnTo>
                  <a:pt x="153232" y="57042"/>
                </a:lnTo>
                <a:lnTo>
                  <a:pt x="158689" y="82655"/>
                </a:lnTo>
                <a:lnTo>
                  <a:pt x="153232" y="108267"/>
                </a:lnTo>
                <a:lnTo>
                  <a:pt x="140694" y="124943"/>
                </a:lnTo>
                <a:close/>
              </a:path>
              <a:path w="219075" h="269239">
                <a:moveTo>
                  <a:pt x="3203" y="209734"/>
                </a:moveTo>
                <a:lnTo>
                  <a:pt x="0" y="189444"/>
                </a:lnTo>
                <a:lnTo>
                  <a:pt x="40252" y="189364"/>
                </a:lnTo>
                <a:lnTo>
                  <a:pt x="84950" y="188323"/>
                </a:lnTo>
                <a:lnTo>
                  <a:pt x="131491" y="185600"/>
                </a:lnTo>
                <a:lnTo>
                  <a:pt x="177270" y="180474"/>
                </a:lnTo>
                <a:lnTo>
                  <a:pt x="179192" y="197987"/>
                </a:lnTo>
                <a:lnTo>
                  <a:pt x="132562" y="204688"/>
                </a:lnTo>
                <a:lnTo>
                  <a:pt x="86312" y="208185"/>
                </a:lnTo>
                <a:lnTo>
                  <a:pt x="42505" y="209520"/>
                </a:lnTo>
                <a:lnTo>
                  <a:pt x="3203" y="2097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894332" y="6143452"/>
            <a:ext cx="233045" cy="268605"/>
          </a:xfrm>
          <a:custGeom>
            <a:avLst/>
            <a:gdLst/>
            <a:ahLst/>
            <a:cxnLst/>
            <a:rect l="l" t="t" r="r" b="b"/>
            <a:pathLst>
              <a:path w="233045" h="268604">
                <a:moveTo>
                  <a:pt x="232587" y="268468"/>
                </a:moveTo>
                <a:lnTo>
                  <a:pt x="209948" y="268468"/>
                </a:lnTo>
                <a:lnTo>
                  <a:pt x="209948" y="0"/>
                </a:lnTo>
                <a:lnTo>
                  <a:pt x="232587" y="0"/>
                </a:lnTo>
                <a:lnTo>
                  <a:pt x="232587" y="268468"/>
                </a:lnTo>
                <a:close/>
              </a:path>
              <a:path w="233045" h="268604">
                <a:moveTo>
                  <a:pt x="178338" y="254372"/>
                </a:moveTo>
                <a:lnTo>
                  <a:pt x="155912" y="254372"/>
                </a:lnTo>
                <a:lnTo>
                  <a:pt x="155912" y="116186"/>
                </a:lnTo>
                <a:lnTo>
                  <a:pt x="110633" y="116186"/>
                </a:lnTo>
                <a:lnTo>
                  <a:pt x="110633" y="96751"/>
                </a:lnTo>
                <a:lnTo>
                  <a:pt x="155912" y="96751"/>
                </a:lnTo>
                <a:lnTo>
                  <a:pt x="155912" y="6407"/>
                </a:lnTo>
                <a:lnTo>
                  <a:pt x="178338" y="6407"/>
                </a:lnTo>
                <a:lnTo>
                  <a:pt x="178338" y="254372"/>
                </a:lnTo>
                <a:close/>
              </a:path>
              <a:path w="233045" h="268604">
                <a:moveTo>
                  <a:pt x="131137" y="51258"/>
                </a:moveTo>
                <a:lnTo>
                  <a:pt x="7261" y="51258"/>
                </a:lnTo>
                <a:lnTo>
                  <a:pt x="7261" y="31609"/>
                </a:lnTo>
                <a:lnTo>
                  <a:pt x="131137" y="31609"/>
                </a:lnTo>
                <a:lnTo>
                  <a:pt x="131137" y="51258"/>
                </a:lnTo>
                <a:close/>
              </a:path>
              <a:path w="233045" h="268604">
                <a:moveTo>
                  <a:pt x="14950" y="214646"/>
                </a:moveTo>
                <a:lnTo>
                  <a:pt x="0" y="196919"/>
                </a:lnTo>
                <a:lnTo>
                  <a:pt x="25012" y="175515"/>
                </a:lnTo>
                <a:lnTo>
                  <a:pt x="43596" y="146621"/>
                </a:lnTo>
                <a:lnTo>
                  <a:pt x="55173" y="112762"/>
                </a:lnTo>
                <a:lnTo>
                  <a:pt x="59161" y="76461"/>
                </a:lnTo>
                <a:lnTo>
                  <a:pt x="59161" y="51258"/>
                </a:lnTo>
                <a:lnTo>
                  <a:pt x="82014" y="51258"/>
                </a:lnTo>
                <a:lnTo>
                  <a:pt x="82014" y="76461"/>
                </a:lnTo>
                <a:lnTo>
                  <a:pt x="85862" y="110954"/>
                </a:lnTo>
                <a:lnTo>
                  <a:pt x="92293" y="129322"/>
                </a:lnTo>
                <a:lnTo>
                  <a:pt x="70908" y="129322"/>
                </a:lnTo>
                <a:lnTo>
                  <a:pt x="61894" y="155869"/>
                </a:lnTo>
                <a:lnTo>
                  <a:pt x="49416" y="179513"/>
                </a:lnTo>
                <a:lnTo>
                  <a:pt x="33695" y="199392"/>
                </a:lnTo>
                <a:lnTo>
                  <a:pt x="14950" y="214646"/>
                </a:lnTo>
                <a:close/>
              </a:path>
              <a:path w="233045" h="268604">
                <a:moveTo>
                  <a:pt x="125584" y="208239"/>
                </a:moveTo>
                <a:lnTo>
                  <a:pt x="107249" y="194046"/>
                </a:lnTo>
                <a:lnTo>
                  <a:pt x="91919" y="175668"/>
                </a:lnTo>
                <a:lnTo>
                  <a:pt x="79751" y="153846"/>
                </a:lnTo>
                <a:lnTo>
                  <a:pt x="70908" y="129322"/>
                </a:lnTo>
                <a:lnTo>
                  <a:pt x="92293" y="129322"/>
                </a:lnTo>
                <a:lnTo>
                  <a:pt x="97098" y="143044"/>
                </a:lnTo>
                <a:lnTo>
                  <a:pt x="115262" y="170409"/>
                </a:lnTo>
                <a:lnTo>
                  <a:pt x="139894" y="190725"/>
                </a:lnTo>
                <a:lnTo>
                  <a:pt x="125584" y="208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196332" y="6165850"/>
            <a:ext cx="182880" cy="19050"/>
          </a:xfrm>
          <a:custGeom>
            <a:avLst/>
            <a:gdLst/>
            <a:ahLst/>
            <a:cxnLst/>
            <a:rect l="l" t="t" r="r" b="b"/>
            <a:pathLst>
              <a:path w="182879" h="19050">
                <a:moveTo>
                  <a:pt x="0" y="0"/>
                </a:moveTo>
                <a:lnTo>
                  <a:pt x="182823" y="0"/>
                </a:lnTo>
                <a:lnTo>
                  <a:pt x="18282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196332" y="6184900"/>
            <a:ext cx="24130" cy="83820"/>
          </a:xfrm>
          <a:custGeom>
            <a:avLst/>
            <a:gdLst/>
            <a:ahLst/>
            <a:cxnLst/>
            <a:rect l="l" t="t" r="r" b="b"/>
            <a:pathLst>
              <a:path w="24129" h="83820">
                <a:moveTo>
                  <a:pt x="0" y="0"/>
                </a:moveTo>
                <a:lnTo>
                  <a:pt x="23707" y="0"/>
                </a:lnTo>
                <a:lnTo>
                  <a:pt x="23707" y="83820"/>
                </a:lnTo>
                <a:lnTo>
                  <a:pt x="0" y="838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196332" y="6268720"/>
            <a:ext cx="185420" cy="20320"/>
          </a:xfrm>
          <a:custGeom>
            <a:avLst/>
            <a:gdLst/>
            <a:ahLst/>
            <a:cxnLst/>
            <a:rect l="l" t="t" r="r" b="b"/>
            <a:pathLst>
              <a:path w="185420" h="20320">
                <a:moveTo>
                  <a:pt x="0" y="0"/>
                </a:moveTo>
                <a:lnTo>
                  <a:pt x="185386" y="0"/>
                </a:lnTo>
                <a:lnTo>
                  <a:pt x="185386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275356" y="6289040"/>
            <a:ext cx="23495" cy="68580"/>
          </a:xfrm>
          <a:custGeom>
            <a:avLst/>
            <a:gdLst/>
            <a:ahLst/>
            <a:cxnLst/>
            <a:rect l="l" t="t" r="r" b="b"/>
            <a:pathLst>
              <a:path w="23495" h="68579">
                <a:moveTo>
                  <a:pt x="0" y="0"/>
                </a:moveTo>
                <a:lnTo>
                  <a:pt x="23493" y="0"/>
                </a:lnTo>
                <a:lnTo>
                  <a:pt x="23493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164936" y="6357620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79" h="20320">
                <a:moveTo>
                  <a:pt x="0" y="0"/>
                </a:moveTo>
                <a:lnTo>
                  <a:pt x="245829" y="0"/>
                </a:lnTo>
                <a:lnTo>
                  <a:pt x="245829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510943" y="6143452"/>
            <a:ext cx="221615" cy="265430"/>
          </a:xfrm>
          <a:custGeom>
            <a:avLst/>
            <a:gdLst/>
            <a:ahLst/>
            <a:cxnLst/>
            <a:rect l="l" t="t" r="r" b="b"/>
            <a:pathLst>
              <a:path w="221614" h="265429">
                <a:moveTo>
                  <a:pt x="221267" y="145874"/>
                </a:moveTo>
                <a:lnTo>
                  <a:pt x="197774" y="145874"/>
                </a:lnTo>
                <a:lnTo>
                  <a:pt x="197774" y="85004"/>
                </a:lnTo>
                <a:lnTo>
                  <a:pt x="143311" y="85004"/>
                </a:lnTo>
                <a:lnTo>
                  <a:pt x="143311" y="65141"/>
                </a:lnTo>
                <a:lnTo>
                  <a:pt x="197774" y="65141"/>
                </a:lnTo>
                <a:lnTo>
                  <a:pt x="197774" y="0"/>
                </a:lnTo>
                <a:lnTo>
                  <a:pt x="221267" y="0"/>
                </a:lnTo>
                <a:lnTo>
                  <a:pt x="221267" y="145874"/>
                </a:lnTo>
                <a:close/>
              </a:path>
              <a:path w="221614" h="265429">
                <a:moveTo>
                  <a:pt x="152281" y="35881"/>
                </a:moveTo>
                <a:lnTo>
                  <a:pt x="7688" y="35881"/>
                </a:lnTo>
                <a:lnTo>
                  <a:pt x="7688" y="16231"/>
                </a:lnTo>
                <a:lnTo>
                  <a:pt x="152281" y="16231"/>
                </a:lnTo>
                <a:lnTo>
                  <a:pt x="152281" y="35881"/>
                </a:lnTo>
                <a:close/>
              </a:path>
              <a:path w="221614" h="265429">
                <a:moveTo>
                  <a:pt x="12387" y="150145"/>
                </a:moveTo>
                <a:lnTo>
                  <a:pt x="0" y="131564"/>
                </a:lnTo>
                <a:lnTo>
                  <a:pt x="27438" y="117154"/>
                </a:lnTo>
                <a:lnTo>
                  <a:pt x="49069" y="96537"/>
                </a:lnTo>
                <a:lnTo>
                  <a:pt x="63252" y="71435"/>
                </a:lnTo>
                <a:lnTo>
                  <a:pt x="68345" y="43570"/>
                </a:lnTo>
                <a:lnTo>
                  <a:pt x="68345" y="35881"/>
                </a:lnTo>
                <a:lnTo>
                  <a:pt x="92266" y="35881"/>
                </a:lnTo>
                <a:lnTo>
                  <a:pt x="92266" y="43570"/>
                </a:lnTo>
                <a:lnTo>
                  <a:pt x="97084" y="69056"/>
                </a:lnTo>
                <a:lnTo>
                  <a:pt x="105163" y="82975"/>
                </a:lnTo>
                <a:lnTo>
                  <a:pt x="80732" y="82975"/>
                </a:lnTo>
                <a:lnTo>
                  <a:pt x="69633" y="104853"/>
                </a:lnTo>
                <a:lnTo>
                  <a:pt x="54168" y="123768"/>
                </a:lnTo>
                <a:lnTo>
                  <a:pt x="34900" y="139079"/>
                </a:lnTo>
                <a:lnTo>
                  <a:pt x="12387" y="150145"/>
                </a:lnTo>
                <a:close/>
              </a:path>
              <a:path w="221614" h="265429">
                <a:moveTo>
                  <a:pt x="146087" y="143952"/>
                </a:moveTo>
                <a:lnTo>
                  <a:pt x="124718" y="133613"/>
                </a:lnTo>
                <a:lnTo>
                  <a:pt x="106402" y="119630"/>
                </a:lnTo>
                <a:lnTo>
                  <a:pt x="91590" y="102564"/>
                </a:lnTo>
                <a:lnTo>
                  <a:pt x="80732" y="82975"/>
                </a:lnTo>
                <a:lnTo>
                  <a:pt x="105163" y="82975"/>
                </a:lnTo>
                <a:lnTo>
                  <a:pt x="110633" y="92399"/>
                </a:lnTo>
                <a:lnTo>
                  <a:pt x="131551" y="111778"/>
                </a:lnTo>
                <a:lnTo>
                  <a:pt x="158475" y="125370"/>
                </a:lnTo>
                <a:lnTo>
                  <a:pt x="146087" y="143952"/>
                </a:lnTo>
                <a:close/>
              </a:path>
              <a:path w="221614" h="265429">
                <a:moveTo>
                  <a:pt x="221267" y="264837"/>
                </a:moveTo>
                <a:lnTo>
                  <a:pt x="48482" y="264837"/>
                </a:lnTo>
                <a:lnTo>
                  <a:pt x="48482" y="158689"/>
                </a:lnTo>
                <a:lnTo>
                  <a:pt x="72189" y="158689"/>
                </a:lnTo>
                <a:lnTo>
                  <a:pt x="72189" y="192220"/>
                </a:lnTo>
                <a:lnTo>
                  <a:pt x="221267" y="192220"/>
                </a:lnTo>
                <a:lnTo>
                  <a:pt x="221267" y="211229"/>
                </a:lnTo>
                <a:lnTo>
                  <a:pt x="72189" y="211229"/>
                </a:lnTo>
                <a:lnTo>
                  <a:pt x="72189" y="245402"/>
                </a:lnTo>
                <a:lnTo>
                  <a:pt x="221267" y="245402"/>
                </a:lnTo>
                <a:lnTo>
                  <a:pt x="221267" y="264837"/>
                </a:lnTo>
                <a:close/>
              </a:path>
              <a:path w="221614" h="265429">
                <a:moveTo>
                  <a:pt x="221267" y="192220"/>
                </a:moveTo>
                <a:lnTo>
                  <a:pt x="197774" y="192220"/>
                </a:lnTo>
                <a:lnTo>
                  <a:pt x="197774" y="158689"/>
                </a:lnTo>
                <a:lnTo>
                  <a:pt x="221267" y="158689"/>
                </a:lnTo>
                <a:lnTo>
                  <a:pt x="221267" y="192220"/>
                </a:lnTo>
                <a:close/>
              </a:path>
              <a:path w="221614" h="265429">
                <a:moveTo>
                  <a:pt x="221267" y="245402"/>
                </a:moveTo>
                <a:lnTo>
                  <a:pt x="197774" y="245402"/>
                </a:lnTo>
                <a:lnTo>
                  <a:pt x="197774" y="211229"/>
                </a:lnTo>
                <a:lnTo>
                  <a:pt x="221267" y="211229"/>
                </a:lnTo>
                <a:lnTo>
                  <a:pt x="221267" y="245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777276" y="6159684"/>
            <a:ext cx="245829" cy="24604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044463" y="6143452"/>
            <a:ext cx="224154" cy="267970"/>
          </a:xfrm>
          <a:custGeom>
            <a:avLst/>
            <a:gdLst/>
            <a:ahLst/>
            <a:cxnLst/>
            <a:rect l="l" t="t" r="r" b="b"/>
            <a:pathLst>
              <a:path w="224154" h="267970">
                <a:moveTo>
                  <a:pt x="222762" y="159116"/>
                </a:moveTo>
                <a:lnTo>
                  <a:pt x="199055" y="159116"/>
                </a:lnTo>
                <a:lnTo>
                  <a:pt x="199055" y="77101"/>
                </a:lnTo>
                <a:lnTo>
                  <a:pt x="139253" y="77101"/>
                </a:lnTo>
                <a:lnTo>
                  <a:pt x="139253" y="57452"/>
                </a:lnTo>
                <a:lnTo>
                  <a:pt x="199055" y="57452"/>
                </a:lnTo>
                <a:lnTo>
                  <a:pt x="199055" y="0"/>
                </a:lnTo>
                <a:lnTo>
                  <a:pt x="222762" y="0"/>
                </a:lnTo>
                <a:lnTo>
                  <a:pt x="222762" y="159116"/>
                </a:lnTo>
                <a:close/>
              </a:path>
              <a:path w="224154" h="267970">
                <a:moveTo>
                  <a:pt x="12814" y="154203"/>
                </a:moveTo>
                <a:lnTo>
                  <a:pt x="0" y="134981"/>
                </a:lnTo>
                <a:lnTo>
                  <a:pt x="28139" y="120361"/>
                </a:lnTo>
                <a:lnTo>
                  <a:pt x="49870" y="99234"/>
                </a:lnTo>
                <a:lnTo>
                  <a:pt x="63913" y="73020"/>
                </a:lnTo>
                <a:lnTo>
                  <a:pt x="68985" y="43142"/>
                </a:lnTo>
                <a:lnTo>
                  <a:pt x="68985" y="15377"/>
                </a:lnTo>
                <a:lnTo>
                  <a:pt x="92479" y="15377"/>
                </a:lnTo>
                <a:lnTo>
                  <a:pt x="92479" y="42288"/>
                </a:lnTo>
                <a:lnTo>
                  <a:pt x="97245" y="69870"/>
                </a:lnTo>
                <a:lnTo>
                  <a:pt x="105655" y="84897"/>
                </a:lnTo>
                <a:lnTo>
                  <a:pt x="81266" y="84897"/>
                </a:lnTo>
                <a:lnTo>
                  <a:pt x="70315" y="107575"/>
                </a:lnTo>
                <a:lnTo>
                  <a:pt x="54929" y="127039"/>
                </a:lnTo>
                <a:lnTo>
                  <a:pt x="35599" y="142759"/>
                </a:lnTo>
                <a:lnTo>
                  <a:pt x="12814" y="154203"/>
                </a:lnTo>
                <a:close/>
              </a:path>
              <a:path w="224154" h="267970">
                <a:moveTo>
                  <a:pt x="145874" y="146087"/>
                </a:moveTo>
                <a:lnTo>
                  <a:pt x="124891" y="135821"/>
                </a:lnTo>
                <a:lnTo>
                  <a:pt x="106802" y="121940"/>
                </a:lnTo>
                <a:lnTo>
                  <a:pt x="92097" y="104835"/>
                </a:lnTo>
                <a:lnTo>
                  <a:pt x="81266" y="84897"/>
                </a:lnTo>
                <a:lnTo>
                  <a:pt x="105655" y="84897"/>
                </a:lnTo>
                <a:lnTo>
                  <a:pt x="110900" y="94268"/>
                </a:lnTo>
                <a:lnTo>
                  <a:pt x="132005" y="113981"/>
                </a:lnTo>
                <a:lnTo>
                  <a:pt x="159116" y="127506"/>
                </a:lnTo>
                <a:lnTo>
                  <a:pt x="145874" y="146087"/>
                </a:lnTo>
                <a:close/>
              </a:path>
              <a:path w="224154" h="267970">
                <a:moveTo>
                  <a:pt x="133700" y="267827"/>
                </a:moveTo>
                <a:lnTo>
                  <a:pt x="96013" y="264490"/>
                </a:lnTo>
                <a:lnTo>
                  <a:pt x="67677" y="254746"/>
                </a:lnTo>
                <a:lnTo>
                  <a:pt x="49873" y="238994"/>
                </a:lnTo>
                <a:lnTo>
                  <a:pt x="43783" y="217636"/>
                </a:lnTo>
                <a:lnTo>
                  <a:pt x="49873" y="196088"/>
                </a:lnTo>
                <a:lnTo>
                  <a:pt x="67677" y="180127"/>
                </a:lnTo>
                <a:lnTo>
                  <a:pt x="96013" y="170212"/>
                </a:lnTo>
                <a:lnTo>
                  <a:pt x="133700" y="166805"/>
                </a:lnTo>
                <a:lnTo>
                  <a:pt x="171266" y="170212"/>
                </a:lnTo>
                <a:lnTo>
                  <a:pt x="199562" y="180127"/>
                </a:lnTo>
                <a:lnTo>
                  <a:pt x="205681" y="185600"/>
                </a:lnTo>
                <a:lnTo>
                  <a:pt x="133700" y="185600"/>
                </a:lnTo>
                <a:lnTo>
                  <a:pt x="105901" y="187782"/>
                </a:lnTo>
                <a:lnTo>
                  <a:pt x="84950" y="194089"/>
                </a:lnTo>
                <a:lnTo>
                  <a:pt x="71769" y="204161"/>
                </a:lnTo>
                <a:lnTo>
                  <a:pt x="67277" y="217636"/>
                </a:lnTo>
                <a:lnTo>
                  <a:pt x="71769" y="230708"/>
                </a:lnTo>
                <a:lnTo>
                  <a:pt x="84950" y="240516"/>
                </a:lnTo>
                <a:lnTo>
                  <a:pt x="105901" y="246680"/>
                </a:lnTo>
                <a:lnTo>
                  <a:pt x="133700" y="248819"/>
                </a:lnTo>
                <a:lnTo>
                  <a:pt x="206276" y="248819"/>
                </a:lnTo>
                <a:lnTo>
                  <a:pt x="199562" y="254746"/>
                </a:lnTo>
                <a:lnTo>
                  <a:pt x="171266" y="264490"/>
                </a:lnTo>
                <a:lnTo>
                  <a:pt x="133700" y="267827"/>
                </a:lnTo>
                <a:close/>
              </a:path>
              <a:path w="224154" h="267970">
                <a:moveTo>
                  <a:pt x="206276" y="248819"/>
                </a:moveTo>
                <a:lnTo>
                  <a:pt x="133700" y="248819"/>
                </a:lnTo>
                <a:lnTo>
                  <a:pt x="161378" y="246680"/>
                </a:lnTo>
                <a:lnTo>
                  <a:pt x="182289" y="240516"/>
                </a:lnTo>
                <a:lnTo>
                  <a:pt x="195511" y="230708"/>
                </a:lnTo>
                <a:lnTo>
                  <a:pt x="200123" y="217636"/>
                </a:lnTo>
                <a:lnTo>
                  <a:pt x="195511" y="204161"/>
                </a:lnTo>
                <a:lnTo>
                  <a:pt x="182289" y="194089"/>
                </a:lnTo>
                <a:lnTo>
                  <a:pt x="161378" y="187782"/>
                </a:lnTo>
                <a:lnTo>
                  <a:pt x="133700" y="185600"/>
                </a:lnTo>
                <a:lnTo>
                  <a:pt x="205681" y="185600"/>
                </a:lnTo>
                <a:lnTo>
                  <a:pt x="217406" y="196088"/>
                </a:lnTo>
                <a:lnTo>
                  <a:pt x="223617" y="217636"/>
                </a:lnTo>
                <a:lnTo>
                  <a:pt x="217406" y="238994"/>
                </a:lnTo>
                <a:lnTo>
                  <a:pt x="206276" y="2488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389602" y="6143452"/>
            <a:ext cx="229235" cy="268605"/>
          </a:xfrm>
          <a:custGeom>
            <a:avLst/>
            <a:gdLst/>
            <a:ahLst/>
            <a:cxnLst/>
            <a:rect l="l" t="t" r="r" b="b"/>
            <a:pathLst>
              <a:path w="229235" h="268604">
                <a:moveTo>
                  <a:pt x="228956" y="108284"/>
                </a:moveTo>
                <a:lnTo>
                  <a:pt x="205890" y="108284"/>
                </a:lnTo>
                <a:lnTo>
                  <a:pt x="205890" y="0"/>
                </a:lnTo>
                <a:lnTo>
                  <a:pt x="228956" y="0"/>
                </a:lnTo>
                <a:lnTo>
                  <a:pt x="228956" y="108284"/>
                </a:lnTo>
                <a:close/>
              </a:path>
              <a:path w="229235" h="268604">
                <a:moveTo>
                  <a:pt x="168513" y="255013"/>
                </a:moveTo>
                <a:lnTo>
                  <a:pt x="146087" y="255013"/>
                </a:lnTo>
                <a:lnTo>
                  <a:pt x="146087" y="7261"/>
                </a:lnTo>
                <a:lnTo>
                  <a:pt x="168513" y="7261"/>
                </a:lnTo>
                <a:lnTo>
                  <a:pt x="168513" y="108284"/>
                </a:lnTo>
                <a:lnTo>
                  <a:pt x="228956" y="108284"/>
                </a:lnTo>
                <a:lnTo>
                  <a:pt x="228956" y="127933"/>
                </a:lnTo>
                <a:lnTo>
                  <a:pt x="168513" y="127933"/>
                </a:lnTo>
                <a:lnTo>
                  <a:pt x="168513" y="255013"/>
                </a:lnTo>
                <a:close/>
              </a:path>
              <a:path w="229235" h="268604">
                <a:moveTo>
                  <a:pt x="228956" y="268468"/>
                </a:moveTo>
                <a:lnTo>
                  <a:pt x="205890" y="268468"/>
                </a:lnTo>
                <a:lnTo>
                  <a:pt x="205890" y="127933"/>
                </a:lnTo>
                <a:lnTo>
                  <a:pt x="228956" y="127933"/>
                </a:lnTo>
                <a:lnTo>
                  <a:pt x="228956" y="268468"/>
                </a:lnTo>
                <a:close/>
              </a:path>
              <a:path w="229235" h="268604">
                <a:moveTo>
                  <a:pt x="13882" y="210802"/>
                </a:moveTo>
                <a:lnTo>
                  <a:pt x="0" y="193929"/>
                </a:lnTo>
                <a:lnTo>
                  <a:pt x="40244" y="165259"/>
                </a:lnTo>
                <a:lnTo>
                  <a:pt x="68064" y="131965"/>
                </a:lnTo>
                <a:lnTo>
                  <a:pt x="84892" y="94785"/>
                </a:lnTo>
                <a:lnTo>
                  <a:pt x="92159" y="54462"/>
                </a:lnTo>
                <a:lnTo>
                  <a:pt x="10251" y="54462"/>
                </a:lnTo>
                <a:lnTo>
                  <a:pt x="10251" y="34813"/>
                </a:lnTo>
                <a:lnTo>
                  <a:pt x="115332" y="34813"/>
                </a:lnTo>
                <a:lnTo>
                  <a:pt x="110263" y="85077"/>
                </a:lnTo>
                <a:lnTo>
                  <a:pt x="93520" y="132258"/>
                </a:lnTo>
                <a:lnTo>
                  <a:pt x="62321" y="174714"/>
                </a:lnTo>
                <a:lnTo>
                  <a:pt x="13882" y="2108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657217" y="6143666"/>
            <a:ext cx="228600" cy="262890"/>
          </a:xfrm>
          <a:custGeom>
            <a:avLst/>
            <a:gdLst/>
            <a:ahLst/>
            <a:cxnLst/>
            <a:rect l="l" t="t" r="r" b="b"/>
            <a:pathLst>
              <a:path w="228600" h="262889">
                <a:moveTo>
                  <a:pt x="222122" y="201191"/>
                </a:moveTo>
                <a:lnTo>
                  <a:pt x="198414" y="201191"/>
                </a:lnTo>
                <a:lnTo>
                  <a:pt x="198414" y="83082"/>
                </a:lnTo>
                <a:lnTo>
                  <a:pt x="138612" y="83082"/>
                </a:lnTo>
                <a:lnTo>
                  <a:pt x="138612" y="63219"/>
                </a:lnTo>
                <a:lnTo>
                  <a:pt x="198414" y="63219"/>
                </a:lnTo>
                <a:lnTo>
                  <a:pt x="198414" y="0"/>
                </a:lnTo>
                <a:lnTo>
                  <a:pt x="222122" y="0"/>
                </a:lnTo>
                <a:lnTo>
                  <a:pt x="222122" y="201191"/>
                </a:lnTo>
                <a:close/>
              </a:path>
              <a:path w="228600" h="262889">
                <a:moveTo>
                  <a:pt x="12601" y="162319"/>
                </a:moveTo>
                <a:lnTo>
                  <a:pt x="0" y="143097"/>
                </a:lnTo>
                <a:lnTo>
                  <a:pt x="27555" y="128060"/>
                </a:lnTo>
                <a:lnTo>
                  <a:pt x="49043" y="106255"/>
                </a:lnTo>
                <a:lnTo>
                  <a:pt x="63042" y="79484"/>
                </a:lnTo>
                <a:lnTo>
                  <a:pt x="68131" y="49550"/>
                </a:lnTo>
                <a:lnTo>
                  <a:pt x="68131" y="16231"/>
                </a:lnTo>
                <a:lnTo>
                  <a:pt x="91411" y="16231"/>
                </a:lnTo>
                <a:lnTo>
                  <a:pt x="91411" y="50404"/>
                </a:lnTo>
                <a:lnTo>
                  <a:pt x="96263" y="77772"/>
                </a:lnTo>
                <a:lnTo>
                  <a:pt x="103923" y="91732"/>
                </a:lnTo>
                <a:lnTo>
                  <a:pt x="79985" y="91732"/>
                </a:lnTo>
                <a:lnTo>
                  <a:pt x="69126" y="114640"/>
                </a:lnTo>
                <a:lnTo>
                  <a:pt x="53901" y="134434"/>
                </a:lnTo>
                <a:lnTo>
                  <a:pt x="34873" y="150524"/>
                </a:lnTo>
                <a:lnTo>
                  <a:pt x="12601" y="162319"/>
                </a:lnTo>
                <a:close/>
              </a:path>
              <a:path w="228600" h="262889">
                <a:moveTo>
                  <a:pt x="144592" y="155912"/>
                </a:moveTo>
                <a:lnTo>
                  <a:pt x="123655" y="145028"/>
                </a:lnTo>
                <a:lnTo>
                  <a:pt x="105561" y="130349"/>
                </a:lnTo>
                <a:lnTo>
                  <a:pt x="90831" y="112407"/>
                </a:lnTo>
                <a:lnTo>
                  <a:pt x="79985" y="91732"/>
                </a:lnTo>
                <a:lnTo>
                  <a:pt x="103923" y="91732"/>
                </a:lnTo>
                <a:lnTo>
                  <a:pt x="109886" y="102597"/>
                </a:lnTo>
                <a:lnTo>
                  <a:pt x="130877" y="123058"/>
                </a:lnTo>
                <a:lnTo>
                  <a:pt x="157834" y="137331"/>
                </a:lnTo>
                <a:lnTo>
                  <a:pt x="144592" y="155912"/>
                </a:lnTo>
                <a:close/>
              </a:path>
              <a:path w="228600" h="262889">
                <a:moveTo>
                  <a:pt x="228315" y="262274"/>
                </a:moveTo>
                <a:lnTo>
                  <a:pt x="48482" y="262274"/>
                </a:lnTo>
                <a:lnTo>
                  <a:pt x="48482" y="178124"/>
                </a:lnTo>
                <a:lnTo>
                  <a:pt x="72403" y="178124"/>
                </a:lnTo>
                <a:lnTo>
                  <a:pt x="72403" y="242625"/>
                </a:lnTo>
                <a:lnTo>
                  <a:pt x="228315" y="242625"/>
                </a:lnTo>
                <a:lnTo>
                  <a:pt x="228315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745356" y="6698917"/>
            <a:ext cx="96520" cy="24130"/>
          </a:xfrm>
          <a:custGeom>
            <a:avLst/>
            <a:gdLst/>
            <a:ahLst/>
            <a:cxnLst/>
            <a:rect l="l" t="t" r="r" b="b"/>
            <a:pathLst>
              <a:path w="96519" h="24129">
                <a:moveTo>
                  <a:pt x="95896" y="23920"/>
                </a:moveTo>
                <a:lnTo>
                  <a:pt x="0" y="23920"/>
                </a:lnTo>
                <a:lnTo>
                  <a:pt x="0" y="0"/>
                </a:lnTo>
                <a:lnTo>
                  <a:pt x="95896" y="0"/>
                </a:lnTo>
                <a:lnTo>
                  <a:pt x="95896" y="23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874572" y="6576323"/>
            <a:ext cx="219075" cy="268605"/>
          </a:xfrm>
          <a:custGeom>
            <a:avLst/>
            <a:gdLst/>
            <a:ahLst/>
            <a:cxnLst/>
            <a:rect l="l" t="t" r="r" b="b"/>
            <a:pathLst>
              <a:path w="219075" h="268604">
                <a:moveTo>
                  <a:pt x="218491" y="268468"/>
                </a:moveTo>
                <a:lnTo>
                  <a:pt x="194783" y="268468"/>
                </a:lnTo>
                <a:lnTo>
                  <a:pt x="194783" y="0"/>
                </a:lnTo>
                <a:lnTo>
                  <a:pt x="218491" y="0"/>
                </a:lnTo>
                <a:lnTo>
                  <a:pt x="218491" y="268468"/>
                </a:lnTo>
                <a:close/>
              </a:path>
              <a:path w="219075" h="268604">
                <a:moveTo>
                  <a:pt x="12814" y="218064"/>
                </a:moveTo>
                <a:lnTo>
                  <a:pt x="0" y="198628"/>
                </a:lnTo>
                <a:lnTo>
                  <a:pt x="47853" y="169671"/>
                </a:lnTo>
                <a:lnTo>
                  <a:pt x="82721" y="134688"/>
                </a:lnTo>
                <a:lnTo>
                  <a:pt x="104955" y="94138"/>
                </a:lnTo>
                <a:lnTo>
                  <a:pt x="114905" y="48482"/>
                </a:lnTo>
                <a:lnTo>
                  <a:pt x="12387" y="48482"/>
                </a:lnTo>
                <a:lnTo>
                  <a:pt x="12387" y="29260"/>
                </a:lnTo>
                <a:lnTo>
                  <a:pt x="139039" y="29260"/>
                </a:lnTo>
                <a:lnTo>
                  <a:pt x="134482" y="74340"/>
                </a:lnTo>
                <a:lnTo>
                  <a:pt x="120473" y="116540"/>
                </a:lnTo>
                <a:lnTo>
                  <a:pt x="96120" y="155080"/>
                </a:lnTo>
                <a:lnTo>
                  <a:pt x="60531" y="189181"/>
                </a:lnTo>
                <a:lnTo>
                  <a:pt x="12814" y="2180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138555" y="6574828"/>
            <a:ext cx="246379" cy="270510"/>
          </a:xfrm>
          <a:custGeom>
            <a:avLst/>
            <a:gdLst/>
            <a:ahLst/>
            <a:cxnLst/>
            <a:rect l="l" t="t" r="r" b="b"/>
            <a:pathLst>
              <a:path w="246380" h="270509">
                <a:moveTo>
                  <a:pt x="133913" y="32250"/>
                </a:moveTo>
                <a:lnTo>
                  <a:pt x="110420" y="32250"/>
                </a:lnTo>
                <a:lnTo>
                  <a:pt x="110420" y="0"/>
                </a:lnTo>
                <a:lnTo>
                  <a:pt x="133913" y="0"/>
                </a:lnTo>
                <a:lnTo>
                  <a:pt x="133913" y="32250"/>
                </a:lnTo>
                <a:close/>
              </a:path>
              <a:path w="246380" h="270509">
                <a:moveTo>
                  <a:pt x="230451" y="51899"/>
                </a:moveTo>
                <a:lnTo>
                  <a:pt x="12814" y="51899"/>
                </a:lnTo>
                <a:lnTo>
                  <a:pt x="12814" y="32250"/>
                </a:lnTo>
                <a:lnTo>
                  <a:pt x="230451" y="32250"/>
                </a:lnTo>
                <a:lnTo>
                  <a:pt x="230451" y="51899"/>
                </a:lnTo>
                <a:close/>
              </a:path>
              <a:path w="246380" h="270509">
                <a:moveTo>
                  <a:pt x="122167" y="156766"/>
                </a:moveTo>
                <a:lnTo>
                  <a:pt x="85298" y="153696"/>
                </a:lnTo>
                <a:lnTo>
                  <a:pt x="57719" y="145020"/>
                </a:lnTo>
                <a:lnTo>
                  <a:pt x="40473" y="131057"/>
                </a:lnTo>
                <a:lnTo>
                  <a:pt x="34599" y="112128"/>
                </a:lnTo>
                <a:lnTo>
                  <a:pt x="40473" y="92956"/>
                </a:lnTo>
                <a:lnTo>
                  <a:pt x="57719" y="78890"/>
                </a:lnTo>
                <a:lnTo>
                  <a:pt x="85298" y="70230"/>
                </a:lnTo>
                <a:lnTo>
                  <a:pt x="122167" y="67277"/>
                </a:lnTo>
                <a:lnTo>
                  <a:pt x="158916" y="70230"/>
                </a:lnTo>
                <a:lnTo>
                  <a:pt x="186454" y="78890"/>
                </a:lnTo>
                <a:lnTo>
                  <a:pt x="194492" y="85431"/>
                </a:lnTo>
                <a:lnTo>
                  <a:pt x="122167" y="85431"/>
                </a:lnTo>
                <a:lnTo>
                  <a:pt x="95443" y="87230"/>
                </a:lnTo>
                <a:lnTo>
                  <a:pt x="75606" y="92452"/>
                </a:lnTo>
                <a:lnTo>
                  <a:pt x="63299" y="100839"/>
                </a:lnTo>
                <a:lnTo>
                  <a:pt x="59161" y="112128"/>
                </a:lnTo>
                <a:lnTo>
                  <a:pt x="63299" y="123291"/>
                </a:lnTo>
                <a:lnTo>
                  <a:pt x="75606" y="131591"/>
                </a:lnTo>
                <a:lnTo>
                  <a:pt x="95443" y="136727"/>
                </a:lnTo>
                <a:lnTo>
                  <a:pt x="122167" y="138399"/>
                </a:lnTo>
                <a:lnTo>
                  <a:pt x="194651" y="138399"/>
                </a:lnTo>
                <a:lnTo>
                  <a:pt x="186454" y="145020"/>
                </a:lnTo>
                <a:lnTo>
                  <a:pt x="158916" y="153696"/>
                </a:lnTo>
                <a:lnTo>
                  <a:pt x="122167" y="156766"/>
                </a:lnTo>
                <a:close/>
              </a:path>
              <a:path w="246380" h="270509">
                <a:moveTo>
                  <a:pt x="194651" y="138399"/>
                </a:moveTo>
                <a:lnTo>
                  <a:pt x="122167" y="138399"/>
                </a:lnTo>
                <a:lnTo>
                  <a:pt x="148774" y="136727"/>
                </a:lnTo>
                <a:lnTo>
                  <a:pt x="168593" y="131591"/>
                </a:lnTo>
                <a:lnTo>
                  <a:pt x="181004" y="123291"/>
                </a:lnTo>
                <a:lnTo>
                  <a:pt x="185386" y="112128"/>
                </a:lnTo>
                <a:lnTo>
                  <a:pt x="181004" y="100839"/>
                </a:lnTo>
                <a:lnTo>
                  <a:pt x="168593" y="92452"/>
                </a:lnTo>
                <a:lnTo>
                  <a:pt x="148774" y="87230"/>
                </a:lnTo>
                <a:lnTo>
                  <a:pt x="122167" y="85431"/>
                </a:lnTo>
                <a:lnTo>
                  <a:pt x="194492" y="85431"/>
                </a:lnTo>
                <a:lnTo>
                  <a:pt x="203740" y="92956"/>
                </a:lnTo>
                <a:lnTo>
                  <a:pt x="209734" y="112128"/>
                </a:lnTo>
                <a:lnTo>
                  <a:pt x="203740" y="131057"/>
                </a:lnTo>
                <a:lnTo>
                  <a:pt x="194651" y="138399"/>
                </a:lnTo>
                <a:close/>
              </a:path>
              <a:path w="246380" h="270509">
                <a:moveTo>
                  <a:pt x="245829" y="194997"/>
                </a:moveTo>
                <a:lnTo>
                  <a:pt x="0" y="194997"/>
                </a:lnTo>
                <a:lnTo>
                  <a:pt x="0" y="175348"/>
                </a:lnTo>
                <a:lnTo>
                  <a:pt x="245829" y="175348"/>
                </a:lnTo>
                <a:lnTo>
                  <a:pt x="245829" y="194997"/>
                </a:lnTo>
                <a:close/>
              </a:path>
              <a:path w="246380" h="270509">
                <a:moveTo>
                  <a:pt x="133913" y="270390"/>
                </a:moveTo>
                <a:lnTo>
                  <a:pt x="110420" y="270390"/>
                </a:lnTo>
                <a:lnTo>
                  <a:pt x="110420" y="194997"/>
                </a:lnTo>
                <a:lnTo>
                  <a:pt x="133913" y="194997"/>
                </a:lnTo>
                <a:lnTo>
                  <a:pt x="133913" y="2703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403179" y="6576323"/>
            <a:ext cx="233679" cy="268605"/>
          </a:xfrm>
          <a:custGeom>
            <a:avLst/>
            <a:gdLst/>
            <a:ahLst/>
            <a:cxnLst/>
            <a:rect l="l" t="t" r="r" b="b"/>
            <a:pathLst>
              <a:path w="233680" h="268604">
                <a:moveTo>
                  <a:pt x="233441" y="108498"/>
                </a:moveTo>
                <a:lnTo>
                  <a:pt x="210588" y="108498"/>
                </a:lnTo>
                <a:lnTo>
                  <a:pt x="210588" y="0"/>
                </a:lnTo>
                <a:lnTo>
                  <a:pt x="233441" y="0"/>
                </a:lnTo>
                <a:lnTo>
                  <a:pt x="233441" y="108498"/>
                </a:lnTo>
                <a:close/>
              </a:path>
              <a:path w="233680" h="268604">
                <a:moveTo>
                  <a:pt x="173853" y="254799"/>
                </a:moveTo>
                <a:lnTo>
                  <a:pt x="151427" y="254799"/>
                </a:lnTo>
                <a:lnTo>
                  <a:pt x="151427" y="5766"/>
                </a:lnTo>
                <a:lnTo>
                  <a:pt x="173853" y="5766"/>
                </a:lnTo>
                <a:lnTo>
                  <a:pt x="173853" y="108498"/>
                </a:lnTo>
                <a:lnTo>
                  <a:pt x="233441" y="108498"/>
                </a:lnTo>
                <a:lnTo>
                  <a:pt x="233441" y="128788"/>
                </a:lnTo>
                <a:lnTo>
                  <a:pt x="173853" y="128788"/>
                </a:lnTo>
                <a:lnTo>
                  <a:pt x="173853" y="254799"/>
                </a:lnTo>
                <a:close/>
              </a:path>
              <a:path w="233680" h="268604">
                <a:moveTo>
                  <a:pt x="233441" y="268468"/>
                </a:moveTo>
                <a:lnTo>
                  <a:pt x="210588" y="268468"/>
                </a:lnTo>
                <a:lnTo>
                  <a:pt x="210588" y="128788"/>
                </a:lnTo>
                <a:lnTo>
                  <a:pt x="233441" y="128788"/>
                </a:lnTo>
                <a:lnTo>
                  <a:pt x="233441" y="268468"/>
                </a:lnTo>
                <a:close/>
              </a:path>
              <a:path w="233680" h="268604">
                <a:moveTo>
                  <a:pt x="131991" y="51686"/>
                </a:moveTo>
                <a:lnTo>
                  <a:pt x="6407" y="51686"/>
                </a:lnTo>
                <a:lnTo>
                  <a:pt x="6407" y="32036"/>
                </a:lnTo>
                <a:lnTo>
                  <a:pt x="131991" y="32036"/>
                </a:lnTo>
                <a:lnTo>
                  <a:pt x="131991" y="51686"/>
                </a:lnTo>
                <a:close/>
              </a:path>
              <a:path w="233680" h="268604">
                <a:moveTo>
                  <a:pt x="14950" y="212938"/>
                </a:moveTo>
                <a:lnTo>
                  <a:pt x="0" y="194783"/>
                </a:lnTo>
                <a:lnTo>
                  <a:pt x="25586" y="174443"/>
                </a:lnTo>
                <a:lnTo>
                  <a:pt x="44184" y="146435"/>
                </a:lnTo>
                <a:lnTo>
                  <a:pt x="55533" y="112219"/>
                </a:lnTo>
                <a:lnTo>
                  <a:pt x="59374" y="73257"/>
                </a:lnTo>
                <a:lnTo>
                  <a:pt x="59374" y="51686"/>
                </a:lnTo>
                <a:lnTo>
                  <a:pt x="82227" y="51686"/>
                </a:lnTo>
                <a:lnTo>
                  <a:pt x="82227" y="73257"/>
                </a:lnTo>
                <a:lnTo>
                  <a:pt x="85995" y="108738"/>
                </a:lnTo>
                <a:lnTo>
                  <a:pt x="93367" y="129642"/>
                </a:lnTo>
                <a:lnTo>
                  <a:pt x="71335" y="129642"/>
                </a:lnTo>
                <a:lnTo>
                  <a:pt x="62615" y="156082"/>
                </a:lnTo>
                <a:lnTo>
                  <a:pt x="50271" y="179059"/>
                </a:lnTo>
                <a:lnTo>
                  <a:pt x="34362" y="198151"/>
                </a:lnTo>
                <a:lnTo>
                  <a:pt x="14950" y="212938"/>
                </a:lnTo>
                <a:close/>
              </a:path>
              <a:path w="233680" h="268604">
                <a:moveTo>
                  <a:pt x="126652" y="203754"/>
                </a:moveTo>
                <a:lnTo>
                  <a:pt x="107902" y="190537"/>
                </a:lnTo>
                <a:lnTo>
                  <a:pt x="92386" y="173466"/>
                </a:lnTo>
                <a:lnTo>
                  <a:pt x="80173" y="153010"/>
                </a:lnTo>
                <a:lnTo>
                  <a:pt x="71335" y="129642"/>
                </a:lnTo>
                <a:lnTo>
                  <a:pt x="93367" y="129642"/>
                </a:lnTo>
                <a:lnTo>
                  <a:pt x="97151" y="140374"/>
                </a:lnTo>
                <a:lnTo>
                  <a:pt x="115476" y="166484"/>
                </a:lnTo>
                <a:lnTo>
                  <a:pt x="140748" y="185386"/>
                </a:lnTo>
                <a:lnTo>
                  <a:pt x="126652" y="2037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672716" y="6576323"/>
            <a:ext cx="229870" cy="268605"/>
          </a:xfrm>
          <a:custGeom>
            <a:avLst/>
            <a:gdLst/>
            <a:ahLst/>
            <a:cxnLst/>
            <a:rect l="l" t="t" r="r" b="b"/>
            <a:pathLst>
              <a:path w="229869" h="268604">
                <a:moveTo>
                  <a:pt x="229383" y="113196"/>
                </a:moveTo>
                <a:lnTo>
                  <a:pt x="206744" y="113196"/>
                </a:lnTo>
                <a:lnTo>
                  <a:pt x="206744" y="0"/>
                </a:lnTo>
                <a:lnTo>
                  <a:pt x="229383" y="0"/>
                </a:lnTo>
                <a:lnTo>
                  <a:pt x="229383" y="113196"/>
                </a:lnTo>
                <a:close/>
              </a:path>
              <a:path w="229869" h="268604">
                <a:moveTo>
                  <a:pt x="171076" y="255226"/>
                </a:moveTo>
                <a:lnTo>
                  <a:pt x="148650" y="255226"/>
                </a:lnTo>
                <a:lnTo>
                  <a:pt x="148650" y="6407"/>
                </a:lnTo>
                <a:lnTo>
                  <a:pt x="171076" y="6407"/>
                </a:lnTo>
                <a:lnTo>
                  <a:pt x="171076" y="113196"/>
                </a:lnTo>
                <a:lnTo>
                  <a:pt x="229383" y="113196"/>
                </a:lnTo>
                <a:lnTo>
                  <a:pt x="229383" y="132846"/>
                </a:lnTo>
                <a:lnTo>
                  <a:pt x="171076" y="132846"/>
                </a:lnTo>
                <a:lnTo>
                  <a:pt x="171076" y="255226"/>
                </a:lnTo>
                <a:close/>
              </a:path>
              <a:path w="229869" h="268604">
                <a:moveTo>
                  <a:pt x="229383" y="268468"/>
                </a:moveTo>
                <a:lnTo>
                  <a:pt x="206744" y="268468"/>
                </a:lnTo>
                <a:lnTo>
                  <a:pt x="206744" y="132846"/>
                </a:lnTo>
                <a:lnTo>
                  <a:pt x="229383" y="132846"/>
                </a:lnTo>
                <a:lnTo>
                  <a:pt x="229383" y="268468"/>
                </a:lnTo>
                <a:close/>
              </a:path>
              <a:path w="229869" h="268604">
                <a:moveTo>
                  <a:pt x="79451" y="46346"/>
                </a:moveTo>
                <a:lnTo>
                  <a:pt x="55744" y="46346"/>
                </a:lnTo>
                <a:lnTo>
                  <a:pt x="55744" y="8115"/>
                </a:lnTo>
                <a:lnTo>
                  <a:pt x="79451" y="8115"/>
                </a:lnTo>
                <a:lnTo>
                  <a:pt x="79451" y="46346"/>
                </a:lnTo>
                <a:close/>
              </a:path>
              <a:path w="229869" h="268604">
                <a:moveTo>
                  <a:pt x="134768" y="65782"/>
                </a:moveTo>
                <a:lnTo>
                  <a:pt x="0" y="65782"/>
                </a:lnTo>
                <a:lnTo>
                  <a:pt x="0" y="46346"/>
                </a:lnTo>
                <a:lnTo>
                  <a:pt x="134768" y="46346"/>
                </a:lnTo>
                <a:lnTo>
                  <a:pt x="134768" y="65782"/>
                </a:lnTo>
                <a:close/>
              </a:path>
              <a:path w="229869" h="268604">
                <a:moveTo>
                  <a:pt x="67490" y="206317"/>
                </a:moveTo>
                <a:lnTo>
                  <a:pt x="44304" y="201781"/>
                </a:lnTo>
                <a:lnTo>
                  <a:pt x="26003" y="189097"/>
                </a:lnTo>
                <a:lnTo>
                  <a:pt x="14029" y="169645"/>
                </a:lnTo>
                <a:lnTo>
                  <a:pt x="9824" y="144806"/>
                </a:lnTo>
                <a:lnTo>
                  <a:pt x="14029" y="120248"/>
                </a:lnTo>
                <a:lnTo>
                  <a:pt x="26003" y="100996"/>
                </a:lnTo>
                <a:lnTo>
                  <a:pt x="44304" y="88431"/>
                </a:lnTo>
                <a:lnTo>
                  <a:pt x="67490" y="83936"/>
                </a:lnTo>
                <a:lnTo>
                  <a:pt x="90774" y="88431"/>
                </a:lnTo>
                <a:lnTo>
                  <a:pt x="109112" y="100996"/>
                </a:lnTo>
                <a:lnTo>
                  <a:pt x="110866" y="103799"/>
                </a:lnTo>
                <a:lnTo>
                  <a:pt x="67490" y="103799"/>
                </a:lnTo>
                <a:lnTo>
                  <a:pt x="52740" y="106993"/>
                </a:lnTo>
                <a:lnTo>
                  <a:pt x="41113" y="115572"/>
                </a:lnTo>
                <a:lnTo>
                  <a:pt x="33491" y="128517"/>
                </a:lnTo>
                <a:lnTo>
                  <a:pt x="30755" y="144806"/>
                </a:lnTo>
                <a:lnTo>
                  <a:pt x="33491" y="161302"/>
                </a:lnTo>
                <a:lnTo>
                  <a:pt x="41113" y="174253"/>
                </a:lnTo>
                <a:lnTo>
                  <a:pt x="52740" y="182680"/>
                </a:lnTo>
                <a:lnTo>
                  <a:pt x="67490" y="185600"/>
                </a:lnTo>
                <a:lnTo>
                  <a:pt x="111278" y="185600"/>
                </a:lnTo>
                <a:lnTo>
                  <a:pt x="109112" y="189097"/>
                </a:lnTo>
                <a:lnTo>
                  <a:pt x="90774" y="201781"/>
                </a:lnTo>
                <a:lnTo>
                  <a:pt x="67490" y="206317"/>
                </a:lnTo>
                <a:close/>
              </a:path>
              <a:path w="229869" h="268604">
                <a:moveTo>
                  <a:pt x="111278" y="185600"/>
                </a:moveTo>
                <a:lnTo>
                  <a:pt x="67490" y="185600"/>
                </a:lnTo>
                <a:lnTo>
                  <a:pt x="82274" y="182680"/>
                </a:lnTo>
                <a:lnTo>
                  <a:pt x="93974" y="174253"/>
                </a:lnTo>
                <a:lnTo>
                  <a:pt x="101670" y="161302"/>
                </a:lnTo>
                <a:lnTo>
                  <a:pt x="104440" y="144806"/>
                </a:lnTo>
                <a:lnTo>
                  <a:pt x="101670" y="128517"/>
                </a:lnTo>
                <a:lnTo>
                  <a:pt x="93974" y="115572"/>
                </a:lnTo>
                <a:lnTo>
                  <a:pt x="82274" y="106993"/>
                </a:lnTo>
                <a:lnTo>
                  <a:pt x="67490" y="103799"/>
                </a:lnTo>
                <a:lnTo>
                  <a:pt x="110866" y="103799"/>
                </a:lnTo>
                <a:lnTo>
                  <a:pt x="121162" y="120248"/>
                </a:lnTo>
                <a:lnTo>
                  <a:pt x="125584" y="144806"/>
                </a:lnTo>
                <a:lnTo>
                  <a:pt x="121162" y="169645"/>
                </a:lnTo>
                <a:lnTo>
                  <a:pt x="111278" y="185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204263" y="6657340"/>
            <a:ext cx="64135" cy="20320"/>
          </a:xfrm>
          <a:custGeom>
            <a:avLst/>
            <a:gdLst/>
            <a:ahLst/>
            <a:cxnLst/>
            <a:rect l="l" t="t" r="r" b="b"/>
            <a:pathLst>
              <a:path w="64135" h="20320">
                <a:moveTo>
                  <a:pt x="0" y="0"/>
                </a:moveTo>
                <a:lnTo>
                  <a:pt x="64073" y="0"/>
                </a:lnTo>
                <a:lnTo>
                  <a:pt x="64073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204263" y="6576059"/>
            <a:ext cx="24130" cy="198120"/>
          </a:xfrm>
          <a:custGeom>
            <a:avLst/>
            <a:gdLst/>
            <a:ahLst/>
            <a:cxnLst/>
            <a:rect l="l" t="t" r="r" b="b"/>
            <a:pathLst>
              <a:path w="24130" h="198120">
                <a:moveTo>
                  <a:pt x="0" y="0"/>
                </a:moveTo>
                <a:lnTo>
                  <a:pt x="23707" y="0"/>
                </a:lnTo>
                <a:lnTo>
                  <a:pt x="23707" y="198120"/>
                </a:ln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029555" y="6596380"/>
            <a:ext cx="23495" cy="44450"/>
          </a:xfrm>
          <a:custGeom>
            <a:avLst/>
            <a:gdLst/>
            <a:ahLst/>
            <a:cxnLst/>
            <a:rect l="l" t="t" r="r" b="b"/>
            <a:pathLst>
              <a:path w="23494" h="44450">
                <a:moveTo>
                  <a:pt x="0" y="0"/>
                </a:moveTo>
                <a:lnTo>
                  <a:pt x="23280" y="0"/>
                </a:lnTo>
                <a:lnTo>
                  <a:pt x="23280" y="44450"/>
                </a:lnTo>
                <a:lnTo>
                  <a:pt x="0" y="444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029555" y="6640830"/>
            <a:ext cx="125095" cy="19050"/>
          </a:xfrm>
          <a:custGeom>
            <a:avLst/>
            <a:gdLst/>
            <a:ahLst/>
            <a:cxnLst/>
            <a:rect l="l" t="t" r="r" b="b"/>
            <a:pathLst>
              <a:path w="125094" h="19050">
                <a:moveTo>
                  <a:pt x="0" y="0"/>
                </a:moveTo>
                <a:lnTo>
                  <a:pt x="124943" y="0"/>
                </a:lnTo>
                <a:lnTo>
                  <a:pt x="12494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029555" y="6659880"/>
            <a:ext cx="23495" cy="49530"/>
          </a:xfrm>
          <a:custGeom>
            <a:avLst/>
            <a:gdLst/>
            <a:ahLst/>
            <a:cxnLst/>
            <a:rect l="l" t="t" r="r" b="b"/>
            <a:pathLst>
              <a:path w="23494" h="49529">
                <a:moveTo>
                  <a:pt x="0" y="0"/>
                </a:moveTo>
                <a:lnTo>
                  <a:pt x="23280" y="0"/>
                </a:lnTo>
                <a:lnTo>
                  <a:pt x="23280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029555" y="6709409"/>
            <a:ext cx="125095" cy="19050"/>
          </a:xfrm>
          <a:custGeom>
            <a:avLst/>
            <a:gdLst/>
            <a:ahLst/>
            <a:cxnLst/>
            <a:rect l="l" t="t" r="r" b="b"/>
            <a:pathLst>
              <a:path w="125094" h="19050">
                <a:moveTo>
                  <a:pt x="0" y="0"/>
                </a:moveTo>
                <a:lnTo>
                  <a:pt x="124943" y="0"/>
                </a:lnTo>
                <a:lnTo>
                  <a:pt x="12494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131005" y="6595758"/>
            <a:ext cx="23495" cy="45720"/>
          </a:xfrm>
          <a:custGeom>
            <a:avLst/>
            <a:gdLst/>
            <a:ahLst/>
            <a:cxnLst/>
            <a:rect l="l" t="t" r="r" b="b"/>
            <a:pathLst>
              <a:path w="23494" h="45720">
                <a:moveTo>
                  <a:pt x="23493" y="45278"/>
                </a:moveTo>
                <a:lnTo>
                  <a:pt x="0" y="45278"/>
                </a:lnTo>
                <a:lnTo>
                  <a:pt x="0" y="0"/>
                </a:lnTo>
                <a:lnTo>
                  <a:pt x="23493" y="0"/>
                </a:lnTo>
                <a:lnTo>
                  <a:pt x="23493" y="45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131005" y="6659833"/>
            <a:ext cx="23495" cy="49530"/>
          </a:xfrm>
          <a:custGeom>
            <a:avLst/>
            <a:gdLst/>
            <a:ahLst/>
            <a:cxnLst/>
            <a:rect l="l" t="t" r="r" b="b"/>
            <a:pathLst>
              <a:path w="23494" h="49529">
                <a:moveTo>
                  <a:pt x="23493" y="49336"/>
                </a:moveTo>
                <a:lnTo>
                  <a:pt x="0" y="49336"/>
                </a:lnTo>
                <a:lnTo>
                  <a:pt x="0" y="0"/>
                </a:lnTo>
                <a:lnTo>
                  <a:pt x="23493" y="0"/>
                </a:lnTo>
                <a:lnTo>
                  <a:pt x="23493" y="49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059883" y="6753859"/>
            <a:ext cx="23495" cy="64769"/>
          </a:xfrm>
          <a:custGeom>
            <a:avLst/>
            <a:gdLst/>
            <a:ahLst/>
            <a:cxnLst/>
            <a:rect l="l" t="t" r="r" b="b"/>
            <a:pathLst>
              <a:path w="23494" h="64770">
                <a:moveTo>
                  <a:pt x="0" y="0"/>
                </a:moveTo>
                <a:lnTo>
                  <a:pt x="23493" y="0"/>
                </a:lnTo>
                <a:lnTo>
                  <a:pt x="23493" y="64770"/>
                </a:lnTo>
                <a:lnTo>
                  <a:pt x="0" y="647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059883" y="6818630"/>
            <a:ext cx="180975" cy="20320"/>
          </a:xfrm>
          <a:custGeom>
            <a:avLst/>
            <a:gdLst/>
            <a:ahLst/>
            <a:cxnLst/>
            <a:rect l="l" t="t" r="r" b="b"/>
            <a:pathLst>
              <a:path w="180975" h="20320">
                <a:moveTo>
                  <a:pt x="0" y="0"/>
                </a:moveTo>
                <a:lnTo>
                  <a:pt x="180474" y="0"/>
                </a:lnTo>
                <a:lnTo>
                  <a:pt x="18047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317887" y="6582409"/>
            <a:ext cx="24130" cy="31750"/>
          </a:xfrm>
          <a:custGeom>
            <a:avLst/>
            <a:gdLst/>
            <a:ahLst/>
            <a:cxnLst/>
            <a:rect l="l" t="t" r="r" b="b"/>
            <a:pathLst>
              <a:path w="24129" h="31750">
                <a:moveTo>
                  <a:pt x="0" y="0"/>
                </a:moveTo>
                <a:lnTo>
                  <a:pt x="23707" y="0"/>
                </a:lnTo>
                <a:lnTo>
                  <a:pt x="23707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317887" y="6614159"/>
            <a:ext cx="180340" cy="17780"/>
          </a:xfrm>
          <a:custGeom>
            <a:avLst/>
            <a:gdLst/>
            <a:ahLst/>
            <a:cxnLst/>
            <a:rect l="l" t="t" r="r" b="b"/>
            <a:pathLst>
              <a:path w="180339" h="17779">
                <a:moveTo>
                  <a:pt x="0" y="0"/>
                </a:moveTo>
                <a:lnTo>
                  <a:pt x="180260" y="0"/>
                </a:lnTo>
                <a:lnTo>
                  <a:pt x="180260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317887" y="6631940"/>
            <a:ext cx="24130" cy="31750"/>
          </a:xfrm>
          <a:custGeom>
            <a:avLst/>
            <a:gdLst/>
            <a:ahLst/>
            <a:cxnLst/>
            <a:rect l="l" t="t" r="r" b="b"/>
            <a:pathLst>
              <a:path w="24129" h="31750">
                <a:moveTo>
                  <a:pt x="0" y="0"/>
                </a:moveTo>
                <a:lnTo>
                  <a:pt x="23707" y="0"/>
                </a:lnTo>
                <a:lnTo>
                  <a:pt x="23707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317887" y="6663690"/>
            <a:ext cx="180340" cy="19050"/>
          </a:xfrm>
          <a:custGeom>
            <a:avLst/>
            <a:gdLst/>
            <a:ahLst/>
            <a:cxnLst/>
            <a:rect l="l" t="t" r="r" b="b"/>
            <a:pathLst>
              <a:path w="180339" h="19050">
                <a:moveTo>
                  <a:pt x="0" y="0"/>
                </a:moveTo>
                <a:lnTo>
                  <a:pt x="180260" y="0"/>
                </a:lnTo>
                <a:lnTo>
                  <a:pt x="18026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474440" y="6582516"/>
            <a:ext cx="24130" cy="31750"/>
          </a:xfrm>
          <a:custGeom>
            <a:avLst/>
            <a:gdLst/>
            <a:ahLst/>
            <a:cxnLst/>
            <a:rect l="l" t="t" r="r" b="b"/>
            <a:pathLst>
              <a:path w="24129" h="31750">
                <a:moveTo>
                  <a:pt x="23707" y="31182"/>
                </a:moveTo>
                <a:lnTo>
                  <a:pt x="0" y="31182"/>
                </a:lnTo>
                <a:lnTo>
                  <a:pt x="0" y="0"/>
                </a:lnTo>
                <a:lnTo>
                  <a:pt x="23707" y="0"/>
                </a:lnTo>
                <a:lnTo>
                  <a:pt x="23707" y="31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474440" y="6631854"/>
            <a:ext cx="24130" cy="32384"/>
          </a:xfrm>
          <a:custGeom>
            <a:avLst/>
            <a:gdLst/>
            <a:ahLst/>
            <a:cxnLst/>
            <a:rect l="l" t="t" r="r" b="b"/>
            <a:pathLst>
              <a:path w="24129" h="32384">
                <a:moveTo>
                  <a:pt x="23707" y="31823"/>
                </a:moveTo>
                <a:lnTo>
                  <a:pt x="0" y="31823"/>
                </a:lnTo>
                <a:lnTo>
                  <a:pt x="0" y="0"/>
                </a:lnTo>
                <a:lnTo>
                  <a:pt x="23707" y="0"/>
                </a:lnTo>
                <a:lnTo>
                  <a:pt x="23707" y="318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396057" y="6682899"/>
            <a:ext cx="23495" cy="32384"/>
          </a:xfrm>
          <a:custGeom>
            <a:avLst/>
            <a:gdLst/>
            <a:ahLst/>
            <a:cxnLst/>
            <a:rect l="l" t="t" r="r" b="b"/>
            <a:pathLst>
              <a:path w="23495" h="32384">
                <a:moveTo>
                  <a:pt x="23493" y="32250"/>
                </a:moveTo>
                <a:lnTo>
                  <a:pt x="0" y="32250"/>
                </a:lnTo>
                <a:lnTo>
                  <a:pt x="0" y="0"/>
                </a:lnTo>
                <a:lnTo>
                  <a:pt x="23493" y="0"/>
                </a:lnTo>
                <a:lnTo>
                  <a:pt x="23493" y="32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285423" y="6715149"/>
            <a:ext cx="245110" cy="19685"/>
          </a:xfrm>
          <a:custGeom>
            <a:avLst/>
            <a:gdLst/>
            <a:ahLst/>
            <a:cxnLst/>
            <a:rect l="l" t="t" r="r" b="b"/>
            <a:pathLst>
              <a:path w="245110" h="19684">
                <a:moveTo>
                  <a:pt x="244761" y="19649"/>
                </a:moveTo>
                <a:lnTo>
                  <a:pt x="0" y="19649"/>
                </a:lnTo>
                <a:lnTo>
                  <a:pt x="0" y="0"/>
                </a:lnTo>
                <a:lnTo>
                  <a:pt x="244761" y="0"/>
                </a:lnTo>
                <a:lnTo>
                  <a:pt x="244761" y="196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312547" y="6761480"/>
            <a:ext cx="187325" cy="19050"/>
          </a:xfrm>
          <a:custGeom>
            <a:avLst/>
            <a:gdLst/>
            <a:ahLst/>
            <a:cxnLst/>
            <a:rect l="l" t="t" r="r" b="b"/>
            <a:pathLst>
              <a:path w="187325" h="19050">
                <a:moveTo>
                  <a:pt x="0" y="0"/>
                </a:moveTo>
                <a:lnTo>
                  <a:pt x="187308" y="0"/>
                </a:lnTo>
                <a:lnTo>
                  <a:pt x="18730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475935" y="6780530"/>
            <a:ext cx="24130" cy="64769"/>
          </a:xfrm>
          <a:custGeom>
            <a:avLst/>
            <a:gdLst/>
            <a:ahLst/>
            <a:cxnLst/>
            <a:rect l="l" t="t" r="r" b="b"/>
            <a:pathLst>
              <a:path w="24129" h="64770">
                <a:moveTo>
                  <a:pt x="0" y="0"/>
                </a:moveTo>
                <a:lnTo>
                  <a:pt x="23920" y="0"/>
                </a:lnTo>
                <a:lnTo>
                  <a:pt x="23920" y="64770"/>
                </a:lnTo>
                <a:lnTo>
                  <a:pt x="0" y="647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630217" y="6593836"/>
            <a:ext cx="244761" cy="25138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897617" y="6600671"/>
            <a:ext cx="245829" cy="20952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168435" y="6576323"/>
            <a:ext cx="226695" cy="268605"/>
          </a:xfrm>
          <a:custGeom>
            <a:avLst/>
            <a:gdLst/>
            <a:ahLst/>
            <a:cxnLst/>
            <a:rect l="l" t="t" r="r" b="b"/>
            <a:pathLst>
              <a:path w="226695" h="268604">
                <a:moveTo>
                  <a:pt x="226607" y="268468"/>
                </a:moveTo>
                <a:lnTo>
                  <a:pt x="203754" y="268468"/>
                </a:lnTo>
                <a:lnTo>
                  <a:pt x="203754" y="0"/>
                </a:lnTo>
                <a:lnTo>
                  <a:pt x="226607" y="0"/>
                </a:lnTo>
                <a:lnTo>
                  <a:pt x="226607" y="268468"/>
                </a:lnTo>
                <a:close/>
              </a:path>
              <a:path w="226695" h="268604">
                <a:moveTo>
                  <a:pt x="172785" y="104653"/>
                </a:moveTo>
                <a:lnTo>
                  <a:pt x="149932" y="104653"/>
                </a:lnTo>
                <a:lnTo>
                  <a:pt x="149932" y="5766"/>
                </a:lnTo>
                <a:lnTo>
                  <a:pt x="172785" y="5766"/>
                </a:lnTo>
                <a:lnTo>
                  <a:pt x="172785" y="104653"/>
                </a:lnTo>
                <a:close/>
              </a:path>
              <a:path w="226695" h="268604">
                <a:moveTo>
                  <a:pt x="57452" y="209093"/>
                </a:moveTo>
                <a:lnTo>
                  <a:pt x="33788" y="202649"/>
                </a:lnTo>
                <a:lnTo>
                  <a:pt x="15671" y="183971"/>
                </a:lnTo>
                <a:lnTo>
                  <a:pt x="4081" y="154520"/>
                </a:lnTo>
                <a:lnTo>
                  <a:pt x="0" y="115759"/>
                </a:lnTo>
                <a:lnTo>
                  <a:pt x="4081" y="77152"/>
                </a:lnTo>
                <a:lnTo>
                  <a:pt x="15671" y="47814"/>
                </a:lnTo>
                <a:lnTo>
                  <a:pt x="33788" y="29170"/>
                </a:lnTo>
                <a:lnTo>
                  <a:pt x="57452" y="22639"/>
                </a:lnTo>
                <a:lnTo>
                  <a:pt x="79845" y="28335"/>
                </a:lnTo>
                <a:lnTo>
                  <a:pt x="97472" y="44664"/>
                </a:lnTo>
                <a:lnTo>
                  <a:pt x="97559" y="44851"/>
                </a:lnTo>
                <a:lnTo>
                  <a:pt x="57452" y="44851"/>
                </a:lnTo>
                <a:lnTo>
                  <a:pt x="42815" y="49803"/>
                </a:lnTo>
                <a:lnTo>
                  <a:pt x="31663" y="63966"/>
                </a:lnTo>
                <a:lnTo>
                  <a:pt x="24594" y="86299"/>
                </a:lnTo>
                <a:lnTo>
                  <a:pt x="22212" y="115759"/>
                </a:lnTo>
                <a:lnTo>
                  <a:pt x="24594" y="145250"/>
                </a:lnTo>
                <a:lnTo>
                  <a:pt x="31663" y="167632"/>
                </a:lnTo>
                <a:lnTo>
                  <a:pt x="42815" y="181805"/>
                </a:lnTo>
                <a:lnTo>
                  <a:pt x="57452" y="186667"/>
                </a:lnTo>
                <a:lnTo>
                  <a:pt x="97684" y="186667"/>
                </a:lnTo>
                <a:lnTo>
                  <a:pt x="80177" y="203293"/>
                </a:lnTo>
                <a:lnTo>
                  <a:pt x="57452" y="209093"/>
                </a:lnTo>
                <a:close/>
              </a:path>
              <a:path w="226695" h="268604">
                <a:moveTo>
                  <a:pt x="97684" y="186667"/>
                </a:moveTo>
                <a:lnTo>
                  <a:pt x="57452" y="186667"/>
                </a:lnTo>
                <a:lnTo>
                  <a:pt x="72339" y="181805"/>
                </a:lnTo>
                <a:lnTo>
                  <a:pt x="83642" y="167632"/>
                </a:lnTo>
                <a:lnTo>
                  <a:pt x="90821" y="145250"/>
                </a:lnTo>
                <a:lnTo>
                  <a:pt x="93333" y="115759"/>
                </a:lnTo>
                <a:lnTo>
                  <a:pt x="90821" y="86299"/>
                </a:lnTo>
                <a:lnTo>
                  <a:pt x="83642" y="63966"/>
                </a:lnTo>
                <a:lnTo>
                  <a:pt x="72339" y="49803"/>
                </a:lnTo>
                <a:lnTo>
                  <a:pt x="57452" y="44851"/>
                </a:lnTo>
                <a:lnTo>
                  <a:pt x="97559" y="44851"/>
                </a:lnTo>
                <a:lnTo>
                  <a:pt x="109532" y="70484"/>
                </a:lnTo>
                <a:lnTo>
                  <a:pt x="115225" y="104653"/>
                </a:lnTo>
                <a:lnTo>
                  <a:pt x="172785" y="104653"/>
                </a:lnTo>
                <a:lnTo>
                  <a:pt x="172785" y="124302"/>
                </a:lnTo>
                <a:lnTo>
                  <a:pt x="115332" y="124302"/>
                </a:lnTo>
                <a:lnTo>
                  <a:pt x="109968" y="159656"/>
                </a:lnTo>
                <a:lnTo>
                  <a:pt x="97965" y="186400"/>
                </a:lnTo>
                <a:lnTo>
                  <a:pt x="97684" y="186667"/>
                </a:lnTo>
                <a:close/>
              </a:path>
              <a:path w="226695" h="268604">
                <a:moveTo>
                  <a:pt x="172785" y="254799"/>
                </a:moveTo>
                <a:lnTo>
                  <a:pt x="149932" y="254799"/>
                </a:lnTo>
                <a:lnTo>
                  <a:pt x="149932" y="124302"/>
                </a:lnTo>
                <a:lnTo>
                  <a:pt x="172785" y="124302"/>
                </a:lnTo>
                <a:lnTo>
                  <a:pt x="172785" y="254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432205" y="6576323"/>
            <a:ext cx="222885" cy="269240"/>
          </a:xfrm>
          <a:custGeom>
            <a:avLst/>
            <a:gdLst/>
            <a:ahLst/>
            <a:cxnLst/>
            <a:rect l="l" t="t" r="r" b="b"/>
            <a:pathLst>
              <a:path w="222885" h="269240">
                <a:moveTo>
                  <a:pt x="222762" y="268895"/>
                </a:moveTo>
                <a:lnTo>
                  <a:pt x="199269" y="268895"/>
                </a:lnTo>
                <a:lnTo>
                  <a:pt x="199269" y="111061"/>
                </a:lnTo>
                <a:lnTo>
                  <a:pt x="135622" y="111061"/>
                </a:lnTo>
                <a:lnTo>
                  <a:pt x="135622" y="91625"/>
                </a:lnTo>
                <a:lnTo>
                  <a:pt x="199269" y="91625"/>
                </a:lnTo>
                <a:lnTo>
                  <a:pt x="199269" y="0"/>
                </a:lnTo>
                <a:lnTo>
                  <a:pt x="222762" y="0"/>
                </a:lnTo>
                <a:lnTo>
                  <a:pt x="222762" y="268895"/>
                </a:lnTo>
                <a:close/>
              </a:path>
              <a:path w="222885" h="269240">
                <a:moveTo>
                  <a:pt x="15164" y="211656"/>
                </a:moveTo>
                <a:lnTo>
                  <a:pt x="0" y="192648"/>
                </a:lnTo>
                <a:lnTo>
                  <a:pt x="27595" y="172565"/>
                </a:lnTo>
                <a:lnTo>
                  <a:pt x="50004" y="143631"/>
                </a:lnTo>
                <a:lnTo>
                  <a:pt x="65084" y="109092"/>
                </a:lnTo>
                <a:lnTo>
                  <a:pt x="70694" y="72189"/>
                </a:lnTo>
                <a:lnTo>
                  <a:pt x="70694" y="23280"/>
                </a:lnTo>
                <a:lnTo>
                  <a:pt x="94615" y="23280"/>
                </a:lnTo>
                <a:lnTo>
                  <a:pt x="94615" y="72189"/>
                </a:lnTo>
                <a:lnTo>
                  <a:pt x="100098" y="108140"/>
                </a:lnTo>
                <a:lnTo>
                  <a:pt x="105811" y="120778"/>
                </a:lnTo>
                <a:lnTo>
                  <a:pt x="82868" y="120778"/>
                </a:lnTo>
                <a:lnTo>
                  <a:pt x="71598" y="149620"/>
                </a:lnTo>
                <a:lnTo>
                  <a:pt x="56064" y="175148"/>
                </a:lnTo>
                <a:lnTo>
                  <a:pt x="37005" y="196210"/>
                </a:lnTo>
                <a:lnTo>
                  <a:pt x="15164" y="211656"/>
                </a:lnTo>
                <a:close/>
              </a:path>
              <a:path w="222885" h="269240">
                <a:moveTo>
                  <a:pt x="150573" y="206744"/>
                </a:moveTo>
                <a:lnTo>
                  <a:pt x="128791" y="192050"/>
                </a:lnTo>
                <a:lnTo>
                  <a:pt x="109752" y="172171"/>
                </a:lnTo>
                <a:lnTo>
                  <a:pt x="94198" y="148086"/>
                </a:lnTo>
                <a:lnTo>
                  <a:pt x="82868" y="120778"/>
                </a:lnTo>
                <a:lnTo>
                  <a:pt x="105811" y="120778"/>
                </a:lnTo>
                <a:lnTo>
                  <a:pt x="115092" y="141309"/>
                </a:lnTo>
                <a:lnTo>
                  <a:pt x="137414" y="168750"/>
                </a:lnTo>
                <a:lnTo>
                  <a:pt x="164882" y="187522"/>
                </a:lnTo>
                <a:lnTo>
                  <a:pt x="150573" y="206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701315" y="6576323"/>
            <a:ext cx="219075" cy="269240"/>
          </a:xfrm>
          <a:custGeom>
            <a:avLst/>
            <a:gdLst/>
            <a:ahLst/>
            <a:cxnLst/>
            <a:rect l="l" t="t" r="r" b="b"/>
            <a:pathLst>
              <a:path w="219075" h="269240">
                <a:moveTo>
                  <a:pt x="218704" y="268895"/>
                </a:moveTo>
                <a:lnTo>
                  <a:pt x="194997" y="268895"/>
                </a:lnTo>
                <a:lnTo>
                  <a:pt x="194997" y="0"/>
                </a:lnTo>
                <a:lnTo>
                  <a:pt x="218704" y="0"/>
                </a:lnTo>
                <a:lnTo>
                  <a:pt x="218704" y="268895"/>
                </a:lnTo>
                <a:close/>
              </a:path>
              <a:path w="219075" h="269240">
                <a:moveTo>
                  <a:pt x="86285" y="145660"/>
                </a:moveTo>
                <a:lnTo>
                  <a:pt x="57102" y="141072"/>
                </a:lnTo>
                <a:lnTo>
                  <a:pt x="34145" y="128174"/>
                </a:lnTo>
                <a:lnTo>
                  <a:pt x="19158" y="108267"/>
                </a:lnTo>
                <a:lnTo>
                  <a:pt x="13882" y="82655"/>
                </a:lnTo>
                <a:lnTo>
                  <a:pt x="19158" y="57042"/>
                </a:lnTo>
                <a:lnTo>
                  <a:pt x="34145" y="37136"/>
                </a:lnTo>
                <a:lnTo>
                  <a:pt x="57102" y="24237"/>
                </a:lnTo>
                <a:lnTo>
                  <a:pt x="86285" y="19649"/>
                </a:lnTo>
                <a:lnTo>
                  <a:pt x="115409" y="24237"/>
                </a:lnTo>
                <a:lnTo>
                  <a:pt x="138265" y="37136"/>
                </a:lnTo>
                <a:lnTo>
                  <a:pt x="140694" y="40366"/>
                </a:lnTo>
                <a:lnTo>
                  <a:pt x="86285" y="40366"/>
                </a:lnTo>
                <a:lnTo>
                  <a:pt x="66506" y="43459"/>
                </a:lnTo>
                <a:lnTo>
                  <a:pt x="50911" y="52139"/>
                </a:lnTo>
                <a:lnTo>
                  <a:pt x="40723" y="65505"/>
                </a:lnTo>
                <a:lnTo>
                  <a:pt x="37162" y="82655"/>
                </a:lnTo>
                <a:lnTo>
                  <a:pt x="40723" y="99804"/>
                </a:lnTo>
                <a:lnTo>
                  <a:pt x="50911" y="113170"/>
                </a:lnTo>
                <a:lnTo>
                  <a:pt x="66506" y="121850"/>
                </a:lnTo>
                <a:lnTo>
                  <a:pt x="86285" y="124943"/>
                </a:lnTo>
                <a:lnTo>
                  <a:pt x="140694" y="124943"/>
                </a:lnTo>
                <a:lnTo>
                  <a:pt x="138265" y="128174"/>
                </a:lnTo>
                <a:lnTo>
                  <a:pt x="115409" y="141072"/>
                </a:lnTo>
                <a:lnTo>
                  <a:pt x="86285" y="145660"/>
                </a:lnTo>
                <a:close/>
              </a:path>
              <a:path w="219075" h="269240">
                <a:moveTo>
                  <a:pt x="140694" y="124943"/>
                </a:moveTo>
                <a:lnTo>
                  <a:pt x="86285" y="124943"/>
                </a:lnTo>
                <a:lnTo>
                  <a:pt x="105945" y="121850"/>
                </a:lnTo>
                <a:lnTo>
                  <a:pt x="121499" y="113170"/>
                </a:lnTo>
                <a:lnTo>
                  <a:pt x="131728" y="99804"/>
                </a:lnTo>
                <a:lnTo>
                  <a:pt x="135408" y="82655"/>
                </a:lnTo>
                <a:lnTo>
                  <a:pt x="131728" y="65505"/>
                </a:lnTo>
                <a:lnTo>
                  <a:pt x="121499" y="52139"/>
                </a:lnTo>
                <a:lnTo>
                  <a:pt x="105945" y="43459"/>
                </a:lnTo>
                <a:lnTo>
                  <a:pt x="86285" y="40366"/>
                </a:lnTo>
                <a:lnTo>
                  <a:pt x="140694" y="40366"/>
                </a:lnTo>
                <a:lnTo>
                  <a:pt x="153232" y="57042"/>
                </a:lnTo>
                <a:lnTo>
                  <a:pt x="158689" y="82655"/>
                </a:lnTo>
                <a:lnTo>
                  <a:pt x="153232" y="108267"/>
                </a:lnTo>
                <a:lnTo>
                  <a:pt x="140694" y="124943"/>
                </a:lnTo>
                <a:close/>
              </a:path>
              <a:path w="219075" h="269240">
                <a:moveTo>
                  <a:pt x="3203" y="209734"/>
                </a:moveTo>
                <a:lnTo>
                  <a:pt x="0" y="189444"/>
                </a:lnTo>
                <a:lnTo>
                  <a:pt x="40252" y="189364"/>
                </a:lnTo>
                <a:lnTo>
                  <a:pt x="84950" y="188323"/>
                </a:lnTo>
                <a:lnTo>
                  <a:pt x="131491" y="185600"/>
                </a:lnTo>
                <a:lnTo>
                  <a:pt x="177270" y="180474"/>
                </a:lnTo>
                <a:lnTo>
                  <a:pt x="179192" y="197987"/>
                </a:lnTo>
                <a:lnTo>
                  <a:pt x="132562" y="204688"/>
                </a:lnTo>
                <a:lnTo>
                  <a:pt x="86312" y="208185"/>
                </a:lnTo>
                <a:lnTo>
                  <a:pt x="42505" y="209520"/>
                </a:lnTo>
                <a:lnTo>
                  <a:pt x="3203" y="2097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044513" y="6581662"/>
            <a:ext cx="245110" cy="262890"/>
          </a:xfrm>
          <a:custGeom>
            <a:avLst/>
            <a:gdLst/>
            <a:ahLst/>
            <a:cxnLst/>
            <a:rect l="l" t="t" r="r" b="b"/>
            <a:pathLst>
              <a:path w="245110" h="262890">
                <a:moveTo>
                  <a:pt x="216782" y="89275"/>
                </a:moveTo>
                <a:lnTo>
                  <a:pt x="33531" y="89275"/>
                </a:lnTo>
                <a:lnTo>
                  <a:pt x="33531" y="0"/>
                </a:lnTo>
                <a:lnTo>
                  <a:pt x="57025" y="0"/>
                </a:lnTo>
                <a:lnTo>
                  <a:pt x="57025" y="69840"/>
                </a:lnTo>
                <a:lnTo>
                  <a:pt x="216782" y="69840"/>
                </a:lnTo>
                <a:lnTo>
                  <a:pt x="216782" y="89275"/>
                </a:lnTo>
                <a:close/>
              </a:path>
              <a:path w="245110" h="262890">
                <a:moveTo>
                  <a:pt x="134127" y="124730"/>
                </a:moveTo>
                <a:lnTo>
                  <a:pt x="110847" y="124730"/>
                </a:lnTo>
                <a:lnTo>
                  <a:pt x="110847" y="89275"/>
                </a:lnTo>
                <a:lnTo>
                  <a:pt x="134127" y="89275"/>
                </a:lnTo>
                <a:lnTo>
                  <a:pt x="134127" y="124730"/>
                </a:lnTo>
                <a:close/>
              </a:path>
              <a:path w="245110" h="262890">
                <a:moveTo>
                  <a:pt x="244974" y="144592"/>
                </a:moveTo>
                <a:lnTo>
                  <a:pt x="0" y="144592"/>
                </a:lnTo>
                <a:lnTo>
                  <a:pt x="0" y="124730"/>
                </a:lnTo>
                <a:lnTo>
                  <a:pt x="244974" y="124730"/>
                </a:lnTo>
                <a:lnTo>
                  <a:pt x="244974" y="144592"/>
                </a:lnTo>
                <a:close/>
              </a:path>
              <a:path w="245110" h="262890">
                <a:moveTo>
                  <a:pt x="122167" y="262488"/>
                </a:moveTo>
                <a:lnTo>
                  <a:pt x="83265" y="259234"/>
                </a:lnTo>
                <a:lnTo>
                  <a:pt x="54115" y="249753"/>
                </a:lnTo>
                <a:lnTo>
                  <a:pt x="35817" y="234466"/>
                </a:lnTo>
                <a:lnTo>
                  <a:pt x="29473" y="213792"/>
                </a:lnTo>
                <a:lnTo>
                  <a:pt x="35817" y="192995"/>
                </a:lnTo>
                <a:lnTo>
                  <a:pt x="54115" y="177644"/>
                </a:lnTo>
                <a:lnTo>
                  <a:pt x="83265" y="168139"/>
                </a:lnTo>
                <a:lnTo>
                  <a:pt x="122167" y="164882"/>
                </a:lnTo>
                <a:lnTo>
                  <a:pt x="160914" y="168139"/>
                </a:lnTo>
                <a:lnTo>
                  <a:pt x="189951" y="177644"/>
                </a:lnTo>
                <a:lnTo>
                  <a:pt x="196876" y="183464"/>
                </a:lnTo>
                <a:lnTo>
                  <a:pt x="122167" y="183464"/>
                </a:lnTo>
                <a:lnTo>
                  <a:pt x="93313" y="185590"/>
                </a:lnTo>
                <a:lnTo>
                  <a:pt x="71709" y="191500"/>
                </a:lnTo>
                <a:lnTo>
                  <a:pt x="58193" y="200974"/>
                </a:lnTo>
                <a:lnTo>
                  <a:pt x="53608" y="213792"/>
                </a:lnTo>
                <a:lnTo>
                  <a:pt x="58193" y="226303"/>
                </a:lnTo>
                <a:lnTo>
                  <a:pt x="71709" y="235710"/>
                </a:lnTo>
                <a:lnTo>
                  <a:pt x="93313" y="241634"/>
                </a:lnTo>
                <a:lnTo>
                  <a:pt x="122167" y="243693"/>
                </a:lnTo>
                <a:lnTo>
                  <a:pt x="197192" y="243693"/>
                </a:lnTo>
                <a:lnTo>
                  <a:pt x="189951" y="249753"/>
                </a:lnTo>
                <a:lnTo>
                  <a:pt x="160914" y="259234"/>
                </a:lnTo>
                <a:lnTo>
                  <a:pt x="122167" y="262488"/>
                </a:lnTo>
                <a:close/>
              </a:path>
              <a:path w="245110" h="262890">
                <a:moveTo>
                  <a:pt x="197192" y="243693"/>
                </a:moveTo>
                <a:lnTo>
                  <a:pt x="122167" y="243693"/>
                </a:lnTo>
                <a:lnTo>
                  <a:pt x="150903" y="241634"/>
                </a:lnTo>
                <a:lnTo>
                  <a:pt x="172491" y="235710"/>
                </a:lnTo>
                <a:lnTo>
                  <a:pt x="186110" y="226303"/>
                </a:lnTo>
                <a:lnTo>
                  <a:pt x="190939" y="213792"/>
                </a:lnTo>
                <a:lnTo>
                  <a:pt x="186110" y="200974"/>
                </a:lnTo>
                <a:lnTo>
                  <a:pt x="172491" y="191500"/>
                </a:lnTo>
                <a:lnTo>
                  <a:pt x="150903" y="185590"/>
                </a:lnTo>
                <a:lnTo>
                  <a:pt x="122167" y="183464"/>
                </a:lnTo>
                <a:lnTo>
                  <a:pt x="196876" y="183464"/>
                </a:lnTo>
                <a:lnTo>
                  <a:pt x="208216" y="192995"/>
                </a:lnTo>
                <a:lnTo>
                  <a:pt x="214646" y="213792"/>
                </a:lnTo>
                <a:lnTo>
                  <a:pt x="208216" y="234466"/>
                </a:lnTo>
                <a:lnTo>
                  <a:pt x="197192" y="2436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313622" y="6576323"/>
            <a:ext cx="250190" cy="268605"/>
          </a:xfrm>
          <a:custGeom>
            <a:avLst/>
            <a:gdLst/>
            <a:ahLst/>
            <a:cxnLst/>
            <a:rect l="l" t="t" r="r" b="b"/>
            <a:pathLst>
              <a:path w="250189" h="268604">
                <a:moveTo>
                  <a:pt x="206103" y="268255"/>
                </a:moveTo>
                <a:lnTo>
                  <a:pt x="182396" y="268255"/>
                </a:lnTo>
                <a:lnTo>
                  <a:pt x="182396" y="0"/>
                </a:lnTo>
                <a:lnTo>
                  <a:pt x="206103" y="0"/>
                </a:lnTo>
                <a:lnTo>
                  <a:pt x="206103" y="109138"/>
                </a:lnTo>
                <a:lnTo>
                  <a:pt x="249673" y="109138"/>
                </a:lnTo>
                <a:lnTo>
                  <a:pt x="249673" y="129215"/>
                </a:lnTo>
                <a:lnTo>
                  <a:pt x="206103" y="129215"/>
                </a:lnTo>
                <a:lnTo>
                  <a:pt x="206103" y="268255"/>
                </a:lnTo>
                <a:close/>
              </a:path>
              <a:path w="250189" h="268604">
                <a:moveTo>
                  <a:pt x="13241" y="217209"/>
                </a:moveTo>
                <a:lnTo>
                  <a:pt x="0" y="198628"/>
                </a:lnTo>
                <a:lnTo>
                  <a:pt x="46119" y="169614"/>
                </a:lnTo>
                <a:lnTo>
                  <a:pt x="80305" y="134634"/>
                </a:lnTo>
                <a:lnTo>
                  <a:pt x="102477" y="94168"/>
                </a:lnTo>
                <a:lnTo>
                  <a:pt x="112556" y="48695"/>
                </a:lnTo>
                <a:lnTo>
                  <a:pt x="12601" y="48695"/>
                </a:lnTo>
                <a:lnTo>
                  <a:pt x="12601" y="28833"/>
                </a:lnTo>
                <a:lnTo>
                  <a:pt x="136690" y="28833"/>
                </a:lnTo>
                <a:lnTo>
                  <a:pt x="132176" y="73479"/>
                </a:lnTo>
                <a:lnTo>
                  <a:pt x="118363" y="115563"/>
                </a:lnTo>
                <a:lnTo>
                  <a:pt x="94463" y="154161"/>
                </a:lnTo>
                <a:lnTo>
                  <a:pt x="59685" y="188350"/>
                </a:lnTo>
                <a:lnTo>
                  <a:pt x="13241" y="217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660338" y="6576536"/>
            <a:ext cx="220979" cy="267335"/>
          </a:xfrm>
          <a:custGeom>
            <a:avLst/>
            <a:gdLst/>
            <a:ahLst/>
            <a:cxnLst/>
            <a:rect l="l" t="t" r="r" b="b"/>
            <a:pathLst>
              <a:path w="220979" h="267334">
                <a:moveTo>
                  <a:pt x="218918" y="49977"/>
                </a:moveTo>
                <a:lnTo>
                  <a:pt x="195211" y="49977"/>
                </a:lnTo>
                <a:lnTo>
                  <a:pt x="195211" y="0"/>
                </a:lnTo>
                <a:lnTo>
                  <a:pt x="218918" y="0"/>
                </a:lnTo>
                <a:lnTo>
                  <a:pt x="218918" y="49977"/>
                </a:lnTo>
                <a:close/>
              </a:path>
              <a:path w="220979" h="267334">
                <a:moveTo>
                  <a:pt x="9824" y="160611"/>
                </a:moveTo>
                <a:lnTo>
                  <a:pt x="0" y="141816"/>
                </a:lnTo>
                <a:lnTo>
                  <a:pt x="43830" y="124393"/>
                </a:lnTo>
                <a:lnTo>
                  <a:pt x="77529" y="101102"/>
                </a:lnTo>
                <a:lnTo>
                  <a:pt x="100014" y="72646"/>
                </a:lnTo>
                <a:lnTo>
                  <a:pt x="110206" y="39725"/>
                </a:lnTo>
                <a:lnTo>
                  <a:pt x="13669" y="39725"/>
                </a:lnTo>
                <a:lnTo>
                  <a:pt x="13669" y="19862"/>
                </a:lnTo>
                <a:lnTo>
                  <a:pt x="135836" y="19862"/>
                </a:lnTo>
                <a:lnTo>
                  <a:pt x="135619" y="27646"/>
                </a:lnTo>
                <a:lnTo>
                  <a:pt x="134981" y="35280"/>
                </a:lnTo>
                <a:lnTo>
                  <a:pt x="133943" y="42734"/>
                </a:lnTo>
                <a:lnTo>
                  <a:pt x="132525" y="49977"/>
                </a:lnTo>
                <a:lnTo>
                  <a:pt x="218918" y="49977"/>
                </a:lnTo>
                <a:lnTo>
                  <a:pt x="218918" y="68985"/>
                </a:lnTo>
                <a:lnTo>
                  <a:pt x="126545" y="68985"/>
                </a:lnTo>
                <a:lnTo>
                  <a:pt x="108983" y="99205"/>
                </a:lnTo>
                <a:lnTo>
                  <a:pt x="83202" y="124690"/>
                </a:lnTo>
                <a:lnTo>
                  <a:pt x="49912" y="145228"/>
                </a:lnTo>
                <a:lnTo>
                  <a:pt x="9824" y="160611"/>
                </a:lnTo>
                <a:close/>
              </a:path>
              <a:path w="220979" h="267334">
                <a:moveTo>
                  <a:pt x="218918" y="161252"/>
                </a:moveTo>
                <a:lnTo>
                  <a:pt x="195211" y="161252"/>
                </a:lnTo>
                <a:lnTo>
                  <a:pt x="195211" y="124943"/>
                </a:lnTo>
                <a:lnTo>
                  <a:pt x="123662" y="124943"/>
                </a:lnTo>
                <a:lnTo>
                  <a:pt x="123662" y="105294"/>
                </a:lnTo>
                <a:lnTo>
                  <a:pt x="195211" y="105294"/>
                </a:lnTo>
                <a:lnTo>
                  <a:pt x="195211" y="68985"/>
                </a:lnTo>
                <a:lnTo>
                  <a:pt x="218918" y="68985"/>
                </a:lnTo>
                <a:lnTo>
                  <a:pt x="218918" y="161252"/>
                </a:lnTo>
                <a:close/>
              </a:path>
              <a:path w="220979" h="267334">
                <a:moveTo>
                  <a:pt x="131137" y="266973"/>
                </a:moveTo>
                <a:lnTo>
                  <a:pt x="93841" y="263432"/>
                </a:lnTo>
                <a:lnTo>
                  <a:pt x="65515" y="253224"/>
                </a:lnTo>
                <a:lnTo>
                  <a:pt x="47521" y="236969"/>
                </a:lnTo>
                <a:lnTo>
                  <a:pt x="41220" y="215287"/>
                </a:lnTo>
                <a:lnTo>
                  <a:pt x="47521" y="193762"/>
                </a:lnTo>
                <a:lnTo>
                  <a:pt x="65515" y="177644"/>
                </a:lnTo>
                <a:lnTo>
                  <a:pt x="93841" y="167532"/>
                </a:lnTo>
                <a:lnTo>
                  <a:pt x="131137" y="164028"/>
                </a:lnTo>
                <a:lnTo>
                  <a:pt x="167973" y="167532"/>
                </a:lnTo>
                <a:lnTo>
                  <a:pt x="196118" y="177644"/>
                </a:lnTo>
                <a:lnTo>
                  <a:pt x="202132" y="183037"/>
                </a:lnTo>
                <a:lnTo>
                  <a:pt x="131137" y="183037"/>
                </a:lnTo>
                <a:lnTo>
                  <a:pt x="103639" y="185132"/>
                </a:lnTo>
                <a:lnTo>
                  <a:pt x="82708" y="191473"/>
                </a:lnTo>
                <a:lnTo>
                  <a:pt x="69386" y="201658"/>
                </a:lnTo>
                <a:lnTo>
                  <a:pt x="64714" y="215287"/>
                </a:lnTo>
                <a:lnTo>
                  <a:pt x="69386" y="228919"/>
                </a:lnTo>
                <a:lnTo>
                  <a:pt x="82708" y="239128"/>
                </a:lnTo>
                <a:lnTo>
                  <a:pt x="103639" y="245532"/>
                </a:lnTo>
                <a:lnTo>
                  <a:pt x="131137" y="247751"/>
                </a:lnTo>
                <a:lnTo>
                  <a:pt x="202170" y="247751"/>
                </a:lnTo>
                <a:lnTo>
                  <a:pt x="196118" y="253224"/>
                </a:lnTo>
                <a:lnTo>
                  <a:pt x="167973" y="263432"/>
                </a:lnTo>
                <a:lnTo>
                  <a:pt x="131137" y="266973"/>
                </a:lnTo>
                <a:close/>
              </a:path>
              <a:path w="220979" h="267334">
                <a:moveTo>
                  <a:pt x="202170" y="247751"/>
                </a:moveTo>
                <a:lnTo>
                  <a:pt x="131137" y="247751"/>
                </a:lnTo>
                <a:lnTo>
                  <a:pt x="158145" y="245532"/>
                </a:lnTo>
                <a:lnTo>
                  <a:pt x="178845" y="239128"/>
                </a:lnTo>
                <a:lnTo>
                  <a:pt x="192137" y="228919"/>
                </a:lnTo>
                <a:lnTo>
                  <a:pt x="196919" y="215287"/>
                </a:lnTo>
                <a:lnTo>
                  <a:pt x="192137" y="201658"/>
                </a:lnTo>
                <a:lnTo>
                  <a:pt x="178845" y="191473"/>
                </a:lnTo>
                <a:lnTo>
                  <a:pt x="158145" y="185132"/>
                </a:lnTo>
                <a:lnTo>
                  <a:pt x="131137" y="183037"/>
                </a:lnTo>
                <a:lnTo>
                  <a:pt x="202132" y="183037"/>
                </a:lnTo>
                <a:lnTo>
                  <a:pt x="214092" y="193762"/>
                </a:lnTo>
                <a:lnTo>
                  <a:pt x="220413" y="215287"/>
                </a:lnTo>
                <a:lnTo>
                  <a:pt x="214092" y="236969"/>
                </a:lnTo>
                <a:lnTo>
                  <a:pt x="202170" y="2477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928380" y="6576323"/>
            <a:ext cx="219710" cy="267970"/>
          </a:xfrm>
          <a:custGeom>
            <a:avLst/>
            <a:gdLst/>
            <a:ahLst/>
            <a:cxnLst/>
            <a:rect l="l" t="t" r="r" b="b"/>
            <a:pathLst>
              <a:path w="219710" h="267970">
                <a:moveTo>
                  <a:pt x="218277" y="38871"/>
                </a:moveTo>
                <a:lnTo>
                  <a:pt x="194570" y="38871"/>
                </a:lnTo>
                <a:lnTo>
                  <a:pt x="194570" y="0"/>
                </a:lnTo>
                <a:lnTo>
                  <a:pt x="218277" y="0"/>
                </a:lnTo>
                <a:lnTo>
                  <a:pt x="218277" y="38871"/>
                </a:lnTo>
                <a:close/>
              </a:path>
              <a:path w="219710" h="267970">
                <a:moveTo>
                  <a:pt x="69626" y="143311"/>
                </a:moveTo>
                <a:lnTo>
                  <a:pt x="41778" y="138746"/>
                </a:lnTo>
                <a:lnTo>
                  <a:pt x="19675" y="125691"/>
                </a:lnTo>
                <a:lnTo>
                  <a:pt x="5142" y="105588"/>
                </a:lnTo>
                <a:lnTo>
                  <a:pt x="0" y="79878"/>
                </a:lnTo>
                <a:lnTo>
                  <a:pt x="5142" y="54045"/>
                </a:lnTo>
                <a:lnTo>
                  <a:pt x="19675" y="33878"/>
                </a:lnTo>
                <a:lnTo>
                  <a:pt x="41778" y="20800"/>
                </a:lnTo>
                <a:lnTo>
                  <a:pt x="69626" y="16231"/>
                </a:lnTo>
                <a:lnTo>
                  <a:pt x="85930" y="17712"/>
                </a:lnTo>
                <a:lnTo>
                  <a:pt x="100662" y="22145"/>
                </a:lnTo>
                <a:lnTo>
                  <a:pt x="113492" y="29281"/>
                </a:lnTo>
                <a:lnTo>
                  <a:pt x="121729" y="36735"/>
                </a:lnTo>
                <a:lnTo>
                  <a:pt x="69626" y="36735"/>
                </a:lnTo>
                <a:lnTo>
                  <a:pt x="50751" y="39812"/>
                </a:lnTo>
                <a:lnTo>
                  <a:pt x="35881" y="48695"/>
                </a:lnTo>
                <a:lnTo>
                  <a:pt x="26136" y="62385"/>
                </a:lnTo>
                <a:lnTo>
                  <a:pt x="22639" y="79878"/>
                </a:lnTo>
                <a:lnTo>
                  <a:pt x="26136" y="97191"/>
                </a:lnTo>
                <a:lnTo>
                  <a:pt x="35881" y="110900"/>
                </a:lnTo>
                <a:lnTo>
                  <a:pt x="50751" y="119884"/>
                </a:lnTo>
                <a:lnTo>
                  <a:pt x="69626" y="123021"/>
                </a:lnTo>
                <a:lnTo>
                  <a:pt x="121493" y="123021"/>
                </a:lnTo>
                <a:lnTo>
                  <a:pt x="113492" y="130261"/>
                </a:lnTo>
                <a:lnTo>
                  <a:pt x="100662" y="137397"/>
                </a:lnTo>
                <a:lnTo>
                  <a:pt x="85930" y="141831"/>
                </a:lnTo>
                <a:lnTo>
                  <a:pt x="69626" y="143311"/>
                </a:lnTo>
                <a:close/>
              </a:path>
              <a:path w="219710" h="267970">
                <a:moveTo>
                  <a:pt x="121493" y="123021"/>
                </a:moveTo>
                <a:lnTo>
                  <a:pt x="69626" y="123021"/>
                </a:lnTo>
                <a:lnTo>
                  <a:pt x="88164" y="119884"/>
                </a:lnTo>
                <a:lnTo>
                  <a:pt x="102918" y="110900"/>
                </a:lnTo>
                <a:lnTo>
                  <a:pt x="112666" y="97191"/>
                </a:lnTo>
                <a:lnTo>
                  <a:pt x="116186" y="79878"/>
                </a:lnTo>
                <a:lnTo>
                  <a:pt x="112666" y="62385"/>
                </a:lnTo>
                <a:lnTo>
                  <a:pt x="102918" y="48695"/>
                </a:lnTo>
                <a:lnTo>
                  <a:pt x="88164" y="39812"/>
                </a:lnTo>
                <a:lnTo>
                  <a:pt x="69626" y="36735"/>
                </a:lnTo>
                <a:lnTo>
                  <a:pt x="121729" y="36735"/>
                </a:lnTo>
                <a:lnTo>
                  <a:pt x="124089" y="38871"/>
                </a:lnTo>
                <a:lnTo>
                  <a:pt x="218277" y="38871"/>
                </a:lnTo>
                <a:lnTo>
                  <a:pt x="218277" y="58307"/>
                </a:lnTo>
                <a:lnTo>
                  <a:pt x="135408" y="58307"/>
                </a:lnTo>
                <a:lnTo>
                  <a:pt x="137758" y="64927"/>
                </a:lnTo>
                <a:lnTo>
                  <a:pt x="139039" y="72189"/>
                </a:lnTo>
                <a:lnTo>
                  <a:pt x="139039" y="87460"/>
                </a:lnTo>
                <a:lnTo>
                  <a:pt x="137758" y="94508"/>
                </a:lnTo>
                <a:lnTo>
                  <a:pt x="135515" y="101022"/>
                </a:lnTo>
                <a:lnTo>
                  <a:pt x="218277" y="101022"/>
                </a:lnTo>
                <a:lnTo>
                  <a:pt x="218277" y="120672"/>
                </a:lnTo>
                <a:lnTo>
                  <a:pt x="124089" y="120672"/>
                </a:lnTo>
                <a:lnTo>
                  <a:pt x="121493" y="123021"/>
                </a:lnTo>
                <a:close/>
              </a:path>
              <a:path w="219710" h="267970">
                <a:moveTo>
                  <a:pt x="218277" y="101022"/>
                </a:moveTo>
                <a:lnTo>
                  <a:pt x="194570" y="101022"/>
                </a:lnTo>
                <a:lnTo>
                  <a:pt x="194570" y="58307"/>
                </a:lnTo>
                <a:lnTo>
                  <a:pt x="218277" y="58307"/>
                </a:lnTo>
                <a:lnTo>
                  <a:pt x="218277" y="101022"/>
                </a:lnTo>
                <a:close/>
              </a:path>
              <a:path w="219710" h="267970">
                <a:moveTo>
                  <a:pt x="218277" y="159116"/>
                </a:moveTo>
                <a:lnTo>
                  <a:pt x="194570" y="159116"/>
                </a:lnTo>
                <a:lnTo>
                  <a:pt x="194570" y="120672"/>
                </a:lnTo>
                <a:lnTo>
                  <a:pt x="218277" y="120672"/>
                </a:lnTo>
                <a:lnTo>
                  <a:pt x="218277" y="159116"/>
                </a:lnTo>
                <a:close/>
              </a:path>
              <a:path w="219710" h="267970">
                <a:moveTo>
                  <a:pt x="129215" y="267827"/>
                </a:moveTo>
                <a:lnTo>
                  <a:pt x="91618" y="264383"/>
                </a:lnTo>
                <a:lnTo>
                  <a:pt x="63272" y="254372"/>
                </a:lnTo>
                <a:lnTo>
                  <a:pt x="45418" y="238273"/>
                </a:lnTo>
                <a:lnTo>
                  <a:pt x="39298" y="216568"/>
                </a:lnTo>
                <a:lnTo>
                  <a:pt x="45418" y="194864"/>
                </a:lnTo>
                <a:lnTo>
                  <a:pt x="63272" y="178765"/>
                </a:lnTo>
                <a:lnTo>
                  <a:pt x="91618" y="168753"/>
                </a:lnTo>
                <a:lnTo>
                  <a:pt x="129215" y="165310"/>
                </a:lnTo>
                <a:lnTo>
                  <a:pt x="166691" y="168753"/>
                </a:lnTo>
                <a:lnTo>
                  <a:pt x="194997" y="178765"/>
                </a:lnTo>
                <a:lnTo>
                  <a:pt x="200695" y="183891"/>
                </a:lnTo>
                <a:lnTo>
                  <a:pt x="129215" y="183891"/>
                </a:lnTo>
                <a:lnTo>
                  <a:pt x="101383" y="186113"/>
                </a:lnTo>
                <a:lnTo>
                  <a:pt x="80359" y="192541"/>
                </a:lnTo>
                <a:lnTo>
                  <a:pt x="67103" y="202813"/>
                </a:lnTo>
                <a:lnTo>
                  <a:pt x="62578" y="216568"/>
                </a:lnTo>
                <a:lnTo>
                  <a:pt x="67103" y="230077"/>
                </a:lnTo>
                <a:lnTo>
                  <a:pt x="80359" y="240222"/>
                </a:lnTo>
                <a:lnTo>
                  <a:pt x="101383" y="246603"/>
                </a:lnTo>
                <a:lnTo>
                  <a:pt x="129215" y="248819"/>
                </a:lnTo>
                <a:lnTo>
                  <a:pt x="201169" y="248819"/>
                </a:lnTo>
                <a:lnTo>
                  <a:pt x="194997" y="254372"/>
                </a:lnTo>
                <a:lnTo>
                  <a:pt x="166691" y="264383"/>
                </a:lnTo>
                <a:lnTo>
                  <a:pt x="129215" y="267827"/>
                </a:lnTo>
                <a:close/>
              </a:path>
              <a:path w="219710" h="267970">
                <a:moveTo>
                  <a:pt x="201169" y="248819"/>
                </a:moveTo>
                <a:lnTo>
                  <a:pt x="129215" y="248819"/>
                </a:lnTo>
                <a:lnTo>
                  <a:pt x="157050" y="246603"/>
                </a:lnTo>
                <a:lnTo>
                  <a:pt x="178098" y="240222"/>
                </a:lnTo>
                <a:lnTo>
                  <a:pt x="191416" y="230077"/>
                </a:lnTo>
                <a:lnTo>
                  <a:pt x="196065" y="216568"/>
                </a:lnTo>
                <a:lnTo>
                  <a:pt x="191416" y="202813"/>
                </a:lnTo>
                <a:lnTo>
                  <a:pt x="178098" y="192541"/>
                </a:lnTo>
                <a:lnTo>
                  <a:pt x="157050" y="186113"/>
                </a:lnTo>
                <a:lnTo>
                  <a:pt x="129215" y="183891"/>
                </a:lnTo>
                <a:lnTo>
                  <a:pt x="200695" y="183891"/>
                </a:lnTo>
                <a:lnTo>
                  <a:pt x="212891" y="194864"/>
                </a:lnTo>
                <a:lnTo>
                  <a:pt x="219131" y="216568"/>
                </a:lnTo>
                <a:lnTo>
                  <a:pt x="212891" y="238273"/>
                </a:lnTo>
                <a:lnTo>
                  <a:pt x="201169" y="2488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6274173" y="6576109"/>
            <a:ext cx="245745" cy="262890"/>
          </a:xfrm>
          <a:custGeom>
            <a:avLst/>
            <a:gdLst/>
            <a:ahLst/>
            <a:cxnLst/>
            <a:rect l="l" t="t" r="r" b="b"/>
            <a:pathLst>
              <a:path w="245745" h="262890">
                <a:moveTo>
                  <a:pt x="204822" y="198201"/>
                </a:moveTo>
                <a:lnTo>
                  <a:pt x="181114" y="198201"/>
                </a:lnTo>
                <a:lnTo>
                  <a:pt x="181114" y="0"/>
                </a:lnTo>
                <a:lnTo>
                  <a:pt x="204822" y="0"/>
                </a:lnTo>
                <a:lnTo>
                  <a:pt x="204822" y="81800"/>
                </a:lnTo>
                <a:lnTo>
                  <a:pt x="245188" y="81800"/>
                </a:lnTo>
                <a:lnTo>
                  <a:pt x="245188" y="101877"/>
                </a:lnTo>
                <a:lnTo>
                  <a:pt x="204822" y="101877"/>
                </a:lnTo>
                <a:lnTo>
                  <a:pt x="204822" y="198201"/>
                </a:lnTo>
                <a:close/>
              </a:path>
              <a:path w="245745" h="262890">
                <a:moveTo>
                  <a:pt x="70481" y="151427"/>
                </a:moveTo>
                <a:lnTo>
                  <a:pt x="42498" y="146548"/>
                </a:lnTo>
                <a:lnTo>
                  <a:pt x="20103" y="132899"/>
                </a:lnTo>
                <a:lnTo>
                  <a:pt x="5276" y="111962"/>
                </a:lnTo>
                <a:lnTo>
                  <a:pt x="0" y="85217"/>
                </a:lnTo>
                <a:lnTo>
                  <a:pt x="5276" y="58507"/>
                </a:lnTo>
                <a:lnTo>
                  <a:pt x="20103" y="37643"/>
                </a:lnTo>
                <a:lnTo>
                  <a:pt x="42498" y="24067"/>
                </a:lnTo>
                <a:lnTo>
                  <a:pt x="70481" y="19222"/>
                </a:lnTo>
                <a:lnTo>
                  <a:pt x="98403" y="24067"/>
                </a:lnTo>
                <a:lnTo>
                  <a:pt x="120698" y="37643"/>
                </a:lnTo>
                <a:lnTo>
                  <a:pt x="122328" y="39939"/>
                </a:lnTo>
                <a:lnTo>
                  <a:pt x="70481" y="39939"/>
                </a:lnTo>
                <a:lnTo>
                  <a:pt x="51812" y="43289"/>
                </a:lnTo>
                <a:lnTo>
                  <a:pt x="36788" y="52647"/>
                </a:lnTo>
                <a:lnTo>
                  <a:pt x="26810" y="66970"/>
                </a:lnTo>
                <a:lnTo>
                  <a:pt x="23280" y="85217"/>
                </a:lnTo>
                <a:lnTo>
                  <a:pt x="26810" y="103465"/>
                </a:lnTo>
                <a:lnTo>
                  <a:pt x="36788" y="117788"/>
                </a:lnTo>
                <a:lnTo>
                  <a:pt x="51812" y="127146"/>
                </a:lnTo>
                <a:lnTo>
                  <a:pt x="70481" y="130496"/>
                </a:lnTo>
                <a:lnTo>
                  <a:pt x="122397" y="130496"/>
                </a:lnTo>
                <a:lnTo>
                  <a:pt x="120698" y="132899"/>
                </a:lnTo>
                <a:lnTo>
                  <a:pt x="98403" y="146548"/>
                </a:lnTo>
                <a:lnTo>
                  <a:pt x="70481" y="151427"/>
                </a:lnTo>
                <a:close/>
              </a:path>
              <a:path w="245745" h="262890">
                <a:moveTo>
                  <a:pt x="122397" y="130496"/>
                </a:moveTo>
                <a:lnTo>
                  <a:pt x="70481" y="130496"/>
                </a:lnTo>
                <a:lnTo>
                  <a:pt x="89212" y="127146"/>
                </a:lnTo>
                <a:lnTo>
                  <a:pt x="104199" y="117788"/>
                </a:lnTo>
                <a:lnTo>
                  <a:pt x="114181" y="103465"/>
                </a:lnTo>
                <a:lnTo>
                  <a:pt x="117895" y="85217"/>
                </a:lnTo>
                <a:lnTo>
                  <a:pt x="114181" y="66970"/>
                </a:lnTo>
                <a:lnTo>
                  <a:pt x="104199" y="52647"/>
                </a:lnTo>
                <a:lnTo>
                  <a:pt x="89212" y="43289"/>
                </a:lnTo>
                <a:lnTo>
                  <a:pt x="70481" y="39939"/>
                </a:lnTo>
                <a:lnTo>
                  <a:pt x="122328" y="39939"/>
                </a:lnTo>
                <a:lnTo>
                  <a:pt x="135505" y="58507"/>
                </a:lnTo>
                <a:lnTo>
                  <a:pt x="140962" y="85217"/>
                </a:lnTo>
                <a:lnTo>
                  <a:pt x="135505" y="111962"/>
                </a:lnTo>
                <a:lnTo>
                  <a:pt x="122397" y="130496"/>
                </a:lnTo>
                <a:close/>
              </a:path>
              <a:path w="245745" h="262890">
                <a:moveTo>
                  <a:pt x="217209" y="262702"/>
                </a:moveTo>
                <a:lnTo>
                  <a:pt x="36735" y="262702"/>
                </a:lnTo>
                <a:lnTo>
                  <a:pt x="36735" y="177697"/>
                </a:lnTo>
                <a:lnTo>
                  <a:pt x="60229" y="177697"/>
                </a:lnTo>
                <a:lnTo>
                  <a:pt x="60229" y="243052"/>
                </a:lnTo>
                <a:lnTo>
                  <a:pt x="217209" y="243052"/>
                </a:lnTo>
                <a:lnTo>
                  <a:pt x="217209" y="2627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537516" y="6576323"/>
            <a:ext cx="222885" cy="268605"/>
          </a:xfrm>
          <a:custGeom>
            <a:avLst/>
            <a:gdLst/>
            <a:ahLst/>
            <a:cxnLst/>
            <a:rect l="l" t="t" r="r" b="b"/>
            <a:pathLst>
              <a:path w="222884" h="268604">
                <a:moveTo>
                  <a:pt x="221481" y="159970"/>
                </a:moveTo>
                <a:lnTo>
                  <a:pt x="197774" y="159970"/>
                </a:lnTo>
                <a:lnTo>
                  <a:pt x="197774" y="89703"/>
                </a:lnTo>
                <a:lnTo>
                  <a:pt x="143524" y="89703"/>
                </a:lnTo>
                <a:lnTo>
                  <a:pt x="143524" y="70053"/>
                </a:lnTo>
                <a:lnTo>
                  <a:pt x="197774" y="70053"/>
                </a:lnTo>
                <a:lnTo>
                  <a:pt x="197774" y="0"/>
                </a:lnTo>
                <a:lnTo>
                  <a:pt x="221481" y="0"/>
                </a:lnTo>
                <a:lnTo>
                  <a:pt x="221481" y="159970"/>
                </a:lnTo>
                <a:close/>
              </a:path>
              <a:path w="222884" h="268604">
                <a:moveTo>
                  <a:pt x="152281" y="39298"/>
                </a:moveTo>
                <a:lnTo>
                  <a:pt x="7688" y="39298"/>
                </a:lnTo>
                <a:lnTo>
                  <a:pt x="7688" y="19649"/>
                </a:lnTo>
                <a:lnTo>
                  <a:pt x="152281" y="19649"/>
                </a:lnTo>
                <a:lnTo>
                  <a:pt x="152281" y="39298"/>
                </a:lnTo>
                <a:close/>
              </a:path>
              <a:path w="222884" h="268604">
                <a:moveTo>
                  <a:pt x="12387" y="157407"/>
                </a:moveTo>
                <a:lnTo>
                  <a:pt x="0" y="138612"/>
                </a:lnTo>
                <a:lnTo>
                  <a:pt x="27528" y="123942"/>
                </a:lnTo>
                <a:lnTo>
                  <a:pt x="49149" y="102945"/>
                </a:lnTo>
                <a:lnTo>
                  <a:pt x="63282" y="77462"/>
                </a:lnTo>
                <a:lnTo>
                  <a:pt x="68345" y="49336"/>
                </a:lnTo>
                <a:lnTo>
                  <a:pt x="68345" y="39298"/>
                </a:lnTo>
                <a:lnTo>
                  <a:pt x="92266" y="39298"/>
                </a:lnTo>
                <a:lnTo>
                  <a:pt x="92306" y="49336"/>
                </a:lnTo>
                <a:lnTo>
                  <a:pt x="97084" y="74789"/>
                </a:lnTo>
                <a:lnTo>
                  <a:pt x="105252" y="88848"/>
                </a:lnTo>
                <a:lnTo>
                  <a:pt x="80839" y="88848"/>
                </a:lnTo>
                <a:lnTo>
                  <a:pt x="69783" y="111109"/>
                </a:lnTo>
                <a:lnTo>
                  <a:pt x="54302" y="130376"/>
                </a:lnTo>
                <a:lnTo>
                  <a:pt x="34976" y="146019"/>
                </a:lnTo>
                <a:lnTo>
                  <a:pt x="12387" y="157407"/>
                </a:lnTo>
                <a:close/>
              </a:path>
              <a:path w="222884" h="268604">
                <a:moveTo>
                  <a:pt x="146087" y="149932"/>
                </a:moveTo>
                <a:lnTo>
                  <a:pt x="124780" y="139682"/>
                </a:lnTo>
                <a:lnTo>
                  <a:pt x="106495" y="125677"/>
                </a:lnTo>
                <a:lnTo>
                  <a:pt x="91695" y="108529"/>
                </a:lnTo>
                <a:lnTo>
                  <a:pt x="80839" y="88848"/>
                </a:lnTo>
                <a:lnTo>
                  <a:pt x="105252" y="88848"/>
                </a:lnTo>
                <a:lnTo>
                  <a:pt x="110633" y="98112"/>
                </a:lnTo>
                <a:lnTo>
                  <a:pt x="131551" y="117391"/>
                </a:lnTo>
                <a:lnTo>
                  <a:pt x="158475" y="130923"/>
                </a:lnTo>
                <a:lnTo>
                  <a:pt x="146087" y="149932"/>
                </a:lnTo>
                <a:close/>
              </a:path>
              <a:path w="222884" h="268604">
                <a:moveTo>
                  <a:pt x="132418" y="268255"/>
                </a:moveTo>
                <a:lnTo>
                  <a:pt x="94732" y="264801"/>
                </a:lnTo>
                <a:lnTo>
                  <a:pt x="66396" y="255039"/>
                </a:lnTo>
                <a:lnTo>
                  <a:pt x="48592" y="239391"/>
                </a:lnTo>
                <a:lnTo>
                  <a:pt x="42502" y="218277"/>
                </a:lnTo>
                <a:lnTo>
                  <a:pt x="48592" y="197133"/>
                </a:lnTo>
                <a:lnTo>
                  <a:pt x="66396" y="181435"/>
                </a:lnTo>
                <a:lnTo>
                  <a:pt x="94732" y="171664"/>
                </a:lnTo>
                <a:lnTo>
                  <a:pt x="132418" y="168300"/>
                </a:lnTo>
                <a:lnTo>
                  <a:pt x="169985" y="171664"/>
                </a:lnTo>
                <a:lnTo>
                  <a:pt x="198281" y="181435"/>
                </a:lnTo>
                <a:lnTo>
                  <a:pt x="204472" y="186881"/>
                </a:lnTo>
                <a:lnTo>
                  <a:pt x="132418" y="186881"/>
                </a:lnTo>
                <a:lnTo>
                  <a:pt x="104620" y="189023"/>
                </a:lnTo>
                <a:lnTo>
                  <a:pt x="83669" y="195211"/>
                </a:lnTo>
                <a:lnTo>
                  <a:pt x="70487" y="205082"/>
                </a:lnTo>
                <a:lnTo>
                  <a:pt x="65995" y="218277"/>
                </a:lnTo>
                <a:lnTo>
                  <a:pt x="70487" y="231345"/>
                </a:lnTo>
                <a:lnTo>
                  <a:pt x="83669" y="241130"/>
                </a:lnTo>
                <a:lnTo>
                  <a:pt x="104620" y="247230"/>
                </a:lnTo>
                <a:lnTo>
                  <a:pt x="132418" y="249246"/>
                </a:lnTo>
                <a:lnTo>
                  <a:pt x="204887" y="249246"/>
                </a:lnTo>
                <a:lnTo>
                  <a:pt x="198281" y="255039"/>
                </a:lnTo>
                <a:lnTo>
                  <a:pt x="169985" y="264801"/>
                </a:lnTo>
                <a:lnTo>
                  <a:pt x="132418" y="268255"/>
                </a:lnTo>
                <a:close/>
              </a:path>
              <a:path w="222884" h="268604">
                <a:moveTo>
                  <a:pt x="204887" y="249246"/>
                </a:moveTo>
                <a:lnTo>
                  <a:pt x="132418" y="249246"/>
                </a:lnTo>
                <a:lnTo>
                  <a:pt x="160097" y="247230"/>
                </a:lnTo>
                <a:lnTo>
                  <a:pt x="181008" y="241130"/>
                </a:lnTo>
                <a:lnTo>
                  <a:pt x="194229" y="231345"/>
                </a:lnTo>
                <a:lnTo>
                  <a:pt x="198841" y="218277"/>
                </a:lnTo>
                <a:lnTo>
                  <a:pt x="194229" y="205082"/>
                </a:lnTo>
                <a:lnTo>
                  <a:pt x="181008" y="195211"/>
                </a:lnTo>
                <a:lnTo>
                  <a:pt x="160097" y="189023"/>
                </a:lnTo>
                <a:lnTo>
                  <a:pt x="132418" y="186881"/>
                </a:lnTo>
                <a:lnTo>
                  <a:pt x="204472" y="186881"/>
                </a:lnTo>
                <a:lnTo>
                  <a:pt x="216125" y="197133"/>
                </a:lnTo>
                <a:lnTo>
                  <a:pt x="222335" y="218277"/>
                </a:lnTo>
                <a:lnTo>
                  <a:pt x="216125" y="239391"/>
                </a:lnTo>
                <a:lnTo>
                  <a:pt x="204887" y="249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6884659" y="6576323"/>
            <a:ext cx="219075" cy="268605"/>
          </a:xfrm>
          <a:custGeom>
            <a:avLst/>
            <a:gdLst/>
            <a:ahLst/>
            <a:cxnLst/>
            <a:rect l="l" t="t" r="r" b="b"/>
            <a:pathLst>
              <a:path w="219075" h="268604">
                <a:moveTo>
                  <a:pt x="218491" y="268468"/>
                </a:moveTo>
                <a:lnTo>
                  <a:pt x="194783" y="268468"/>
                </a:lnTo>
                <a:lnTo>
                  <a:pt x="194783" y="0"/>
                </a:lnTo>
                <a:lnTo>
                  <a:pt x="218491" y="0"/>
                </a:lnTo>
                <a:lnTo>
                  <a:pt x="218491" y="268468"/>
                </a:lnTo>
                <a:close/>
              </a:path>
              <a:path w="219075" h="268604">
                <a:moveTo>
                  <a:pt x="12814" y="218064"/>
                </a:moveTo>
                <a:lnTo>
                  <a:pt x="0" y="198628"/>
                </a:lnTo>
                <a:lnTo>
                  <a:pt x="47853" y="169671"/>
                </a:lnTo>
                <a:lnTo>
                  <a:pt x="82721" y="134688"/>
                </a:lnTo>
                <a:lnTo>
                  <a:pt x="104955" y="94138"/>
                </a:lnTo>
                <a:lnTo>
                  <a:pt x="114905" y="48482"/>
                </a:lnTo>
                <a:lnTo>
                  <a:pt x="12387" y="48482"/>
                </a:lnTo>
                <a:lnTo>
                  <a:pt x="12387" y="29260"/>
                </a:lnTo>
                <a:lnTo>
                  <a:pt x="139039" y="29260"/>
                </a:lnTo>
                <a:lnTo>
                  <a:pt x="134482" y="74340"/>
                </a:lnTo>
                <a:lnTo>
                  <a:pt x="120473" y="116540"/>
                </a:lnTo>
                <a:lnTo>
                  <a:pt x="96120" y="155080"/>
                </a:lnTo>
                <a:lnTo>
                  <a:pt x="60531" y="189181"/>
                </a:lnTo>
                <a:lnTo>
                  <a:pt x="12814" y="2180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7153555" y="6576323"/>
            <a:ext cx="217804" cy="269240"/>
          </a:xfrm>
          <a:custGeom>
            <a:avLst/>
            <a:gdLst/>
            <a:ahLst/>
            <a:cxnLst/>
            <a:rect l="l" t="t" r="r" b="b"/>
            <a:pathLst>
              <a:path w="217804" h="269240">
                <a:moveTo>
                  <a:pt x="217636" y="60015"/>
                </a:moveTo>
                <a:lnTo>
                  <a:pt x="194143" y="60015"/>
                </a:lnTo>
                <a:lnTo>
                  <a:pt x="194143" y="0"/>
                </a:lnTo>
                <a:lnTo>
                  <a:pt x="217636" y="0"/>
                </a:lnTo>
                <a:lnTo>
                  <a:pt x="217636" y="60015"/>
                </a:lnTo>
                <a:close/>
              </a:path>
              <a:path w="217804" h="269240">
                <a:moveTo>
                  <a:pt x="67277" y="207812"/>
                </a:moveTo>
                <a:lnTo>
                  <a:pt x="39975" y="201244"/>
                </a:lnTo>
                <a:lnTo>
                  <a:pt x="18661" y="182503"/>
                </a:lnTo>
                <a:lnTo>
                  <a:pt x="4835" y="153029"/>
                </a:lnTo>
                <a:lnTo>
                  <a:pt x="0" y="114264"/>
                </a:lnTo>
                <a:lnTo>
                  <a:pt x="4835" y="75620"/>
                </a:lnTo>
                <a:lnTo>
                  <a:pt x="18661" y="46186"/>
                </a:lnTo>
                <a:lnTo>
                  <a:pt x="39975" y="27404"/>
                </a:lnTo>
                <a:lnTo>
                  <a:pt x="67277" y="20717"/>
                </a:lnTo>
                <a:lnTo>
                  <a:pt x="84855" y="23418"/>
                </a:lnTo>
                <a:lnTo>
                  <a:pt x="100342" y="31115"/>
                </a:lnTo>
                <a:lnTo>
                  <a:pt x="111698" y="41861"/>
                </a:lnTo>
                <a:lnTo>
                  <a:pt x="67277" y="41861"/>
                </a:lnTo>
                <a:lnTo>
                  <a:pt x="49129" y="47137"/>
                </a:lnTo>
                <a:lnTo>
                  <a:pt x="35026" y="61804"/>
                </a:lnTo>
                <a:lnTo>
                  <a:pt x="25889" y="84600"/>
                </a:lnTo>
                <a:lnTo>
                  <a:pt x="22639" y="114264"/>
                </a:lnTo>
                <a:lnTo>
                  <a:pt x="25889" y="144048"/>
                </a:lnTo>
                <a:lnTo>
                  <a:pt x="35026" y="166885"/>
                </a:lnTo>
                <a:lnTo>
                  <a:pt x="49129" y="181511"/>
                </a:lnTo>
                <a:lnTo>
                  <a:pt x="67277" y="186667"/>
                </a:lnTo>
                <a:lnTo>
                  <a:pt x="111416" y="186667"/>
                </a:lnTo>
                <a:lnTo>
                  <a:pt x="101797" y="196452"/>
                </a:lnTo>
                <a:lnTo>
                  <a:pt x="85708" y="204900"/>
                </a:lnTo>
                <a:lnTo>
                  <a:pt x="67277" y="207812"/>
                </a:lnTo>
                <a:close/>
              </a:path>
              <a:path w="217804" h="269240">
                <a:moveTo>
                  <a:pt x="111416" y="186667"/>
                </a:moveTo>
                <a:lnTo>
                  <a:pt x="67277" y="186667"/>
                </a:lnTo>
                <a:lnTo>
                  <a:pt x="85334" y="181511"/>
                </a:lnTo>
                <a:lnTo>
                  <a:pt x="99447" y="166885"/>
                </a:lnTo>
                <a:lnTo>
                  <a:pt x="108634" y="144048"/>
                </a:lnTo>
                <a:lnTo>
                  <a:pt x="111915" y="114264"/>
                </a:lnTo>
                <a:lnTo>
                  <a:pt x="108634" y="84600"/>
                </a:lnTo>
                <a:lnTo>
                  <a:pt x="99447" y="61804"/>
                </a:lnTo>
                <a:lnTo>
                  <a:pt x="85334" y="47137"/>
                </a:lnTo>
                <a:lnTo>
                  <a:pt x="67277" y="41861"/>
                </a:lnTo>
                <a:lnTo>
                  <a:pt x="111698" y="41861"/>
                </a:lnTo>
                <a:lnTo>
                  <a:pt x="113365" y="43438"/>
                </a:lnTo>
                <a:lnTo>
                  <a:pt x="123555" y="60015"/>
                </a:lnTo>
                <a:lnTo>
                  <a:pt x="217636" y="60015"/>
                </a:lnTo>
                <a:lnTo>
                  <a:pt x="217636" y="79878"/>
                </a:lnTo>
                <a:lnTo>
                  <a:pt x="130389" y="79878"/>
                </a:lnTo>
                <a:lnTo>
                  <a:pt x="132088" y="87864"/>
                </a:lnTo>
                <a:lnTo>
                  <a:pt x="133326" y="96270"/>
                </a:lnTo>
                <a:lnTo>
                  <a:pt x="134084" y="105077"/>
                </a:lnTo>
                <a:lnTo>
                  <a:pt x="134341" y="114264"/>
                </a:lnTo>
                <a:lnTo>
                  <a:pt x="134142" y="122434"/>
                </a:lnTo>
                <a:lnTo>
                  <a:pt x="133553" y="130283"/>
                </a:lnTo>
                <a:lnTo>
                  <a:pt x="132584" y="137811"/>
                </a:lnTo>
                <a:lnTo>
                  <a:pt x="131244" y="145020"/>
                </a:lnTo>
                <a:lnTo>
                  <a:pt x="217636" y="145020"/>
                </a:lnTo>
                <a:lnTo>
                  <a:pt x="217636" y="164669"/>
                </a:lnTo>
                <a:lnTo>
                  <a:pt x="125264" y="164669"/>
                </a:lnTo>
                <a:lnTo>
                  <a:pt x="115122" y="182898"/>
                </a:lnTo>
                <a:lnTo>
                  <a:pt x="111416" y="186667"/>
                </a:lnTo>
                <a:close/>
              </a:path>
              <a:path w="217804" h="269240">
                <a:moveTo>
                  <a:pt x="217636" y="145020"/>
                </a:moveTo>
                <a:lnTo>
                  <a:pt x="194143" y="145020"/>
                </a:lnTo>
                <a:lnTo>
                  <a:pt x="194143" y="79878"/>
                </a:lnTo>
                <a:lnTo>
                  <a:pt x="217636" y="79878"/>
                </a:lnTo>
                <a:lnTo>
                  <a:pt x="217636" y="145020"/>
                </a:lnTo>
                <a:close/>
              </a:path>
              <a:path w="217804" h="269240">
                <a:moveTo>
                  <a:pt x="217636" y="268895"/>
                </a:moveTo>
                <a:lnTo>
                  <a:pt x="194143" y="268895"/>
                </a:lnTo>
                <a:lnTo>
                  <a:pt x="194143" y="164669"/>
                </a:lnTo>
                <a:lnTo>
                  <a:pt x="217636" y="164669"/>
                </a:lnTo>
                <a:lnTo>
                  <a:pt x="217636" y="268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1745356" y="7131787"/>
            <a:ext cx="96520" cy="24130"/>
          </a:xfrm>
          <a:custGeom>
            <a:avLst/>
            <a:gdLst/>
            <a:ahLst/>
            <a:cxnLst/>
            <a:rect l="l" t="t" r="r" b="b"/>
            <a:pathLst>
              <a:path w="96519" h="24129">
                <a:moveTo>
                  <a:pt x="95896" y="23920"/>
                </a:moveTo>
                <a:lnTo>
                  <a:pt x="0" y="23920"/>
                </a:lnTo>
                <a:lnTo>
                  <a:pt x="0" y="0"/>
                </a:lnTo>
                <a:lnTo>
                  <a:pt x="95896" y="0"/>
                </a:lnTo>
                <a:lnTo>
                  <a:pt x="95896" y="23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2068715" y="7009193"/>
            <a:ext cx="24130" cy="269240"/>
          </a:xfrm>
          <a:custGeom>
            <a:avLst/>
            <a:gdLst/>
            <a:ahLst/>
            <a:cxnLst/>
            <a:rect l="l" t="t" r="r" b="b"/>
            <a:pathLst>
              <a:path w="24130" h="269240">
                <a:moveTo>
                  <a:pt x="23707" y="268895"/>
                </a:moveTo>
                <a:lnTo>
                  <a:pt x="0" y="268895"/>
                </a:lnTo>
                <a:lnTo>
                  <a:pt x="0" y="0"/>
                </a:lnTo>
                <a:lnTo>
                  <a:pt x="23707" y="0"/>
                </a:lnTo>
                <a:lnTo>
                  <a:pt x="23707" y="268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1886745" y="7035800"/>
            <a:ext cx="124460" cy="19050"/>
          </a:xfrm>
          <a:custGeom>
            <a:avLst/>
            <a:gdLst/>
            <a:ahLst/>
            <a:cxnLst/>
            <a:rect l="l" t="t" r="r" b="b"/>
            <a:pathLst>
              <a:path w="124460" h="19050">
                <a:moveTo>
                  <a:pt x="0" y="0"/>
                </a:moveTo>
                <a:lnTo>
                  <a:pt x="124089" y="0"/>
                </a:lnTo>
                <a:lnTo>
                  <a:pt x="12408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886745" y="7054850"/>
            <a:ext cx="23495" cy="135890"/>
          </a:xfrm>
          <a:custGeom>
            <a:avLst/>
            <a:gdLst/>
            <a:ahLst/>
            <a:cxnLst/>
            <a:rect l="l" t="t" r="r" b="b"/>
            <a:pathLst>
              <a:path w="23494" h="135890">
                <a:moveTo>
                  <a:pt x="0" y="0"/>
                </a:moveTo>
                <a:lnTo>
                  <a:pt x="23493" y="0"/>
                </a:lnTo>
                <a:lnTo>
                  <a:pt x="23493" y="135889"/>
                </a:lnTo>
                <a:lnTo>
                  <a:pt x="0" y="1358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1886745" y="7190740"/>
            <a:ext cx="124460" cy="19050"/>
          </a:xfrm>
          <a:custGeom>
            <a:avLst/>
            <a:gdLst/>
            <a:ahLst/>
            <a:cxnLst/>
            <a:rect l="l" t="t" r="r" b="b"/>
            <a:pathLst>
              <a:path w="124460" h="19050">
                <a:moveTo>
                  <a:pt x="0" y="0"/>
                </a:moveTo>
                <a:lnTo>
                  <a:pt x="124089" y="0"/>
                </a:lnTo>
                <a:lnTo>
                  <a:pt x="12408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1987768" y="7054686"/>
            <a:ext cx="23495" cy="136525"/>
          </a:xfrm>
          <a:custGeom>
            <a:avLst/>
            <a:gdLst/>
            <a:ahLst/>
            <a:cxnLst/>
            <a:rect l="l" t="t" r="r" b="b"/>
            <a:pathLst>
              <a:path w="23494" h="136525">
                <a:moveTo>
                  <a:pt x="23066" y="136049"/>
                </a:moveTo>
                <a:lnTo>
                  <a:pt x="0" y="136049"/>
                </a:lnTo>
                <a:lnTo>
                  <a:pt x="0" y="0"/>
                </a:lnTo>
                <a:lnTo>
                  <a:pt x="23066" y="0"/>
                </a:lnTo>
                <a:lnTo>
                  <a:pt x="23066" y="136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2141331" y="7009407"/>
            <a:ext cx="227329" cy="262890"/>
          </a:xfrm>
          <a:custGeom>
            <a:avLst/>
            <a:gdLst/>
            <a:ahLst/>
            <a:cxnLst/>
            <a:rect l="l" t="t" r="r" b="b"/>
            <a:pathLst>
              <a:path w="227330" h="262890">
                <a:moveTo>
                  <a:pt x="218918" y="196919"/>
                </a:moveTo>
                <a:lnTo>
                  <a:pt x="195211" y="196919"/>
                </a:lnTo>
                <a:lnTo>
                  <a:pt x="195211" y="0"/>
                </a:lnTo>
                <a:lnTo>
                  <a:pt x="218918" y="0"/>
                </a:lnTo>
                <a:lnTo>
                  <a:pt x="218918" y="196919"/>
                </a:lnTo>
                <a:close/>
              </a:path>
              <a:path w="227330" h="262890">
                <a:moveTo>
                  <a:pt x="13028" y="158048"/>
                </a:moveTo>
                <a:lnTo>
                  <a:pt x="0" y="139466"/>
                </a:lnTo>
                <a:lnTo>
                  <a:pt x="27765" y="123525"/>
                </a:lnTo>
                <a:lnTo>
                  <a:pt x="49283" y="100675"/>
                </a:lnTo>
                <a:lnTo>
                  <a:pt x="63192" y="72820"/>
                </a:lnTo>
                <a:lnTo>
                  <a:pt x="68131" y="41861"/>
                </a:lnTo>
                <a:lnTo>
                  <a:pt x="68131" y="14950"/>
                </a:lnTo>
                <a:lnTo>
                  <a:pt x="92266" y="14950"/>
                </a:lnTo>
                <a:lnTo>
                  <a:pt x="92266" y="41861"/>
                </a:lnTo>
                <a:lnTo>
                  <a:pt x="97138" y="71535"/>
                </a:lnTo>
                <a:lnTo>
                  <a:pt x="104751" y="85965"/>
                </a:lnTo>
                <a:lnTo>
                  <a:pt x="80412" y="85965"/>
                </a:lnTo>
                <a:lnTo>
                  <a:pt x="69388" y="109362"/>
                </a:lnTo>
                <a:lnTo>
                  <a:pt x="54128" y="129615"/>
                </a:lnTo>
                <a:lnTo>
                  <a:pt x="35165" y="146064"/>
                </a:lnTo>
                <a:lnTo>
                  <a:pt x="13028" y="158048"/>
                </a:lnTo>
                <a:close/>
              </a:path>
              <a:path w="227330" h="262890">
                <a:moveTo>
                  <a:pt x="147582" y="153136"/>
                </a:moveTo>
                <a:lnTo>
                  <a:pt x="125644" y="141904"/>
                </a:lnTo>
                <a:lnTo>
                  <a:pt x="106789" y="126638"/>
                </a:lnTo>
                <a:lnTo>
                  <a:pt x="91538" y="107828"/>
                </a:lnTo>
                <a:lnTo>
                  <a:pt x="80412" y="85965"/>
                </a:lnTo>
                <a:lnTo>
                  <a:pt x="104751" y="85965"/>
                </a:lnTo>
                <a:lnTo>
                  <a:pt x="111061" y="97925"/>
                </a:lnTo>
                <a:lnTo>
                  <a:pt x="132512" y="119350"/>
                </a:lnTo>
                <a:lnTo>
                  <a:pt x="159970" y="134127"/>
                </a:lnTo>
                <a:lnTo>
                  <a:pt x="147582" y="153136"/>
                </a:lnTo>
                <a:close/>
              </a:path>
              <a:path w="227330" h="262890">
                <a:moveTo>
                  <a:pt x="227247" y="262274"/>
                </a:moveTo>
                <a:lnTo>
                  <a:pt x="45492" y="262274"/>
                </a:lnTo>
                <a:lnTo>
                  <a:pt x="45492" y="178765"/>
                </a:lnTo>
                <a:lnTo>
                  <a:pt x="69199" y="178765"/>
                </a:lnTo>
                <a:lnTo>
                  <a:pt x="69199" y="242625"/>
                </a:lnTo>
                <a:lnTo>
                  <a:pt x="227247" y="242625"/>
                </a:lnTo>
                <a:lnTo>
                  <a:pt x="227247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2406810" y="7007912"/>
            <a:ext cx="222885" cy="269240"/>
          </a:xfrm>
          <a:custGeom>
            <a:avLst/>
            <a:gdLst/>
            <a:ahLst/>
            <a:cxnLst/>
            <a:rect l="l" t="t" r="r" b="b"/>
            <a:pathLst>
              <a:path w="222885" h="269240">
                <a:moveTo>
                  <a:pt x="91198" y="33959"/>
                </a:moveTo>
                <a:lnTo>
                  <a:pt x="67277" y="33959"/>
                </a:lnTo>
                <a:lnTo>
                  <a:pt x="67277" y="0"/>
                </a:lnTo>
                <a:lnTo>
                  <a:pt x="91198" y="0"/>
                </a:lnTo>
                <a:lnTo>
                  <a:pt x="91198" y="33959"/>
                </a:lnTo>
                <a:close/>
              </a:path>
              <a:path w="222885" h="269240">
                <a:moveTo>
                  <a:pt x="221694" y="164028"/>
                </a:moveTo>
                <a:lnTo>
                  <a:pt x="197987" y="164028"/>
                </a:lnTo>
                <a:lnTo>
                  <a:pt x="197987" y="97819"/>
                </a:lnTo>
                <a:lnTo>
                  <a:pt x="142884" y="97819"/>
                </a:lnTo>
                <a:lnTo>
                  <a:pt x="142884" y="78169"/>
                </a:lnTo>
                <a:lnTo>
                  <a:pt x="197987" y="78169"/>
                </a:lnTo>
                <a:lnTo>
                  <a:pt x="197987" y="1281"/>
                </a:lnTo>
                <a:lnTo>
                  <a:pt x="221694" y="1281"/>
                </a:lnTo>
                <a:lnTo>
                  <a:pt x="221694" y="164028"/>
                </a:lnTo>
                <a:close/>
              </a:path>
              <a:path w="222885" h="269240">
                <a:moveTo>
                  <a:pt x="151213" y="53181"/>
                </a:moveTo>
                <a:lnTo>
                  <a:pt x="6620" y="53181"/>
                </a:lnTo>
                <a:lnTo>
                  <a:pt x="6620" y="33959"/>
                </a:lnTo>
                <a:lnTo>
                  <a:pt x="151213" y="33959"/>
                </a:lnTo>
                <a:lnTo>
                  <a:pt x="151213" y="53181"/>
                </a:lnTo>
                <a:close/>
              </a:path>
              <a:path w="222885" h="269240">
                <a:moveTo>
                  <a:pt x="11533" y="159543"/>
                </a:moveTo>
                <a:lnTo>
                  <a:pt x="0" y="141175"/>
                </a:lnTo>
                <a:lnTo>
                  <a:pt x="27181" y="127843"/>
                </a:lnTo>
                <a:lnTo>
                  <a:pt x="48455" y="108684"/>
                </a:lnTo>
                <a:lnTo>
                  <a:pt x="62321" y="85161"/>
                </a:lnTo>
                <a:lnTo>
                  <a:pt x="67277" y="58734"/>
                </a:lnTo>
                <a:lnTo>
                  <a:pt x="67277" y="53181"/>
                </a:lnTo>
                <a:lnTo>
                  <a:pt x="90771" y="53181"/>
                </a:lnTo>
                <a:lnTo>
                  <a:pt x="90771" y="58734"/>
                </a:lnTo>
                <a:lnTo>
                  <a:pt x="95896" y="83005"/>
                </a:lnTo>
                <a:lnTo>
                  <a:pt x="104700" y="96324"/>
                </a:lnTo>
                <a:lnTo>
                  <a:pt x="79558" y="96324"/>
                </a:lnTo>
                <a:lnTo>
                  <a:pt x="68553" y="117089"/>
                </a:lnTo>
                <a:lnTo>
                  <a:pt x="53194" y="134941"/>
                </a:lnTo>
                <a:lnTo>
                  <a:pt x="34010" y="149289"/>
                </a:lnTo>
                <a:lnTo>
                  <a:pt x="11533" y="159543"/>
                </a:lnTo>
                <a:close/>
              </a:path>
              <a:path w="222885" h="269240">
                <a:moveTo>
                  <a:pt x="147796" y="152495"/>
                </a:moveTo>
                <a:lnTo>
                  <a:pt x="125691" y="143478"/>
                </a:lnTo>
                <a:lnTo>
                  <a:pt x="106549" y="130817"/>
                </a:lnTo>
                <a:lnTo>
                  <a:pt x="90971" y="114952"/>
                </a:lnTo>
                <a:lnTo>
                  <a:pt x="79558" y="96324"/>
                </a:lnTo>
                <a:lnTo>
                  <a:pt x="104700" y="96324"/>
                </a:lnTo>
                <a:lnTo>
                  <a:pt x="110153" y="104573"/>
                </a:lnTo>
                <a:lnTo>
                  <a:pt x="131858" y="122016"/>
                </a:lnTo>
                <a:lnTo>
                  <a:pt x="159329" y="133913"/>
                </a:lnTo>
                <a:lnTo>
                  <a:pt x="147796" y="152495"/>
                </a:lnTo>
                <a:close/>
              </a:path>
              <a:path w="222885" h="269240">
                <a:moveTo>
                  <a:pt x="132632" y="269109"/>
                </a:moveTo>
                <a:lnTo>
                  <a:pt x="94945" y="265818"/>
                </a:lnTo>
                <a:lnTo>
                  <a:pt x="66609" y="256241"/>
                </a:lnTo>
                <a:lnTo>
                  <a:pt x="48806" y="240816"/>
                </a:lnTo>
                <a:lnTo>
                  <a:pt x="42715" y="219986"/>
                </a:lnTo>
                <a:lnTo>
                  <a:pt x="48806" y="199188"/>
                </a:lnTo>
                <a:lnTo>
                  <a:pt x="66609" y="183838"/>
                </a:lnTo>
                <a:lnTo>
                  <a:pt x="94945" y="174333"/>
                </a:lnTo>
                <a:lnTo>
                  <a:pt x="132632" y="171076"/>
                </a:lnTo>
                <a:lnTo>
                  <a:pt x="170198" y="174333"/>
                </a:lnTo>
                <a:lnTo>
                  <a:pt x="198494" y="183838"/>
                </a:lnTo>
                <a:lnTo>
                  <a:pt x="205260" y="189658"/>
                </a:lnTo>
                <a:lnTo>
                  <a:pt x="132632" y="189658"/>
                </a:lnTo>
                <a:lnTo>
                  <a:pt x="104833" y="191813"/>
                </a:lnTo>
                <a:lnTo>
                  <a:pt x="83883" y="197774"/>
                </a:lnTo>
                <a:lnTo>
                  <a:pt x="70701" y="207258"/>
                </a:lnTo>
                <a:lnTo>
                  <a:pt x="66209" y="219986"/>
                </a:lnTo>
                <a:lnTo>
                  <a:pt x="70701" y="232654"/>
                </a:lnTo>
                <a:lnTo>
                  <a:pt x="83883" y="242198"/>
                </a:lnTo>
                <a:lnTo>
                  <a:pt x="104833" y="248218"/>
                </a:lnTo>
                <a:lnTo>
                  <a:pt x="132632" y="250314"/>
                </a:lnTo>
                <a:lnTo>
                  <a:pt x="205351" y="250314"/>
                </a:lnTo>
                <a:lnTo>
                  <a:pt x="198494" y="256241"/>
                </a:lnTo>
                <a:lnTo>
                  <a:pt x="170198" y="265818"/>
                </a:lnTo>
                <a:lnTo>
                  <a:pt x="132632" y="269109"/>
                </a:lnTo>
                <a:close/>
              </a:path>
              <a:path w="222885" h="269240">
                <a:moveTo>
                  <a:pt x="205351" y="250314"/>
                </a:moveTo>
                <a:lnTo>
                  <a:pt x="132632" y="250314"/>
                </a:lnTo>
                <a:lnTo>
                  <a:pt x="160401" y="248218"/>
                </a:lnTo>
                <a:lnTo>
                  <a:pt x="181301" y="242198"/>
                </a:lnTo>
                <a:lnTo>
                  <a:pt x="194473" y="232654"/>
                </a:lnTo>
                <a:lnTo>
                  <a:pt x="199055" y="219986"/>
                </a:lnTo>
                <a:lnTo>
                  <a:pt x="194473" y="207258"/>
                </a:lnTo>
                <a:lnTo>
                  <a:pt x="181301" y="197774"/>
                </a:lnTo>
                <a:lnTo>
                  <a:pt x="160401" y="191813"/>
                </a:lnTo>
                <a:lnTo>
                  <a:pt x="132632" y="189658"/>
                </a:lnTo>
                <a:lnTo>
                  <a:pt x="205260" y="189658"/>
                </a:lnTo>
                <a:lnTo>
                  <a:pt x="216338" y="199188"/>
                </a:lnTo>
                <a:lnTo>
                  <a:pt x="222549" y="219986"/>
                </a:lnTo>
                <a:lnTo>
                  <a:pt x="216338" y="240816"/>
                </a:lnTo>
                <a:lnTo>
                  <a:pt x="205351" y="2503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2673356" y="7026494"/>
            <a:ext cx="245829" cy="21528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2970872" y="7029450"/>
            <a:ext cx="184785" cy="19050"/>
          </a:xfrm>
          <a:custGeom>
            <a:avLst/>
            <a:gdLst/>
            <a:ahLst/>
            <a:cxnLst/>
            <a:rect l="l" t="t" r="r" b="b"/>
            <a:pathLst>
              <a:path w="184785" h="19050">
                <a:moveTo>
                  <a:pt x="0" y="0"/>
                </a:moveTo>
                <a:lnTo>
                  <a:pt x="184745" y="0"/>
                </a:lnTo>
                <a:lnTo>
                  <a:pt x="18474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3132124" y="7048500"/>
            <a:ext cx="23495" cy="41910"/>
          </a:xfrm>
          <a:custGeom>
            <a:avLst/>
            <a:gdLst/>
            <a:ahLst/>
            <a:cxnLst/>
            <a:rect l="l" t="t" r="r" b="b"/>
            <a:pathLst>
              <a:path w="23494" h="41909">
                <a:moveTo>
                  <a:pt x="0" y="0"/>
                </a:moveTo>
                <a:lnTo>
                  <a:pt x="23493" y="0"/>
                </a:lnTo>
                <a:lnTo>
                  <a:pt x="23493" y="41909"/>
                </a:lnTo>
                <a:lnTo>
                  <a:pt x="0" y="419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2971512" y="7090409"/>
            <a:ext cx="184150" cy="20320"/>
          </a:xfrm>
          <a:custGeom>
            <a:avLst/>
            <a:gdLst/>
            <a:ahLst/>
            <a:cxnLst/>
            <a:rect l="l" t="t" r="r" b="b"/>
            <a:pathLst>
              <a:path w="184150" h="20320">
                <a:moveTo>
                  <a:pt x="0" y="0"/>
                </a:moveTo>
                <a:lnTo>
                  <a:pt x="184104" y="0"/>
                </a:lnTo>
                <a:lnTo>
                  <a:pt x="18410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2971512" y="7110730"/>
            <a:ext cx="23495" cy="43180"/>
          </a:xfrm>
          <a:custGeom>
            <a:avLst/>
            <a:gdLst/>
            <a:ahLst/>
            <a:cxnLst/>
            <a:rect l="l" t="t" r="r" b="b"/>
            <a:pathLst>
              <a:path w="23494" h="43179">
                <a:moveTo>
                  <a:pt x="0" y="0"/>
                </a:moveTo>
                <a:lnTo>
                  <a:pt x="23493" y="0"/>
                </a:lnTo>
                <a:lnTo>
                  <a:pt x="23493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2971512" y="7153909"/>
            <a:ext cx="190500" cy="20320"/>
          </a:xfrm>
          <a:custGeom>
            <a:avLst/>
            <a:gdLst/>
            <a:ahLst/>
            <a:cxnLst/>
            <a:rect l="l" t="t" r="r" b="b"/>
            <a:pathLst>
              <a:path w="190500" h="20320">
                <a:moveTo>
                  <a:pt x="0" y="0"/>
                </a:moveTo>
                <a:lnTo>
                  <a:pt x="190298" y="0"/>
                </a:lnTo>
                <a:lnTo>
                  <a:pt x="190298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3051177" y="7174230"/>
            <a:ext cx="23495" cy="49530"/>
          </a:xfrm>
          <a:custGeom>
            <a:avLst/>
            <a:gdLst/>
            <a:ahLst/>
            <a:cxnLst/>
            <a:rect l="l" t="t" r="r" b="b"/>
            <a:pathLst>
              <a:path w="23494" h="49529">
                <a:moveTo>
                  <a:pt x="0" y="0"/>
                </a:moveTo>
                <a:lnTo>
                  <a:pt x="23493" y="0"/>
                </a:lnTo>
                <a:lnTo>
                  <a:pt x="23493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2940757" y="7223759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80" h="20320">
                <a:moveTo>
                  <a:pt x="0" y="0"/>
                </a:moveTo>
                <a:lnTo>
                  <a:pt x="245829" y="0"/>
                </a:lnTo>
                <a:lnTo>
                  <a:pt x="245829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3285341" y="7027348"/>
            <a:ext cx="245829" cy="21507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3751583" y="7009193"/>
            <a:ext cx="23495" cy="36195"/>
          </a:xfrm>
          <a:custGeom>
            <a:avLst/>
            <a:gdLst/>
            <a:ahLst/>
            <a:cxnLst/>
            <a:rect l="l" t="t" r="r" b="b"/>
            <a:pathLst>
              <a:path w="23495" h="36195">
                <a:moveTo>
                  <a:pt x="23493" y="36094"/>
                </a:moveTo>
                <a:lnTo>
                  <a:pt x="0" y="36094"/>
                </a:lnTo>
                <a:lnTo>
                  <a:pt x="0" y="0"/>
                </a:lnTo>
                <a:lnTo>
                  <a:pt x="23493" y="0"/>
                </a:lnTo>
                <a:lnTo>
                  <a:pt x="23493" y="360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3565343" y="7023100"/>
            <a:ext cx="125095" cy="19050"/>
          </a:xfrm>
          <a:custGeom>
            <a:avLst/>
            <a:gdLst/>
            <a:ahLst/>
            <a:cxnLst/>
            <a:rect l="l" t="t" r="r" b="b"/>
            <a:pathLst>
              <a:path w="125095" h="19050">
                <a:moveTo>
                  <a:pt x="0" y="0"/>
                </a:moveTo>
                <a:lnTo>
                  <a:pt x="124730" y="0"/>
                </a:lnTo>
                <a:lnTo>
                  <a:pt x="12473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3565343" y="7042150"/>
            <a:ext cx="23495" cy="72390"/>
          </a:xfrm>
          <a:custGeom>
            <a:avLst/>
            <a:gdLst/>
            <a:ahLst/>
            <a:cxnLst/>
            <a:rect l="l" t="t" r="r" b="b"/>
            <a:pathLst>
              <a:path w="23495" h="72390">
                <a:moveTo>
                  <a:pt x="0" y="0"/>
                </a:moveTo>
                <a:lnTo>
                  <a:pt x="23493" y="0"/>
                </a:lnTo>
                <a:lnTo>
                  <a:pt x="23493" y="72389"/>
                </a:lnTo>
                <a:lnTo>
                  <a:pt x="0" y="723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3565343" y="7114540"/>
            <a:ext cx="125095" cy="19050"/>
          </a:xfrm>
          <a:custGeom>
            <a:avLst/>
            <a:gdLst/>
            <a:ahLst/>
            <a:cxnLst/>
            <a:rect l="l" t="t" r="r" b="b"/>
            <a:pathLst>
              <a:path w="125095" h="19050">
                <a:moveTo>
                  <a:pt x="0" y="0"/>
                </a:moveTo>
                <a:lnTo>
                  <a:pt x="124730" y="0"/>
                </a:lnTo>
                <a:lnTo>
                  <a:pt x="12473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3666792" y="7042150"/>
            <a:ext cx="23495" cy="2540"/>
          </a:xfrm>
          <a:custGeom>
            <a:avLst/>
            <a:gdLst/>
            <a:ahLst/>
            <a:cxnLst/>
            <a:rect l="l" t="t" r="r" b="b"/>
            <a:pathLst>
              <a:path w="23495" h="2540">
                <a:moveTo>
                  <a:pt x="0" y="0"/>
                </a:moveTo>
                <a:lnTo>
                  <a:pt x="23280" y="0"/>
                </a:lnTo>
                <a:lnTo>
                  <a:pt x="23280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3666792" y="7044690"/>
            <a:ext cx="108585" cy="19050"/>
          </a:xfrm>
          <a:custGeom>
            <a:avLst/>
            <a:gdLst/>
            <a:ahLst/>
            <a:cxnLst/>
            <a:rect l="l" t="t" r="r" b="b"/>
            <a:pathLst>
              <a:path w="108585" h="19050">
                <a:moveTo>
                  <a:pt x="0" y="0"/>
                </a:moveTo>
                <a:lnTo>
                  <a:pt x="108284" y="0"/>
                </a:lnTo>
                <a:lnTo>
                  <a:pt x="10828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3666792" y="7063740"/>
            <a:ext cx="23495" cy="29209"/>
          </a:xfrm>
          <a:custGeom>
            <a:avLst/>
            <a:gdLst/>
            <a:ahLst/>
            <a:cxnLst/>
            <a:rect l="l" t="t" r="r" b="b"/>
            <a:pathLst>
              <a:path w="23495" h="29209">
                <a:moveTo>
                  <a:pt x="0" y="0"/>
                </a:moveTo>
                <a:lnTo>
                  <a:pt x="23280" y="0"/>
                </a:lnTo>
                <a:lnTo>
                  <a:pt x="23280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3666792" y="7092950"/>
            <a:ext cx="108585" cy="19050"/>
          </a:xfrm>
          <a:custGeom>
            <a:avLst/>
            <a:gdLst/>
            <a:ahLst/>
            <a:cxnLst/>
            <a:rect l="l" t="t" r="r" b="b"/>
            <a:pathLst>
              <a:path w="108585" h="19050">
                <a:moveTo>
                  <a:pt x="0" y="0"/>
                </a:moveTo>
                <a:lnTo>
                  <a:pt x="108284" y="0"/>
                </a:lnTo>
                <a:lnTo>
                  <a:pt x="10828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3666792" y="7112000"/>
            <a:ext cx="23495" cy="2540"/>
          </a:xfrm>
          <a:custGeom>
            <a:avLst/>
            <a:gdLst/>
            <a:ahLst/>
            <a:cxnLst/>
            <a:rect l="l" t="t" r="r" b="b"/>
            <a:pathLst>
              <a:path w="23495" h="2540">
                <a:moveTo>
                  <a:pt x="0" y="0"/>
                </a:moveTo>
                <a:lnTo>
                  <a:pt x="23280" y="0"/>
                </a:lnTo>
                <a:lnTo>
                  <a:pt x="23280" y="2539"/>
                </a:lnTo>
                <a:lnTo>
                  <a:pt x="0" y="2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3751583" y="7063870"/>
            <a:ext cx="23495" cy="29845"/>
          </a:xfrm>
          <a:custGeom>
            <a:avLst/>
            <a:gdLst/>
            <a:ahLst/>
            <a:cxnLst/>
            <a:rect l="l" t="t" r="r" b="b"/>
            <a:pathLst>
              <a:path w="23495" h="29845">
                <a:moveTo>
                  <a:pt x="23493" y="29473"/>
                </a:moveTo>
                <a:lnTo>
                  <a:pt x="0" y="29473"/>
                </a:lnTo>
                <a:lnTo>
                  <a:pt x="0" y="0"/>
                </a:lnTo>
                <a:lnTo>
                  <a:pt x="23493" y="0"/>
                </a:lnTo>
                <a:lnTo>
                  <a:pt x="23493" y="294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3751583" y="7112352"/>
            <a:ext cx="23495" cy="34925"/>
          </a:xfrm>
          <a:custGeom>
            <a:avLst/>
            <a:gdLst/>
            <a:ahLst/>
            <a:cxnLst/>
            <a:rect l="l" t="t" r="r" b="b"/>
            <a:pathLst>
              <a:path w="23495" h="34925">
                <a:moveTo>
                  <a:pt x="23493" y="34599"/>
                </a:moveTo>
                <a:lnTo>
                  <a:pt x="0" y="34599"/>
                </a:lnTo>
                <a:lnTo>
                  <a:pt x="0" y="0"/>
                </a:lnTo>
                <a:lnTo>
                  <a:pt x="23493" y="0"/>
                </a:lnTo>
                <a:lnTo>
                  <a:pt x="23493" y="345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3601010" y="7160259"/>
            <a:ext cx="174625" cy="19050"/>
          </a:xfrm>
          <a:custGeom>
            <a:avLst/>
            <a:gdLst/>
            <a:ahLst/>
            <a:cxnLst/>
            <a:rect l="l" t="t" r="r" b="b"/>
            <a:pathLst>
              <a:path w="174625" h="19050">
                <a:moveTo>
                  <a:pt x="0" y="0"/>
                </a:moveTo>
                <a:lnTo>
                  <a:pt x="174066" y="0"/>
                </a:lnTo>
                <a:lnTo>
                  <a:pt x="1740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3751583" y="7179309"/>
            <a:ext cx="23495" cy="27940"/>
          </a:xfrm>
          <a:custGeom>
            <a:avLst/>
            <a:gdLst/>
            <a:ahLst/>
            <a:cxnLst/>
            <a:rect l="l" t="t" r="r" b="b"/>
            <a:pathLst>
              <a:path w="23495" h="27940">
                <a:moveTo>
                  <a:pt x="0" y="0"/>
                </a:moveTo>
                <a:lnTo>
                  <a:pt x="23493" y="0"/>
                </a:lnTo>
                <a:lnTo>
                  <a:pt x="23493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3601651" y="7207250"/>
            <a:ext cx="173990" cy="17780"/>
          </a:xfrm>
          <a:custGeom>
            <a:avLst/>
            <a:gdLst/>
            <a:ahLst/>
            <a:cxnLst/>
            <a:rect l="l" t="t" r="r" b="b"/>
            <a:pathLst>
              <a:path w="173989" h="17779">
                <a:moveTo>
                  <a:pt x="0" y="0"/>
                </a:moveTo>
                <a:lnTo>
                  <a:pt x="173426" y="0"/>
                </a:lnTo>
                <a:lnTo>
                  <a:pt x="173426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3601651" y="7225030"/>
            <a:ext cx="23495" cy="29209"/>
          </a:xfrm>
          <a:custGeom>
            <a:avLst/>
            <a:gdLst/>
            <a:ahLst/>
            <a:cxnLst/>
            <a:rect l="l" t="t" r="r" b="b"/>
            <a:pathLst>
              <a:path w="23495" h="29209">
                <a:moveTo>
                  <a:pt x="0" y="0"/>
                </a:moveTo>
                <a:lnTo>
                  <a:pt x="23493" y="0"/>
                </a:lnTo>
                <a:lnTo>
                  <a:pt x="23493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3601651" y="7254240"/>
            <a:ext cx="184150" cy="20320"/>
          </a:xfrm>
          <a:custGeom>
            <a:avLst/>
            <a:gdLst/>
            <a:ahLst/>
            <a:cxnLst/>
            <a:rect l="l" t="t" r="r" b="b"/>
            <a:pathLst>
              <a:path w="184150" h="20320">
                <a:moveTo>
                  <a:pt x="0" y="0"/>
                </a:moveTo>
                <a:lnTo>
                  <a:pt x="183677" y="0"/>
                </a:lnTo>
                <a:lnTo>
                  <a:pt x="183677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3821637" y="7009193"/>
            <a:ext cx="219075" cy="269240"/>
          </a:xfrm>
          <a:custGeom>
            <a:avLst/>
            <a:gdLst/>
            <a:ahLst/>
            <a:cxnLst/>
            <a:rect l="l" t="t" r="r" b="b"/>
            <a:pathLst>
              <a:path w="219075" h="269240">
                <a:moveTo>
                  <a:pt x="218704" y="268895"/>
                </a:moveTo>
                <a:lnTo>
                  <a:pt x="194997" y="268895"/>
                </a:lnTo>
                <a:lnTo>
                  <a:pt x="194997" y="0"/>
                </a:lnTo>
                <a:lnTo>
                  <a:pt x="218704" y="0"/>
                </a:lnTo>
                <a:lnTo>
                  <a:pt x="218704" y="268895"/>
                </a:lnTo>
                <a:close/>
              </a:path>
              <a:path w="219075" h="269240">
                <a:moveTo>
                  <a:pt x="158475" y="135622"/>
                </a:moveTo>
                <a:lnTo>
                  <a:pt x="20503" y="135622"/>
                </a:lnTo>
                <a:lnTo>
                  <a:pt x="20503" y="25629"/>
                </a:lnTo>
                <a:lnTo>
                  <a:pt x="157407" y="25629"/>
                </a:lnTo>
                <a:lnTo>
                  <a:pt x="157407" y="44851"/>
                </a:lnTo>
                <a:lnTo>
                  <a:pt x="43783" y="44851"/>
                </a:lnTo>
                <a:lnTo>
                  <a:pt x="43783" y="115973"/>
                </a:lnTo>
                <a:lnTo>
                  <a:pt x="158475" y="115973"/>
                </a:lnTo>
                <a:lnTo>
                  <a:pt x="158475" y="135622"/>
                </a:lnTo>
                <a:close/>
              </a:path>
              <a:path w="219075" h="269240">
                <a:moveTo>
                  <a:pt x="3203" y="210161"/>
                </a:moveTo>
                <a:lnTo>
                  <a:pt x="0" y="190085"/>
                </a:lnTo>
                <a:lnTo>
                  <a:pt x="36775" y="189884"/>
                </a:lnTo>
                <a:lnTo>
                  <a:pt x="76034" y="189124"/>
                </a:lnTo>
                <a:lnTo>
                  <a:pt x="76034" y="135622"/>
                </a:lnTo>
                <a:lnTo>
                  <a:pt x="99741" y="135622"/>
                </a:lnTo>
                <a:lnTo>
                  <a:pt x="99741" y="188376"/>
                </a:lnTo>
                <a:lnTo>
                  <a:pt x="177895" y="188376"/>
                </a:lnTo>
                <a:lnTo>
                  <a:pt x="179192" y="200336"/>
                </a:lnTo>
                <a:lnTo>
                  <a:pt x="133793" y="205566"/>
                </a:lnTo>
                <a:lnTo>
                  <a:pt x="88154" y="208533"/>
                </a:lnTo>
                <a:lnTo>
                  <a:pt x="44037" y="209857"/>
                </a:lnTo>
                <a:lnTo>
                  <a:pt x="3203" y="210161"/>
                </a:lnTo>
                <a:close/>
              </a:path>
              <a:path w="219075" h="269240">
                <a:moveTo>
                  <a:pt x="177895" y="188376"/>
                </a:moveTo>
                <a:lnTo>
                  <a:pt x="99741" y="188376"/>
                </a:lnTo>
                <a:lnTo>
                  <a:pt x="119438" y="187385"/>
                </a:lnTo>
                <a:lnTo>
                  <a:pt x="139026" y="186133"/>
                </a:lnTo>
                <a:lnTo>
                  <a:pt x="158353" y="184562"/>
                </a:lnTo>
                <a:lnTo>
                  <a:pt x="177270" y="182609"/>
                </a:lnTo>
                <a:lnTo>
                  <a:pt x="177895" y="1883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4120861" y="7019290"/>
            <a:ext cx="23495" cy="71120"/>
          </a:xfrm>
          <a:custGeom>
            <a:avLst/>
            <a:gdLst/>
            <a:ahLst/>
            <a:cxnLst/>
            <a:rect l="l" t="t" r="r" b="b"/>
            <a:pathLst>
              <a:path w="23495" h="71120">
                <a:moveTo>
                  <a:pt x="0" y="0"/>
                </a:moveTo>
                <a:lnTo>
                  <a:pt x="23493" y="0"/>
                </a:lnTo>
                <a:lnTo>
                  <a:pt x="23493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4120861" y="7090409"/>
            <a:ext cx="184150" cy="19050"/>
          </a:xfrm>
          <a:custGeom>
            <a:avLst/>
            <a:gdLst/>
            <a:ahLst/>
            <a:cxnLst/>
            <a:rect l="l" t="t" r="r" b="b"/>
            <a:pathLst>
              <a:path w="184150" h="19050">
                <a:moveTo>
                  <a:pt x="0" y="0"/>
                </a:moveTo>
                <a:lnTo>
                  <a:pt x="183677" y="0"/>
                </a:lnTo>
                <a:lnTo>
                  <a:pt x="18367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4087116" y="7146311"/>
            <a:ext cx="246379" cy="19685"/>
          </a:xfrm>
          <a:custGeom>
            <a:avLst/>
            <a:gdLst/>
            <a:ahLst/>
            <a:cxnLst/>
            <a:rect l="l" t="t" r="r" b="b"/>
            <a:pathLst>
              <a:path w="246379" h="19684">
                <a:moveTo>
                  <a:pt x="245829" y="19222"/>
                </a:moveTo>
                <a:lnTo>
                  <a:pt x="0" y="19222"/>
                </a:lnTo>
                <a:lnTo>
                  <a:pt x="0" y="0"/>
                </a:lnTo>
                <a:lnTo>
                  <a:pt x="245829" y="0"/>
                </a:lnTo>
                <a:lnTo>
                  <a:pt x="245829" y="192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4119153" y="7193280"/>
            <a:ext cx="23495" cy="58419"/>
          </a:xfrm>
          <a:custGeom>
            <a:avLst/>
            <a:gdLst/>
            <a:ahLst/>
            <a:cxnLst/>
            <a:rect l="l" t="t" r="r" b="b"/>
            <a:pathLst>
              <a:path w="23495" h="58420">
                <a:moveTo>
                  <a:pt x="0" y="0"/>
                </a:moveTo>
                <a:lnTo>
                  <a:pt x="23493" y="0"/>
                </a:lnTo>
                <a:lnTo>
                  <a:pt x="23493" y="58419"/>
                </a:lnTo>
                <a:lnTo>
                  <a:pt x="0" y="584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4119153" y="7251700"/>
            <a:ext cx="187325" cy="19050"/>
          </a:xfrm>
          <a:custGeom>
            <a:avLst/>
            <a:gdLst/>
            <a:ahLst/>
            <a:cxnLst/>
            <a:rect l="l" t="t" r="r" b="b"/>
            <a:pathLst>
              <a:path w="187325" h="19050">
                <a:moveTo>
                  <a:pt x="0" y="0"/>
                </a:moveTo>
                <a:lnTo>
                  <a:pt x="187095" y="0"/>
                </a:lnTo>
                <a:lnTo>
                  <a:pt x="18709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4435735" y="7009193"/>
            <a:ext cx="226695" cy="268605"/>
          </a:xfrm>
          <a:custGeom>
            <a:avLst/>
            <a:gdLst/>
            <a:ahLst/>
            <a:cxnLst/>
            <a:rect l="l" t="t" r="r" b="b"/>
            <a:pathLst>
              <a:path w="226695" h="268604">
                <a:moveTo>
                  <a:pt x="226607" y="268468"/>
                </a:moveTo>
                <a:lnTo>
                  <a:pt x="203754" y="268468"/>
                </a:lnTo>
                <a:lnTo>
                  <a:pt x="203754" y="0"/>
                </a:lnTo>
                <a:lnTo>
                  <a:pt x="226607" y="0"/>
                </a:lnTo>
                <a:lnTo>
                  <a:pt x="226607" y="268468"/>
                </a:lnTo>
                <a:close/>
              </a:path>
              <a:path w="226695" h="268604">
                <a:moveTo>
                  <a:pt x="173212" y="65141"/>
                </a:moveTo>
                <a:lnTo>
                  <a:pt x="150573" y="65141"/>
                </a:lnTo>
                <a:lnTo>
                  <a:pt x="150573" y="5766"/>
                </a:lnTo>
                <a:lnTo>
                  <a:pt x="173212" y="5766"/>
                </a:lnTo>
                <a:lnTo>
                  <a:pt x="173212" y="65141"/>
                </a:lnTo>
                <a:close/>
              </a:path>
              <a:path w="226695" h="268604">
                <a:moveTo>
                  <a:pt x="57452" y="209093"/>
                </a:moveTo>
                <a:lnTo>
                  <a:pt x="33788" y="202649"/>
                </a:lnTo>
                <a:lnTo>
                  <a:pt x="15671" y="183971"/>
                </a:lnTo>
                <a:lnTo>
                  <a:pt x="4081" y="154520"/>
                </a:lnTo>
                <a:lnTo>
                  <a:pt x="0" y="115759"/>
                </a:lnTo>
                <a:lnTo>
                  <a:pt x="4081" y="77152"/>
                </a:lnTo>
                <a:lnTo>
                  <a:pt x="15671" y="47814"/>
                </a:lnTo>
                <a:lnTo>
                  <a:pt x="33788" y="29170"/>
                </a:lnTo>
                <a:lnTo>
                  <a:pt x="57452" y="22639"/>
                </a:lnTo>
                <a:lnTo>
                  <a:pt x="73706" y="25495"/>
                </a:lnTo>
                <a:lnTo>
                  <a:pt x="87687" y="33798"/>
                </a:lnTo>
                <a:lnTo>
                  <a:pt x="97158" y="44851"/>
                </a:lnTo>
                <a:lnTo>
                  <a:pt x="57452" y="44851"/>
                </a:lnTo>
                <a:lnTo>
                  <a:pt x="42602" y="49803"/>
                </a:lnTo>
                <a:lnTo>
                  <a:pt x="31396" y="63966"/>
                </a:lnTo>
                <a:lnTo>
                  <a:pt x="24354" y="86299"/>
                </a:lnTo>
                <a:lnTo>
                  <a:pt x="21998" y="115759"/>
                </a:lnTo>
                <a:lnTo>
                  <a:pt x="24354" y="145250"/>
                </a:lnTo>
                <a:lnTo>
                  <a:pt x="31396" y="167632"/>
                </a:lnTo>
                <a:lnTo>
                  <a:pt x="42602" y="181805"/>
                </a:lnTo>
                <a:lnTo>
                  <a:pt x="57452" y="186667"/>
                </a:lnTo>
                <a:lnTo>
                  <a:pt x="97395" y="186667"/>
                </a:lnTo>
                <a:lnTo>
                  <a:pt x="87687" y="198014"/>
                </a:lnTo>
                <a:lnTo>
                  <a:pt x="73706" y="206297"/>
                </a:lnTo>
                <a:lnTo>
                  <a:pt x="57452" y="209093"/>
                </a:lnTo>
                <a:close/>
              </a:path>
              <a:path w="226695" h="268604">
                <a:moveTo>
                  <a:pt x="97395" y="186667"/>
                </a:moveTo>
                <a:lnTo>
                  <a:pt x="57452" y="186667"/>
                </a:lnTo>
                <a:lnTo>
                  <a:pt x="72373" y="181805"/>
                </a:lnTo>
                <a:lnTo>
                  <a:pt x="83749" y="167632"/>
                </a:lnTo>
                <a:lnTo>
                  <a:pt x="91001" y="145250"/>
                </a:lnTo>
                <a:lnTo>
                  <a:pt x="93547" y="115759"/>
                </a:lnTo>
                <a:lnTo>
                  <a:pt x="91001" y="86299"/>
                </a:lnTo>
                <a:lnTo>
                  <a:pt x="83749" y="63966"/>
                </a:lnTo>
                <a:lnTo>
                  <a:pt x="72373" y="49803"/>
                </a:lnTo>
                <a:lnTo>
                  <a:pt x="57452" y="44851"/>
                </a:lnTo>
                <a:lnTo>
                  <a:pt x="97158" y="44851"/>
                </a:lnTo>
                <a:lnTo>
                  <a:pt x="99125" y="47147"/>
                </a:lnTo>
                <a:lnTo>
                  <a:pt x="107750" y="65141"/>
                </a:lnTo>
                <a:lnTo>
                  <a:pt x="173212" y="65141"/>
                </a:lnTo>
                <a:lnTo>
                  <a:pt x="173212" y="84790"/>
                </a:lnTo>
                <a:lnTo>
                  <a:pt x="112876" y="84790"/>
                </a:lnTo>
                <a:lnTo>
                  <a:pt x="114014" y="92017"/>
                </a:lnTo>
                <a:lnTo>
                  <a:pt x="114852" y="99594"/>
                </a:lnTo>
                <a:lnTo>
                  <a:pt x="115369" y="107511"/>
                </a:lnTo>
                <a:lnTo>
                  <a:pt x="115546" y="115759"/>
                </a:lnTo>
                <a:lnTo>
                  <a:pt x="115369" y="123962"/>
                </a:lnTo>
                <a:lnTo>
                  <a:pt x="114852" y="131884"/>
                </a:lnTo>
                <a:lnTo>
                  <a:pt x="114014" y="139487"/>
                </a:lnTo>
                <a:lnTo>
                  <a:pt x="112876" y="146728"/>
                </a:lnTo>
                <a:lnTo>
                  <a:pt x="173212" y="146728"/>
                </a:lnTo>
                <a:lnTo>
                  <a:pt x="173212" y="166591"/>
                </a:lnTo>
                <a:lnTo>
                  <a:pt x="107750" y="166591"/>
                </a:lnTo>
                <a:lnTo>
                  <a:pt x="99125" y="184645"/>
                </a:lnTo>
                <a:lnTo>
                  <a:pt x="97395" y="186667"/>
                </a:lnTo>
                <a:close/>
              </a:path>
              <a:path w="226695" h="268604">
                <a:moveTo>
                  <a:pt x="173212" y="146728"/>
                </a:moveTo>
                <a:lnTo>
                  <a:pt x="150573" y="146728"/>
                </a:lnTo>
                <a:lnTo>
                  <a:pt x="150573" y="84790"/>
                </a:lnTo>
                <a:lnTo>
                  <a:pt x="173212" y="84790"/>
                </a:lnTo>
                <a:lnTo>
                  <a:pt x="173212" y="146728"/>
                </a:lnTo>
                <a:close/>
              </a:path>
              <a:path w="226695" h="268604">
                <a:moveTo>
                  <a:pt x="173212" y="254799"/>
                </a:moveTo>
                <a:lnTo>
                  <a:pt x="150573" y="254799"/>
                </a:lnTo>
                <a:lnTo>
                  <a:pt x="150573" y="166591"/>
                </a:lnTo>
                <a:lnTo>
                  <a:pt x="173212" y="166591"/>
                </a:lnTo>
                <a:lnTo>
                  <a:pt x="173212" y="254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4698651" y="7008980"/>
            <a:ext cx="251460" cy="262890"/>
          </a:xfrm>
          <a:custGeom>
            <a:avLst/>
            <a:gdLst/>
            <a:ahLst/>
            <a:cxnLst/>
            <a:rect l="l" t="t" r="r" b="b"/>
            <a:pathLst>
              <a:path w="251460" h="262890">
                <a:moveTo>
                  <a:pt x="211015" y="198628"/>
                </a:moveTo>
                <a:lnTo>
                  <a:pt x="187308" y="198628"/>
                </a:lnTo>
                <a:lnTo>
                  <a:pt x="187308" y="0"/>
                </a:lnTo>
                <a:lnTo>
                  <a:pt x="211015" y="0"/>
                </a:lnTo>
                <a:lnTo>
                  <a:pt x="211015" y="82441"/>
                </a:lnTo>
                <a:lnTo>
                  <a:pt x="251382" y="82441"/>
                </a:lnTo>
                <a:lnTo>
                  <a:pt x="251382" y="102731"/>
                </a:lnTo>
                <a:lnTo>
                  <a:pt x="211015" y="102731"/>
                </a:lnTo>
                <a:lnTo>
                  <a:pt x="211015" y="198628"/>
                </a:lnTo>
                <a:close/>
              </a:path>
              <a:path w="251460" h="262890">
                <a:moveTo>
                  <a:pt x="13241" y="161252"/>
                </a:moveTo>
                <a:lnTo>
                  <a:pt x="0" y="142457"/>
                </a:lnTo>
                <a:lnTo>
                  <a:pt x="27915" y="127736"/>
                </a:lnTo>
                <a:lnTo>
                  <a:pt x="49363" y="106388"/>
                </a:lnTo>
                <a:lnTo>
                  <a:pt x="63162" y="79955"/>
                </a:lnTo>
                <a:lnTo>
                  <a:pt x="68131" y="49977"/>
                </a:lnTo>
                <a:lnTo>
                  <a:pt x="68131" y="16659"/>
                </a:lnTo>
                <a:lnTo>
                  <a:pt x="91411" y="16659"/>
                </a:lnTo>
                <a:lnTo>
                  <a:pt x="91411" y="50831"/>
                </a:lnTo>
                <a:lnTo>
                  <a:pt x="96277" y="77746"/>
                </a:lnTo>
                <a:lnTo>
                  <a:pt x="104843" y="92693"/>
                </a:lnTo>
                <a:lnTo>
                  <a:pt x="80519" y="92693"/>
                </a:lnTo>
                <a:lnTo>
                  <a:pt x="69631" y="115179"/>
                </a:lnTo>
                <a:lnTo>
                  <a:pt x="54449" y="134421"/>
                </a:lnTo>
                <a:lnTo>
                  <a:pt x="35482" y="149939"/>
                </a:lnTo>
                <a:lnTo>
                  <a:pt x="13241" y="161252"/>
                </a:lnTo>
                <a:close/>
              </a:path>
              <a:path w="251460" h="262890">
                <a:moveTo>
                  <a:pt x="146515" y="154631"/>
                </a:moveTo>
                <a:lnTo>
                  <a:pt x="125090" y="144292"/>
                </a:lnTo>
                <a:lnTo>
                  <a:pt x="106629" y="130149"/>
                </a:lnTo>
                <a:lnTo>
                  <a:pt x="91611" y="112762"/>
                </a:lnTo>
                <a:lnTo>
                  <a:pt x="80519" y="92693"/>
                </a:lnTo>
                <a:lnTo>
                  <a:pt x="104843" y="92693"/>
                </a:lnTo>
                <a:lnTo>
                  <a:pt x="110153" y="101957"/>
                </a:lnTo>
                <a:lnTo>
                  <a:pt x="131477" y="121803"/>
                </a:lnTo>
                <a:lnTo>
                  <a:pt x="158689" y="135622"/>
                </a:lnTo>
                <a:lnTo>
                  <a:pt x="146515" y="154631"/>
                </a:lnTo>
                <a:close/>
              </a:path>
              <a:path w="251460" h="262890">
                <a:moveTo>
                  <a:pt x="223403" y="262702"/>
                </a:moveTo>
                <a:lnTo>
                  <a:pt x="43356" y="262702"/>
                </a:lnTo>
                <a:lnTo>
                  <a:pt x="43356" y="179406"/>
                </a:lnTo>
                <a:lnTo>
                  <a:pt x="67490" y="179406"/>
                </a:lnTo>
                <a:lnTo>
                  <a:pt x="67490" y="243052"/>
                </a:lnTo>
                <a:lnTo>
                  <a:pt x="223403" y="243052"/>
                </a:lnTo>
                <a:lnTo>
                  <a:pt x="223403" y="2627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4968614" y="7009193"/>
            <a:ext cx="219075" cy="269240"/>
          </a:xfrm>
          <a:custGeom>
            <a:avLst/>
            <a:gdLst/>
            <a:ahLst/>
            <a:cxnLst/>
            <a:rect l="l" t="t" r="r" b="b"/>
            <a:pathLst>
              <a:path w="219075" h="269240">
                <a:moveTo>
                  <a:pt x="218704" y="268895"/>
                </a:moveTo>
                <a:lnTo>
                  <a:pt x="194997" y="268895"/>
                </a:lnTo>
                <a:lnTo>
                  <a:pt x="194997" y="0"/>
                </a:lnTo>
                <a:lnTo>
                  <a:pt x="218704" y="0"/>
                </a:lnTo>
                <a:lnTo>
                  <a:pt x="218704" y="268895"/>
                </a:lnTo>
                <a:close/>
              </a:path>
              <a:path w="219075" h="269240">
                <a:moveTo>
                  <a:pt x="86285" y="145660"/>
                </a:moveTo>
                <a:lnTo>
                  <a:pt x="57102" y="141072"/>
                </a:lnTo>
                <a:lnTo>
                  <a:pt x="34145" y="128174"/>
                </a:lnTo>
                <a:lnTo>
                  <a:pt x="19158" y="108267"/>
                </a:lnTo>
                <a:lnTo>
                  <a:pt x="13882" y="82655"/>
                </a:lnTo>
                <a:lnTo>
                  <a:pt x="19158" y="57042"/>
                </a:lnTo>
                <a:lnTo>
                  <a:pt x="34145" y="37136"/>
                </a:lnTo>
                <a:lnTo>
                  <a:pt x="57102" y="24237"/>
                </a:lnTo>
                <a:lnTo>
                  <a:pt x="86285" y="19649"/>
                </a:lnTo>
                <a:lnTo>
                  <a:pt x="115409" y="24237"/>
                </a:lnTo>
                <a:lnTo>
                  <a:pt x="138265" y="37136"/>
                </a:lnTo>
                <a:lnTo>
                  <a:pt x="140694" y="40366"/>
                </a:lnTo>
                <a:lnTo>
                  <a:pt x="86285" y="40366"/>
                </a:lnTo>
                <a:lnTo>
                  <a:pt x="66506" y="43459"/>
                </a:lnTo>
                <a:lnTo>
                  <a:pt x="50911" y="52139"/>
                </a:lnTo>
                <a:lnTo>
                  <a:pt x="40723" y="65505"/>
                </a:lnTo>
                <a:lnTo>
                  <a:pt x="37162" y="82655"/>
                </a:lnTo>
                <a:lnTo>
                  <a:pt x="40723" y="99804"/>
                </a:lnTo>
                <a:lnTo>
                  <a:pt x="50911" y="113170"/>
                </a:lnTo>
                <a:lnTo>
                  <a:pt x="66506" y="121850"/>
                </a:lnTo>
                <a:lnTo>
                  <a:pt x="86285" y="124943"/>
                </a:lnTo>
                <a:lnTo>
                  <a:pt x="140694" y="124943"/>
                </a:lnTo>
                <a:lnTo>
                  <a:pt x="138265" y="128174"/>
                </a:lnTo>
                <a:lnTo>
                  <a:pt x="115409" y="141072"/>
                </a:lnTo>
                <a:lnTo>
                  <a:pt x="86285" y="145660"/>
                </a:lnTo>
                <a:close/>
              </a:path>
              <a:path w="219075" h="269240">
                <a:moveTo>
                  <a:pt x="140694" y="124943"/>
                </a:moveTo>
                <a:lnTo>
                  <a:pt x="86285" y="124943"/>
                </a:lnTo>
                <a:lnTo>
                  <a:pt x="105945" y="121850"/>
                </a:lnTo>
                <a:lnTo>
                  <a:pt x="121499" y="113170"/>
                </a:lnTo>
                <a:lnTo>
                  <a:pt x="131728" y="99804"/>
                </a:lnTo>
                <a:lnTo>
                  <a:pt x="135409" y="82655"/>
                </a:lnTo>
                <a:lnTo>
                  <a:pt x="131728" y="65505"/>
                </a:lnTo>
                <a:lnTo>
                  <a:pt x="121499" y="52139"/>
                </a:lnTo>
                <a:lnTo>
                  <a:pt x="105945" y="43459"/>
                </a:lnTo>
                <a:lnTo>
                  <a:pt x="86285" y="40366"/>
                </a:lnTo>
                <a:lnTo>
                  <a:pt x="140694" y="40366"/>
                </a:lnTo>
                <a:lnTo>
                  <a:pt x="153232" y="57042"/>
                </a:lnTo>
                <a:lnTo>
                  <a:pt x="158689" y="82655"/>
                </a:lnTo>
                <a:lnTo>
                  <a:pt x="153232" y="108267"/>
                </a:lnTo>
                <a:lnTo>
                  <a:pt x="140694" y="124943"/>
                </a:lnTo>
                <a:close/>
              </a:path>
              <a:path w="219075" h="269240">
                <a:moveTo>
                  <a:pt x="3203" y="209734"/>
                </a:moveTo>
                <a:lnTo>
                  <a:pt x="0" y="189444"/>
                </a:lnTo>
                <a:lnTo>
                  <a:pt x="40252" y="189364"/>
                </a:lnTo>
                <a:lnTo>
                  <a:pt x="84950" y="188323"/>
                </a:lnTo>
                <a:lnTo>
                  <a:pt x="131491" y="185600"/>
                </a:lnTo>
                <a:lnTo>
                  <a:pt x="177270" y="180474"/>
                </a:lnTo>
                <a:lnTo>
                  <a:pt x="179192" y="197987"/>
                </a:lnTo>
                <a:lnTo>
                  <a:pt x="132562" y="204688"/>
                </a:lnTo>
                <a:lnTo>
                  <a:pt x="86312" y="208185"/>
                </a:lnTo>
                <a:lnTo>
                  <a:pt x="42505" y="209520"/>
                </a:lnTo>
                <a:lnTo>
                  <a:pt x="3203" y="2097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5313754" y="7009193"/>
            <a:ext cx="229870" cy="266065"/>
          </a:xfrm>
          <a:custGeom>
            <a:avLst/>
            <a:gdLst/>
            <a:ahLst/>
            <a:cxnLst/>
            <a:rect l="l" t="t" r="r" b="b"/>
            <a:pathLst>
              <a:path w="229870" h="266065">
                <a:moveTo>
                  <a:pt x="219345" y="139253"/>
                </a:moveTo>
                <a:lnTo>
                  <a:pt x="196065" y="139253"/>
                </a:lnTo>
                <a:lnTo>
                  <a:pt x="196065" y="0"/>
                </a:lnTo>
                <a:lnTo>
                  <a:pt x="219345" y="0"/>
                </a:lnTo>
                <a:lnTo>
                  <a:pt x="219345" y="139253"/>
                </a:lnTo>
                <a:close/>
              </a:path>
              <a:path w="229870" h="266065">
                <a:moveTo>
                  <a:pt x="12387" y="136476"/>
                </a:moveTo>
                <a:lnTo>
                  <a:pt x="0" y="117681"/>
                </a:lnTo>
                <a:lnTo>
                  <a:pt x="27808" y="103312"/>
                </a:lnTo>
                <a:lnTo>
                  <a:pt x="49630" y="82494"/>
                </a:lnTo>
                <a:lnTo>
                  <a:pt x="63883" y="56952"/>
                </a:lnTo>
                <a:lnTo>
                  <a:pt x="68985" y="28405"/>
                </a:lnTo>
                <a:lnTo>
                  <a:pt x="68985" y="7688"/>
                </a:lnTo>
                <a:lnTo>
                  <a:pt x="93120" y="7688"/>
                </a:lnTo>
                <a:lnTo>
                  <a:pt x="93120" y="28405"/>
                </a:lnTo>
                <a:lnTo>
                  <a:pt x="98159" y="55704"/>
                </a:lnTo>
                <a:lnTo>
                  <a:pt x="106010" y="68985"/>
                </a:lnTo>
                <a:lnTo>
                  <a:pt x="81373" y="68985"/>
                </a:lnTo>
                <a:lnTo>
                  <a:pt x="70023" y="91109"/>
                </a:lnTo>
                <a:lnTo>
                  <a:pt x="54329" y="110139"/>
                </a:lnTo>
                <a:lnTo>
                  <a:pt x="34910" y="125465"/>
                </a:lnTo>
                <a:lnTo>
                  <a:pt x="12387" y="136476"/>
                </a:lnTo>
                <a:close/>
              </a:path>
              <a:path w="229870" h="266065">
                <a:moveTo>
                  <a:pt x="149932" y="131351"/>
                </a:moveTo>
                <a:lnTo>
                  <a:pt x="127626" y="121140"/>
                </a:lnTo>
                <a:lnTo>
                  <a:pt x="108364" y="107016"/>
                </a:lnTo>
                <a:lnTo>
                  <a:pt x="92746" y="89467"/>
                </a:lnTo>
                <a:lnTo>
                  <a:pt x="81373" y="68985"/>
                </a:lnTo>
                <a:lnTo>
                  <a:pt x="106010" y="68985"/>
                </a:lnTo>
                <a:lnTo>
                  <a:pt x="112449" y="79878"/>
                </a:lnTo>
                <a:lnTo>
                  <a:pt x="134267" y="99407"/>
                </a:lnTo>
                <a:lnTo>
                  <a:pt x="161892" y="112769"/>
                </a:lnTo>
                <a:lnTo>
                  <a:pt x="149932" y="131351"/>
                </a:lnTo>
                <a:close/>
              </a:path>
              <a:path w="229870" h="266065">
                <a:moveTo>
                  <a:pt x="229383" y="265478"/>
                </a:moveTo>
                <a:lnTo>
                  <a:pt x="45919" y="265478"/>
                </a:lnTo>
                <a:lnTo>
                  <a:pt x="45919" y="198628"/>
                </a:lnTo>
                <a:lnTo>
                  <a:pt x="196278" y="198628"/>
                </a:lnTo>
                <a:lnTo>
                  <a:pt x="196278" y="171717"/>
                </a:lnTo>
                <a:lnTo>
                  <a:pt x="45065" y="171717"/>
                </a:lnTo>
                <a:lnTo>
                  <a:pt x="45065" y="152708"/>
                </a:lnTo>
                <a:lnTo>
                  <a:pt x="219772" y="152708"/>
                </a:lnTo>
                <a:lnTo>
                  <a:pt x="219772" y="216996"/>
                </a:lnTo>
                <a:lnTo>
                  <a:pt x="68985" y="216996"/>
                </a:lnTo>
                <a:lnTo>
                  <a:pt x="68985" y="246042"/>
                </a:lnTo>
                <a:lnTo>
                  <a:pt x="229383" y="246042"/>
                </a:lnTo>
                <a:lnTo>
                  <a:pt x="229383" y="265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5582649" y="7009193"/>
            <a:ext cx="218440" cy="265430"/>
          </a:xfrm>
          <a:custGeom>
            <a:avLst/>
            <a:gdLst/>
            <a:ahLst/>
            <a:cxnLst/>
            <a:rect l="l" t="t" r="r" b="b"/>
            <a:pathLst>
              <a:path w="218439" h="265429">
                <a:moveTo>
                  <a:pt x="218277" y="145233"/>
                </a:moveTo>
                <a:lnTo>
                  <a:pt x="194570" y="145233"/>
                </a:lnTo>
                <a:lnTo>
                  <a:pt x="194570" y="0"/>
                </a:lnTo>
                <a:lnTo>
                  <a:pt x="218277" y="0"/>
                </a:lnTo>
                <a:lnTo>
                  <a:pt x="218277" y="145233"/>
                </a:lnTo>
                <a:close/>
              </a:path>
              <a:path w="218439" h="265429">
                <a:moveTo>
                  <a:pt x="155058" y="37376"/>
                </a:moveTo>
                <a:lnTo>
                  <a:pt x="6620" y="37376"/>
                </a:lnTo>
                <a:lnTo>
                  <a:pt x="6620" y="17940"/>
                </a:lnTo>
                <a:lnTo>
                  <a:pt x="155058" y="17940"/>
                </a:lnTo>
                <a:lnTo>
                  <a:pt x="155058" y="37376"/>
                </a:lnTo>
                <a:close/>
              </a:path>
              <a:path w="218439" h="265429">
                <a:moveTo>
                  <a:pt x="12173" y="145874"/>
                </a:moveTo>
                <a:lnTo>
                  <a:pt x="0" y="127079"/>
                </a:lnTo>
                <a:lnTo>
                  <a:pt x="27845" y="113920"/>
                </a:lnTo>
                <a:lnTo>
                  <a:pt x="49763" y="94695"/>
                </a:lnTo>
                <a:lnTo>
                  <a:pt x="64153" y="70944"/>
                </a:lnTo>
                <a:lnTo>
                  <a:pt x="69413" y="44210"/>
                </a:lnTo>
                <a:lnTo>
                  <a:pt x="69413" y="37376"/>
                </a:lnTo>
                <a:lnTo>
                  <a:pt x="93333" y="37376"/>
                </a:lnTo>
                <a:lnTo>
                  <a:pt x="93333" y="44210"/>
                </a:lnTo>
                <a:lnTo>
                  <a:pt x="98496" y="69523"/>
                </a:lnTo>
                <a:lnTo>
                  <a:pt x="106414" y="81907"/>
                </a:lnTo>
                <a:lnTo>
                  <a:pt x="81480" y="81907"/>
                </a:lnTo>
                <a:lnTo>
                  <a:pt x="70230" y="102879"/>
                </a:lnTo>
                <a:lnTo>
                  <a:pt x="54516" y="120898"/>
                </a:lnTo>
                <a:lnTo>
                  <a:pt x="34956" y="135414"/>
                </a:lnTo>
                <a:lnTo>
                  <a:pt x="12173" y="145874"/>
                </a:lnTo>
                <a:close/>
              </a:path>
              <a:path w="218439" h="265429">
                <a:moveTo>
                  <a:pt x="150359" y="141175"/>
                </a:moveTo>
                <a:lnTo>
                  <a:pt x="128018" y="131629"/>
                </a:lnTo>
                <a:lnTo>
                  <a:pt x="108671" y="118229"/>
                </a:lnTo>
                <a:lnTo>
                  <a:pt x="92948" y="101485"/>
                </a:lnTo>
                <a:lnTo>
                  <a:pt x="81480" y="81907"/>
                </a:lnTo>
                <a:lnTo>
                  <a:pt x="106414" y="81907"/>
                </a:lnTo>
                <a:lnTo>
                  <a:pt x="112849" y="91972"/>
                </a:lnTo>
                <a:lnTo>
                  <a:pt x="134691" y="110136"/>
                </a:lnTo>
                <a:lnTo>
                  <a:pt x="162319" y="122594"/>
                </a:lnTo>
                <a:lnTo>
                  <a:pt x="150359" y="141175"/>
                </a:lnTo>
                <a:close/>
              </a:path>
              <a:path w="218439" h="265429">
                <a:moveTo>
                  <a:pt x="218277" y="264837"/>
                </a:moveTo>
                <a:lnTo>
                  <a:pt x="44424" y="264837"/>
                </a:lnTo>
                <a:lnTo>
                  <a:pt x="44424" y="158475"/>
                </a:lnTo>
                <a:lnTo>
                  <a:pt x="67704" y="158475"/>
                </a:lnTo>
                <a:lnTo>
                  <a:pt x="67704" y="190939"/>
                </a:lnTo>
                <a:lnTo>
                  <a:pt x="218277" y="190939"/>
                </a:lnTo>
                <a:lnTo>
                  <a:pt x="218277" y="209948"/>
                </a:lnTo>
                <a:lnTo>
                  <a:pt x="67704" y="209948"/>
                </a:lnTo>
                <a:lnTo>
                  <a:pt x="67704" y="245402"/>
                </a:lnTo>
                <a:lnTo>
                  <a:pt x="218277" y="245402"/>
                </a:lnTo>
                <a:lnTo>
                  <a:pt x="218277" y="264837"/>
                </a:lnTo>
                <a:close/>
              </a:path>
              <a:path w="218439" h="265429">
                <a:moveTo>
                  <a:pt x="218277" y="190939"/>
                </a:moveTo>
                <a:lnTo>
                  <a:pt x="194783" y="190939"/>
                </a:lnTo>
                <a:lnTo>
                  <a:pt x="194783" y="158475"/>
                </a:lnTo>
                <a:lnTo>
                  <a:pt x="218277" y="158475"/>
                </a:lnTo>
                <a:lnTo>
                  <a:pt x="218277" y="190939"/>
                </a:lnTo>
                <a:close/>
              </a:path>
              <a:path w="218439" h="265429">
                <a:moveTo>
                  <a:pt x="218277" y="245402"/>
                </a:moveTo>
                <a:lnTo>
                  <a:pt x="194783" y="245402"/>
                </a:lnTo>
                <a:lnTo>
                  <a:pt x="194783" y="209948"/>
                </a:lnTo>
                <a:lnTo>
                  <a:pt x="218277" y="209948"/>
                </a:lnTo>
                <a:lnTo>
                  <a:pt x="218277" y="245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5845138" y="7009193"/>
            <a:ext cx="231140" cy="267970"/>
          </a:xfrm>
          <a:custGeom>
            <a:avLst/>
            <a:gdLst/>
            <a:ahLst/>
            <a:cxnLst/>
            <a:rect l="l" t="t" r="r" b="b"/>
            <a:pathLst>
              <a:path w="231139" h="267970">
                <a:moveTo>
                  <a:pt x="229383" y="73257"/>
                </a:moveTo>
                <a:lnTo>
                  <a:pt x="206957" y="73257"/>
                </a:lnTo>
                <a:lnTo>
                  <a:pt x="206957" y="0"/>
                </a:lnTo>
                <a:lnTo>
                  <a:pt x="229383" y="0"/>
                </a:lnTo>
                <a:lnTo>
                  <a:pt x="229383" y="73257"/>
                </a:lnTo>
                <a:close/>
              </a:path>
              <a:path w="231139" h="267970">
                <a:moveTo>
                  <a:pt x="170863" y="160397"/>
                </a:moveTo>
                <a:lnTo>
                  <a:pt x="148650" y="160397"/>
                </a:lnTo>
                <a:lnTo>
                  <a:pt x="148650" y="5339"/>
                </a:lnTo>
                <a:lnTo>
                  <a:pt x="170863" y="5339"/>
                </a:lnTo>
                <a:lnTo>
                  <a:pt x="170863" y="73257"/>
                </a:lnTo>
                <a:lnTo>
                  <a:pt x="229383" y="73257"/>
                </a:lnTo>
                <a:lnTo>
                  <a:pt x="229383" y="92906"/>
                </a:lnTo>
                <a:lnTo>
                  <a:pt x="170863" y="92906"/>
                </a:lnTo>
                <a:lnTo>
                  <a:pt x="170863" y="160397"/>
                </a:lnTo>
                <a:close/>
              </a:path>
              <a:path w="231139" h="267970">
                <a:moveTo>
                  <a:pt x="229383" y="170008"/>
                </a:moveTo>
                <a:lnTo>
                  <a:pt x="206957" y="170008"/>
                </a:lnTo>
                <a:lnTo>
                  <a:pt x="206957" y="92906"/>
                </a:lnTo>
                <a:lnTo>
                  <a:pt x="229383" y="92906"/>
                </a:lnTo>
                <a:lnTo>
                  <a:pt x="229383" y="170008"/>
                </a:lnTo>
                <a:close/>
              </a:path>
              <a:path w="231139" h="267970">
                <a:moveTo>
                  <a:pt x="80946" y="32250"/>
                </a:moveTo>
                <a:lnTo>
                  <a:pt x="57452" y="32250"/>
                </a:lnTo>
                <a:lnTo>
                  <a:pt x="57452" y="1922"/>
                </a:lnTo>
                <a:lnTo>
                  <a:pt x="80946" y="1922"/>
                </a:lnTo>
                <a:lnTo>
                  <a:pt x="80946" y="32250"/>
                </a:lnTo>
                <a:close/>
              </a:path>
              <a:path w="231139" h="267970">
                <a:moveTo>
                  <a:pt x="137758" y="51258"/>
                </a:moveTo>
                <a:lnTo>
                  <a:pt x="0" y="51258"/>
                </a:lnTo>
                <a:lnTo>
                  <a:pt x="0" y="32250"/>
                </a:lnTo>
                <a:lnTo>
                  <a:pt x="137758" y="32250"/>
                </a:lnTo>
                <a:lnTo>
                  <a:pt x="137758" y="51258"/>
                </a:lnTo>
                <a:close/>
              </a:path>
              <a:path w="231139" h="267970">
                <a:moveTo>
                  <a:pt x="68985" y="157194"/>
                </a:moveTo>
                <a:lnTo>
                  <a:pt x="45775" y="153956"/>
                </a:lnTo>
                <a:lnTo>
                  <a:pt x="27631" y="144753"/>
                </a:lnTo>
                <a:lnTo>
                  <a:pt x="15854" y="130343"/>
                </a:lnTo>
                <a:lnTo>
                  <a:pt x="11746" y="111488"/>
                </a:lnTo>
                <a:lnTo>
                  <a:pt x="15854" y="92509"/>
                </a:lnTo>
                <a:lnTo>
                  <a:pt x="27631" y="78036"/>
                </a:lnTo>
                <a:lnTo>
                  <a:pt x="45775" y="68809"/>
                </a:lnTo>
                <a:lnTo>
                  <a:pt x="68985" y="65568"/>
                </a:lnTo>
                <a:lnTo>
                  <a:pt x="92416" y="68809"/>
                </a:lnTo>
                <a:lnTo>
                  <a:pt x="110660" y="78036"/>
                </a:lnTo>
                <a:lnTo>
                  <a:pt x="114976" y="83295"/>
                </a:lnTo>
                <a:lnTo>
                  <a:pt x="68985" y="83295"/>
                </a:lnTo>
                <a:lnTo>
                  <a:pt x="54335" y="85328"/>
                </a:lnTo>
                <a:lnTo>
                  <a:pt x="42929" y="91064"/>
                </a:lnTo>
                <a:lnTo>
                  <a:pt x="35527" y="99964"/>
                </a:lnTo>
                <a:lnTo>
                  <a:pt x="32891" y="111488"/>
                </a:lnTo>
                <a:lnTo>
                  <a:pt x="35527" y="122887"/>
                </a:lnTo>
                <a:lnTo>
                  <a:pt x="42929" y="131724"/>
                </a:lnTo>
                <a:lnTo>
                  <a:pt x="54335" y="137437"/>
                </a:lnTo>
                <a:lnTo>
                  <a:pt x="68985" y="139466"/>
                </a:lnTo>
                <a:lnTo>
                  <a:pt x="115017" y="139466"/>
                </a:lnTo>
                <a:lnTo>
                  <a:pt x="110660" y="144753"/>
                </a:lnTo>
                <a:lnTo>
                  <a:pt x="92416" y="153956"/>
                </a:lnTo>
                <a:lnTo>
                  <a:pt x="68985" y="157194"/>
                </a:lnTo>
                <a:close/>
              </a:path>
              <a:path w="231139" h="267970">
                <a:moveTo>
                  <a:pt x="115017" y="139466"/>
                </a:moveTo>
                <a:lnTo>
                  <a:pt x="68985" y="139466"/>
                </a:lnTo>
                <a:lnTo>
                  <a:pt x="83759" y="137437"/>
                </a:lnTo>
                <a:lnTo>
                  <a:pt x="95229" y="131724"/>
                </a:lnTo>
                <a:lnTo>
                  <a:pt x="102654" y="122887"/>
                </a:lnTo>
                <a:lnTo>
                  <a:pt x="105294" y="111488"/>
                </a:lnTo>
                <a:lnTo>
                  <a:pt x="102654" y="99964"/>
                </a:lnTo>
                <a:lnTo>
                  <a:pt x="95229" y="91064"/>
                </a:lnTo>
                <a:lnTo>
                  <a:pt x="83759" y="85328"/>
                </a:lnTo>
                <a:lnTo>
                  <a:pt x="68985" y="83295"/>
                </a:lnTo>
                <a:lnTo>
                  <a:pt x="114976" y="83295"/>
                </a:lnTo>
                <a:lnTo>
                  <a:pt x="122537" y="92509"/>
                </a:lnTo>
                <a:lnTo>
                  <a:pt x="126865" y="111488"/>
                </a:lnTo>
                <a:lnTo>
                  <a:pt x="122537" y="130343"/>
                </a:lnTo>
                <a:lnTo>
                  <a:pt x="115017" y="139466"/>
                </a:lnTo>
                <a:close/>
              </a:path>
              <a:path w="231139" h="267970">
                <a:moveTo>
                  <a:pt x="140748" y="267827"/>
                </a:moveTo>
                <a:lnTo>
                  <a:pt x="102758" y="264730"/>
                </a:lnTo>
                <a:lnTo>
                  <a:pt x="74378" y="255707"/>
                </a:lnTo>
                <a:lnTo>
                  <a:pt x="56651" y="241157"/>
                </a:lnTo>
                <a:lnTo>
                  <a:pt x="50618" y="221481"/>
                </a:lnTo>
                <a:lnTo>
                  <a:pt x="56651" y="201434"/>
                </a:lnTo>
                <a:lnTo>
                  <a:pt x="74378" y="186694"/>
                </a:lnTo>
                <a:lnTo>
                  <a:pt x="102758" y="177600"/>
                </a:lnTo>
                <a:lnTo>
                  <a:pt x="140748" y="174493"/>
                </a:lnTo>
                <a:lnTo>
                  <a:pt x="178618" y="177600"/>
                </a:lnTo>
                <a:lnTo>
                  <a:pt x="206957" y="186694"/>
                </a:lnTo>
                <a:lnTo>
                  <a:pt x="214648" y="193075"/>
                </a:lnTo>
                <a:lnTo>
                  <a:pt x="140748" y="193075"/>
                </a:lnTo>
                <a:lnTo>
                  <a:pt x="112646" y="194840"/>
                </a:lnTo>
                <a:lnTo>
                  <a:pt x="91652" y="200310"/>
                </a:lnTo>
                <a:lnTo>
                  <a:pt x="78546" y="209263"/>
                </a:lnTo>
                <a:lnTo>
                  <a:pt x="74111" y="221481"/>
                </a:lnTo>
                <a:lnTo>
                  <a:pt x="78546" y="233238"/>
                </a:lnTo>
                <a:lnTo>
                  <a:pt x="91652" y="242011"/>
                </a:lnTo>
                <a:lnTo>
                  <a:pt x="112646" y="247461"/>
                </a:lnTo>
                <a:lnTo>
                  <a:pt x="140748" y="249246"/>
                </a:lnTo>
                <a:lnTo>
                  <a:pt x="214847" y="249246"/>
                </a:lnTo>
                <a:lnTo>
                  <a:pt x="206957" y="255707"/>
                </a:lnTo>
                <a:lnTo>
                  <a:pt x="178618" y="264730"/>
                </a:lnTo>
                <a:lnTo>
                  <a:pt x="140748" y="267827"/>
                </a:lnTo>
                <a:close/>
              </a:path>
              <a:path w="231139" h="267970">
                <a:moveTo>
                  <a:pt x="214847" y="249246"/>
                </a:moveTo>
                <a:lnTo>
                  <a:pt x="140748" y="249246"/>
                </a:lnTo>
                <a:lnTo>
                  <a:pt x="168700" y="247461"/>
                </a:lnTo>
                <a:lnTo>
                  <a:pt x="189604" y="242011"/>
                </a:lnTo>
                <a:lnTo>
                  <a:pt x="202739" y="233238"/>
                </a:lnTo>
                <a:lnTo>
                  <a:pt x="207385" y="221481"/>
                </a:lnTo>
                <a:lnTo>
                  <a:pt x="202739" y="209263"/>
                </a:lnTo>
                <a:lnTo>
                  <a:pt x="189604" y="200310"/>
                </a:lnTo>
                <a:lnTo>
                  <a:pt x="168700" y="194840"/>
                </a:lnTo>
                <a:lnTo>
                  <a:pt x="140748" y="193075"/>
                </a:lnTo>
                <a:lnTo>
                  <a:pt x="214648" y="193075"/>
                </a:lnTo>
                <a:lnTo>
                  <a:pt x="224725" y="201434"/>
                </a:lnTo>
                <a:lnTo>
                  <a:pt x="230878" y="221481"/>
                </a:lnTo>
                <a:lnTo>
                  <a:pt x="224725" y="241157"/>
                </a:lnTo>
                <a:lnTo>
                  <a:pt x="214847" y="249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6144789" y="7016750"/>
            <a:ext cx="183515" cy="17780"/>
          </a:xfrm>
          <a:custGeom>
            <a:avLst/>
            <a:gdLst/>
            <a:ahLst/>
            <a:cxnLst/>
            <a:rect l="l" t="t" r="r" b="b"/>
            <a:pathLst>
              <a:path w="183514" h="17779">
                <a:moveTo>
                  <a:pt x="0" y="0"/>
                </a:moveTo>
                <a:lnTo>
                  <a:pt x="183037" y="0"/>
                </a:lnTo>
                <a:lnTo>
                  <a:pt x="183037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6304119" y="7034530"/>
            <a:ext cx="24130" cy="21590"/>
          </a:xfrm>
          <a:custGeom>
            <a:avLst/>
            <a:gdLst/>
            <a:ahLst/>
            <a:cxnLst/>
            <a:rect l="l" t="t" r="r" b="b"/>
            <a:pathLst>
              <a:path w="24129" h="21590">
                <a:moveTo>
                  <a:pt x="0" y="0"/>
                </a:moveTo>
                <a:lnTo>
                  <a:pt x="23707" y="0"/>
                </a:lnTo>
                <a:lnTo>
                  <a:pt x="23707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6145643" y="7056119"/>
            <a:ext cx="182245" cy="16510"/>
          </a:xfrm>
          <a:custGeom>
            <a:avLst/>
            <a:gdLst/>
            <a:ahLst/>
            <a:cxnLst/>
            <a:rect l="l" t="t" r="r" b="b"/>
            <a:pathLst>
              <a:path w="182245" h="16509">
                <a:moveTo>
                  <a:pt x="0" y="0"/>
                </a:moveTo>
                <a:lnTo>
                  <a:pt x="182182" y="0"/>
                </a:lnTo>
                <a:lnTo>
                  <a:pt x="182182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6145643" y="7072630"/>
            <a:ext cx="23495" cy="22860"/>
          </a:xfrm>
          <a:custGeom>
            <a:avLst/>
            <a:gdLst/>
            <a:ahLst/>
            <a:cxnLst/>
            <a:rect l="l" t="t" r="r" b="b"/>
            <a:pathLst>
              <a:path w="23495" h="22859">
                <a:moveTo>
                  <a:pt x="0" y="0"/>
                </a:moveTo>
                <a:lnTo>
                  <a:pt x="23493" y="0"/>
                </a:lnTo>
                <a:lnTo>
                  <a:pt x="23493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6145643" y="7095490"/>
            <a:ext cx="187325" cy="17780"/>
          </a:xfrm>
          <a:custGeom>
            <a:avLst/>
            <a:gdLst/>
            <a:ahLst/>
            <a:cxnLst/>
            <a:rect l="l" t="t" r="r" b="b"/>
            <a:pathLst>
              <a:path w="187325" h="17779">
                <a:moveTo>
                  <a:pt x="0" y="0"/>
                </a:moveTo>
                <a:lnTo>
                  <a:pt x="186881" y="0"/>
                </a:lnTo>
                <a:lnTo>
                  <a:pt x="186881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6113607" y="7131788"/>
            <a:ext cx="246379" cy="18415"/>
          </a:xfrm>
          <a:custGeom>
            <a:avLst/>
            <a:gdLst/>
            <a:ahLst/>
            <a:cxnLst/>
            <a:rect l="l" t="t" r="r" b="b"/>
            <a:pathLst>
              <a:path w="246379" h="18415">
                <a:moveTo>
                  <a:pt x="245829" y="18367"/>
                </a:moveTo>
                <a:lnTo>
                  <a:pt x="0" y="18367"/>
                </a:lnTo>
                <a:lnTo>
                  <a:pt x="0" y="0"/>
                </a:lnTo>
                <a:lnTo>
                  <a:pt x="245829" y="0"/>
                </a:lnTo>
                <a:lnTo>
                  <a:pt x="245829" y="183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6180457" y="7150156"/>
            <a:ext cx="23495" cy="24765"/>
          </a:xfrm>
          <a:custGeom>
            <a:avLst/>
            <a:gdLst/>
            <a:ahLst/>
            <a:cxnLst/>
            <a:rect l="l" t="t" r="r" b="b"/>
            <a:pathLst>
              <a:path w="23495" h="24765">
                <a:moveTo>
                  <a:pt x="23280" y="24347"/>
                </a:moveTo>
                <a:lnTo>
                  <a:pt x="0" y="24347"/>
                </a:lnTo>
                <a:lnTo>
                  <a:pt x="0" y="0"/>
                </a:lnTo>
                <a:lnTo>
                  <a:pt x="23280" y="0"/>
                </a:lnTo>
                <a:lnTo>
                  <a:pt x="23280" y="243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6269519" y="7150156"/>
            <a:ext cx="23495" cy="24765"/>
          </a:xfrm>
          <a:custGeom>
            <a:avLst/>
            <a:gdLst/>
            <a:ahLst/>
            <a:cxnLst/>
            <a:rect l="l" t="t" r="r" b="b"/>
            <a:pathLst>
              <a:path w="23495" h="24765">
                <a:moveTo>
                  <a:pt x="23493" y="24347"/>
                </a:moveTo>
                <a:lnTo>
                  <a:pt x="0" y="24347"/>
                </a:lnTo>
                <a:lnTo>
                  <a:pt x="0" y="0"/>
                </a:lnTo>
                <a:lnTo>
                  <a:pt x="23493" y="0"/>
                </a:lnTo>
                <a:lnTo>
                  <a:pt x="23493" y="243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6143294" y="7174230"/>
            <a:ext cx="185420" cy="17780"/>
          </a:xfrm>
          <a:custGeom>
            <a:avLst/>
            <a:gdLst/>
            <a:ahLst/>
            <a:cxnLst/>
            <a:rect l="l" t="t" r="r" b="b"/>
            <a:pathLst>
              <a:path w="185420" h="17779">
                <a:moveTo>
                  <a:pt x="0" y="0"/>
                </a:moveTo>
                <a:lnTo>
                  <a:pt x="185386" y="0"/>
                </a:lnTo>
                <a:lnTo>
                  <a:pt x="185386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6305187" y="7192009"/>
            <a:ext cx="23495" cy="22860"/>
          </a:xfrm>
          <a:custGeom>
            <a:avLst/>
            <a:gdLst/>
            <a:ahLst/>
            <a:cxnLst/>
            <a:rect l="l" t="t" r="r" b="b"/>
            <a:pathLst>
              <a:path w="23495" h="22859">
                <a:moveTo>
                  <a:pt x="0" y="0"/>
                </a:moveTo>
                <a:lnTo>
                  <a:pt x="23493" y="0"/>
                </a:lnTo>
                <a:lnTo>
                  <a:pt x="23493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6143721" y="7214869"/>
            <a:ext cx="185420" cy="16510"/>
          </a:xfrm>
          <a:custGeom>
            <a:avLst/>
            <a:gdLst/>
            <a:ahLst/>
            <a:cxnLst/>
            <a:rect l="l" t="t" r="r" b="b"/>
            <a:pathLst>
              <a:path w="185420" h="16509">
                <a:moveTo>
                  <a:pt x="0" y="0"/>
                </a:moveTo>
                <a:lnTo>
                  <a:pt x="184959" y="0"/>
                </a:lnTo>
                <a:lnTo>
                  <a:pt x="184959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6143721" y="7231380"/>
            <a:ext cx="24130" cy="25400"/>
          </a:xfrm>
          <a:custGeom>
            <a:avLst/>
            <a:gdLst/>
            <a:ahLst/>
            <a:cxnLst/>
            <a:rect l="l" t="t" r="r" b="b"/>
            <a:pathLst>
              <a:path w="24129" h="25400">
                <a:moveTo>
                  <a:pt x="0" y="0"/>
                </a:moveTo>
                <a:lnTo>
                  <a:pt x="23707" y="0"/>
                </a:lnTo>
                <a:lnTo>
                  <a:pt x="23707" y="25399"/>
                </a:lnTo>
                <a:lnTo>
                  <a:pt x="0" y="253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6143721" y="7256780"/>
            <a:ext cx="194310" cy="17780"/>
          </a:xfrm>
          <a:custGeom>
            <a:avLst/>
            <a:gdLst/>
            <a:ahLst/>
            <a:cxnLst/>
            <a:rect l="l" t="t" r="r" b="b"/>
            <a:pathLst>
              <a:path w="194310" h="17779">
                <a:moveTo>
                  <a:pt x="0" y="0"/>
                </a:moveTo>
                <a:lnTo>
                  <a:pt x="193716" y="0"/>
                </a:lnTo>
                <a:lnTo>
                  <a:pt x="193716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6455605" y="7009193"/>
            <a:ext cx="233045" cy="268605"/>
          </a:xfrm>
          <a:custGeom>
            <a:avLst/>
            <a:gdLst/>
            <a:ahLst/>
            <a:cxnLst/>
            <a:rect l="l" t="t" r="r" b="b"/>
            <a:pathLst>
              <a:path w="233045" h="268604">
                <a:moveTo>
                  <a:pt x="232587" y="268468"/>
                </a:moveTo>
                <a:lnTo>
                  <a:pt x="209948" y="268468"/>
                </a:lnTo>
                <a:lnTo>
                  <a:pt x="209948" y="0"/>
                </a:lnTo>
                <a:lnTo>
                  <a:pt x="232587" y="0"/>
                </a:lnTo>
                <a:lnTo>
                  <a:pt x="232587" y="268468"/>
                </a:lnTo>
                <a:close/>
              </a:path>
              <a:path w="233045" h="268604">
                <a:moveTo>
                  <a:pt x="178338" y="254372"/>
                </a:moveTo>
                <a:lnTo>
                  <a:pt x="155912" y="254372"/>
                </a:lnTo>
                <a:lnTo>
                  <a:pt x="155912" y="116186"/>
                </a:lnTo>
                <a:lnTo>
                  <a:pt x="110633" y="116186"/>
                </a:lnTo>
                <a:lnTo>
                  <a:pt x="110633" y="96751"/>
                </a:lnTo>
                <a:lnTo>
                  <a:pt x="155912" y="96751"/>
                </a:lnTo>
                <a:lnTo>
                  <a:pt x="155912" y="6407"/>
                </a:lnTo>
                <a:lnTo>
                  <a:pt x="178338" y="6407"/>
                </a:lnTo>
                <a:lnTo>
                  <a:pt x="178338" y="254372"/>
                </a:lnTo>
                <a:close/>
              </a:path>
              <a:path w="233045" h="268604">
                <a:moveTo>
                  <a:pt x="131137" y="51258"/>
                </a:moveTo>
                <a:lnTo>
                  <a:pt x="7261" y="51258"/>
                </a:lnTo>
                <a:lnTo>
                  <a:pt x="7261" y="31609"/>
                </a:lnTo>
                <a:lnTo>
                  <a:pt x="131137" y="31609"/>
                </a:lnTo>
                <a:lnTo>
                  <a:pt x="131137" y="51258"/>
                </a:lnTo>
                <a:close/>
              </a:path>
              <a:path w="233045" h="268604">
                <a:moveTo>
                  <a:pt x="14950" y="214646"/>
                </a:moveTo>
                <a:lnTo>
                  <a:pt x="0" y="196919"/>
                </a:lnTo>
                <a:lnTo>
                  <a:pt x="25012" y="175515"/>
                </a:lnTo>
                <a:lnTo>
                  <a:pt x="43596" y="146621"/>
                </a:lnTo>
                <a:lnTo>
                  <a:pt x="55173" y="112762"/>
                </a:lnTo>
                <a:lnTo>
                  <a:pt x="59161" y="76461"/>
                </a:lnTo>
                <a:lnTo>
                  <a:pt x="59161" y="51258"/>
                </a:lnTo>
                <a:lnTo>
                  <a:pt x="82014" y="51258"/>
                </a:lnTo>
                <a:lnTo>
                  <a:pt x="82014" y="76461"/>
                </a:lnTo>
                <a:lnTo>
                  <a:pt x="85862" y="110954"/>
                </a:lnTo>
                <a:lnTo>
                  <a:pt x="92293" y="129321"/>
                </a:lnTo>
                <a:lnTo>
                  <a:pt x="70908" y="129321"/>
                </a:lnTo>
                <a:lnTo>
                  <a:pt x="61894" y="155869"/>
                </a:lnTo>
                <a:lnTo>
                  <a:pt x="49416" y="179513"/>
                </a:lnTo>
                <a:lnTo>
                  <a:pt x="33695" y="199392"/>
                </a:lnTo>
                <a:lnTo>
                  <a:pt x="14950" y="214646"/>
                </a:lnTo>
                <a:close/>
              </a:path>
              <a:path w="233045" h="268604">
                <a:moveTo>
                  <a:pt x="125584" y="208239"/>
                </a:moveTo>
                <a:lnTo>
                  <a:pt x="107249" y="194046"/>
                </a:lnTo>
                <a:lnTo>
                  <a:pt x="91919" y="175668"/>
                </a:lnTo>
                <a:lnTo>
                  <a:pt x="79751" y="153846"/>
                </a:lnTo>
                <a:lnTo>
                  <a:pt x="70908" y="129321"/>
                </a:lnTo>
                <a:lnTo>
                  <a:pt x="92293" y="129321"/>
                </a:lnTo>
                <a:lnTo>
                  <a:pt x="97098" y="143044"/>
                </a:lnTo>
                <a:lnTo>
                  <a:pt x="115262" y="170409"/>
                </a:lnTo>
                <a:lnTo>
                  <a:pt x="139894" y="190725"/>
                </a:lnTo>
                <a:lnTo>
                  <a:pt x="125584" y="208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6726210" y="7036318"/>
            <a:ext cx="244761" cy="20332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1746638" y="7897148"/>
            <a:ext cx="142243" cy="22169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1926898" y="7997529"/>
            <a:ext cx="96520" cy="24130"/>
          </a:xfrm>
          <a:custGeom>
            <a:avLst/>
            <a:gdLst/>
            <a:ahLst/>
            <a:cxnLst/>
            <a:rect l="l" t="t" r="r" b="b"/>
            <a:pathLst>
              <a:path w="96519" h="24129">
                <a:moveTo>
                  <a:pt x="95896" y="23920"/>
                </a:moveTo>
                <a:lnTo>
                  <a:pt x="0" y="23920"/>
                </a:lnTo>
                <a:lnTo>
                  <a:pt x="0" y="0"/>
                </a:lnTo>
                <a:lnTo>
                  <a:pt x="95896" y="0"/>
                </a:lnTo>
                <a:lnTo>
                  <a:pt x="95896" y="23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2056968" y="7900137"/>
            <a:ext cx="162533" cy="2187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2254528" y="8081680"/>
            <a:ext cx="39370" cy="39370"/>
          </a:xfrm>
          <a:custGeom>
            <a:avLst/>
            <a:gdLst/>
            <a:ahLst/>
            <a:cxnLst/>
            <a:rect l="l" t="t" r="r" b="b"/>
            <a:pathLst>
              <a:path w="39369" h="39370">
                <a:moveTo>
                  <a:pt x="19435" y="38871"/>
                </a:moveTo>
                <a:lnTo>
                  <a:pt x="11863" y="37336"/>
                </a:lnTo>
                <a:lnTo>
                  <a:pt x="5633" y="33158"/>
                </a:lnTo>
                <a:lnTo>
                  <a:pt x="1444" y="26977"/>
                </a:lnTo>
                <a:lnTo>
                  <a:pt x="0" y="19435"/>
                </a:lnTo>
                <a:lnTo>
                  <a:pt x="1444" y="11893"/>
                </a:lnTo>
                <a:lnTo>
                  <a:pt x="5633" y="5713"/>
                </a:lnTo>
                <a:lnTo>
                  <a:pt x="11863" y="1535"/>
                </a:lnTo>
                <a:lnTo>
                  <a:pt x="19435" y="0"/>
                </a:lnTo>
                <a:lnTo>
                  <a:pt x="26977" y="1535"/>
                </a:lnTo>
                <a:lnTo>
                  <a:pt x="33158" y="5713"/>
                </a:lnTo>
                <a:lnTo>
                  <a:pt x="37336" y="11893"/>
                </a:lnTo>
                <a:lnTo>
                  <a:pt x="38871" y="19435"/>
                </a:lnTo>
                <a:lnTo>
                  <a:pt x="37336" y="26977"/>
                </a:lnTo>
                <a:lnTo>
                  <a:pt x="33158" y="33158"/>
                </a:lnTo>
                <a:lnTo>
                  <a:pt x="26977" y="37336"/>
                </a:lnTo>
                <a:lnTo>
                  <a:pt x="19435" y="388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2403187" y="7874935"/>
            <a:ext cx="250190" cy="268605"/>
          </a:xfrm>
          <a:custGeom>
            <a:avLst/>
            <a:gdLst/>
            <a:ahLst/>
            <a:cxnLst/>
            <a:rect l="l" t="t" r="r" b="b"/>
            <a:pathLst>
              <a:path w="250189" h="268604">
                <a:moveTo>
                  <a:pt x="206103" y="268255"/>
                </a:moveTo>
                <a:lnTo>
                  <a:pt x="182396" y="268255"/>
                </a:lnTo>
                <a:lnTo>
                  <a:pt x="182396" y="0"/>
                </a:lnTo>
                <a:lnTo>
                  <a:pt x="206103" y="0"/>
                </a:lnTo>
                <a:lnTo>
                  <a:pt x="206103" y="109138"/>
                </a:lnTo>
                <a:lnTo>
                  <a:pt x="249673" y="109138"/>
                </a:lnTo>
                <a:lnTo>
                  <a:pt x="249673" y="129215"/>
                </a:lnTo>
                <a:lnTo>
                  <a:pt x="206103" y="129215"/>
                </a:lnTo>
                <a:lnTo>
                  <a:pt x="206103" y="268255"/>
                </a:lnTo>
                <a:close/>
              </a:path>
              <a:path w="250189" h="268604">
                <a:moveTo>
                  <a:pt x="13241" y="217209"/>
                </a:moveTo>
                <a:lnTo>
                  <a:pt x="0" y="198628"/>
                </a:lnTo>
                <a:lnTo>
                  <a:pt x="46119" y="169614"/>
                </a:lnTo>
                <a:lnTo>
                  <a:pt x="80305" y="134634"/>
                </a:lnTo>
                <a:lnTo>
                  <a:pt x="102477" y="94168"/>
                </a:lnTo>
                <a:lnTo>
                  <a:pt x="112556" y="48695"/>
                </a:lnTo>
                <a:lnTo>
                  <a:pt x="12601" y="48695"/>
                </a:lnTo>
                <a:lnTo>
                  <a:pt x="12601" y="28833"/>
                </a:lnTo>
                <a:lnTo>
                  <a:pt x="136690" y="28833"/>
                </a:lnTo>
                <a:lnTo>
                  <a:pt x="132176" y="73479"/>
                </a:lnTo>
                <a:lnTo>
                  <a:pt x="118363" y="115563"/>
                </a:lnTo>
                <a:lnTo>
                  <a:pt x="94463" y="154161"/>
                </a:lnTo>
                <a:lnTo>
                  <a:pt x="59685" y="188350"/>
                </a:lnTo>
                <a:lnTo>
                  <a:pt x="13241" y="217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2674218" y="7874935"/>
            <a:ext cx="216535" cy="268605"/>
          </a:xfrm>
          <a:custGeom>
            <a:avLst/>
            <a:gdLst/>
            <a:ahLst/>
            <a:cxnLst/>
            <a:rect l="l" t="t" r="r" b="b"/>
            <a:pathLst>
              <a:path w="216535" h="268604">
                <a:moveTo>
                  <a:pt x="215928" y="268468"/>
                </a:moveTo>
                <a:lnTo>
                  <a:pt x="192220" y="268468"/>
                </a:lnTo>
                <a:lnTo>
                  <a:pt x="192220" y="0"/>
                </a:lnTo>
                <a:lnTo>
                  <a:pt x="215928" y="0"/>
                </a:lnTo>
                <a:lnTo>
                  <a:pt x="215928" y="268468"/>
                </a:lnTo>
                <a:close/>
              </a:path>
              <a:path w="216535" h="268604">
                <a:moveTo>
                  <a:pt x="93761" y="46773"/>
                </a:moveTo>
                <a:lnTo>
                  <a:pt x="70267" y="46773"/>
                </a:lnTo>
                <a:lnTo>
                  <a:pt x="70267" y="4912"/>
                </a:lnTo>
                <a:lnTo>
                  <a:pt x="93761" y="4912"/>
                </a:lnTo>
                <a:lnTo>
                  <a:pt x="93761" y="46773"/>
                </a:lnTo>
                <a:close/>
              </a:path>
              <a:path w="216535" h="268604">
                <a:moveTo>
                  <a:pt x="156126" y="65995"/>
                </a:moveTo>
                <a:lnTo>
                  <a:pt x="7261" y="65995"/>
                </a:lnTo>
                <a:lnTo>
                  <a:pt x="7261" y="46773"/>
                </a:lnTo>
                <a:lnTo>
                  <a:pt x="156126" y="46773"/>
                </a:lnTo>
                <a:lnTo>
                  <a:pt x="156126" y="65995"/>
                </a:lnTo>
                <a:close/>
              </a:path>
              <a:path w="216535" h="268604">
                <a:moveTo>
                  <a:pt x="13455" y="216355"/>
                </a:moveTo>
                <a:lnTo>
                  <a:pt x="0" y="197987"/>
                </a:lnTo>
                <a:lnTo>
                  <a:pt x="27862" y="179679"/>
                </a:lnTo>
                <a:lnTo>
                  <a:pt x="50217" y="153563"/>
                </a:lnTo>
                <a:lnTo>
                  <a:pt x="65084" y="122000"/>
                </a:lnTo>
                <a:lnTo>
                  <a:pt x="70481" y="87353"/>
                </a:lnTo>
                <a:lnTo>
                  <a:pt x="70481" y="65995"/>
                </a:lnTo>
                <a:lnTo>
                  <a:pt x="93761" y="65995"/>
                </a:lnTo>
                <a:lnTo>
                  <a:pt x="93761" y="87353"/>
                </a:lnTo>
                <a:lnTo>
                  <a:pt x="99297" y="120481"/>
                </a:lnTo>
                <a:lnTo>
                  <a:pt x="105733" y="133273"/>
                </a:lnTo>
                <a:lnTo>
                  <a:pt x="82548" y="133273"/>
                </a:lnTo>
                <a:lnTo>
                  <a:pt x="70971" y="160055"/>
                </a:lnTo>
                <a:lnTo>
                  <a:pt x="55049" y="183424"/>
                </a:lnTo>
                <a:lnTo>
                  <a:pt x="35604" y="202487"/>
                </a:lnTo>
                <a:lnTo>
                  <a:pt x="13455" y="216355"/>
                </a:lnTo>
                <a:close/>
              </a:path>
              <a:path w="216535" h="268604">
                <a:moveTo>
                  <a:pt x="152281" y="211656"/>
                </a:moveTo>
                <a:lnTo>
                  <a:pt x="130077" y="198583"/>
                </a:lnTo>
                <a:lnTo>
                  <a:pt x="110487" y="180594"/>
                </a:lnTo>
                <a:lnTo>
                  <a:pt x="94360" y="158540"/>
                </a:lnTo>
                <a:lnTo>
                  <a:pt x="82548" y="133273"/>
                </a:lnTo>
                <a:lnTo>
                  <a:pt x="105733" y="133273"/>
                </a:lnTo>
                <a:lnTo>
                  <a:pt x="114504" y="150706"/>
                </a:lnTo>
                <a:lnTo>
                  <a:pt x="137281" y="175685"/>
                </a:lnTo>
                <a:lnTo>
                  <a:pt x="165523" y="193075"/>
                </a:lnTo>
                <a:lnTo>
                  <a:pt x="152281" y="211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2967035" y="7882890"/>
            <a:ext cx="183515" cy="17780"/>
          </a:xfrm>
          <a:custGeom>
            <a:avLst/>
            <a:gdLst/>
            <a:ahLst/>
            <a:cxnLst/>
            <a:rect l="l" t="t" r="r" b="b"/>
            <a:pathLst>
              <a:path w="183514" h="17779">
                <a:moveTo>
                  <a:pt x="0" y="0"/>
                </a:moveTo>
                <a:lnTo>
                  <a:pt x="183037" y="0"/>
                </a:lnTo>
                <a:lnTo>
                  <a:pt x="183037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3126365" y="7900669"/>
            <a:ext cx="24130" cy="21590"/>
          </a:xfrm>
          <a:custGeom>
            <a:avLst/>
            <a:gdLst/>
            <a:ahLst/>
            <a:cxnLst/>
            <a:rect l="l" t="t" r="r" b="b"/>
            <a:pathLst>
              <a:path w="24130" h="21590">
                <a:moveTo>
                  <a:pt x="0" y="0"/>
                </a:moveTo>
                <a:lnTo>
                  <a:pt x="23707" y="0"/>
                </a:lnTo>
                <a:lnTo>
                  <a:pt x="23707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2967889" y="7922259"/>
            <a:ext cx="182245" cy="16510"/>
          </a:xfrm>
          <a:custGeom>
            <a:avLst/>
            <a:gdLst/>
            <a:ahLst/>
            <a:cxnLst/>
            <a:rect l="l" t="t" r="r" b="b"/>
            <a:pathLst>
              <a:path w="182244" h="16509">
                <a:moveTo>
                  <a:pt x="0" y="0"/>
                </a:moveTo>
                <a:lnTo>
                  <a:pt x="182182" y="0"/>
                </a:lnTo>
                <a:lnTo>
                  <a:pt x="182182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2967889" y="7938769"/>
            <a:ext cx="23495" cy="22860"/>
          </a:xfrm>
          <a:custGeom>
            <a:avLst/>
            <a:gdLst/>
            <a:ahLst/>
            <a:cxnLst/>
            <a:rect l="l" t="t" r="r" b="b"/>
            <a:pathLst>
              <a:path w="23494" h="22859">
                <a:moveTo>
                  <a:pt x="0" y="0"/>
                </a:moveTo>
                <a:lnTo>
                  <a:pt x="23493" y="0"/>
                </a:lnTo>
                <a:lnTo>
                  <a:pt x="23493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2967889" y="7961630"/>
            <a:ext cx="187325" cy="17780"/>
          </a:xfrm>
          <a:custGeom>
            <a:avLst/>
            <a:gdLst/>
            <a:ahLst/>
            <a:cxnLst/>
            <a:rect l="l" t="t" r="r" b="b"/>
            <a:pathLst>
              <a:path w="187325" h="17779">
                <a:moveTo>
                  <a:pt x="0" y="0"/>
                </a:moveTo>
                <a:lnTo>
                  <a:pt x="186881" y="0"/>
                </a:lnTo>
                <a:lnTo>
                  <a:pt x="186881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2935852" y="7999665"/>
            <a:ext cx="246379" cy="19050"/>
          </a:xfrm>
          <a:custGeom>
            <a:avLst/>
            <a:gdLst/>
            <a:ahLst/>
            <a:cxnLst/>
            <a:rect l="l" t="t" r="r" b="b"/>
            <a:pathLst>
              <a:path w="246380" h="19050">
                <a:moveTo>
                  <a:pt x="245829" y="18581"/>
                </a:moveTo>
                <a:lnTo>
                  <a:pt x="0" y="18581"/>
                </a:lnTo>
                <a:lnTo>
                  <a:pt x="0" y="0"/>
                </a:lnTo>
                <a:lnTo>
                  <a:pt x="245829" y="0"/>
                </a:lnTo>
                <a:lnTo>
                  <a:pt x="245829" y="18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2965540" y="8040369"/>
            <a:ext cx="185420" cy="17780"/>
          </a:xfrm>
          <a:custGeom>
            <a:avLst/>
            <a:gdLst/>
            <a:ahLst/>
            <a:cxnLst/>
            <a:rect l="l" t="t" r="r" b="b"/>
            <a:pathLst>
              <a:path w="185419" h="17779">
                <a:moveTo>
                  <a:pt x="0" y="0"/>
                </a:moveTo>
                <a:lnTo>
                  <a:pt x="185386" y="0"/>
                </a:lnTo>
                <a:lnTo>
                  <a:pt x="185386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3127433" y="8058150"/>
            <a:ext cx="23495" cy="22860"/>
          </a:xfrm>
          <a:custGeom>
            <a:avLst/>
            <a:gdLst/>
            <a:ahLst/>
            <a:cxnLst/>
            <a:rect l="l" t="t" r="r" b="b"/>
            <a:pathLst>
              <a:path w="23494" h="22859">
                <a:moveTo>
                  <a:pt x="0" y="0"/>
                </a:moveTo>
                <a:lnTo>
                  <a:pt x="23493" y="0"/>
                </a:lnTo>
                <a:lnTo>
                  <a:pt x="23493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2965967" y="8081009"/>
            <a:ext cx="185420" cy="15240"/>
          </a:xfrm>
          <a:custGeom>
            <a:avLst/>
            <a:gdLst/>
            <a:ahLst/>
            <a:cxnLst/>
            <a:rect l="l" t="t" r="r" b="b"/>
            <a:pathLst>
              <a:path w="185419" h="15240">
                <a:moveTo>
                  <a:pt x="0" y="0"/>
                </a:moveTo>
                <a:lnTo>
                  <a:pt x="184959" y="0"/>
                </a:lnTo>
                <a:lnTo>
                  <a:pt x="184959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2965967" y="8096250"/>
            <a:ext cx="24130" cy="26670"/>
          </a:xfrm>
          <a:custGeom>
            <a:avLst/>
            <a:gdLst/>
            <a:ahLst/>
            <a:cxnLst/>
            <a:rect l="l" t="t" r="r" b="b"/>
            <a:pathLst>
              <a:path w="24130" h="26670">
                <a:moveTo>
                  <a:pt x="0" y="0"/>
                </a:moveTo>
                <a:lnTo>
                  <a:pt x="23707" y="0"/>
                </a:lnTo>
                <a:lnTo>
                  <a:pt x="23707" y="26669"/>
                </a:lnTo>
                <a:lnTo>
                  <a:pt x="0" y="266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2965967" y="8122919"/>
            <a:ext cx="194310" cy="16510"/>
          </a:xfrm>
          <a:custGeom>
            <a:avLst/>
            <a:gdLst/>
            <a:ahLst/>
            <a:cxnLst/>
            <a:rect l="l" t="t" r="r" b="b"/>
            <a:pathLst>
              <a:path w="194310" h="16509">
                <a:moveTo>
                  <a:pt x="0" y="0"/>
                </a:moveTo>
                <a:lnTo>
                  <a:pt x="193716" y="0"/>
                </a:lnTo>
                <a:lnTo>
                  <a:pt x="193716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3281137" y="7891808"/>
            <a:ext cx="244761" cy="25138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3547469" y="7874935"/>
            <a:ext cx="251460" cy="267970"/>
          </a:xfrm>
          <a:custGeom>
            <a:avLst/>
            <a:gdLst/>
            <a:ahLst/>
            <a:cxnLst/>
            <a:rect l="l" t="t" r="r" b="b"/>
            <a:pathLst>
              <a:path w="251460" h="267970">
                <a:moveTo>
                  <a:pt x="211015" y="162106"/>
                </a:moveTo>
                <a:lnTo>
                  <a:pt x="187308" y="162106"/>
                </a:lnTo>
                <a:lnTo>
                  <a:pt x="187308" y="0"/>
                </a:lnTo>
                <a:lnTo>
                  <a:pt x="211015" y="0"/>
                </a:lnTo>
                <a:lnTo>
                  <a:pt x="211015" y="68558"/>
                </a:lnTo>
                <a:lnTo>
                  <a:pt x="251382" y="68558"/>
                </a:lnTo>
                <a:lnTo>
                  <a:pt x="251382" y="88421"/>
                </a:lnTo>
                <a:lnTo>
                  <a:pt x="211015" y="88421"/>
                </a:lnTo>
                <a:lnTo>
                  <a:pt x="211015" y="162106"/>
                </a:lnTo>
                <a:close/>
              </a:path>
              <a:path w="251460" h="267970">
                <a:moveTo>
                  <a:pt x="152281" y="39512"/>
                </a:moveTo>
                <a:lnTo>
                  <a:pt x="7261" y="39512"/>
                </a:lnTo>
                <a:lnTo>
                  <a:pt x="7261" y="19862"/>
                </a:lnTo>
                <a:lnTo>
                  <a:pt x="152281" y="19862"/>
                </a:lnTo>
                <a:lnTo>
                  <a:pt x="152281" y="39512"/>
                </a:lnTo>
                <a:close/>
              </a:path>
              <a:path w="251460" h="267970">
                <a:moveTo>
                  <a:pt x="12173" y="156980"/>
                </a:moveTo>
                <a:lnTo>
                  <a:pt x="0" y="137971"/>
                </a:lnTo>
                <a:lnTo>
                  <a:pt x="27711" y="124059"/>
                </a:lnTo>
                <a:lnTo>
                  <a:pt x="49336" y="103879"/>
                </a:lnTo>
                <a:lnTo>
                  <a:pt x="63432" y="79014"/>
                </a:lnTo>
                <a:lnTo>
                  <a:pt x="68558" y="51045"/>
                </a:lnTo>
                <a:lnTo>
                  <a:pt x="68558" y="39512"/>
                </a:lnTo>
                <a:lnTo>
                  <a:pt x="92052" y="39512"/>
                </a:lnTo>
                <a:lnTo>
                  <a:pt x="92092" y="51045"/>
                </a:lnTo>
                <a:lnTo>
                  <a:pt x="96774" y="76314"/>
                </a:lnTo>
                <a:lnTo>
                  <a:pt x="105159" y="90557"/>
                </a:lnTo>
                <a:lnTo>
                  <a:pt x="80732" y="90557"/>
                </a:lnTo>
                <a:lnTo>
                  <a:pt x="69690" y="112274"/>
                </a:lnTo>
                <a:lnTo>
                  <a:pt x="54222" y="130937"/>
                </a:lnTo>
                <a:lnTo>
                  <a:pt x="34870" y="146016"/>
                </a:lnTo>
                <a:lnTo>
                  <a:pt x="12173" y="156980"/>
                </a:lnTo>
                <a:close/>
              </a:path>
              <a:path w="251460" h="267970">
                <a:moveTo>
                  <a:pt x="146515" y="149078"/>
                </a:moveTo>
                <a:lnTo>
                  <a:pt x="124838" y="139393"/>
                </a:lnTo>
                <a:lnTo>
                  <a:pt x="106375" y="126064"/>
                </a:lnTo>
                <a:lnTo>
                  <a:pt x="91536" y="109612"/>
                </a:lnTo>
                <a:lnTo>
                  <a:pt x="80732" y="90557"/>
                </a:lnTo>
                <a:lnTo>
                  <a:pt x="105159" y="90557"/>
                </a:lnTo>
                <a:lnTo>
                  <a:pt x="110126" y="98993"/>
                </a:lnTo>
                <a:lnTo>
                  <a:pt x="130887" y="117508"/>
                </a:lnTo>
                <a:lnTo>
                  <a:pt x="157834" y="130496"/>
                </a:lnTo>
                <a:lnTo>
                  <a:pt x="146515" y="149078"/>
                </a:lnTo>
                <a:close/>
              </a:path>
              <a:path w="251460" h="267970">
                <a:moveTo>
                  <a:pt x="124943" y="267827"/>
                </a:moveTo>
                <a:lnTo>
                  <a:pt x="87690" y="264500"/>
                </a:lnTo>
                <a:lnTo>
                  <a:pt x="59668" y="254826"/>
                </a:lnTo>
                <a:lnTo>
                  <a:pt x="42018" y="239265"/>
                </a:lnTo>
                <a:lnTo>
                  <a:pt x="35881" y="218277"/>
                </a:lnTo>
                <a:lnTo>
                  <a:pt x="42018" y="197570"/>
                </a:lnTo>
                <a:lnTo>
                  <a:pt x="59668" y="182209"/>
                </a:lnTo>
                <a:lnTo>
                  <a:pt x="87690" y="172655"/>
                </a:lnTo>
                <a:lnTo>
                  <a:pt x="124943" y="169368"/>
                </a:lnTo>
                <a:lnTo>
                  <a:pt x="162006" y="172655"/>
                </a:lnTo>
                <a:lnTo>
                  <a:pt x="189818" y="182209"/>
                </a:lnTo>
                <a:lnTo>
                  <a:pt x="196836" y="188376"/>
                </a:lnTo>
                <a:lnTo>
                  <a:pt x="124943" y="188376"/>
                </a:lnTo>
                <a:lnTo>
                  <a:pt x="97582" y="190405"/>
                </a:lnTo>
                <a:lnTo>
                  <a:pt x="76968" y="196278"/>
                </a:lnTo>
                <a:lnTo>
                  <a:pt x="64003" y="205676"/>
                </a:lnTo>
                <a:lnTo>
                  <a:pt x="59588" y="218277"/>
                </a:lnTo>
                <a:lnTo>
                  <a:pt x="64003" y="231159"/>
                </a:lnTo>
                <a:lnTo>
                  <a:pt x="76968" y="240756"/>
                </a:lnTo>
                <a:lnTo>
                  <a:pt x="97582" y="246750"/>
                </a:lnTo>
                <a:lnTo>
                  <a:pt x="124943" y="248819"/>
                </a:lnTo>
                <a:lnTo>
                  <a:pt x="196565" y="248819"/>
                </a:lnTo>
                <a:lnTo>
                  <a:pt x="189818" y="254826"/>
                </a:lnTo>
                <a:lnTo>
                  <a:pt x="162006" y="264500"/>
                </a:lnTo>
                <a:lnTo>
                  <a:pt x="124943" y="267827"/>
                </a:lnTo>
                <a:close/>
              </a:path>
              <a:path w="251460" h="267970">
                <a:moveTo>
                  <a:pt x="196565" y="248819"/>
                </a:moveTo>
                <a:lnTo>
                  <a:pt x="124943" y="248819"/>
                </a:lnTo>
                <a:lnTo>
                  <a:pt x="152275" y="246750"/>
                </a:lnTo>
                <a:lnTo>
                  <a:pt x="172838" y="240756"/>
                </a:lnTo>
                <a:lnTo>
                  <a:pt x="185793" y="231159"/>
                </a:lnTo>
                <a:lnTo>
                  <a:pt x="190298" y="218277"/>
                </a:lnTo>
                <a:lnTo>
                  <a:pt x="185793" y="205676"/>
                </a:lnTo>
                <a:lnTo>
                  <a:pt x="172838" y="196278"/>
                </a:lnTo>
                <a:lnTo>
                  <a:pt x="152275" y="190405"/>
                </a:lnTo>
                <a:lnTo>
                  <a:pt x="124943" y="188376"/>
                </a:lnTo>
                <a:lnTo>
                  <a:pt x="196836" y="188376"/>
                </a:lnTo>
                <a:lnTo>
                  <a:pt x="207298" y="197570"/>
                </a:lnTo>
                <a:lnTo>
                  <a:pt x="213365" y="218277"/>
                </a:lnTo>
                <a:lnTo>
                  <a:pt x="207298" y="239265"/>
                </a:lnTo>
                <a:lnTo>
                  <a:pt x="196565" y="2488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3814443" y="7874935"/>
            <a:ext cx="254635" cy="268605"/>
          </a:xfrm>
          <a:custGeom>
            <a:avLst/>
            <a:gdLst/>
            <a:ahLst/>
            <a:cxnLst/>
            <a:rect l="l" t="t" r="r" b="b"/>
            <a:pathLst>
              <a:path w="254635" h="268604">
                <a:moveTo>
                  <a:pt x="209307" y="268468"/>
                </a:moveTo>
                <a:lnTo>
                  <a:pt x="185813" y="268468"/>
                </a:lnTo>
                <a:lnTo>
                  <a:pt x="185813" y="0"/>
                </a:lnTo>
                <a:lnTo>
                  <a:pt x="209307" y="0"/>
                </a:lnTo>
                <a:lnTo>
                  <a:pt x="209307" y="110633"/>
                </a:lnTo>
                <a:lnTo>
                  <a:pt x="254158" y="110633"/>
                </a:lnTo>
                <a:lnTo>
                  <a:pt x="254158" y="130496"/>
                </a:lnTo>
                <a:lnTo>
                  <a:pt x="209307" y="130496"/>
                </a:lnTo>
                <a:lnTo>
                  <a:pt x="209307" y="268468"/>
                </a:lnTo>
                <a:close/>
              </a:path>
              <a:path w="254635" h="268604">
                <a:moveTo>
                  <a:pt x="92693" y="43142"/>
                </a:moveTo>
                <a:lnTo>
                  <a:pt x="68985" y="43142"/>
                </a:lnTo>
                <a:lnTo>
                  <a:pt x="68985" y="3203"/>
                </a:lnTo>
                <a:lnTo>
                  <a:pt x="92693" y="3203"/>
                </a:lnTo>
                <a:lnTo>
                  <a:pt x="92693" y="43142"/>
                </a:lnTo>
                <a:close/>
              </a:path>
              <a:path w="254635" h="268604">
                <a:moveTo>
                  <a:pt x="159756" y="62792"/>
                </a:moveTo>
                <a:lnTo>
                  <a:pt x="0" y="62792"/>
                </a:lnTo>
                <a:lnTo>
                  <a:pt x="0" y="43142"/>
                </a:lnTo>
                <a:lnTo>
                  <a:pt x="159756" y="43142"/>
                </a:lnTo>
                <a:lnTo>
                  <a:pt x="159756" y="62792"/>
                </a:lnTo>
                <a:close/>
              </a:path>
              <a:path w="254635" h="268604">
                <a:moveTo>
                  <a:pt x="81159" y="208239"/>
                </a:moveTo>
                <a:lnTo>
                  <a:pt x="54722" y="203734"/>
                </a:lnTo>
                <a:lnTo>
                  <a:pt x="33852" y="191099"/>
                </a:lnTo>
                <a:lnTo>
                  <a:pt x="20189" y="171657"/>
                </a:lnTo>
                <a:lnTo>
                  <a:pt x="15377" y="146728"/>
                </a:lnTo>
                <a:lnTo>
                  <a:pt x="20189" y="121766"/>
                </a:lnTo>
                <a:lnTo>
                  <a:pt x="33852" y="102250"/>
                </a:lnTo>
                <a:lnTo>
                  <a:pt x="54722" y="89542"/>
                </a:lnTo>
                <a:lnTo>
                  <a:pt x="81159" y="85004"/>
                </a:lnTo>
                <a:lnTo>
                  <a:pt x="107446" y="89542"/>
                </a:lnTo>
                <a:lnTo>
                  <a:pt x="128227" y="102250"/>
                </a:lnTo>
                <a:lnTo>
                  <a:pt x="130063" y="104867"/>
                </a:lnTo>
                <a:lnTo>
                  <a:pt x="81159" y="104867"/>
                </a:lnTo>
                <a:lnTo>
                  <a:pt x="63846" y="107984"/>
                </a:lnTo>
                <a:lnTo>
                  <a:pt x="50137" y="116667"/>
                </a:lnTo>
                <a:lnTo>
                  <a:pt x="41153" y="129916"/>
                </a:lnTo>
                <a:lnTo>
                  <a:pt x="38017" y="146728"/>
                </a:lnTo>
                <a:lnTo>
                  <a:pt x="41153" y="163504"/>
                </a:lnTo>
                <a:lnTo>
                  <a:pt x="50137" y="176656"/>
                </a:lnTo>
                <a:lnTo>
                  <a:pt x="63846" y="185202"/>
                </a:lnTo>
                <a:lnTo>
                  <a:pt x="81159" y="188162"/>
                </a:lnTo>
                <a:lnTo>
                  <a:pt x="130295" y="188162"/>
                </a:lnTo>
                <a:lnTo>
                  <a:pt x="128227" y="191099"/>
                </a:lnTo>
                <a:lnTo>
                  <a:pt x="107446" y="203734"/>
                </a:lnTo>
                <a:lnTo>
                  <a:pt x="81159" y="208239"/>
                </a:lnTo>
                <a:close/>
              </a:path>
              <a:path w="254635" h="268604">
                <a:moveTo>
                  <a:pt x="130295" y="188162"/>
                </a:moveTo>
                <a:lnTo>
                  <a:pt x="81159" y="188162"/>
                </a:lnTo>
                <a:lnTo>
                  <a:pt x="98323" y="185202"/>
                </a:lnTo>
                <a:lnTo>
                  <a:pt x="111942" y="176656"/>
                </a:lnTo>
                <a:lnTo>
                  <a:pt x="120955" y="163504"/>
                </a:lnTo>
                <a:lnTo>
                  <a:pt x="124302" y="146728"/>
                </a:lnTo>
                <a:lnTo>
                  <a:pt x="120955" y="129916"/>
                </a:lnTo>
                <a:lnTo>
                  <a:pt x="111942" y="116667"/>
                </a:lnTo>
                <a:lnTo>
                  <a:pt x="98323" y="107984"/>
                </a:lnTo>
                <a:lnTo>
                  <a:pt x="81159" y="104867"/>
                </a:lnTo>
                <a:lnTo>
                  <a:pt x="130063" y="104867"/>
                </a:lnTo>
                <a:lnTo>
                  <a:pt x="141919" y="121766"/>
                </a:lnTo>
                <a:lnTo>
                  <a:pt x="146942" y="146728"/>
                </a:lnTo>
                <a:lnTo>
                  <a:pt x="141919" y="171657"/>
                </a:lnTo>
                <a:lnTo>
                  <a:pt x="130295" y="18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4083339" y="7874935"/>
            <a:ext cx="221615" cy="268605"/>
          </a:xfrm>
          <a:custGeom>
            <a:avLst/>
            <a:gdLst/>
            <a:ahLst/>
            <a:cxnLst/>
            <a:rect l="l" t="t" r="r" b="b"/>
            <a:pathLst>
              <a:path w="221614" h="268604">
                <a:moveTo>
                  <a:pt x="221267" y="268468"/>
                </a:moveTo>
                <a:lnTo>
                  <a:pt x="197560" y="268468"/>
                </a:lnTo>
                <a:lnTo>
                  <a:pt x="197560" y="0"/>
                </a:lnTo>
                <a:lnTo>
                  <a:pt x="221267" y="0"/>
                </a:lnTo>
                <a:lnTo>
                  <a:pt x="221267" y="268468"/>
                </a:lnTo>
                <a:close/>
              </a:path>
              <a:path w="221614" h="268604">
                <a:moveTo>
                  <a:pt x="159970" y="47414"/>
                </a:moveTo>
                <a:lnTo>
                  <a:pt x="8756" y="47414"/>
                </a:lnTo>
                <a:lnTo>
                  <a:pt x="8756" y="27551"/>
                </a:lnTo>
                <a:lnTo>
                  <a:pt x="159970" y="27551"/>
                </a:lnTo>
                <a:lnTo>
                  <a:pt x="159970" y="47414"/>
                </a:lnTo>
                <a:close/>
              </a:path>
              <a:path w="221614" h="268604">
                <a:moveTo>
                  <a:pt x="14096" y="216782"/>
                </a:moveTo>
                <a:lnTo>
                  <a:pt x="0" y="197987"/>
                </a:lnTo>
                <a:lnTo>
                  <a:pt x="27468" y="178702"/>
                </a:lnTo>
                <a:lnTo>
                  <a:pt x="50431" y="150706"/>
                </a:lnTo>
                <a:lnTo>
                  <a:pt x="66226" y="117465"/>
                </a:lnTo>
                <a:lnTo>
                  <a:pt x="72189" y="82441"/>
                </a:lnTo>
                <a:lnTo>
                  <a:pt x="72189" y="47414"/>
                </a:lnTo>
                <a:lnTo>
                  <a:pt x="96110" y="47414"/>
                </a:lnTo>
                <a:lnTo>
                  <a:pt x="96110" y="82441"/>
                </a:lnTo>
                <a:lnTo>
                  <a:pt x="101900" y="116250"/>
                </a:lnTo>
                <a:lnTo>
                  <a:pt x="107760" y="127933"/>
                </a:lnTo>
                <a:lnTo>
                  <a:pt x="84470" y="127933"/>
                </a:lnTo>
                <a:lnTo>
                  <a:pt x="72468" y="156232"/>
                </a:lnTo>
                <a:lnTo>
                  <a:pt x="56051" y="181328"/>
                </a:lnTo>
                <a:lnTo>
                  <a:pt x="36250" y="201938"/>
                </a:lnTo>
                <a:lnTo>
                  <a:pt x="14096" y="216782"/>
                </a:lnTo>
                <a:close/>
              </a:path>
              <a:path w="221614" h="268604">
                <a:moveTo>
                  <a:pt x="155485" y="210161"/>
                </a:moveTo>
                <a:lnTo>
                  <a:pt x="132916" y="196487"/>
                </a:lnTo>
                <a:lnTo>
                  <a:pt x="112929" y="177577"/>
                </a:lnTo>
                <a:lnTo>
                  <a:pt x="96467" y="154402"/>
                </a:lnTo>
                <a:lnTo>
                  <a:pt x="84470" y="127933"/>
                </a:lnTo>
                <a:lnTo>
                  <a:pt x="107760" y="127933"/>
                </a:lnTo>
                <a:lnTo>
                  <a:pt x="117601" y="147556"/>
                </a:lnTo>
                <a:lnTo>
                  <a:pt x="140711" y="173536"/>
                </a:lnTo>
                <a:lnTo>
                  <a:pt x="168727" y="191366"/>
                </a:lnTo>
                <a:lnTo>
                  <a:pt x="155485" y="210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4433095" y="7874935"/>
            <a:ext cx="245745" cy="267970"/>
          </a:xfrm>
          <a:custGeom>
            <a:avLst/>
            <a:gdLst/>
            <a:ahLst/>
            <a:cxnLst/>
            <a:rect l="l" t="t" r="r" b="b"/>
            <a:pathLst>
              <a:path w="245745" h="267970">
                <a:moveTo>
                  <a:pt x="204822" y="134127"/>
                </a:moveTo>
                <a:lnTo>
                  <a:pt x="181114" y="134127"/>
                </a:lnTo>
                <a:lnTo>
                  <a:pt x="181114" y="0"/>
                </a:lnTo>
                <a:lnTo>
                  <a:pt x="204822" y="0"/>
                </a:lnTo>
                <a:lnTo>
                  <a:pt x="204822" y="60442"/>
                </a:lnTo>
                <a:lnTo>
                  <a:pt x="245188" y="60442"/>
                </a:lnTo>
                <a:lnTo>
                  <a:pt x="245188" y="80305"/>
                </a:lnTo>
                <a:lnTo>
                  <a:pt x="204822" y="80305"/>
                </a:lnTo>
                <a:lnTo>
                  <a:pt x="204822" y="134127"/>
                </a:lnTo>
                <a:close/>
              </a:path>
              <a:path w="245745" h="267970">
                <a:moveTo>
                  <a:pt x="69840" y="139466"/>
                </a:moveTo>
                <a:lnTo>
                  <a:pt x="41958" y="134801"/>
                </a:lnTo>
                <a:lnTo>
                  <a:pt x="19782" y="122006"/>
                </a:lnTo>
                <a:lnTo>
                  <a:pt x="5175" y="102404"/>
                </a:lnTo>
                <a:lnTo>
                  <a:pt x="0" y="77315"/>
                </a:lnTo>
                <a:lnTo>
                  <a:pt x="5175" y="52320"/>
                </a:lnTo>
                <a:lnTo>
                  <a:pt x="19782" y="32730"/>
                </a:lnTo>
                <a:lnTo>
                  <a:pt x="41958" y="19949"/>
                </a:lnTo>
                <a:lnTo>
                  <a:pt x="69840" y="15377"/>
                </a:lnTo>
                <a:lnTo>
                  <a:pt x="97658" y="19949"/>
                </a:lnTo>
                <a:lnTo>
                  <a:pt x="119710" y="32730"/>
                </a:lnTo>
                <a:lnTo>
                  <a:pt x="121571" y="35240"/>
                </a:lnTo>
                <a:lnTo>
                  <a:pt x="69840" y="35240"/>
                </a:lnTo>
                <a:lnTo>
                  <a:pt x="51362" y="38390"/>
                </a:lnTo>
                <a:lnTo>
                  <a:pt x="36548" y="47147"/>
                </a:lnTo>
                <a:lnTo>
                  <a:pt x="26740" y="60469"/>
                </a:lnTo>
                <a:lnTo>
                  <a:pt x="23280" y="77315"/>
                </a:lnTo>
                <a:lnTo>
                  <a:pt x="26740" y="94318"/>
                </a:lnTo>
                <a:lnTo>
                  <a:pt x="36548" y="107777"/>
                </a:lnTo>
                <a:lnTo>
                  <a:pt x="51362" y="116630"/>
                </a:lnTo>
                <a:lnTo>
                  <a:pt x="69840" y="119817"/>
                </a:lnTo>
                <a:lnTo>
                  <a:pt x="121332" y="119817"/>
                </a:lnTo>
                <a:lnTo>
                  <a:pt x="119710" y="122006"/>
                </a:lnTo>
                <a:lnTo>
                  <a:pt x="97658" y="134801"/>
                </a:lnTo>
                <a:lnTo>
                  <a:pt x="69840" y="139466"/>
                </a:lnTo>
                <a:close/>
              </a:path>
              <a:path w="245745" h="267970">
                <a:moveTo>
                  <a:pt x="121332" y="119817"/>
                </a:moveTo>
                <a:lnTo>
                  <a:pt x="69840" y="119817"/>
                </a:lnTo>
                <a:lnTo>
                  <a:pt x="88288" y="116630"/>
                </a:lnTo>
                <a:lnTo>
                  <a:pt x="103051" y="107777"/>
                </a:lnTo>
                <a:lnTo>
                  <a:pt x="112849" y="94318"/>
                </a:lnTo>
                <a:lnTo>
                  <a:pt x="116400" y="77315"/>
                </a:lnTo>
                <a:lnTo>
                  <a:pt x="112849" y="60469"/>
                </a:lnTo>
                <a:lnTo>
                  <a:pt x="103051" y="47147"/>
                </a:lnTo>
                <a:lnTo>
                  <a:pt x="88288" y="38390"/>
                </a:lnTo>
                <a:lnTo>
                  <a:pt x="69840" y="35240"/>
                </a:lnTo>
                <a:lnTo>
                  <a:pt x="121571" y="35240"/>
                </a:lnTo>
                <a:lnTo>
                  <a:pt x="134234" y="52320"/>
                </a:lnTo>
                <a:lnTo>
                  <a:pt x="139466" y="77315"/>
                </a:lnTo>
                <a:lnTo>
                  <a:pt x="134234" y="102404"/>
                </a:lnTo>
                <a:lnTo>
                  <a:pt x="121332" y="119817"/>
                </a:lnTo>
                <a:close/>
              </a:path>
              <a:path w="245745" h="267970">
                <a:moveTo>
                  <a:pt x="175775" y="164455"/>
                </a:moveTo>
                <a:lnTo>
                  <a:pt x="152495" y="164455"/>
                </a:lnTo>
                <a:lnTo>
                  <a:pt x="152495" y="140748"/>
                </a:lnTo>
                <a:lnTo>
                  <a:pt x="175775" y="140748"/>
                </a:lnTo>
                <a:lnTo>
                  <a:pt x="175775" y="164455"/>
                </a:lnTo>
                <a:close/>
              </a:path>
              <a:path w="245745" h="267970">
                <a:moveTo>
                  <a:pt x="36308" y="261206"/>
                </a:moveTo>
                <a:lnTo>
                  <a:pt x="23493" y="261206"/>
                </a:lnTo>
                <a:lnTo>
                  <a:pt x="23493" y="163174"/>
                </a:lnTo>
                <a:lnTo>
                  <a:pt x="46560" y="163174"/>
                </a:lnTo>
                <a:lnTo>
                  <a:pt x="46560" y="241557"/>
                </a:lnTo>
                <a:lnTo>
                  <a:pt x="103520" y="241557"/>
                </a:lnTo>
                <a:lnTo>
                  <a:pt x="105507" y="251382"/>
                </a:lnTo>
                <a:lnTo>
                  <a:pt x="86075" y="256611"/>
                </a:lnTo>
                <a:lnTo>
                  <a:pt x="67624" y="259578"/>
                </a:lnTo>
                <a:lnTo>
                  <a:pt x="50815" y="260903"/>
                </a:lnTo>
                <a:lnTo>
                  <a:pt x="36308" y="261206"/>
                </a:lnTo>
                <a:close/>
              </a:path>
              <a:path w="245745" h="267970">
                <a:moveTo>
                  <a:pt x="231733" y="183037"/>
                </a:moveTo>
                <a:lnTo>
                  <a:pt x="95896" y="183037"/>
                </a:lnTo>
                <a:lnTo>
                  <a:pt x="95896" y="164455"/>
                </a:lnTo>
                <a:lnTo>
                  <a:pt x="231733" y="164455"/>
                </a:lnTo>
                <a:lnTo>
                  <a:pt x="231733" y="183037"/>
                </a:lnTo>
                <a:close/>
              </a:path>
              <a:path w="245745" h="267970">
                <a:moveTo>
                  <a:pt x="163814" y="267827"/>
                </a:moveTo>
                <a:lnTo>
                  <a:pt x="143451" y="265194"/>
                </a:lnTo>
                <a:lnTo>
                  <a:pt x="127613" y="257656"/>
                </a:lnTo>
                <a:lnTo>
                  <a:pt x="117381" y="245752"/>
                </a:lnTo>
                <a:lnTo>
                  <a:pt x="113837" y="230024"/>
                </a:lnTo>
                <a:lnTo>
                  <a:pt x="117381" y="214262"/>
                </a:lnTo>
                <a:lnTo>
                  <a:pt x="127613" y="202285"/>
                </a:lnTo>
                <a:lnTo>
                  <a:pt x="143451" y="194673"/>
                </a:lnTo>
                <a:lnTo>
                  <a:pt x="163814" y="192007"/>
                </a:lnTo>
                <a:lnTo>
                  <a:pt x="183971" y="194673"/>
                </a:lnTo>
                <a:lnTo>
                  <a:pt x="199803" y="202285"/>
                </a:lnTo>
                <a:lnTo>
                  <a:pt x="205706" y="209093"/>
                </a:lnTo>
                <a:lnTo>
                  <a:pt x="163814" y="209093"/>
                </a:lnTo>
                <a:lnTo>
                  <a:pt x="152191" y="210712"/>
                </a:lnTo>
                <a:lnTo>
                  <a:pt x="143071" y="214993"/>
                </a:lnTo>
                <a:lnTo>
                  <a:pt x="137114" y="221558"/>
                </a:lnTo>
                <a:lnTo>
                  <a:pt x="134981" y="230024"/>
                </a:lnTo>
                <a:lnTo>
                  <a:pt x="137114" y="238577"/>
                </a:lnTo>
                <a:lnTo>
                  <a:pt x="143071" y="245108"/>
                </a:lnTo>
                <a:lnTo>
                  <a:pt x="152191" y="249276"/>
                </a:lnTo>
                <a:lnTo>
                  <a:pt x="163814" y="250741"/>
                </a:lnTo>
                <a:lnTo>
                  <a:pt x="205835" y="250741"/>
                </a:lnTo>
                <a:lnTo>
                  <a:pt x="199803" y="257656"/>
                </a:lnTo>
                <a:lnTo>
                  <a:pt x="183971" y="265194"/>
                </a:lnTo>
                <a:lnTo>
                  <a:pt x="163814" y="267827"/>
                </a:lnTo>
                <a:close/>
              </a:path>
              <a:path w="245745" h="267970">
                <a:moveTo>
                  <a:pt x="205835" y="250741"/>
                </a:moveTo>
                <a:lnTo>
                  <a:pt x="163814" y="250741"/>
                </a:lnTo>
                <a:lnTo>
                  <a:pt x="175314" y="249276"/>
                </a:lnTo>
                <a:lnTo>
                  <a:pt x="184371" y="245108"/>
                </a:lnTo>
                <a:lnTo>
                  <a:pt x="190305" y="238577"/>
                </a:lnTo>
                <a:lnTo>
                  <a:pt x="192434" y="230024"/>
                </a:lnTo>
                <a:lnTo>
                  <a:pt x="190305" y="221558"/>
                </a:lnTo>
                <a:lnTo>
                  <a:pt x="184371" y="214993"/>
                </a:lnTo>
                <a:lnTo>
                  <a:pt x="175314" y="210712"/>
                </a:lnTo>
                <a:lnTo>
                  <a:pt x="163814" y="209093"/>
                </a:lnTo>
                <a:lnTo>
                  <a:pt x="205706" y="209093"/>
                </a:lnTo>
                <a:lnTo>
                  <a:pt x="210188" y="214262"/>
                </a:lnTo>
                <a:lnTo>
                  <a:pt x="214006" y="230024"/>
                </a:lnTo>
                <a:lnTo>
                  <a:pt x="210188" y="245752"/>
                </a:lnTo>
                <a:lnTo>
                  <a:pt x="205835" y="250741"/>
                </a:lnTo>
                <a:close/>
              </a:path>
              <a:path w="245745" h="267970">
                <a:moveTo>
                  <a:pt x="103520" y="241557"/>
                </a:moveTo>
                <a:lnTo>
                  <a:pt x="46560" y="241557"/>
                </a:lnTo>
                <a:lnTo>
                  <a:pt x="59044" y="240753"/>
                </a:lnTo>
                <a:lnTo>
                  <a:pt x="72830" y="239128"/>
                </a:lnTo>
                <a:lnTo>
                  <a:pt x="87256" y="236421"/>
                </a:lnTo>
                <a:lnTo>
                  <a:pt x="101663" y="232373"/>
                </a:lnTo>
                <a:lnTo>
                  <a:pt x="103520" y="2415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4728688" y="7884159"/>
            <a:ext cx="23495" cy="72390"/>
          </a:xfrm>
          <a:custGeom>
            <a:avLst/>
            <a:gdLst/>
            <a:ahLst/>
            <a:cxnLst/>
            <a:rect l="l" t="t" r="r" b="b"/>
            <a:pathLst>
              <a:path w="23495" h="72390">
                <a:moveTo>
                  <a:pt x="0" y="0"/>
                </a:moveTo>
                <a:lnTo>
                  <a:pt x="23493" y="0"/>
                </a:lnTo>
                <a:lnTo>
                  <a:pt x="23493" y="72390"/>
                </a:lnTo>
                <a:lnTo>
                  <a:pt x="0" y="723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4728688" y="7956550"/>
            <a:ext cx="184150" cy="19050"/>
          </a:xfrm>
          <a:custGeom>
            <a:avLst/>
            <a:gdLst/>
            <a:ahLst/>
            <a:cxnLst/>
            <a:rect l="l" t="t" r="r" b="b"/>
            <a:pathLst>
              <a:path w="184150" h="19050">
                <a:moveTo>
                  <a:pt x="0" y="0"/>
                </a:moveTo>
                <a:lnTo>
                  <a:pt x="183677" y="0"/>
                </a:lnTo>
                <a:lnTo>
                  <a:pt x="18367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4694942" y="8012053"/>
            <a:ext cx="246379" cy="19685"/>
          </a:xfrm>
          <a:custGeom>
            <a:avLst/>
            <a:gdLst/>
            <a:ahLst/>
            <a:cxnLst/>
            <a:rect l="l" t="t" r="r" b="b"/>
            <a:pathLst>
              <a:path w="246379" h="19684">
                <a:moveTo>
                  <a:pt x="245829" y="19222"/>
                </a:moveTo>
                <a:lnTo>
                  <a:pt x="0" y="19222"/>
                </a:lnTo>
                <a:lnTo>
                  <a:pt x="0" y="0"/>
                </a:lnTo>
                <a:lnTo>
                  <a:pt x="245829" y="0"/>
                </a:lnTo>
                <a:lnTo>
                  <a:pt x="245829" y="192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4726979" y="8058150"/>
            <a:ext cx="23495" cy="58419"/>
          </a:xfrm>
          <a:custGeom>
            <a:avLst/>
            <a:gdLst/>
            <a:ahLst/>
            <a:cxnLst/>
            <a:rect l="l" t="t" r="r" b="b"/>
            <a:pathLst>
              <a:path w="23495" h="58420">
                <a:moveTo>
                  <a:pt x="0" y="0"/>
                </a:moveTo>
                <a:lnTo>
                  <a:pt x="23493" y="0"/>
                </a:lnTo>
                <a:lnTo>
                  <a:pt x="23493" y="58420"/>
                </a:lnTo>
                <a:lnTo>
                  <a:pt x="0" y="584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4726979" y="8116569"/>
            <a:ext cx="187325" cy="20320"/>
          </a:xfrm>
          <a:custGeom>
            <a:avLst/>
            <a:gdLst/>
            <a:ahLst/>
            <a:cxnLst/>
            <a:rect l="l" t="t" r="r" b="b"/>
            <a:pathLst>
              <a:path w="187325" h="20320">
                <a:moveTo>
                  <a:pt x="0" y="0"/>
                </a:moveTo>
                <a:lnTo>
                  <a:pt x="187095" y="0"/>
                </a:lnTo>
                <a:lnTo>
                  <a:pt x="187095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5044580" y="7874935"/>
            <a:ext cx="219710" cy="267970"/>
          </a:xfrm>
          <a:custGeom>
            <a:avLst/>
            <a:gdLst/>
            <a:ahLst/>
            <a:cxnLst/>
            <a:rect l="l" t="t" r="r" b="b"/>
            <a:pathLst>
              <a:path w="219710" h="267970">
                <a:moveTo>
                  <a:pt x="218277" y="38871"/>
                </a:moveTo>
                <a:lnTo>
                  <a:pt x="194570" y="38871"/>
                </a:lnTo>
                <a:lnTo>
                  <a:pt x="194570" y="0"/>
                </a:lnTo>
                <a:lnTo>
                  <a:pt x="218277" y="0"/>
                </a:lnTo>
                <a:lnTo>
                  <a:pt x="218277" y="38871"/>
                </a:lnTo>
                <a:close/>
              </a:path>
              <a:path w="219710" h="267970">
                <a:moveTo>
                  <a:pt x="69626" y="143311"/>
                </a:moveTo>
                <a:lnTo>
                  <a:pt x="41778" y="138746"/>
                </a:lnTo>
                <a:lnTo>
                  <a:pt x="19675" y="125691"/>
                </a:lnTo>
                <a:lnTo>
                  <a:pt x="5142" y="105588"/>
                </a:lnTo>
                <a:lnTo>
                  <a:pt x="0" y="79878"/>
                </a:lnTo>
                <a:lnTo>
                  <a:pt x="5142" y="54045"/>
                </a:lnTo>
                <a:lnTo>
                  <a:pt x="19675" y="33878"/>
                </a:lnTo>
                <a:lnTo>
                  <a:pt x="41778" y="20800"/>
                </a:lnTo>
                <a:lnTo>
                  <a:pt x="69626" y="16231"/>
                </a:lnTo>
                <a:lnTo>
                  <a:pt x="85930" y="17712"/>
                </a:lnTo>
                <a:lnTo>
                  <a:pt x="100662" y="22145"/>
                </a:lnTo>
                <a:lnTo>
                  <a:pt x="113492" y="29281"/>
                </a:lnTo>
                <a:lnTo>
                  <a:pt x="121729" y="36735"/>
                </a:lnTo>
                <a:lnTo>
                  <a:pt x="69626" y="36735"/>
                </a:lnTo>
                <a:lnTo>
                  <a:pt x="50751" y="39812"/>
                </a:lnTo>
                <a:lnTo>
                  <a:pt x="35881" y="48695"/>
                </a:lnTo>
                <a:lnTo>
                  <a:pt x="26136" y="62385"/>
                </a:lnTo>
                <a:lnTo>
                  <a:pt x="22639" y="79878"/>
                </a:lnTo>
                <a:lnTo>
                  <a:pt x="26136" y="97191"/>
                </a:lnTo>
                <a:lnTo>
                  <a:pt x="35881" y="110900"/>
                </a:lnTo>
                <a:lnTo>
                  <a:pt x="50751" y="119884"/>
                </a:lnTo>
                <a:lnTo>
                  <a:pt x="69626" y="123021"/>
                </a:lnTo>
                <a:lnTo>
                  <a:pt x="121493" y="123021"/>
                </a:lnTo>
                <a:lnTo>
                  <a:pt x="113492" y="130261"/>
                </a:lnTo>
                <a:lnTo>
                  <a:pt x="100662" y="137397"/>
                </a:lnTo>
                <a:lnTo>
                  <a:pt x="85930" y="141831"/>
                </a:lnTo>
                <a:lnTo>
                  <a:pt x="69626" y="143311"/>
                </a:lnTo>
                <a:close/>
              </a:path>
              <a:path w="219710" h="267970">
                <a:moveTo>
                  <a:pt x="121493" y="123021"/>
                </a:moveTo>
                <a:lnTo>
                  <a:pt x="69626" y="123021"/>
                </a:lnTo>
                <a:lnTo>
                  <a:pt x="88164" y="119884"/>
                </a:lnTo>
                <a:lnTo>
                  <a:pt x="102918" y="110900"/>
                </a:lnTo>
                <a:lnTo>
                  <a:pt x="112666" y="97191"/>
                </a:lnTo>
                <a:lnTo>
                  <a:pt x="116186" y="79878"/>
                </a:lnTo>
                <a:lnTo>
                  <a:pt x="112666" y="62385"/>
                </a:lnTo>
                <a:lnTo>
                  <a:pt x="102918" y="48695"/>
                </a:lnTo>
                <a:lnTo>
                  <a:pt x="88164" y="39812"/>
                </a:lnTo>
                <a:lnTo>
                  <a:pt x="69626" y="36735"/>
                </a:lnTo>
                <a:lnTo>
                  <a:pt x="121729" y="36735"/>
                </a:lnTo>
                <a:lnTo>
                  <a:pt x="124089" y="38871"/>
                </a:lnTo>
                <a:lnTo>
                  <a:pt x="218277" y="38871"/>
                </a:lnTo>
                <a:lnTo>
                  <a:pt x="218277" y="58307"/>
                </a:lnTo>
                <a:lnTo>
                  <a:pt x="135409" y="58307"/>
                </a:lnTo>
                <a:lnTo>
                  <a:pt x="137758" y="64927"/>
                </a:lnTo>
                <a:lnTo>
                  <a:pt x="139039" y="72189"/>
                </a:lnTo>
                <a:lnTo>
                  <a:pt x="139039" y="87460"/>
                </a:lnTo>
                <a:lnTo>
                  <a:pt x="137758" y="94508"/>
                </a:lnTo>
                <a:lnTo>
                  <a:pt x="135515" y="101022"/>
                </a:lnTo>
                <a:lnTo>
                  <a:pt x="218277" y="101022"/>
                </a:lnTo>
                <a:lnTo>
                  <a:pt x="218277" y="120672"/>
                </a:lnTo>
                <a:lnTo>
                  <a:pt x="124089" y="120672"/>
                </a:lnTo>
                <a:lnTo>
                  <a:pt x="121493" y="123021"/>
                </a:lnTo>
                <a:close/>
              </a:path>
              <a:path w="219710" h="267970">
                <a:moveTo>
                  <a:pt x="218277" y="101022"/>
                </a:moveTo>
                <a:lnTo>
                  <a:pt x="194570" y="101022"/>
                </a:lnTo>
                <a:lnTo>
                  <a:pt x="194570" y="58307"/>
                </a:lnTo>
                <a:lnTo>
                  <a:pt x="218277" y="58307"/>
                </a:lnTo>
                <a:lnTo>
                  <a:pt x="218277" y="101022"/>
                </a:lnTo>
                <a:close/>
              </a:path>
              <a:path w="219710" h="267970">
                <a:moveTo>
                  <a:pt x="218277" y="159116"/>
                </a:moveTo>
                <a:lnTo>
                  <a:pt x="194570" y="159116"/>
                </a:lnTo>
                <a:lnTo>
                  <a:pt x="194570" y="120672"/>
                </a:lnTo>
                <a:lnTo>
                  <a:pt x="218277" y="120672"/>
                </a:lnTo>
                <a:lnTo>
                  <a:pt x="218277" y="159116"/>
                </a:lnTo>
                <a:close/>
              </a:path>
              <a:path w="219710" h="267970">
                <a:moveTo>
                  <a:pt x="129215" y="267827"/>
                </a:moveTo>
                <a:lnTo>
                  <a:pt x="91618" y="264383"/>
                </a:lnTo>
                <a:lnTo>
                  <a:pt x="63272" y="254372"/>
                </a:lnTo>
                <a:lnTo>
                  <a:pt x="45418" y="238273"/>
                </a:lnTo>
                <a:lnTo>
                  <a:pt x="39298" y="216568"/>
                </a:lnTo>
                <a:lnTo>
                  <a:pt x="45418" y="194864"/>
                </a:lnTo>
                <a:lnTo>
                  <a:pt x="63272" y="178765"/>
                </a:lnTo>
                <a:lnTo>
                  <a:pt x="91618" y="168753"/>
                </a:lnTo>
                <a:lnTo>
                  <a:pt x="129215" y="165310"/>
                </a:lnTo>
                <a:lnTo>
                  <a:pt x="166691" y="168753"/>
                </a:lnTo>
                <a:lnTo>
                  <a:pt x="194997" y="178765"/>
                </a:lnTo>
                <a:lnTo>
                  <a:pt x="200695" y="183891"/>
                </a:lnTo>
                <a:lnTo>
                  <a:pt x="129215" y="183891"/>
                </a:lnTo>
                <a:lnTo>
                  <a:pt x="101383" y="186113"/>
                </a:lnTo>
                <a:lnTo>
                  <a:pt x="80359" y="192541"/>
                </a:lnTo>
                <a:lnTo>
                  <a:pt x="67103" y="202813"/>
                </a:lnTo>
                <a:lnTo>
                  <a:pt x="62578" y="216568"/>
                </a:lnTo>
                <a:lnTo>
                  <a:pt x="67103" y="230077"/>
                </a:lnTo>
                <a:lnTo>
                  <a:pt x="80359" y="240222"/>
                </a:lnTo>
                <a:lnTo>
                  <a:pt x="101383" y="246603"/>
                </a:lnTo>
                <a:lnTo>
                  <a:pt x="129215" y="248819"/>
                </a:lnTo>
                <a:lnTo>
                  <a:pt x="201169" y="248819"/>
                </a:lnTo>
                <a:lnTo>
                  <a:pt x="194997" y="254372"/>
                </a:lnTo>
                <a:lnTo>
                  <a:pt x="166691" y="264383"/>
                </a:lnTo>
                <a:lnTo>
                  <a:pt x="129215" y="267827"/>
                </a:lnTo>
                <a:close/>
              </a:path>
              <a:path w="219710" h="267970">
                <a:moveTo>
                  <a:pt x="201169" y="248819"/>
                </a:moveTo>
                <a:lnTo>
                  <a:pt x="129215" y="248819"/>
                </a:lnTo>
                <a:lnTo>
                  <a:pt x="157050" y="246603"/>
                </a:lnTo>
                <a:lnTo>
                  <a:pt x="178098" y="240222"/>
                </a:lnTo>
                <a:lnTo>
                  <a:pt x="191416" y="230077"/>
                </a:lnTo>
                <a:lnTo>
                  <a:pt x="196065" y="216568"/>
                </a:lnTo>
                <a:lnTo>
                  <a:pt x="191416" y="202813"/>
                </a:lnTo>
                <a:lnTo>
                  <a:pt x="178098" y="192541"/>
                </a:lnTo>
                <a:lnTo>
                  <a:pt x="157050" y="186113"/>
                </a:lnTo>
                <a:lnTo>
                  <a:pt x="129215" y="183891"/>
                </a:lnTo>
                <a:lnTo>
                  <a:pt x="200695" y="183891"/>
                </a:lnTo>
                <a:lnTo>
                  <a:pt x="212891" y="194864"/>
                </a:lnTo>
                <a:lnTo>
                  <a:pt x="219131" y="216568"/>
                </a:lnTo>
                <a:lnTo>
                  <a:pt x="212891" y="238273"/>
                </a:lnTo>
                <a:lnTo>
                  <a:pt x="201169" y="2488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5311981" y="7874935"/>
            <a:ext cx="218440" cy="268605"/>
          </a:xfrm>
          <a:custGeom>
            <a:avLst/>
            <a:gdLst/>
            <a:ahLst/>
            <a:cxnLst/>
            <a:rect l="l" t="t" r="r" b="b"/>
            <a:pathLst>
              <a:path w="218439" h="268604">
                <a:moveTo>
                  <a:pt x="218277" y="39512"/>
                </a:moveTo>
                <a:lnTo>
                  <a:pt x="194570" y="39512"/>
                </a:lnTo>
                <a:lnTo>
                  <a:pt x="194570" y="0"/>
                </a:lnTo>
                <a:lnTo>
                  <a:pt x="218277" y="0"/>
                </a:lnTo>
                <a:lnTo>
                  <a:pt x="218277" y="39512"/>
                </a:lnTo>
                <a:close/>
              </a:path>
              <a:path w="218439" h="268604">
                <a:moveTo>
                  <a:pt x="69626" y="143738"/>
                </a:moveTo>
                <a:lnTo>
                  <a:pt x="41778" y="139129"/>
                </a:lnTo>
                <a:lnTo>
                  <a:pt x="19675" y="125931"/>
                </a:lnTo>
                <a:lnTo>
                  <a:pt x="5142" y="105564"/>
                </a:lnTo>
                <a:lnTo>
                  <a:pt x="0" y="79451"/>
                </a:lnTo>
                <a:lnTo>
                  <a:pt x="5142" y="53551"/>
                </a:lnTo>
                <a:lnTo>
                  <a:pt x="19675" y="33238"/>
                </a:lnTo>
                <a:lnTo>
                  <a:pt x="41778" y="20013"/>
                </a:lnTo>
                <a:lnTo>
                  <a:pt x="69626" y="15377"/>
                </a:lnTo>
                <a:lnTo>
                  <a:pt x="86365" y="16971"/>
                </a:lnTo>
                <a:lnTo>
                  <a:pt x="101423" y="21718"/>
                </a:lnTo>
                <a:lnTo>
                  <a:pt x="114438" y="29328"/>
                </a:lnTo>
                <a:lnTo>
                  <a:pt x="120821" y="35454"/>
                </a:lnTo>
                <a:lnTo>
                  <a:pt x="69626" y="35454"/>
                </a:lnTo>
                <a:lnTo>
                  <a:pt x="50751" y="38754"/>
                </a:lnTo>
                <a:lnTo>
                  <a:pt x="35881" y="47921"/>
                </a:lnTo>
                <a:lnTo>
                  <a:pt x="26136" y="61854"/>
                </a:lnTo>
                <a:lnTo>
                  <a:pt x="22639" y="79451"/>
                </a:lnTo>
                <a:lnTo>
                  <a:pt x="26136" y="97351"/>
                </a:lnTo>
                <a:lnTo>
                  <a:pt x="35881" y="111327"/>
                </a:lnTo>
                <a:lnTo>
                  <a:pt x="50751" y="120418"/>
                </a:lnTo>
                <a:lnTo>
                  <a:pt x="69626" y="123662"/>
                </a:lnTo>
                <a:lnTo>
                  <a:pt x="120903" y="123662"/>
                </a:lnTo>
                <a:lnTo>
                  <a:pt x="114483" y="129787"/>
                </a:lnTo>
                <a:lnTo>
                  <a:pt x="101436" y="137397"/>
                </a:lnTo>
                <a:lnTo>
                  <a:pt x="86367" y="142145"/>
                </a:lnTo>
                <a:lnTo>
                  <a:pt x="69626" y="143738"/>
                </a:lnTo>
                <a:close/>
              </a:path>
              <a:path w="218439" h="268604">
                <a:moveTo>
                  <a:pt x="120903" y="123662"/>
                </a:moveTo>
                <a:lnTo>
                  <a:pt x="69626" y="123662"/>
                </a:lnTo>
                <a:lnTo>
                  <a:pt x="88074" y="120418"/>
                </a:lnTo>
                <a:lnTo>
                  <a:pt x="102838" y="111327"/>
                </a:lnTo>
                <a:lnTo>
                  <a:pt x="112636" y="97351"/>
                </a:lnTo>
                <a:lnTo>
                  <a:pt x="116186" y="79451"/>
                </a:lnTo>
                <a:lnTo>
                  <a:pt x="112636" y="61854"/>
                </a:lnTo>
                <a:lnTo>
                  <a:pt x="102838" y="47921"/>
                </a:lnTo>
                <a:lnTo>
                  <a:pt x="88074" y="38754"/>
                </a:lnTo>
                <a:lnTo>
                  <a:pt x="69626" y="35454"/>
                </a:lnTo>
                <a:lnTo>
                  <a:pt x="120821" y="35454"/>
                </a:lnTo>
                <a:lnTo>
                  <a:pt x="125050" y="39512"/>
                </a:lnTo>
                <a:lnTo>
                  <a:pt x="218277" y="39512"/>
                </a:lnTo>
                <a:lnTo>
                  <a:pt x="218277" y="59161"/>
                </a:lnTo>
                <a:lnTo>
                  <a:pt x="135836" y="59161"/>
                </a:lnTo>
                <a:lnTo>
                  <a:pt x="137865" y="65461"/>
                </a:lnTo>
                <a:lnTo>
                  <a:pt x="139039" y="72296"/>
                </a:lnTo>
                <a:lnTo>
                  <a:pt x="139039" y="86713"/>
                </a:lnTo>
                <a:lnTo>
                  <a:pt x="137865" y="93654"/>
                </a:lnTo>
                <a:lnTo>
                  <a:pt x="135836" y="99954"/>
                </a:lnTo>
                <a:lnTo>
                  <a:pt x="218277" y="99954"/>
                </a:lnTo>
                <a:lnTo>
                  <a:pt x="218277" y="119604"/>
                </a:lnTo>
                <a:lnTo>
                  <a:pt x="125157" y="119604"/>
                </a:lnTo>
                <a:lnTo>
                  <a:pt x="120903" y="123662"/>
                </a:lnTo>
                <a:close/>
              </a:path>
              <a:path w="218439" h="268604">
                <a:moveTo>
                  <a:pt x="218277" y="99954"/>
                </a:moveTo>
                <a:lnTo>
                  <a:pt x="194570" y="99954"/>
                </a:lnTo>
                <a:lnTo>
                  <a:pt x="194570" y="59161"/>
                </a:lnTo>
                <a:lnTo>
                  <a:pt x="218277" y="59161"/>
                </a:lnTo>
                <a:lnTo>
                  <a:pt x="218277" y="99954"/>
                </a:lnTo>
                <a:close/>
              </a:path>
              <a:path w="218439" h="268604">
                <a:moveTo>
                  <a:pt x="218277" y="158048"/>
                </a:moveTo>
                <a:lnTo>
                  <a:pt x="194570" y="158048"/>
                </a:lnTo>
                <a:lnTo>
                  <a:pt x="194570" y="119604"/>
                </a:lnTo>
                <a:lnTo>
                  <a:pt x="218277" y="119604"/>
                </a:lnTo>
                <a:lnTo>
                  <a:pt x="218277" y="158048"/>
                </a:lnTo>
                <a:close/>
              </a:path>
              <a:path w="218439" h="268604">
                <a:moveTo>
                  <a:pt x="218277" y="268468"/>
                </a:moveTo>
                <a:lnTo>
                  <a:pt x="194570" y="268468"/>
                </a:lnTo>
                <a:lnTo>
                  <a:pt x="194570" y="192007"/>
                </a:lnTo>
                <a:lnTo>
                  <a:pt x="37589" y="192007"/>
                </a:lnTo>
                <a:lnTo>
                  <a:pt x="37589" y="172998"/>
                </a:lnTo>
                <a:lnTo>
                  <a:pt x="218277" y="172998"/>
                </a:lnTo>
                <a:lnTo>
                  <a:pt x="218277" y="26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1745356" y="8430400"/>
            <a:ext cx="96520" cy="24130"/>
          </a:xfrm>
          <a:custGeom>
            <a:avLst/>
            <a:gdLst/>
            <a:ahLst/>
            <a:cxnLst/>
            <a:rect l="l" t="t" r="r" b="b"/>
            <a:pathLst>
              <a:path w="96519" h="24129">
                <a:moveTo>
                  <a:pt x="95896" y="23920"/>
                </a:moveTo>
                <a:lnTo>
                  <a:pt x="0" y="23920"/>
                </a:lnTo>
                <a:lnTo>
                  <a:pt x="0" y="0"/>
                </a:lnTo>
                <a:lnTo>
                  <a:pt x="95896" y="0"/>
                </a:lnTo>
                <a:lnTo>
                  <a:pt x="95896" y="23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1868378" y="8307806"/>
            <a:ext cx="233679" cy="268605"/>
          </a:xfrm>
          <a:custGeom>
            <a:avLst/>
            <a:gdLst/>
            <a:ahLst/>
            <a:cxnLst/>
            <a:rect l="l" t="t" r="r" b="b"/>
            <a:pathLst>
              <a:path w="233680" h="268604">
                <a:moveTo>
                  <a:pt x="233441" y="108498"/>
                </a:moveTo>
                <a:lnTo>
                  <a:pt x="210588" y="108498"/>
                </a:lnTo>
                <a:lnTo>
                  <a:pt x="210588" y="0"/>
                </a:lnTo>
                <a:lnTo>
                  <a:pt x="233441" y="0"/>
                </a:lnTo>
                <a:lnTo>
                  <a:pt x="233441" y="108498"/>
                </a:lnTo>
                <a:close/>
              </a:path>
              <a:path w="233680" h="268604">
                <a:moveTo>
                  <a:pt x="173853" y="254799"/>
                </a:moveTo>
                <a:lnTo>
                  <a:pt x="151427" y="254799"/>
                </a:lnTo>
                <a:lnTo>
                  <a:pt x="151427" y="5766"/>
                </a:lnTo>
                <a:lnTo>
                  <a:pt x="173853" y="5766"/>
                </a:lnTo>
                <a:lnTo>
                  <a:pt x="173853" y="108498"/>
                </a:lnTo>
                <a:lnTo>
                  <a:pt x="233441" y="108498"/>
                </a:lnTo>
                <a:lnTo>
                  <a:pt x="233441" y="128788"/>
                </a:lnTo>
                <a:lnTo>
                  <a:pt x="173853" y="128788"/>
                </a:lnTo>
                <a:lnTo>
                  <a:pt x="173853" y="254799"/>
                </a:lnTo>
                <a:close/>
              </a:path>
              <a:path w="233680" h="268604">
                <a:moveTo>
                  <a:pt x="233441" y="268468"/>
                </a:moveTo>
                <a:lnTo>
                  <a:pt x="210588" y="268468"/>
                </a:lnTo>
                <a:lnTo>
                  <a:pt x="210588" y="128788"/>
                </a:lnTo>
                <a:lnTo>
                  <a:pt x="233441" y="128788"/>
                </a:lnTo>
                <a:lnTo>
                  <a:pt x="233441" y="268468"/>
                </a:lnTo>
                <a:close/>
              </a:path>
              <a:path w="233680" h="268604">
                <a:moveTo>
                  <a:pt x="131991" y="51686"/>
                </a:moveTo>
                <a:lnTo>
                  <a:pt x="6407" y="51686"/>
                </a:lnTo>
                <a:lnTo>
                  <a:pt x="6407" y="32036"/>
                </a:lnTo>
                <a:lnTo>
                  <a:pt x="131991" y="32036"/>
                </a:lnTo>
                <a:lnTo>
                  <a:pt x="131991" y="51686"/>
                </a:lnTo>
                <a:close/>
              </a:path>
              <a:path w="233680" h="268604">
                <a:moveTo>
                  <a:pt x="14950" y="212938"/>
                </a:moveTo>
                <a:lnTo>
                  <a:pt x="0" y="194783"/>
                </a:lnTo>
                <a:lnTo>
                  <a:pt x="25586" y="174443"/>
                </a:lnTo>
                <a:lnTo>
                  <a:pt x="44184" y="146435"/>
                </a:lnTo>
                <a:lnTo>
                  <a:pt x="55533" y="112219"/>
                </a:lnTo>
                <a:lnTo>
                  <a:pt x="59374" y="73257"/>
                </a:lnTo>
                <a:lnTo>
                  <a:pt x="59374" y="51686"/>
                </a:lnTo>
                <a:lnTo>
                  <a:pt x="82227" y="51686"/>
                </a:lnTo>
                <a:lnTo>
                  <a:pt x="82227" y="73257"/>
                </a:lnTo>
                <a:lnTo>
                  <a:pt x="85995" y="108738"/>
                </a:lnTo>
                <a:lnTo>
                  <a:pt x="93367" y="129642"/>
                </a:lnTo>
                <a:lnTo>
                  <a:pt x="71335" y="129642"/>
                </a:lnTo>
                <a:lnTo>
                  <a:pt x="62615" y="156082"/>
                </a:lnTo>
                <a:lnTo>
                  <a:pt x="50271" y="179059"/>
                </a:lnTo>
                <a:lnTo>
                  <a:pt x="34362" y="198151"/>
                </a:lnTo>
                <a:lnTo>
                  <a:pt x="14950" y="212938"/>
                </a:lnTo>
                <a:close/>
              </a:path>
              <a:path w="233680" h="268604">
                <a:moveTo>
                  <a:pt x="126652" y="203754"/>
                </a:moveTo>
                <a:lnTo>
                  <a:pt x="107902" y="190537"/>
                </a:lnTo>
                <a:lnTo>
                  <a:pt x="92386" y="173466"/>
                </a:lnTo>
                <a:lnTo>
                  <a:pt x="80173" y="153010"/>
                </a:lnTo>
                <a:lnTo>
                  <a:pt x="71335" y="129642"/>
                </a:lnTo>
                <a:lnTo>
                  <a:pt x="93367" y="129642"/>
                </a:lnTo>
                <a:lnTo>
                  <a:pt x="97151" y="140374"/>
                </a:lnTo>
                <a:lnTo>
                  <a:pt x="115476" y="166484"/>
                </a:lnTo>
                <a:lnTo>
                  <a:pt x="140748" y="185386"/>
                </a:lnTo>
                <a:lnTo>
                  <a:pt x="126652" y="2037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2137914" y="8307806"/>
            <a:ext cx="229870" cy="268605"/>
          </a:xfrm>
          <a:custGeom>
            <a:avLst/>
            <a:gdLst/>
            <a:ahLst/>
            <a:cxnLst/>
            <a:rect l="l" t="t" r="r" b="b"/>
            <a:pathLst>
              <a:path w="229869" h="268604">
                <a:moveTo>
                  <a:pt x="229383" y="113196"/>
                </a:moveTo>
                <a:lnTo>
                  <a:pt x="206744" y="113196"/>
                </a:lnTo>
                <a:lnTo>
                  <a:pt x="206744" y="0"/>
                </a:lnTo>
                <a:lnTo>
                  <a:pt x="229383" y="0"/>
                </a:lnTo>
                <a:lnTo>
                  <a:pt x="229383" y="113196"/>
                </a:lnTo>
                <a:close/>
              </a:path>
              <a:path w="229869" h="268604">
                <a:moveTo>
                  <a:pt x="171076" y="255226"/>
                </a:moveTo>
                <a:lnTo>
                  <a:pt x="148650" y="255226"/>
                </a:lnTo>
                <a:lnTo>
                  <a:pt x="148650" y="6407"/>
                </a:lnTo>
                <a:lnTo>
                  <a:pt x="171076" y="6407"/>
                </a:lnTo>
                <a:lnTo>
                  <a:pt x="171076" y="113196"/>
                </a:lnTo>
                <a:lnTo>
                  <a:pt x="229383" y="113196"/>
                </a:lnTo>
                <a:lnTo>
                  <a:pt x="229383" y="132846"/>
                </a:lnTo>
                <a:lnTo>
                  <a:pt x="171076" y="132846"/>
                </a:lnTo>
                <a:lnTo>
                  <a:pt x="171076" y="255226"/>
                </a:lnTo>
                <a:close/>
              </a:path>
              <a:path w="229869" h="268604">
                <a:moveTo>
                  <a:pt x="229383" y="268468"/>
                </a:moveTo>
                <a:lnTo>
                  <a:pt x="206744" y="268468"/>
                </a:lnTo>
                <a:lnTo>
                  <a:pt x="206744" y="132846"/>
                </a:lnTo>
                <a:lnTo>
                  <a:pt x="229383" y="132846"/>
                </a:lnTo>
                <a:lnTo>
                  <a:pt x="229383" y="268468"/>
                </a:lnTo>
                <a:close/>
              </a:path>
              <a:path w="229869" h="268604">
                <a:moveTo>
                  <a:pt x="79451" y="46346"/>
                </a:moveTo>
                <a:lnTo>
                  <a:pt x="55744" y="46346"/>
                </a:lnTo>
                <a:lnTo>
                  <a:pt x="55744" y="8115"/>
                </a:lnTo>
                <a:lnTo>
                  <a:pt x="79451" y="8115"/>
                </a:lnTo>
                <a:lnTo>
                  <a:pt x="79451" y="46346"/>
                </a:lnTo>
                <a:close/>
              </a:path>
              <a:path w="229869" h="268604">
                <a:moveTo>
                  <a:pt x="134768" y="65782"/>
                </a:moveTo>
                <a:lnTo>
                  <a:pt x="0" y="65782"/>
                </a:lnTo>
                <a:lnTo>
                  <a:pt x="0" y="46346"/>
                </a:lnTo>
                <a:lnTo>
                  <a:pt x="134768" y="46346"/>
                </a:lnTo>
                <a:lnTo>
                  <a:pt x="134768" y="65782"/>
                </a:lnTo>
                <a:close/>
              </a:path>
              <a:path w="229869" h="268604">
                <a:moveTo>
                  <a:pt x="67490" y="206317"/>
                </a:moveTo>
                <a:lnTo>
                  <a:pt x="44304" y="201781"/>
                </a:lnTo>
                <a:lnTo>
                  <a:pt x="26003" y="189097"/>
                </a:lnTo>
                <a:lnTo>
                  <a:pt x="14029" y="169645"/>
                </a:lnTo>
                <a:lnTo>
                  <a:pt x="9824" y="144806"/>
                </a:lnTo>
                <a:lnTo>
                  <a:pt x="14029" y="120248"/>
                </a:lnTo>
                <a:lnTo>
                  <a:pt x="26003" y="100996"/>
                </a:lnTo>
                <a:lnTo>
                  <a:pt x="44304" y="88431"/>
                </a:lnTo>
                <a:lnTo>
                  <a:pt x="67490" y="83936"/>
                </a:lnTo>
                <a:lnTo>
                  <a:pt x="90774" y="88431"/>
                </a:lnTo>
                <a:lnTo>
                  <a:pt x="109112" y="100996"/>
                </a:lnTo>
                <a:lnTo>
                  <a:pt x="110866" y="103799"/>
                </a:lnTo>
                <a:lnTo>
                  <a:pt x="67490" y="103799"/>
                </a:lnTo>
                <a:lnTo>
                  <a:pt x="52740" y="106992"/>
                </a:lnTo>
                <a:lnTo>
                  <a:pt x="41113" y="115572"/>
                </a:lnTo>
                <a:lnTo>
                  <a:pt x="33491" y="128517"/>
                </a:lnTo>
                <a:lnTo>
                  <a:pt x="30755" y="144806"/>
                </a:lnTo>
                <a:lnTo>
                  <a:pt x="33491" y="161302"/>
                </a:lnTo>
                <a:lnTo>
                  <a:pt x="41113" y="174253"/>
                </a:lnTo>
                <a:lnTo>
                  <a:pt x="52740" y="182680"/>
                </a:lnTo>
                <a:lnTo>
                  <a:pt x="67490" y="185600"/>
                </a:lnTo>
                <a:lnTo>
                  <a:pt x="111278" y="185600"/>
                </a:lnTo>
                <a:lnTo>
                  <a:pt x="109112" y="189097"/>
                </a:lnTo>
                <a:lnTo>
                  <a:pt x="90774" y="201781"/>
                </a:lnTo>
                <a:lnTo>
                  <a:pt x="67490" y="206317"/>
                </a:lnTo>
                <a:close/>
              </a:path>
              <a:path w="229869" h="268604">
                <a:moveTo>
                  <a:pt x="111278" y="185600"/>
                </a:moveTo>
                <a:lnTo>
                  <a:pt x="67490" y="185600"/>
                </a:lnTo>
                <a:lnTo>
                  <a:pt x="82274" y="182680"/>
                </a:lnTo>
                <a:lnTo>
                  <a:pt x="93974" y="174253"/>
                </a:lnTo>
                <a:lnTo>
                  <a:pt x="101670" y="161302"/>
                </a:lnTo>
                <a:lnTo>
                  <a:pt x="104440" y="144806"/>
                </a:lnTo>
                <a:lnTo>
                  <a:pt x="101670" y="128517"/>
                </a:lnTo>
                <a:lnTo>
                  <a:pt x="93974" y="115572"/>
                </a:lnTo>
                <a:lnTo>
                  <a:pt x="82274" y="106992"/>
                </a:lnTo>
                <a:lnTo>
                  <a:pt x="67490" y="103799"/>
                </a:lnTo>
                <a:lnTo>
                  <a:pt x="110866" y="103799"/>
                </a:lnTo>
                <a:lnTo>
                  <a:pt x="121162" y="120248"/>
                </a:lnTo>
                <a:lnTo>
                  <a:pt x="125584" y="144806"/>
                </a:lnTo>
                <a:lnTo>
                  <a:pt x="121162" y="169645"/>
                </a:lnTo>
                <a:lnTo>
                  <a:pt x="111278" y="185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2486657" y="8307806"/>
            <a:ext cx="226695" cy="268605"/>
          </a:xfrm>
          <a:custGeom>
            <a:avLst/>
            <a:gdLst/>
            <a:ahLst/>
            <a:cxnLst/>
            <a:rect l="l" t="t" r="r" b="b"/>
            <a:pathLst>
              <a:path w="226694" h="268604">
                <a:moveTo>
                  <a:pt x="226607" y="268468"/>
                </a:moveTo>
                <a:lnTo>
                  <a:pt x="203754" y="268468"/>
                </a:lnTo>
                <a:lnTo>
                  <a:pt x="203754" y="0"/>
                </a:lnTo>
                <a:lnTo>
                  <a:pt x="226607" y="0"/>
                </a:lnTo>
                <a:lnTo>
                  <a:pt x="226607" y="268468"/>
                </a:lnTo>
                <a:close/>
              </a:path>
              <a:path w="226694" h="268604">
                <a:moveTo>
                  <a:pt x="173212" y="65141"/>
                </a:moveTo>
                <a:lnTo>
                  <a:pt x="150573" y="65141"/>
                </a:lnTo>
                <a:lnTo>
                  <a:pt x="150573" y="5766"/>
                </a:lnTo>
                <a:lnTo>
                  <a:pt x="173212" y="5766"/>
                </a:lnTo>
                <a:lnTo>
                  <a:pt x="173212" y="65141"/>
                </a:lnTo>
                <a:close/>
              </a:path>
              <a:path w="226694" h="268604">
                <a:moveTo>
                  <a:pt x="57452" y="209093"/>
                </a:moveTo>
                <a:lnTo>
                  <a:pt x="33788" y="202649"/>
                </a:lnTo>
                <a:lnTo>
                  <a:pt x="15671" y="183971"/>
                </a:lnTo>
                <a:lnTo>
                  <a:pt x="4081" y="154520"/>
                </a:lnTo>
                <a:lnTo>
                  <a:pt x="0" y="115759"/>
                </a:lnTo>
                <a:lnTo>
                  <a:pt x="4081" y="77152"/>
                </a:lnTo>
                <a:lnTo>
                  <a:pt x="15671" y="47814"/>
                </a:lnTo>
                <a:lnTo>
                  <a:pt x="33788" y="29170"/>
                </a:lnTo>
                <a:lnTo>
                  <a:pt x="57452" y="22639"/>
                </a:lnTo>
                <a:lnTo>
                  <a:pt x="73706" y="25495"/>
                </a:lnTo>
                <a:lnTo>
                  <a:pt x="87687" y="33798"/>
                </a:lnTo>
                <a:lnTo>
                  <a:pt x="97158" y="44851"/>
                </a:lnTo>
                <a:lnTo>
                  <a:pt x="57452" y="44851"/>
                </a:lnTo>
                <a:lnTo>
                  <a:pt x="42602" y="49803"/>
                </a:lnTo>
                <a:lnTo>
                  <a:pt x="31396" y="63966"/>
                </a:lnTo>
                <a:lnTo>
                  <a:pt x="24354" y="86299"/>
                </a:lnTo>
                <a:lnTo>
                  <a:pt x="21998" y="115759"/>
                </a:lnTo>
                <a:lnTo>
                  <a:pt x="24354" y="145250"/>
                </a:lnTo>
                <a:lnTo>
                  <a:pt x="31396" y="167632"/>
                </a:lnTo>
                <a:lnTo>
                  <a:pt x="42602" y="181805"/>
                </a:lnTo>
                <a:lnTo>
                  <a:pt x="57452" y="186667"/>
                </a:lnTo>
                <a:lnTo>
                  <a:pt x="97395" y="186667"/>
                </a:lnTo>
                <a:lnTo>
                  <a:pt x="87687" y="198014"/>
                </a:lnTo>
                <a:lnTo>
                  <a:pt x="73706" y="206297"/>
                </a:lnTo>
                <a:lnTo>
                  <a:pt x="57452" y="209093"/>
                </a:lnTo>
                <a:close/>
              </a:path>
              <a:path w="226694" h="268604">
                <a:moveTo>
                  <a:pt x="97395" y="186667"/>
                </a:moveTo>
                <a:lnTo>
                  <a:pt x="57452" y="186667"/>
                </a:lnTo>
                <a:lnTo>
                  <a:pt x="72373" y="181805"/>
                </a:lnTo>
                <a:lnTo>
                  <a:pt x="83749" y="167632"/>
                </a:lnTo>
                <a:lnTo>
                  <a:pt x="91001" y="145250"/>
                </a:lnTo>
                <a:lnTo>
                  <a:pt x="93547" y="115759"/>
                </a:lnTo>
                <a:lnTo>
                  <a:pt x="91001" y="86299"/>
                </a:lnTo>
                <a:lnTo>
                  <a:pt x="83749" y="63966"/>
                </a:lnTo>
                <a:lnTo>
                  <a:pt x="72373" y="49803"/>
                </a:lnTo>
                <a:lnTo>
                  <a:pt x="57452" y="44851"/>
                </a:lnTo>
                <a:lnTo>
                  <a:pt x="97158" y="44851"/>
                </a:lnTo>
                <a:lnTo>
                  <a:pt x="99125" y="47147"/>
                </a:lnTo>
                <a:lnTo>
                  <a:pt x="107750" y="65141"/>
                </a:lnTo>
                <a:lnTo>
                  <a:pt x="173212" y="65141"/>
                </a:lnTo>
                <a:lnTo>
                  <a:pt x="173212" y="84790"/>
                </a:lnTo>
                <a:lnTo>
                  <a:pt x="112876" y="84790"/>
                </a:lnTo>
                <a:lnTo>
                  <a:pt x="114014" y="92017"/>
                </a:lnTo>
                <a:lnTo>
                  <a:pt x="114852" y="99594"/>
                </a:lnTo>
                <a:lnTo>
                  <a:pt x="115369" y="107511"/>
                </a:lnTo>
                <a:lnTo>
                  <a:pt x="115546" y="115759"/>
                </a:lnTo>
                <a:lnTo>
                  <a:pt x="115369" y="123962"/>
                </a:lnTo>
                <a:lnTo>
                  <a:pt x="114852" y="131884"/>
                </a:lnTo>
                <a:lnTo>
                  <a:pt x="114014" y="139487"/>
                </a:lnTo>
                <a:lnTo>
                  <a:pt x="112876" y="146728"/>
                </a:lnTo>
                <a:lnTo>
                  <a:pt x="173212" y="146728"/>
                </a:lnTo>
                <a:lnTo>
                  <a:pt x="173212" y="166591"/>
                </a:lnTo>
                <a:lnTo>
                  <a:pt x="107750" y="166591"/>
                </a:lnTo>
                <a:lnTo>
                  <a:pt x="99125" y="184645"/>
                </a:lnTo>
                <a:lnTo>
                  <a:pt x="97395" y="186667"/>
                </a:lnTo>
                <a:close/>
              </a:path>
              <a:path w="226694" h="268604">
                <a:moveTo>
                  <a:pt x="173212" y="146728"/>
                </a:moveTo>
                <a:lnTo>
                  <a:pt x="150573" y="146728"/>
                </a:lnTo>
                <a:lnTo>
                  <a:pt x="150573" y="84790"/>
                </a:lnTo>
                <a:lnTo>
                  <a:pt x="173212" y="84790"/>
                </a:lnTo>
                <a:lnTo>
                  <a:pt x="173212" y="146728"/>
                </a:lnTo>
                <a:close/>
              </a:path>
              <a:path w="226694" h="268604">
                <a:moveTo>
                  <a:pt x="173212" y="254799"/>
                </a:moveTo>
                <a:lnTo>
                  <a:pt x="150573" y="254799"/>
                </a:lnTo>
                <a:lnTo>
                  <a:pt x="150573" y="166591"/>
                </a:lnTo>
                <a:lnTo>
                  <a:pt x="173212" y="166591"/>
                </a:lnTo>
                <a:lnTo>
                  <a:pt x="173212" y="254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2762173" y="8307806"/>
            <a:ext cx="239395" cy="268605"/>
          </a:xfrm>
          <a:custGeom>
            <a:avLst/>
            <a:gdLst/>
            <a:ahLst/>
            <a:cxnLst/>
            <a:rect l="l" t="t" r="r" b="b"/>
            <a:pathLst>
              <a:path w="239394" h="268604">
                <a:moveTo>
                  <a:pt x="198414" y="161465"/>
                </a:moveTo>
                <a:lnTo>
                  <a:pt x="174707" y="161465"/>
                </a:lnTo>
                <a:lnTo>
                  <a:pt x="174707" y="0"/>
                </a:lnTo>
                <a:lnTo>
                  <a:pt x="198414" y="0"/>
                </a:lnTo>
                <a:lnTo>
                  <a:pt x="198414" y="67490"/>
                </a:lnTo>
                <a:lnTo>
                  <a:pt x="238781" y="67490"/>
                </a:lnTo>
                <a:lnTo>
                  <a:pt x="238781" y="87780"/>
                </a:lnTo>
                <a:lnTo>
                  <a:pt x="198414" y="87780"/>
                </a:lnTo>
                <a:lnTo>
                  <a:pt x="198414" y="161465"/>
                </a:lnTo>
                <a:close/>
              </a:path>
              <a:path w="239394" h="268604">
                <a:moveTo>
                  <a:pt x="124943" y="140534"/>
                </a:moveTo>
                <a:lnTo>
                  <a:pt x="0" y="140534"/>
                </a:lnTo>
                <a:lnTo>
                  <a:pt x="0" y="16659"/>
                </a:lnTo>
                <a:lnTo>
                  <a:pt x="23280" y="16659"/>
                </a:lnTo>
                <a:lnTo>
                  <a:pt x="23280" y="57879"/>
                </a:lnTo>
                <a:lnTo>
                  <a:pt x="124943" y="57879"/>
                </a:lnTo>
                <a:lnTo>
                  <a:pt x="124943" y="76674"/>
                </a:lnTo>
                <a:lnTo>
                  <a:pt x="23280" y="76674"/>
                </a:lnTo>
                <a:lnTo>
                  <a:pt x="23280" y="121312"/>
                </a:lnTo>
                <a:lnTo>
                  <a:pt x="124943" y="121312"/>
                </a:lnTo>
                <a:lnTo>
                  <a:pt x="124943" y="140534"/>
                </a:lnTo>
                <a:close/>
              </a:path>
              <a:path w="239394" h="268604">
                <a:moveTo>
                  <a:pt x="124943" y="57879"/>
                </a:moveTo>
                <a:lnTo>
                  <a:pt x="101449" y="57879"/>
                </a:lnTo>
                <a:lnTo>
                  <a:pt x="101449" y="16659"/>
                </a:lnTo>
                <a:lnTo>
                  <a:pt x="124943" y="16659"/>
                </a:lnTo>
                <a:lnTo>
                  <a:pt x="124943" y="57879"/>
                </a:lnTo>
                <a:close/>
              </a:path>
              <a:path w="239394" h="268604">
                <a:moveTo>
                  <a:pt x="124943" y="121312"/>
                </a:moveTo>
                <a:lnTo>
                  <a:pt x="101449" y="121312"/>
                </a:lnTo>
                <a:lnTo>
                  <a:pt x="101449" y="76674"/>
                </a:lnTo>
                <a:lnTo>
                  <a:pt x="124943" y="76674"/>
                </a:lnTo>
                <a:lnTo>
                  <a:pt x="124943" y="121312"/>
                </a:lnTo>
                <a:close/>
              </a:path>
              <a:path w="239394" h="268604">
                <a:moveTo>
                  <a:pt x="112342" y="268255"/>
                </a:moveTo>
                <a:lnTo>
                  <a:pt x="75089" y="264801"/>
                </a:lnTo>
                <a:lnTo>
                  <a:pt x="47067" y="255039"/>
                </a:lnTo>
                <a:lnTo>
                  <a:pt x="29417" y="239391"/>
                </a:lnTo>
                <a:lnTo>
                  <a:pt x="23280" y="218277"/>
                </a:lnTo>
                <a:lnTo>
                  <a:pt x="29417" y="197290"/>
                </a:lnTo>
                <a:lnTo>
                  <a:pt x="47067" y="181728"/>
                </a:lnTo>
                <a:lnTo>
                  <a:pt x="75089" y="172054"/>
                </a:lnTo>
                <a:lnTo>
                  <a:pt x="112342" y="168727"/>
                </a:lnTo>
                <a:lnTo>
                  <a:pt x="149405" y="172054"/>
                </a:lnTo>
                <a:lnTo>
                  <a:pt x="177217" y="181728"/>
                </a:lnTo>
                <a:lnTo>
                  <a:pt x="183724" y="187522"/>
                </a:lnTo>
                <a:lnTo>
                  <a:pt x="112342" y="187522"/>
                </a:lnTo>
                <a:lnTo>
                  <a:pt x="84981" y="189714"/>
                </a:lnTo>
                <a:lnTo>
                  <a:pt x="64367" y="195771"/>
                </a:lnTo>
                <a:lnTo>
                  <a:pt x="51402" y="205392"/>
                </a:lnTo>
                <a:lnTo>
                  <a:pt x="46987" y="218277"/>
                </a:lnTo>
                <a:lnTo>
                  <a:pt x="51402" y="231192"/>
                </a:lnTo>
                <a:lnTo>
                  <a:pt x="64367" y="240863"/>
                </a:lnTo>
                <a:lnTo>
                  <a:pt x="84981" y="246930"/>
                </a:lnTo>
                <a:lnTo>
                  <a:pt x="112342" y="249032"/>
                </a:lnTo>
                <a:lnTo>
                  <a:pt x="183927" y="249032"/>
                </a:lnTo>
                <a:lnTo>
                  <a:pt x="177217" y="255039"/>
                </a:lnTo>
                <a:lnTo>
                  <a:pt x="149405" y="264801"/>
                </a:lnTo>
                <a:lnTo>
                  <a:pt x="112342" y="268255"/>
                </a:lnTo>
                <a:close/>
              </a:path>
              <a:path w="239394" h="268604">
                <a:moveTo>
                  <a:pt x="183927" y="249032"/>
                </a:moveTo>
                <a:lnTo>
                  <a:pt x="112342" y="249032"/>
                </a:lnTo>
                <a:lnTo>
                  <a:pt x="139673" y="246930"/>
                </a:lnTo>
                <a:lnTo>
                  <a:pt x="160237" y="240863"/>
                </a:lnTo>
                <a:lnTo>
                  <a:pt x="173192" y="231192"/>
                </a:lnTo>
                <a:lnTo>
                  <a:pt x="177697" y="218277"/>
                </a:lnTo>
                <a:lnTo>
                  <a:pt x="173192" y="205392"/>
                </a:lnTo>
                <a:lnTo>
                  <a:pt x="160237" y="195771"/>
                </a:lnTo>
                <a:lnTo>
                  <a:pt x="139673" y="189714"/>
                </a:lnTo>
                <a:lnTo>
                  <a:pt x="112342" y="187522"/>
                </a:lnTo>
                <a:lnTo>
                  <a:pt x="183724" y="187522"/>
                </a:lnTo>
                <a:lnTo>
                  <a:pt x="194697" y="197290"/>
                </a:lnTo>
                <a:lnTo>
                  <a:pt x="200764" y="218277"/>
                </a:lnTo>
                <a:lnTo>
                  <a:pt x="194697" y="239391"/>
                </a:lnTo>
                <a:lnTo>
                  <a:pt x="183927" y="249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3011633" y="8322757"/>
            <a:ext cx="94615" cy="262255"/>
          </a:xfrm>
          <a:custGeom>
            <a:avLst/>
            <a:gdLst/>
            <a:ahLst/>
            <a:cxnLst/>
            <a:rect l="l" t="t" r="r" b="b"/>
            <a:pathLst>
              <a:path w="94614" h="262254">
                <a:moveTo>
                  <a:pt x="23707" y="261847"/>
                </a:moveTo>
                <a:lnTo>
                  <a:pt x="0" y="261847"/>
                </a:lnTo>
                <a:lnTo>
                  <a:pt x="70481" y="0"/>
                </a:lnTo>
                <a:lnTo>
                  <a:pt x="94188" y="0"/>
                </a:lnTo>
                <a:lnTo>
                  <a:pt x="23707" y="2618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3124830" y="8308020"/>
            <a:ext cx="220979" cy="267335"/>
          </a:xfrm>
          <a:custGeom>
            <a:avLst/>
            <a:gdLst/>
            <a:ahLst/>
            <a:cxnLst/>
            <a:rect l="l" t="t" r="r" b="b"/>
            <a:pathLst>
              <a:path w="220979" h="267334">
                <a:moveTo>
                  <a:pt x="218918" y="49977"/>
                </a:moveTo>
                <a:lnTo>
                  <a:pt x="195211" y="49977"/>
                </a:lnTo>
                <a:lnTo>
                  <a:pt x="195211" y="0"/>
                </a:lnTo>
                <a:lnTo>
                  <a:pt x="218918" y="0"/>
                </a:lnTo>
                <a:lnTo>
                  <a:pt x="218918" y="49977"/>
                </a:lnTo>
                <a:close/>
              </a:path>
              <a:path w="220979" h="267334">
                <a:moveTo>
                  <a:pt x="9824" y="160611"/>
                </a:moveTo>
                <a:lnTo>
                  <a:pt x="0" y="141816"/>
                </a:lnTo>
                <a:lnTo>
                  <a:pt x="43830" y="124392"/>
                </a:lnTo>
                <a:lnTo>
                  <a:pt x="77529" y="101102"/>
                </a:lnTo>
                <a:lnTo>
                  <a:pt x="100014" y="72646"/>
                </a:lnTo>
                <a:lnTo>
                  <a:pt x="110206" y="39725"/>
                </a:lnTo>
                <a:lnTo>
                  <a:pt x="13669" y="39725"/>
                </a:lnTo>
                <a:lnTo>
                  <a:pt x="13669" y="19862"/>
                </a:lnTo>
                <a:lnTo>
                  <a:pt x="135836" y="19862"/>
                </a:lnTo>
                <a:lnTo>
                  <a:pt x="135619" y="27646"/>
                </a:lnTo>
                <a:lnTo>
                  <a:pt x="134981" y="35280"/>
                </a:lnTo>
                <a:lnTo>
                  <a:pt x="133943" y="42734"/>
                </a:lnTo>
                <a:lnTo>
                  <a:pt x="132525" y="49977"/>
                </a:lnTo>
                <a:lnTo>
                  <a:pt x="218918" y="49977"/>
                </a:lnTo>
                <a:lnTo>
                  <a:pt x="218918" y="68985"/>
                </a:lnTo>
                <a:lnTo>
                  <a:pt x="126545" y="68985"/>
                </a:lnTo>
                <a:lnTo>
                  <a:pt x="108983" y="99205"/>
                </a:lnTo>
                <a:lnTo>
                  <a:pt x="83202" y="124690"/>
                </a:lnTo>
                <a:lnTo>
                  <a:pt x="49912" y="145228"/>
                </a:lnTo>
                <a:lnTo>
                  <a:pt x="9824" y="160611"/>
                </a:lnTo>
                <a:close/>
              </a:path>
              <a:path w="220979" h="267334">
                <a:moveTo>
                  <a:pt x="218918" y="161252"/>
                </a:moveTo>
                <a:lnTo>
                  <a:pt x="195211" y="161252"/>
                </a:lnTo>
                <a:lnTo>
                  <a:pt x="195211" y="124943"/>
                </a:lnTo>
                <a:lnTo>
                  <a:pt x="123662" y="124943"/>
                </a:lnTo>
                <a:lnTo>
                  <a:pt x="123662" y="105294"/>
                </a:lnTo>
                <a:lnTo>
                  <a:pt x="195211" y="105294"/>
                </a:lnTo>
                <a:lnTo>
                  <a:pt x="195211" y="68985"/>
                </a:lnTo>
                <a:lnTo>
                  <a:pt x="218918" y="68985"/>
                </a:lnTo>
                <a:lnTo>
                  <a:pt x="218918" y="161252"/>
                </a:lnTo>
                <a:close/>
              </a:path>
              <a:path w="220979" h="267334">
                <a:moveTo>
                  <a:pt x="131137" y="266973"/>
                </a:moveTo>
                <a:lnTo>
                  <a:pt x="93841" y="263432"/>
                </a:lnTo>
                <a:lnTo>
                  <a:pt x="65515" y="253224"/>
                </a:lnTo>
                <a:lnTo>
                  <a:pt x="47521" y="236969"/>
                </a:lnTo>
                <a:lnTo>
                  <a:pt x="41220" y="215287"/>
                </a:lnTo>
                <a:lnTo>
                  <a:pt x="47521" y="193762"/>
                </a:lnTo>
                <a:lnTo>
                  <a:pt x="65515" y="177644"/>
                </a:lnTo>
                <a:lnTo>
                  <a:pt x="93841" y="167532"/>
                </a:lnTo>
                <a:lnTo>
                  <a:pt x="131137" y="164028"/>
                </a:lnTo>
                <a:lnTo>
                  <a:pt x="167973" y="167532"/>
                </a:lnTo>
                <a:lnTo>
                  <a:pt x="196118" y="177644"/>
                </a:lnTo>
                <a:lnTo>
                  <a:pt x="202132" y="183037"/>
                </a:lnTo>
                <a:lnTo>
                  <a:pt x="131137" y="183037"/>
                </a:lnTo>
                <a:lnTo>
                  <a:pt x="103639" y="185132"/>
                </a:lnTo>
                <a:lnTo>
                  <a:pt x="82708" y="191473"/>
                </a:lnTo>
                <a:lnTo>
                  <a:pt x="69386" y="201658"/>
                </a:lnTo>
                <a:lnTo>
                  <a:pt x="64714" y="215287"/>
                </a:lnTo>
                <a:lnTo>
                  <a:pt x="69386" y="228919"/>
                </a:lnTo>
                <a:lnTo>
                  <a:pt x="82708" y="239128"/>
                </a:lnTo>
                <a:lnTo>
                  <a:pt x="103639" y="245532"/>
                </a:lnTo>
                <a:lnTo>
                  <a:pt x="131137" y="247751"/>
                </a:lnTo>
                <a:lnTo>
                  <a:pt x="202170" y="247751"/>
                </a:lnTo>
                <a:lnTo>
                  <a:pt x="196118" y="253224"/>
                </a:lnTo>
                <a:lnTo>
                  <a:pt x="167973" y="263432"/>
                </a:lnTo>
                <a:lnTo>
                  <a:pt x="131137" y="266973"/>
                </a:lnTo>
                <a:close/>
              </a:path>
              <a:path w="220979" h="267334">
                <a:moveTo>
                  <a:pt x="202170" y="247751"/>
                </a:moveTo>
                <a:lnTo>
                  <a:pt x="131137" y="247751"/>
                </a:lnTo>
                <a:lnTo>
                  <a:pt x="158145" y="245532"/>
                </a:lnTo>
                <a:lnTo>
                  <a:pt x="178845" y="239128"/>
                </a:lnTo>
                <a:lnTo>
                  <a:pt x="192137" y="228919"/>
                </a:lnTo>
                <a:lnTo>
                  <a:pt x="196919" y="215287"/>
                </a:lnTo>
                <a:lnTo>
                  <a:pt x="192137" y="201658"/>
                </a:lnTo>
                <a:lnTo>
                  <a:pt x="178845" y="191473"/>
                </a:lnTo>
                <a:lnTo>
                  <a:pt x="158145" y="185132"/>
                </a:lnTo>
                <a:lnTo>
                  <a:pt x="131137" y="183037"/>
                </a:lnTo>
                <a:lnTo>
                  <a:pt x="202132" y="183037"/>
                </a:lnTo>
                <a:lnTo>
                  <a:pt x="214092" y="193762"/>
                </a:lnTo>
                <a:lnTo>
                  <a:pt x="220413" y="215287"/>
                </a:lnTo>
                <a:lnTo>
                  <a:pt x="214092" y="236969"/>
                </a:lnTo>
                <a:lnTo>
                  <a:pt x="202170" y="2477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3388386" y="8307806"/>
            <a:ext cx="250825" cy="264795"/>
          </a:xfrm>
          <a:custGeom>
            <a:avLst/>
            <a:gdLst/>
            <a:ahLst/>
            <a:cxnLst/>
            <a:rect l="l" t="t" r="r" b="b"/>
            <a:pathLst>
              <a:path w="250825" h="264795">
                <a:moveTo>
                  <a:pt x="210161" y="152495"/>
                </a:moveTo>
                <a:lnTo>
                  <a:pt x="186454" y="152495"/>
                </a:lnTo>
                <a:lnTo>
                  <a:pt x="186454" y="0"/>
                </a:lnTo>
                <a:lnTo>
                  <a:pt x="210161" y="0"/>
                </a:lnTo>
                <a:lnTo>
                  <a:pt x="210161" y="65782"/>
                </a:lnTo>
                <a:lnTo>
                  <a:pt x="250528" y="65782"/>
                </a:lnTo>
                <a:lnTo>
                  <a:pt x="250528" y="85431"/>
                </a:lnTo>
                <a:lnTo>
                  <a:pt x="210161" y="85431"/>
                </a:lnTo>
                <a:lnTo>
                  <a:pt x="210161" y="152495"/>
                </a:lnTo>
                <a:close/>
              </a:path>
              <a:path w="250825" h="264795">
                <a:moveTo>
                  <a:pt x="9611" y="155058"/>
                </a:moveTo>
                <a:lnTo>
                  <a:pt x="0" y="136049"/>
                </a:lnTo>
                <a:lnTo>
                  <a:pt x="44506" y="119442"/>
                </a:lnTo>
                <a:lnTo>
                  <a:pt x="78450" y="96898"/>
                </a:lnTo>
                <a:lnTo>
                  <a:pt x="100961" y="69207"/>
                </a:lnTo>
                <a:lnTo>
                  <a:pt x="111167" y="37162"/>
                </a:lnTo>
                <a:lnTo>
                  <a:pt x="11960" y="37162"/>
                </a:lnTo>
                <a:lnTo>
                  <a:pt x="11960" y="17513"/>
                </a:lnTo>
                <a:lnTo>
                  <a:pt x="136690" y="17513"/>
                </a:lnTo>
                <a:lnTo>
                  <a:pt x="127917" y="64444"/>
                </a:lnTo>
                <a:lnTo>
                  <a:pt x="102864" y="103505"/>
                </a:lnTo>
                <a:lnTo>
                  <a:pt x="62955" y="133957"/>
                </a:lnTo>
                <a:lnTo>
                  <a:pt x="9611" y="155058"/>
                </a:lnTo>
                <a:close/>
              </a:path>
              <a:path w="250825" h="264795">
                <a:moveTo>
                  <a:pt x="210161" y="264624"/>
                </a:moveTo>
                <a:lnTo>
                  <a:pt x="39939" y="264624"/>
                </a:lnTo>
                <a:lnTo>
                  <a:pt x="39939" y="164669"/>
                </a:lnTo>
                <a:lnTo>
                  <a:pt x="210161" y="164669"/>
                </a:lnTo>
                <a:lnTo>
                  <a:pt x="210161" y="184532"/>
                </a:lnTo>
                <a:lnTo>
                  <a:pt x="63646" y="184532"/>
                </a:lnTo>
                <a:lnTo>
                  <a:pt x="63646" y="245402"/>
                </a:lnTo>
                <a:lnTo>
                  <a:pt x="210161" y="245402"/>
                </a:lnTo>
                <a:lnTo>
                  <a:pt x="210161" y="264624"/>
                </a:lnTo>
                <a:close/>
              </a:path>
              <a:path w="250825" h="264795">
                <a:moveTo>
                  <a:pt x="210161" y="245402"/>
                </a:moveTo>
                <a:lnTo>
                  <a:pt x="186667" y="245402"/>
                </a:lnTo>
                <a:lnTo>
                  <a:pt x="186667" y="184532"/>
                </a:lnTo>
                <a:lnTo>
                  <a:pt x="210161" y="184532"/>
                </a:lnTo>
                <a:lnTo>
                  <a:pt x="210161" y="245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3654292" y="8531210"/>
            <a:ext cx="45720" cy="82550"/>
          </a:xfrm>
          <a:custGeom>
            <a:avLst/>
            <a:gdLst/>
            <a:ahLst/>
            <a:cxnLst/>
            <a:rect l="l" t="t" r="r" b="b"/>
            <a:pathLst>
              <a:path w="45720" h="82550">
                <a:moveTo>
                  <a:pt x="22425" y="82227"/>
                </a:moveTo>
                <a:lnTo>
                  <a:pt x="0" y="82227"/>
                </a:lnTo>
                <a:lnTo>
                  <a:pt x="16659" y="0"/>
                </a:lnTo>
                <a:lnTo>
                  <a:pt x="45705" y="0"/>
                </a:lnTo>
                <a:lnTo>
                  <a:pt x="22425" y="82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3842356" y="8327390"/>
            <a:ext cx="24130" cy="48260"/>
          </a:xfrm>
          <a:custGeom>
            <a:avLst/>
            <a:gdLst/>
            <a:ahLst/>
            <a:cxnLst/>
            <a:rect l="l" t="t" r="r" b="b"/>
            <a:pathLst>
              <a:path w="24129" h="48259">
                <a:moveTo>
                  <a:pt x="0" y="0"/>
                </a:moveTo>
                <a:lnTo>
                  <a:pt x="23707" y="0"/>
                </a:lnTo>
                <a:lnTo>
                  <a:pt x="23707" y="48259"/>
                </a:lnTo>
                <a:lnTo>
                  <a:pt x="0" y="482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3842356" y="8375650"/>
            <a:ext cx="186690" cy="19050"/>
          </a:xfrm>
          <a:custGeom>
            <a:avLst/>
            <a:gdLst/>
            <a:ahLst/>
            <a:cxnLst/>
            <a:rect l="l" t="t" r="r" b="b"/>
            <a:pathLst>
              <a:path w="186689" h="19050">
                <a:moveTo>
                  <a:pt x="0" y="0"/>
                </a:moveTo>
                <a:lnTo>
                  <a:pt x="186667" y="0"/>
                </a:lnTo>
                <a:lnTo>
                  <a:pt x="1866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3842356" y="8394700"/>
            <a:ext cx="24130" cy="49530"/>
          </a:xfrm>
          <a:custGeom>
            <a:avLst/>
            <a:gdLst/>
            <a:ahLst/>
            <a:cxnLst/>
            <a:rect l="l" t="t" r="r" b="b"/>
            <a:pathLst>
              <a:path w="24129" h="49529">
                <a:moveTo>
                  <a:pt x="0" y="0"/>
                </a:moveTo>
                <a:lnTo>
                  <a:pt x="23707" y="0"/>
                </a:lnTo>
                <a:lnTo>
                  <a:pt x="23707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3842356" y="8444230"/>
            <a:ext cx="186690" cy="20320"/>
          </a:xfrm>
          <a:custGeom>
            <a:avLst/>
            <a:gdLst/>
            <a:ahLst/>
            <a:cxnLst/>
            <a:rect l="l" t="t" r="r" b="b"/>
            <a:pathLst>
              <a:path w="186689" h="20320">
                <a:moveTo>
                  <a:pt x="0" y="0"/>
                </a:moveTo>
                <a:lnTo>
                  <a:pt x="186667" y="0"/>
                </a:lnTo>
                <a:lnTo>
                  <a:pt x="186667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4005531" y="8326814"/>
            <a:ext cx="23495" cy="48895"/>
          </a:xfrm>
          <a:custGeom>
            <a:avLst/>
            <a:gdLst/>
            <a:ahLst/>
            <a:cxnLst/>
            <a:rect l="l" t="t" r="r" b="b"/>
            <a:pathLst>
              <a:path w="23495" h="48895">
                <a:moveTo>
                  <a:pt x="23493" y="48482"/>
                </a:moveTo>
                <a:lnTo>
                  <a:pt x="0" y="48482"/>
                </a:lnTo>
                <a:lnTo>
                  <a:pt x="0" y="0"/>
                </a:lnTo>
                <a:lnTo>
                  <a:pt x="23493" y="0"/>
                </a:lnTo>
                <a:lnTo>
                  <a:pt x="23493" y="484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4005531" y="8394733"/>
            <a:ext cx="23495" cy="50165"/>
          </a:xfrm>
          <a:custGeom>
            <a:avLst/>
            <a:gdLst/>
            <a:ahLst/>
            <a:cxnLst/>
            <a:rect l="l" t="t" r="r" b="b"/>
            <a:pathLst>
              <a:path w="23495" h="50165">
                <a:moveTo>
                  <a:pt x="23493" y="49977"/>
                </a:moveTo>
                <a:lnTo>
                  <a:pt x="0" y="49977"/>
                </a:lnTo>
                <a:lnTo>
                  <a:pt x="0" y="0"/>
                </a:lnTo>
                <a:lnTo>
                  <a:pt x="23493" y="0"/>
                </a:lnTo>
                <a:lnTo>
                  <a:pt x="23493" y="49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3923730" y="8464146"/>
            <a:ext cx="23495" cy="58419"/>
          </a:xfrm>
          <a:custGeom>
            <a:avLst/>
            <a:gdLst/>
            <a:ahLst/>
            <a:cxnLst/>
            <a:rect l="l" t="t" r="r" b="b"/>
            <a:pathLst>
              <a:path w="23495" h="58420">
                <a:moveTo>
                  <a:pt x="23493" y="57879"/>
                </a:moveTo>
                <a:lnTo>
                  <a:pt x="0" y="57879"/>
                </a:lnTo>
                <a:lnTo>
                  <a:pt x="0" y="0"/>
                </a:lnTo>
                <a:lnTo>
                  <a:pt x="23493" y="0"/>
                </a:lnTo>
                <a:lnTo>
                  <a:pt x="23493" y="57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3813310" y="8522026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79" h="20320">
                <a:moveTo>
                  <a:pt x="245829" y="19862"/>
                </a:moveTo>
                <a:lnTo>
                  <a:pt x="0" y="19862"/>
                </a:lnTo>
                <a:lnTo>
                  <a:pt x="0" y="0"/>
                </a:lnTo>
                <a:lnTo>
                  <a:pt x="245829" y="0"/>
                </a:lnTo>
                <a:lnTo>
                  <a:pt x="245829" y="19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4079643" y="8307806"/>
            <a:ext cx="251460" cy="267970"/>
          </a:xfrm>
          <a:custGeom>
            <a:avLst/>
            <a:gdLst/>
            <a:ahLst/>
            <a:cxnLst/>
            <a:rect l="l" t="t" r="r" b="b"/>
            <a:pathLst>
              <a:path w="251460" h="267970">
                <a:moveTo>
                  <a:pt x="211015" y="163387"/>
                </a:moveTo>
                <a:lnTo>
                  <a:pt x="187308" y="163387"/>
                </a:lnTo>
                <a:lnTo>
                  <a:pt x="187308" y="0"/>
                </a:lnTo>
                <a:lnTo>
                  <a:pt x="211015" y="0"/>
                </a:lnTo>
                <a:lnTo>
                  <a:pt x="211015" y="70053"/>
                </a:lnTo>
                <a:lnTo>
                  <a:pt x="251382" y="70053"/>
                </a:lnTo>
                <a:lnTo>
                  <a:pt x="251382" y="89916"/>
                </a:lnTo>
                <a:lnTo>
                  <a:pt x="211015" y="89916"/>
                </a:lnTo>
                <a:lnTo>
                  <a:pt x="211015" y="163387"/>
                </a:lnTo>
                <a:close/>
              </a:path>
              <a:path w="251460" h="267970">
                <a:moveTo>
                  <a:pt x="12814" y="152922"/>
                </a:moveTo>
                <a:lnTo>
                  <a:pt x="0" y="133913"/>
                </a:lnTo>
                <a:lnTo>
                  <a:pt x="27545" y="119016"/>
                </a:lnTo>
                <a:lnTo>
                  <a:pt x="48802" y="97712"/>
                </a:lnTo>
                <a:lnTo>
                  <a:pt x="62531" y="71442"/>
                </a:lnTo>
                <a:lnTo>
                  <a:pt x="67490" y="41647"/>
                </a:lnTo>
                <a:lnTo>
                  <a:pt x="67490" y="13882"/>
                </a:lnTo>
                <a:lnTo>
                  <a:pt x="90771" y="13882"/>
                </a:lnTo>
                <a:lnTo>
                  <a:pt x="90771" y="43356"/>
                </a:lnTo>
                <a:lnTo>
                  <a:pt x="95716" y="69917"/>
                </a:lnTo>
                <a:lnTo>
                  <a:pt x="104084" y="84363"/>
                </a:lnTo>
                <a:lnTo>
                  <a:pt x="79771" y="84363"/>
                </a:lnTo>
                <a:lnTo>
                  <a:pt x="68859" y="106759"/>
                </a:lnTo>
                <a:lnTo>
                  <a:pt x="53741" y="126011"/>
                </a:lnTo>
                <a:lnTo>
                  <a:pt x="34900" y="141579"/>
                </a:lnTo>
                <a:lnTo>
                  <a:pt x="12814" y="152922"/>
                </a:lnTo>
                <a:close/>
              </a:path>
              <a:path w="251460" h="267970">
                <a:moveTo>
                  <a:pt x="144592" y="145447"/>
                </a:moveTo>
                <a:lnTo>
                  <a:pt x="123577" y="135242"/>
                </a:lnTo>
                <a:lnTo>
                  <a:pt x="105414" y="121312"/>
                </a:lnTo>
                <a:lnTo>
                  <a:pt x="90635" y="104179"/>
                </a:lnTo>
                <a:lnTo>
                  <a:pt x="79771" y="84363"/>
                </a:lnTo>
                <a:lnTo>
                  <a:pt x="104084" y="84363"/>
                </a:lnTo>
                <a:lnTo>
                  <a:pt x="109512" y="93734"/>
                </a:lnTo>
                <a:lnTo>
                  <a:pt x="130596" y="113186"/>
                </a:lnTo>
                <a:lnTo>
                  <a:pt x="157407" y="126652"/>
                </a:lnTo>
                <a:lnTo>
                  <a:pt x="144592" y="145447"/>
                </a:lnTo>
                <a:close/>
              </a:path>
              <a:path w="251460" h="267970">
                <a:moveTo>
                  <a:pt x="124943" y="267827"/>
                </a:moveTo>
                <a:lnTo>
                  <a:pt x="87690" y="264570"/>
                </a:lnTo>
                <a:lnTo>
                  <a:pt x="59668" y="255066"/>
                </a:lnTo>
                <a:lnTo>
                  <a:pt x="42018" y="239715"/>
                </a:lnTo>
                <a:lnTo>
                  <a:pt x="35881" y="218918"/>
                </a:lnTo>
                <a:lnTo>
                  <a:pt x="42018" y="198334"/>
                </a:lnTo>
                <a:lnTo>
                  <a:pt x="59668" y="183037"/>
                </a:lnTo>
                <a:lnTo>
                  <a:pt x="87690" y="173506"/>
                </a:lnTo>
                <a:lnTo>
                  <a:pt x="124943" y="170222"/>
                </a:lnTo>
                <a:lnTo>
                  <a:pt x="162006" y="173506"/>
                </a:lnTo>
                <a:lnTo>
                  <a:pt x="189818" y="183037"/>
                </a:lnTo>
                <a:lnTo>
                  <a:pt x="196895" y="189230"/>
                </a:lnTo>
                <a:lnTo>
                  <a:pt x="124943" y="189230"/>
                </a:lnTo>
                <a:lnTo>
                  <a:pt x="97582" y="191286"/>
                </a:lnTo>
                <a:lnTo>
                  <a:pt x="76968" y="197186"/>
                </a:lnTo>
                <a:lnTo>
                  <a:pt x="64003" y="206530"/>
                </a:lnTo>
                <a:lnTo>
                  <a:pt x="59588" y="218918"/>
                </a:lnTo>
                <a:lnTo>
                  <a:pt x="64003" y="231612"/>
                </a:lnTo>
                <a:lnTo>
                  <a:pt x="76968" y="241023"/>
                </a:lnTo>
                <a:lnTo>
                  <a:pt x="97582" y="246910"/>
                </a:lnTo>
                <a:lnTo>
                  <a:pt x="124943" y="249032"/>
                </a:lnTo>
                <a:lnTo>
                  <a:pt x="196688" y="249032"/>
                </a:lnTo>
                <a:lnTo>
                  <a:pt x="189818" y="255066"/>
                </a:lnTo>
                <a:lnTo>
                  <a:pt x="162006" y="264570"/>
                </a:lnTo>
                <a:lnTo>
                  <a:pt x="124943" y="267827"/>
                </a:lnTo>
                <a:close/>
              </a:path>
              <a:path w="251460" h="267970">
                <a:moveTo>
                  <a:pt x="196688" y="249032"/>
                </a:moveTo>
                <a:lnTo>
                  <a:pt x="124943" y="249032"/>
                </a:lnTo>
                <a:lnTo>
                  <a:pt x="152275" y="246910"/>
                </a:lnTo>
                <a:lnTo>
                  <a:pt x="172838" y="241023"/>
                </a:lnTo>
                <a:lnTo>
                  <a:pt x="185793" y="231612"/>
                </a:lnTo>
                <a:lnTo>
                  <a:pt x="190298" y="218918"/>
                </a:lnTo>
                <a:lnTo>
                  <a:pt x="185793" y="206530"/>
                </a:lnTo>
                <a:lnTo>
                  <a:pt x="172838" y="197186"/>
                </a:lnTo>
                <a:lnTo>
                  <a:pt x="152275" y="191286"/>
                </a:lnTo>
                <a:lnTo>
                  <a:pt x="124943" y="189230"/>
                </a:lnTo>
                <a:lnTo>
                  <a:pt x="196895" y="189230"/>
                </a:lnTo>
                <a:lnTo>
                  <a:pt x="207298" y="198334"/>
                </a:lnTo>
                <a:lnTo>
                  <a:pt x="213365" y="218918"/>
                </a:lnTo>
                <a:lnTo>
                  <a:pt x="207298" y="239715"/>
                </a:lnTo>
                <a:lnTo>
                  <a:pt x="196688" y="249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4351101" y="8308020"/>
            <a:ext cx="225425" cy="268605"/>
          </a:xfrm>
          <a:custGeom>
            <a:avLst/>
            <a:gdLst/>
            <a:ahLst/>
            <a:cxnLst/>
            <a:rect l="l" t="t" r="r" b="b"/>
            <a:pathLst>
              <a:path w="225425" h="268604">
                <a:moveTo>
                  <a:pt x="224898" y="69199"/>
                </a:moveTo>
                <a:lnTo>
                  <a:pt x="202472" y="69199"/>
                </a:lnTo>
                <a:lnTo>
                  <a:pt x="202472" y="0"/>
                </a:lnTo>
                <a:lnTo>
                  <a:pt x="224898" y="0"/>
                </a:lnTo>
                <a:lnTo>
                  <a:pt x="224898" y="69199"/>
                </a:lnTo>
                <a:close/>
              </a:path>
              <a:path w="225425" h="268604">
                <a:moveTo>
                  <a:pt x="166805" y="157834"/>
                </a:moveTo>
                <a:lnTo>
                  <a:pt x="144379" y="157834"/>
                </a:lnTo>
                <a:lnTo>
                  <a:pt x="144379" y="5125"/>
                </a:lnTo>
                <a:lnTo>
                  <a:pt x="166805" y="5125"/>
                </a:lnTo>
                <a:lnTo>
                  <a:pt x="166805" y="69199"/>
                </a:lnTo>
                <a:lnTo>
                  <a:pt x="224898" y="69199"/>
                </a:lnTo>
                <a:lnTo>
                  <a:pt x="224898" y="88635"/>
                </a:lnTo>
                <a:lnTo>
                  <a:pt x="166805" y="88635"/>
                </a:lnTo>
                <a:lnTo>
                  <a:pt x="166805" y="157834"/>
                </a:lnTo>
                <a:close/>
              </a:path>
              <a:path w="225425" h="268604">
                <a:moveTo>
                  <a:pt x="224898" y="159756"/>
                </a:moveTo>
                <a:lnTo>
                  <a:pt x="202472" y="159756"/>
                </a:lnTo>
                <a:lnTo>
                  <a:pt x="202472" y="88635"/>
                </a:lnTo>
                <a:lnTo>
                  <a:pt x="224898" y="88635"/>
                </a:lnTo>
                <a:lnTo>
                  <a:pt x="224898" y="159756"/>
                </a:lnTo>
                <a:close/>
              </a:path>
              <a:path w="225425" h="268604">
                <a:moveTo>
                  <a:pt x="61297" y="142884"/>
                </a:moveTo>
                <a:lnTo>
                  <a:pt x="36552" y="138329"/>
                </a:lnTo>
                <a:lnTo>
                  <a:pt x="17113" y="125504"/>
                </a:lnTo>
                <a:lnTo>
                  <a:pt x="4441" y="105671"/>
                </a:lnTo>
                <a:lnTo>
                  <a:pt x="0" y="80092"/>
                </a:lnTo>
                <a:lnTo>
                  <a:pt x="4441" y="54412"/>
                </a:lnTo>
                <a:lnTo>
                  <a:pt x="17113" y="34359"/>
                </a:lnTo>
                <a:lnTo>
                  <a:pt x="36552" y="21314"/>
                </a:lnTo>
                <a:lnTo>
                  <a:pt x="61297" y="16659"/>
                </a:lnTo>
                <a:lnTo>
                  <a:pt x="85865" y="21314"/>
                </a:lnTo>
                <a:lnTo>
                  <a:pt x="105347" y="34359"/>
                </a:lnTo>
                <a:lnTo>
                  <a:pt x="107141" y="37162"/>
                </a:lnTo>
                <a:lnTo>
                  <a:pt x="61297" y="37162"/>
                </a:lnTo>
                <a:lnTo>
                  <a:pt x="45295" y="40356"/>
                </a:lnTo>
                <a:lnTo>
                  <a:pt x="32597" y="49256"/>
                </a:lnTo>
                <a:lnTo>
                  <a:pt x="24264" y="62842"/>
                </a:lnTo>
                <a:lnTo>
                  <a:pt x="21357" y="80092"/>
                </a:lnTo>
                <a:lnTo>
                  <a:pt x="24264" y="97248"/>
                </a:lnTo>
                <a:lnTo>
                  <a:pt x="32597" y="110820"/>
                </a:lnTo>
                <a:lnTo>
                  <a:pt x="45295" y="119707"/>
                </a:lnTo>
                <a:lnTo>
                  <a:pt x="61297" y="122807"/>
                </a:lnTo>
                <a:lnTo>
                  <a:pt x="107092" y="122807"/>
                </a:lnTo>
                <a:lnTo>
                  <a:pt x="105347" y="125504"/>
                </a:lnTo>
                <a:lnTo>
                  <a:pt x="85865" y="138329"/>
                </a:lnTo>
                <a:lnTo>
                  <a:pt x="61297" y="142884"/>
                </a:lnTo>
                <a:close/>
              </a:path>
              <a:path w="225425" h="268604">
                <a:moveTo>
                  <a:pt x="107092" y="122807"/>
                </a:moveTo>
                <a:lnTo>
                  <a:pt x="61297" y="122807"/>
                </a:lnTo>
                <a:lnTo>
                  <a:pt x="77148" y="119707"/>
                </a:lnTo>
                <a:lnTo>
                  <a:pt x="89756" y="110820"/>
                </a:lnTo>
                <a:lnTo>
                  <a:pt x="98119" y="97248"/>
                </a:lnTo>
                <a:lnTo>
                  <a:pt x="101236" y="80092"/>
                </a:lnTo>
                <a:lnTo>
                  <a:pt x="98119" y="62842"/>
                </a:lnTo>
                <a:lnTo>
                  <a:pt x="89756" y="49256"/>
                </a:lnTo>
                <a:lnTo>
                  <a:pt x="77148" y="40356"/>
                </a:lnTo>
                <a:lnTo>
                  <a:pt x="61297" y="37162"/>
                </a:lnTo>
                <a:lnTo>
                  <a:pt x="107141" y="37162"/>
                </a:lnTo>
                <a:lnTo>
                  <a:pt x="118182" y="54412"/>
                </a:lnTo>
                <a:lnTo>
                  <a:pt x="122807" y="80092"/>
                </a:lnTo>
                <a:lnTo>
                  <a:pt x="118182" y="105671"/>
                </a:lnTo>
                <a:lnTo>
                  <a:pt x="107092" y="122807"/>
                </a:lnTo>
                <a:close/>
              </a:path>
              <a:path w="225425" h="268604">
                <a:moveTo>
                  <a:pt x="224898" y="268255"/>
                </a:moveTo>
                <a:lnTo>
                  <a:pt x="201618" y="268255"/>
                </a:lnTo>
                <a:lnTo>
                  <a:pt x="201618" y="193929"/>
                </a:lnTo>
                <a:lnTo>
                  <a:pt x="43997" y="193929"/>
                </a:lnTo>
                <a:lnTo>
                  <a:pt x="43997" y="174707"/>
                </a:lnTo>
                <a:lnTo>
                  <a:pt x="224898" y="174707"/>
                </a:lnTo>
                <a:lnTo>
                  <a:pt x="224898" y="268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4692823" y="8321475"/>
            <a:ext cx="245110" cy="254635"/>
          </a:xfrm>
          <a:custGeom>
            <a:avLst/>
            <a:gdLst/>
            <a:ahLst/>
            <a:cxnLst/>
            <a:rect l="l" t="t" r="r" b="b"/>
            <a:pathLst>
              <a:path w="245110" h="254634">
                <a:moveTo>
                  <a:pt x="222762" y="19862"/>
                </a:moveTo>
                <a:lnTo>
                  <a:pt x="22425" y="19862"/>
                </a:lnTo>
                <a:lnTo>
                  <a:pt x="22425" y="0"/>
                </a:lnTo>
                <a:lnTo>
                  <a:pt x="222762" y="0"/>
                </a:lnTo>
                <a:lnTo>
                  <a:pt x="222762" y="19862"/>
                </a:lnTo>
                <a:close/>
              </a:path>
              <a:path w="245110" h="254634">
                <a:moveTo>
                  <a:pt x="22425" y="97819"/>
                </a:moveTo>
                <a:lnTo>
                  <a:pt x="13882" y="79024"/>
                </a:lnTo>
                <a:lnTo>
                  <a:pt x="47985" y="71777"/>
                </a:lnTo>
                <a:lnTo>
                  <a:pt x="77502" y="58854"/>
                </a:lnTo>
                <a:lnTo>
                  <a:pt x="98489" y="41225"/>
                </a:lnTo>
                <a:lnTo>
                  <a:pt x="107003" y="19862"/>
                </a:lnTo>
                <a:lnTo>
                  <a:pt x="137758" y="19862"/>
                </a:lnTo>
                <a:lnTo>
                  <a:pt x="146094" y="41135"/>
                </a:lnTo>
                <a:lnTo>
                  <a:pt x="148090" y="42822"/>
                </a:lnTo>
                <a:lnTo>
                  <a:pt x="122380" y="42822"/>
                </a:lnTo>
                <a:lnTo>
                  <a:pt x="106702" y="63264"/>
                </a:lnTo>
                <a:lnTo>
                  <a:pt x="83375" y="79491"/>
                </a:lnTo>
                <a:lnTo>
                  <a:pt x="54562" y="91133"/>
                </a:lnTo>
                <a:lnTo>
                  <a:pt x="22425" y="97819"/>
                </a:lnTo>
                <a:close/>
              </a:path>
              <a:path w="245110" h="254634">
                <a:moveTo>
                  <a:pt x="222335" y="97819"/>
                </a:moveTo>
                <a:lnTo>
                  <a:pt x="190183" y="91133"/>
                </a:lnTo>
                <a:lnTo>
                  <a:pt x="161345" y="79491"/>
                </a:lnTo>
                <a:lnTo>
                  <a:pt x="138013" y="63264"/>
                </a:lnTo>
                <a:lnTo>
                  <a:pt x="122380" y="42822"/>
                </a:lnTo>
                <a:lnTo>
                  <a:pt x="148090" y="42822"/>
                </a:lnTo>
                <a:lnTo>
                  <a:pt x="166965" y="58774"/>
                </a:lnTo>
                <a:lnTo>
                  <a:pt x="196565" y="71747"/>
                </a:lnTo>
                <a:lnTo>
                  <a:pt x="231092" y="79024"/>
                </a:lnTo>
                <a:lnTo>
                  <a:pt x="222335" y="97819"/>
                </a:lnTo>
                <a:close/>
              </a:path>
              <a:path w="245110" h="254634">
                <a:moveTo>
                  <a:pt x="244761" y="133700"/>
                </a:moveTo>
                <a:lnTo>
                  <a:pt x="0" y="133700"/>
                </a:lnTo>
                <a:lnTo>
                  <a:pt x="0" y="114051"/>
                </a:lnTo>
                <a:lnTo>
                  <a:pt x="244761" y="114051"/>
                </a:lnTo>
                <a:lnTo>
                  <a:pt x="244761" y="133700"/>
                </a:lnTo>
                <a:close/>
              </a:path>
              <a:path w="245110" h="254634">
                <a:moveTo>
                  <a:pt x="122167" y="254158"/>
                </a:moveTo>
                <a:lnTo>
                  <a:pt x="83265" y="250971"/>
                </a:lnTo>
                <a:lnTo>
                  <a:pt x="54115" y="241637"/>
                </a:lnTo>
                <a:lnTo>
                  <a:pt x="35817" y="226497"/>
                </a:lnTo>
                <a:lnTo>
                  <a:pt x="29473" y="205890"/>
                </a:lnTo>
                <a:lnTo>
                  <a:pt x="35817" y="185216"/>
                </a:lnTo>
                <a:lnTo>
                  <a:pt x="54115" y="169928"/>
                </a:lnTo>
                <a:lnTo>
                  <a:pt x="83265" y="160447"/>
                </a:lnTo>
                <a:lnTo>
                  <a:pt x="122167" y="157194"/>
                </a:lnTo>
                <a:lnTo>
                  <a:pt x="160914" y="160447"/>
                </a:lnTo>
                <a:lnTo>
                  <a:pt x="189951" y="169928"/>
                </a:lnTo>
                <a:lnTo>
                  <a:pt x="197192" y="175988"/>
                </a:lnTo>
                <a:lnTo>
                  <a:pt x="122167" y="175988"/>
                </a:lnTo>
                <a:lnTo>
                  <a:pt x="93313" y="178078"/>
                </a:lnTo>
                <a:lnTo>
                  <a:pt x="71709" y="183891"/>
                </a:lnTo>
                <a:lnTo>
                  <a:pt x="58193" y="193228"/>
                </a:lnTo>
                <a:lnTo>
                  <a:pt x="53608" y="205890"/>
                </a:lnTo>
                <a:lnTo>
                  <a:pt x="58193" y="218300"/>
                </a:lnTo>
                <a:lnTo>
                  <a:pt x="71709" y="227488"/>
                </a:lnTo>
                <a:lnTo>
                  <a:pt x="93313" y="233191"/>
                </a:lnTo>
                <a:lnTo>
                  <a:pt x="122167" y="235150"/>
                </a:lnTo>
                <a:lnTo>
                  <a:pt x="197777" y="235150"/>
                </a:lnTo>
                <a:lnTo>
                  <a:pt x="189951" y="241637"/>
                </a:lnTo>
                <a:lnTo>
                  <a:pt x="160914" y="250971"/>
                </a:lnTo>
                <a:lnTo>
                  <a:pt x="122167" y="254158"/>
                </a:lnTo>
                <a:close/>
              </a:path>
              <a:path w="245110" h="254634">
                <a:moveTo>
                  <a:pt x="197777" y="235150"/>
                </a:moveTo>
                <a:lnTo>
                  <a:pt x="122167" y="235150"/>
                </a:lnTo>
                <a:lnTo>
                  <a:pt x="150903" y="233191"/>
                </a:lnTo>
                <a:lnTo>
                  <a:pt x="172491" y="227488"/>
                </a:lnTo>
                <a:lnTo>
                  <a:pt x="186110" y="218300"/>
                </a:lnTo>
                <a:lnTo>
                  <a:pt x="190939" y="205890"/>
                </a:lnTo>
                <a:lnTo>
                  <a:pt x="186110" y="193228"/>
                </a:lnTo>
                <a:lnTo>
                  <a:pt x="172491" y="183891"/>
                </a:lnTo>
                <a:lnTo>
                  <a:pt x="150903" y="178078"/>
                </a:lnTo>
                <a:lnTo>
                  <a:pt x="122167" y="175988"/>
                </a:lnTo>
                <a:lnTo>
                  <a:pt x="197192" y="175988"/>
                </a:lnTo>
                <a:lnTo>
                  <a:pt x="208216" y="185216"/>
                </a:lnTo>
                <a:lnTo>
                  <a:pt x="214646" y="205890"/>
                </a:lnTo>
                <a:lnTo>
                  <a:pt x="208216" y="226497"/>
                </a:lnTo>
                <a:lnTo>
                  <a:pt x="197777" y="235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4963214" y="8308020"/>
            <a:ext cx="225425" cy="268605"/>
          </a:xfrm>
          <a:custGeom>
            <a:avLst/>
            <a:gdLst/>
            <a:ahLst/>
            <a:cxnLst/>
            <a:rect l="l" t="t" r="r" b="b"/>
            <a:pathLst>
              <a:path w="225425" h="268604">
                <a:moveTo>
                  <a:pt x="224898" y="69199"/>
                </a:moveTo>
                <a:lnTo>
                  <a:pt x="202472" y="69199"/>
                </a:lnTo>
                <a:lnTo>
                  <a:pt x="202472" y="0"/>
                </a:lnTo>
                <a:lnTo>
                  <a:pt x="224898" y="0"/>
                </a:lnTo>
                <a:lnTo>
                  <a:pt x="224898" y="69199"/>
                </a:lnTo>
                <a:close/>
              </a:path>
              <a:path w="225425" h="268604">
                <a:moveTo>
                  <a:pt x="166805" y="157834"/>
                </a:moveTo>
                <a:lnTo>
                  <a:pt x="144379" y="157834"/>
                </a:lnTo>
                <a:lnTo>
                  <a:pt x="144379" y="5125"/>
                </a:lnTo>
                <a:lnTo>
                  <a:pt x="166805" y="5125"/>
                </a:lnTo>
                <a:lnTo>
                  <a:pt x="166805" y="69199"/>
                </a:lnTo>
                <a:lnTo>
                  <a:pt x="224898" y="69199"/>
                </a:lnTo>
                <a:lnTo>
                  <a:pt x="224898" y="88635"/>
                </a:lnTo>
                <a:lnTo>
                  <a:pt x="166805" y="88635"/>
                </a:lnTo>
                <a:lnTo>
                  <a:pt x="166805" y="157834"/>
                </a:lnTo>
                <a:close/>
              </a:path>
              <a:path w="225425" h="268604">
                <a:moveTo>
                  <a:pt x="224898" y="159756"/>
                </a:moveTo>
                <a:lnTo>
                  <a:pt x="202472" y="159756"/>
                </a:lnTo>
                <a:lnTo>
                  <a:pt x="202472" y="88635"/>
                </a:lnTo>
                <a:lnTo>
                  <a:pt x="224898" y="88635"/>
                </a:lnTo>
                <a:lnTo>
                  <a:pt x="224898" y="159756"/>
                </a:lnTo>
                <a:close/>
              </a:path>
              <a:path w="225425" h="268604">
                <a:moveTo>
                  <a:pt x="61297" y="142884"/>
                </a:moveTo>
                <a:lnTo>
                  <a:pt x="36552" y="138329"/>
                </a:lnTo>
                <a:lnTo>
                  <a:pt x="17113" y="125504"/>
                </a:lnTo>
                <a:lnTo>
                  <a:pt x="4441" y="105671"/>
                </a:lnTo>
                <a:lnTo>
                  <a:pt x="0" y="80092"/>
                </a:lnTo>
                <a:lnTo>
                  <a:pt x="4441" y="54412"/>
                </a:lnTo>
                <a:lnTo>
                  <a:pt x="17113" y="34359"/>
                </a:lnTo>
                <a:lnTo>
                  <a:pt x="36552" y="21314"/>
                </a:lnTo>
                <a:lnTo>
                  <a:pt x="61297" y="16659"/>
                </a:lnTo>
                <a:lnTo>
                  <a:pt x="85865" y="21314"/>
                </a:lnTo>
                <a:lnTo>
                  <a:pt x="105347" y="34359"/>
                </a:lnTo>
                <a:lnTo>
                  <a:pt x="107141" y="37162"/>
                </a:lnTo>
                <a:lnTo>
                  <a:pt x="61297" y="37162"/>
                </a:lnTo>
                <a:lnTo>
                  <a:pt x="45295" y="40356"/>
                </a:lnTo>
                <a:lnTo>
                  <a:pt x="32597" y="49256"/>
                </a:lnTo>
                <a:lnTo>
                  <a:pt x="24264" y="62842"/>
                </a:lnTo>
                <a:lnTo>
                  <a:pt x="21357" y="80092"/>
                </a:lnTo>
                <a:lnTo>
                  <a:pt x="24264" y="97248"/>
                </a:lnTo>
                <a:lnTo>
                  <a:pt x="32597" y="110820"/>
                </a:lnTo>
                <a:lnTo>
                  <a:pt x="45295" y="119707"/>
                </a:lnTo>
                <a:lnTo>
                  <a:pt x="61297" y="122807"/>
                </a:lnTo>
                <a:lnTo>
                  <a:pt x="107092" y="122807"/>
                </a:lnTo>
                <a:lnTo>
                  <a:pt x="105347" y="125504"/>
                </a:lnTo>
                <a:lnTo>
                  <a:pt x="85865" y="138329"/>
                </a:lnTo>
                <a:lnTo>
                  <a:pt x="61297" y="142884"/>
                </a:lnTo>
                <a:close/>
              </a:path>
              <a:path w="225425" h="268604">
                <a:moveTo>
                  <a:pt x="107092" y="122807"/>
                </a:moveTo>
                <a:lnTo>
                  <a:pt x="61297" y="122807"/>
                </a:lnTo>
                <a:lnTo>
                  <a:pt x="77148" y="119707"/>
                </a:lnTo>
                <a:lnTo>
                  <a:pt x="89756" y="110820"/>
                </a:lnTo>
                <a:lnTo>
                  <a:pt x="98119" y="97248"/>
                </a:lnTo>
                <a:lnTo>
                  <a:pt x="101236" y="80092"/>
                </a:lnTo>
                <a:lnTo>
                  <a:pt x="98119" y="62842"/>
                </a:lnTo>
                <a:lnTo>
                  <a:pt x="89756" y="49256"/>
                </a:lnTo>
                <a:lnTo>
                  <a:pt x="77148" y="40356"/>
                </a:lnTo>
                <a:lnTo>
                  <a:pt x="61297" y="37162"/>
                </a:lnTo>
                <a:lnTo>
                  <a:pt x="107141" y="37162"/>
                </a:lnTo>
                <a:lnTo>
                  <a:pt x="118182" y="54412"/>
                </a:lnTo>
                <a:lnTo>
                  <a:pt x="122807" y="80092"/>
                </a:lnTo>
                <a:lnTo>
                  <a:pt x="118182" y="105671"/>
                </a:lnTo>
                <a:lnTo>
                  <a:pt x="107092" y="122807"/>
                </a:lnTo>
                <a:close/>
              </a:path>
              <a:path w="225425" h="268604">
                <a:moveTo>
                  <a:pt x="224898" y="268255"/>
                </a:moveTo>
                <a:lnTo>
                  <a:pt x="201618" y="268255"/>
                </a:lnTo>
                <a:lnTo>
                  <a:pt x="201618" y="193929"/>
                </a:lnTo>
                <a:lnTo>
                  <a:pt x="43997" y="193929"/>
                </a:lnTo>
                <a:lnTo>
                  <a:pt x="43997" y="174707"/>
                </a:lnTo>
                <a:lnTo>
                  <a:pt x="224898" y="174707"/>
                </a:lnTo>
                <a:lnTo>
                  <a:pt x="224898" y="268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5225916" y="8531210"/>
            <a:ext cx="45720" cy="82550"/>
          </a:xfrm>
          <a:custGeom>
            <a:avLst/>
            <a:gdLst/>
            <a:ahLst/>
            <a:cxnLst/>
            <a:rect l="l" t="t" r="r" b="b"/>
            <a:pathLst>
              <a:path w="45720" h="82550">
                <a:moveTo>
                  <a:pt x="22425" y="82227"/>
                </a:moveTo>
                <a:lnTo>
                  <a:pt x="0" y="82227"/>
                </a:lnTo>
                <a:lnTo>
                  <a:pt x="16659" y="0"/>
                </a:lnTo>
                <a:lnTo>
                  <a:pt x="45705" y="0"/>
                </a:lnTo>
                <a:lnTo>
                  <a:pt x="22425" y="82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5387031" y="8308020"/>
            <a:ext cx="219710" cy="264795"/>
          </a:xfrm>
          <a:custGeom>
            <a:avLst/>
            <a:gdLst/>
            <a:ahLst/>
            <a:cxnLst/>
            <a:rect l="l" t="t" r="r" b="b"/>
            <a:pathLst>
              <a:path w="219710" h="264795">
                <a:moveTo>
                  <a:pt x="219559" y="152495"/>
                </a:moveTo>
                <a:lnTo>
                  <a:pt x="195851" y="152495"/>
                </a:lnTo>
                <a:lnTo>
                  <a:pt x="195851" y="0"/>
                </a:lnTo>
                <a:lnTo>
                  <a:pt x="219559" y="0"/>
                </a:lnTo>
                <a:lnTo>
                  <a:pt x="219559" y="152495"/>
                </a:lnTo>
                <a:close/>
              </a:path>
              <a:path w="219710" h="264795">
                <a:moveTo>
                  <a:pt x="12173" y="145660"/>
                </a:moveTo>
                <a:lnTo>
                  <a:pt x="0" y="126865"/>
                </a:lnTo>
                <a:lnTo>
                  <a:pt x="27865" y="112302"/>
                </a:lnTo>
                <a:lnTo>
                  <a:pt x="49603" y="91251"/>
                </a:lnTo>
                <a:lnTo>
                  <a:pt x="63733" y="65475"/>
                </a:lnTo>
                <a:lnTo>
                  <a:pt x="68772" y="36735"/>
                </a:lnTo>
                <a:lnTo>
                  <a:pt x="68772" y="10465"/>
                </a:lnTo>
                <a:lnTo>
                  <a:pt x="92906" y="10465"/>
                </a:lnTo>
                <a:lnTo>
                  <a:pt x="92906" y="36735"/>
                </a:lnTo>
                <a:lnTo>
                  <a:pt x="97939" y="64170"/>
                </a:lnTo>
                <a:lnTo>
                  <a:pt x="105821" y="77635"/>
                </a:lnTo>
                <a:lnTo>
                  <a:pt x="81053" y="77635"/>
                </a:lnTo>
                <a:lnTo>
                  <a:pt x="69795" y="99737"/>
                </a:lnTo>
                <a:lnTo>
                  <a:pt x="54182" y="118856"/>
                </a:lnTo>
                <a:lnTo>
                  <a:pt x="34784" y="134371"/>
                </a:lnTo>
                <a:lnTo>
                  <a:pt x="12173" y="145660"/>
                </a:lnTo>
                <a:close/>
              </a:path>
              <a:path w="219710" h="264795">
                <a:moveTo>
                  <a:pt x="149291" y="140321"/>
                </a:moveTo>
                <a:lnTo>
                  <a:pt x="127126" y="130106"/>
                </a:lnTo>
                <a:lnTo>
                  <a:pt x="107964" y="115946"/>
                </a:lnTo>
                <a:lnTo>
                  <a:pt x="92406" y="98303"/>
                </a:lnTo>
                <a:lnTo>
                  <a:pt x="81053" y="77635"/>
                </a:lnTo>
                <a:lnTo>
                  <a:pt x="105821" y="77635"/>
                </a:lnTo>
                <a:lnTo>
                  <a:pt x="112182" y="88501"/>
                </a:lnTo>
                <a:lnTo>
                  <a:pt x="133873" y="108307"/>
                </a:lnTo>
                <a:lnTo>
                  <a:pt x="161252" y="122167"/>
                </a:lnTo>
                <a:lnTo>
                  <a:pt x="149291" y="140321"/>
                </a:lnTo>
                <a:close/>
              </a:path>
              <a:path w="219710" h="264795">
                <a:moveTo>
                  <a:pt x="219559" y="264624"/>
                </a:moveTo>
                <a:lnTo>
                  <a:pt x="44851" y="264624"/>
                </a:lnTo>
                <a:lnTo>
                  <a:pt x="44851" y="167872"/>
                </a:lnTo>
                <a:lnTo>
                  <a:pt x="219559" y="167872"/>
                </a:lnTo>
                <a:lnTo>
                  <a:pt x="219559" y="187095"/>
                </a:lnTo>
                <a:lnTo>
                  <a:pt x="68345" y="187095"/>
                </a:lnTo>
                <a:lnTo>
                  <a:pt x="68345" y="245188"/>
                </a:lnTo>
                <a:lnTo>
                  <a:pt x="219559" y="245188"/>
                </a:lnTo>
                <a:lnTo>
                  <a:pt x="219559" y="264624"/>
                </a:lnTo>
                <a:close/>
              </a:path>
              <a:path w="219710" h="264795">
                <a:moveTo>
                  <a:pt x="219559" y="245188"/>
                </a:moveTo>
                <a:lnTo>
                  <a:pt x="196278" y="245188"/>
                </a:lnTo>
                <a:lnTo>
                  <a:pt x="196278" y="187095"/>
                </a:lnTo>
                <a:lnTo>
                  <a:pt x="219559" y="187095"/>
                </a:lnTo>
                <a:lnTo>
                  <a:pt x="219559" y="2451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5648451" y="8307806"/>
            <a:ext cx="256540" cy="268605"/>
          </a:xfrm>
          <a:custGeom>
            <a:avLst/>
            <a:gdLst/>
            <a:ahLst/>
            <a:cxnLst/>
            <a:rect l="l" t="t" r="r" b="b"/>
            <a:pathLst>
              <a:path w="256539" h="268604">
                <a:moveTo>
                  <a:pt x="211656" y="268468"/>
                </a:moveTo>
                <a:lnTo>
                  <a:pt x="187949" y="268468"/>
                </a:lnTo>
                <a:lnTo>
                  <a:pt x="187949" y="0"/>
                </a:lnTo>
                <a:lnTo>
                  <a:pt x="211656" y="0"/>
                </a:lnTo>
                <a:lnTo>
                  <a:pt x="211656" y="108925"/>
                </a:lnTo>
                <a:lnTo>
                  <a:pt x="256508" y="108925"/>
                </a:lnTo>
                <a:lnTo>
                  <a:pt x="256508" y="129428"/>
                </a:lnTo>
                <a:lnTo>
                  <a:pt x="211656" y="129428"/>
                </a:lnTo>
                <a:lnTo>
                  <a:pt x="211656" y="268468"/>
                </a:lnTo>
                <a:close/>
              </a:path>
              <a:path w="256539" h="268604">
                <a:moveTo>
                  <a:pt x="14950" y="211015"/>
                </a:moveTo>
                <a:lnTo>
                  <a:pt x="0" y="192007"/>
                </a:lnTo>
                <a:lnTo>
                  <a:pt x="27471" y="171964"/>
                </a:lnTo>
                <a:lnTo>
                  <a:pt x="49817" y="143151"/>
                </a:lnTo>
                <a:lnTo>
                  <a:pt x="64874" y="108811"/>
                </a:lnTo>
                <a:lnTo>
                  <a:pt x="70481" y="72189"/>
                </a:lnTo>
                <a:lnTo>
                  <a:pt x="70481" y="23280"/>
                </a:lnTo>
                <a:lnTo>
                  <a:pt x="93974" y="23280"/>
                </a:lnTo>
                <a:lnTo>
                  <a:pt x="93974" y="72189"/>
                </a:lnTo>
                <a:lnTo>
                  <a:pt x="99354" y="107380"/>
                </a:lnTo>
                <a:lnTo>
                  <a:pt x="105686" y="121312"/>
                </a:lnTo>
                <a:lnTo>
                  <a:pt x="82548" y="121312"/>
                </a:lnTo>
                <a:lnTo>
                  <a:pt x="71190" y="149760"/>
                </a:lnTo>
                <a:lnTo>
                  <a:pt x="55597" y="174934"/>
                </a:lnTo>
                <a:lnTo>
                  <a:pt x="36580" y="195723"/>
                </a:lnTo>
                <a:lnTo>
                  <a:pt x="14950" y="211015"/>
                </a:lnTo>
                <a:close/>
              </a:path>
              <a:path w="256539" h="268604">
                <a:moveTo>
                  <a:pt x="148650" y="205890"/>
                </a:moveTo>
                <a:lnTo>
                  <a:pt x="127569" y="191383"/>
                </a:lnTo>
                <a:lnTo>
                  <a:pt x="109032" y="171770"/>
                </a:lnTo>
                <a:lnTo>
                  <a:pt x="93777" y="148073"/>
                </a:lnTo>
                <a:lnTo>
                  <a:pt x="82548" y="121312"/>
                </a:lnTo>
                <a:lnTo>
                  <a:pt x="105686" y="121312"/>
                </a:lnTo>
                <a:lnTo>
                  <a:pt x="114264" y="140187"/>
                </a:lnTo>
                <a:lnTo>
                  <a:pt x="136383" y="167669"/>
                </a:lnTo>
                <a:lnTo>
                  <a:pt x="163387" y="186881"/>
                </a:lnTo>
                <a:lnTo>
                  <a:pt x="148650" y="205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6001575" y="8307806"/>
            <a:ext cx="227329" cy="266065"/>
          </a:xfrm>
          <a:custGeom>
            <a:avLst/>
            <a:gdLst/>
            <a:ahLst/>
            <a:cxnLst/>
            <a:rect l="l" t="t" r="r" b="b"/>
            <a:pathLst>
              <a:path w="227329" h="266065">
                <a:moveTo>
                  <a:pt x="218064" y="39084"/>
                </a:moveTo>
                <a:lnTo>
                  <a:pt x="194356" y="39084"/>
                </a:lnTo>
                <a:lnTo>
                  <a:pt x="194356" y="0"/>
                </a:lnTo>
                <a:lnTo>
                  <a:pt x="218064" y="0"/>
                </a:lnTo>
                <a:lnTo>
                  <a:pt x="218064" y="39084"/>
                </a:lnTo>
                <a:close/>
              </a:path>
              <a:path w="227329" h="266065">
                <a:moveTo>
                  <a:pt x="8543" y="143311"/>
                </a:moveTo>
                <a:lnTo>
                  <a:pt x="0" y="123662"/>
                </a:lnTo>
                <a:lnTo>
                  <a:pt x="44170" y="109138"/>
                </a:lnTo>
                <a:lnTo>
                  <a:pt x="77355" y="88875"/>
                </a:lnTo>
                <a:lnTo>
                  <a:pt x="99008" y="63352"/>
                </a:lnTo>
                <a:lnTo>
                  <a:pt x="108498" y="33104"/>
                </a:lnTo>
                <a:lnTo>
                  <a:pt x="13669" y="33104"/>
                </a:lnTo>
                <a:lnTo>
                  <a:pt x="13669" y="13455"/>
                </a:lnTo>
                <a:lnTo>
                  <a:pt x="134768" y="13455"/>
                </a:lnTo>
                <a:lnTo>
                  <a:pt x="134608" y="20103"/>
                </a:lnTo>
                <a:lnTo>
                  <a:pt x="134127" y="26590"/>
                </a:lnTo>
                <a:lnTo>
                  <a:pt x="133292" y="33104"/>
                </a:lnTo>
                <a:lnTo>
                  <a:pt x="132205" y="39084"/>
                </a:lnTo>
                <a:lnTo>
                  <a:pt x="218064" y="39084"/>
                </a:lnTo>
                <a:lnTo>
                  <a:pt x="218064" y="58093"/>
                </a:lnTo>
                <a:lnTo>
                  <a:pt x="126545" y="58093"/>
                </a:lnTo>
                <a:lnTo>
                  <a:pt x="109414" y="87251"/>
                </a:lnTo>
                <a:lnTo>
                  <a:pt x="83602" y="111234"/>
                </a:lnTo>
                <a:lnTo>
                  <a:pt x="49762" y="129951"/>
                </a:lnTo>
                <a:lnTo>
                  <a:pt x="8543" y="143311"/>
                </a:lnTo>
                <a:close/>
              </a:path>
              <a:path w="227329" h="266065">
                <a:moveTo>
                  <a:pt x="218064" y="137331"/>
                </a:moveTo>
                <a:lnTo>
                  <a:pt x="194356" y="137331"/>
                </a:lnTo>
                <a:lnTo>
                  <a:pt x="194356" y="109138"/>
                </a:lnTo>
                <a:lnTo>
                  <a:pt x="122594" y="109138"/>
                </a:lnTo>
                <a:lnTo>
                  <a:pt x="122594" y="90343"/>
                </a:lnTo>
                <a:lnTo>
                  <a:pt x="194356" y="90343"/>
                </a:lnTo>
                <a:lnTo>
                  <a:pt x="194356" y="58093"/>
                </a:lnTo>
                <a:lnTo>
                  <a:pt x="218064" y="58093"/>
                </a:lnTo>
                <a:lnTo>
                  <a:pt x="218064" y="137331"/>
                </a:lnTo>
                <a:close/>
              </a:path>
              <a:path w="227329" h="266065">
                <a:moveTo>
                  <a:pt x="227247" y="265905"/>
                </a:moveTo>
                <a:lnTo>
                  <a:pt x="44637" y="265905"/>
                </a:lnTo>
                <a:lnTo>
                  <a:pt x="44637" y="196706"/>
                </a:lnTo>
                <a:lnTo>
                  <a:pt x="194356" y="196706"/>
                </a:lnTo>
                <a:lnTo>
                  <a:pt x="194356" y="168727"/>
                </a:lnTo>
                <a:lnTo>
                  <a:pt x="43997" y="168727"/>
                </a:lnTo>
                <a:lnTo>
                  <a:pt x="43997" y="149505"/>
                </a:lnTo>
                <a:lnTo>
                  <a:pt x="218064" y="149505"/>
                </a:lnTo>
                <a:lnTo>
                  <a:pt x="218064" y="214860"/>
                </a:lnTo>
                <a:lnTo>
                  <a:pt x="68131" y="214860"/>
                </a:lnTo>
                <a:lnTo>
                  <a:pt x="68131" y="246470"/>
                </a:lnTo>
                <a:lnTo>
                  <a:pt x="227247" y="246470"/>
                </a:lnTo>
                <a:lnTo>
                  <a:pt x="227247" y="2659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6261714" y="8307806"/>
            <a:ext cx="254000" cy="268605"/>
          </a:xfrm>
          <a:custGeom>
            <a:avLst/>
            <a:gdLst/>
            <a:ahLst/>
            <a:cxnLst/>
            <a:rect l="l" t="t" r="r" b="b"/>
            <a:pathLst>
              <a:path w="254000" h="268604">
                <a:moveTo>
                  <a:pt x="209948" y="268468"/>
                </a:moveTo>
                <a:lnTo>
                  <a:pt x="186240" y="268468"/>
                </a:lnTo>
                <a:lnTo>
                  <a:pt x="186240" y="0"/>
                </a:lnTo>
                <a:lnTo>
                  <a:pt x="209948" y="0"/>
                </a:lnTo>
                <a:lnTo>
                  <a:pt x="209948" y="112342"/>
                </a:lnTo>
                <a:lnTo>
                  <a:pt x="253518" y="112342"/>
                </a:lnTo>
                <a:lnTo>
                  <a:pt x="253518" y="132846"/>
                </a:lnTo>
                <a:lnTo>
                  <a:pt x="209948" y="132846"/>
                </a:lnTo>
                <a:lnTo>
                  <a:pt x="209948" y="268468"/>
                </a:lnTo>
                <a:close/>
              </a:path>
              <a:path w="254000" h="268604">
                <a:moveTo>
                  <a:pt x="143738" y="150145"/>
                </a:moveTo>
                <a:lnTo>
                  <a:pt x="120031" y="148223"/>
                </a:lnTo>
                <a:lnTo>
                  <a:pt x="124329" y="116775"/>
                </a:lnTo>
                <a:lnTo>
                  <a:pt x="126705" y="89823"/>
                </a:lnTo>
                <a:lnTo>
                  <a:pt x="127720" y="67295"/>
                </a:lnTo>
                <a:lnTo>
                  <a:pt x="127933" y="49123"/>
                </a:lnTo>
                <a:lnTo>
                  <a:pt x="15164" y="49123"/>
                </a:lnTo>
                <a:lnTo>
                  <a:pt x="15164" y="29687"/>
                </a:lnTo>
                <a:lnTo>
                  <a:pt x="151640" y="29687"/>
                </a:lnTo>
                <a:lnTo>
                  <a:pt x="151570" y="49123"/>
                </a:lnTo>
                <a:lnTo>
                  <a:pt x="151397" y="62324"/>
                </a:lnTo>
                <a:lnTo>
                  <a:pt x="150492" y="86232"/>
                </a:lnTo>
                <a:lnTo>
                  <a:pt x="148187" y="115506"/>
                </a:lnTo>
                <a:lnTo>
                  <a:pt x="143738" y="150145"/>
                </a:lnTo>
                <a:close/>
              </a:path>
              <a:path w="254000" h="268604">
                <a:moveTo>
                  <a:pt x="2990" y="209307"/>
                </a:moveTo>
                <a:lnTo>
                  <a:pt x="0" y="189444"/>
                </a:lnTo>
                <a:lnTo>
                  <a:pt x="57879" y="188696"/>
                </a:lnTo>
                <a:lnTo>
                  <a:pt x="57879" y="106362"/>
                </a:lnTo>
                <a:lnTo>
                  <a:pt x="81373" y="106362"/>
                </a:lnTo>
                <a:lnTo>
                  <a:pt x="81373" y="188056"/>
                </a:lnTo>
                <a:lnTo>
                  <a:pt x="169833" y="188056"/>
                </a:lnTo>
                <a:lnTo>
                  <a:pt x="170649" y="199482"/>
                </a:lnTo>
                <a:lnTo>
                  <a:pt x="127423" y="204742"/>
                </a:lnTo>
                <a:lnTo>
                  <a:pt x="83696" y="207758"/>
                </a:lnTo>
                <a:lnTo>
                  <a:pt x="41531" y="209093"/>
                </a:lnTo>
                <a:lnTo>
                  <a:pt x="2990" y="209307"/>
                </a:lnTo>
                <a:close/>
              </a:path>
              <a:path w="254000" h="268604">
                <a:moveTo>
                  <a:pt x="169833" y="188056"/>
                </a:moveTo>
                <a:lnTo>
                  <a:pt x="81373" y="188056"/>
                </a:lnTo>
                <a:lnTo>
                  <a:pt x="103727" y="187023"/>
                </a:lnTo>
                <a:lnTo>
                  <a:pt x="126051" y="185640"/>
                </a:lnTo>
                <a:lnTo>
                  <a:pt x="148035" y="183836"/>
                </a:lnTo>
                <a:lnTo>
                  <a:pt x="169368" y="181542"/>
                </a:lnTo>
                <a:lnTo>
                  <a:pt x="169833" y="1880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6535308" y="8307806"/>
            <a:ext cx="226695" cy="268605"/>
          </a:xfrm>
          <a:custGeom>
            <a:avLst/>
            <a:gdLst/>
            <a:ahLst/>
            <a:cxnLst/>
            <a:rect l="l" t="t" r="r" b="b"/>
            <a:pathLst>
              <a:path w="226695" h="268604">
                <a:moveTo>
                  <a:pt x="226607" y="268468"/>
                </a:moveTo>
                <a:lnTo>
                  <a:pt x="203754" y="268468"/>
                </a:lnTo>
                <a:lnTo>
                  <a:pt x="203754" y="0"/>
                </a:lnTo>
                <a:lnTo>
                  <a:pt x="226607" y="0"/>
                </a:lnTo>
                <a:lnTo>
                  <a:pt x="226607" y="268468"/>
                </a:lnTo>
                <a:close/>
              </a:path>
              <a:path w="226695" h="268604">
                <a:moveTo>
                  <a:pt x="172785" y="104653"/>
                </a:moveTo>
                <a:lnTo>
                  <a:pt x="149932" y="104653"/>
                </a:lnTo>
                <a:lnTo>
                  <a:pt x="149932" y="5766"/>
                </a:lnTo>
                <a:lnTo>
                  <a:pt x="172785" y="5766"/>
                </a:lnTo>
                <a:lnTo>
                  <a:pt x="172785" y="104653"/>
                </a:lnTo>
                <a:close/>
              </a:path>
              <a:path w="226695" h="268604">
                <a:moveTo>
                  <a:pt x="57452" y="209093"/>
                </a:moveTo>
                <a:lnTo>
                  <a:pt x="33788" y="202649"/>
                </a:lnTo>
                <a:lnTo>
                  <a:pt x="15671" y="183971"/>
                </a:lnTo>
                <a:lnTo>
                  <a:pt x="4081" y="154520"/>
                </a:lnTo>
                <a:lnTo>
                  <a:pt x="0" y="115759"/>
                </a:lnTo>
                <a:lnTo>
                  <a:pt x="4081" y="77152"/>
                </a:lnTo>
                <a:lnTo>
                  <a:pt x="15671" y="47814"/>
                </a:lnTo>
                <a:lnTo>
                  <a:pt x="33788" y="29170"/>
                </a:lnTo>
                <a:lnTo>
                  <a:pt x="57452" y="22639"/>
                </a:lnTo>
                <a:lnTo>
                  <a:pt x="79845" y="28335"/>
                </a:lnTo>
                <a:lnTo>
                  <a:pt x="97472" y="44664"/>
                </a:lnTo>
                <a:lnTo>
                  <a:pt x="97559" y="44851"/>
                </a:lnTo>
                <a:lnTo>
                  <a:pt x="57452" y="44851"/>
                </a:lnTo>
                <a:lnTo>
                  <a:pt x="42815" y="49803"/>
                </a:lnTo>
                <a:lnTo>
                  <a:pt x="31663" y="63966"/>
                </a:lnTo>
                <a:lnTo>
                  <a:pt x="24594" y="86299"/>
                </a:lnTo>
                <a:lnTo>
                  <a:pt x="22212" y="115759"/>
                </a:lnTo>
                <a:lnTo>
                  <a:pt x="24594" y="145250"/>
                </a:lnTo>
                <a:lnTo>
                  <a:pt x="31663" y="167632"/>
                </a:lnTo>
                <a:lnTo>
                  <a:pt x="42815" y="181805"/>
                </a:lnTo>
                <a:lnTo>
                  <a:pt x="57452" y="186667"/>
                </a:lnTo>
                <a:lnTo>
                  <a:pt x="97684" y="186667"/>
                </a:lnTo>
                <a:lnTo>
                  <a:pt x="80177" y="203293"/>
                </a:lnTo>
                <a:lnTo>
                  <a:pt x="57452" y="209093"/>
                </a:lnTo>
                <a:close/>
              </a:path>
              <a:path w="226695" h="268604">
                <a:moveTo>
                  <a:pt x="97684" y="186667"/>
                </a:moveTo>
                <a:lnTo>
                  <a:pt x="57452" y="186667"/>
                </a:lnTo>
                <a:lnTo>
                  <a:pt x="72339" y="181805"/>
                </a:lnTo>
                <a:lnTo>
                  <a:pt x="83642" y="167632"/>
                </a:lnTo>
                <a:lnTo>
                  <a:pt x="90821" y="145250"/>
                </a:lnTo>
                <a:lnTo>
                  <a:pt x="93333" y="115759"/>
                </a:lnTo>
                <a:lnTo>
                  <a:pt x="90821" y="86299"/>
                </a:lnTo>
                <a:lnTo>
                  <a:pt x="83642" y="63966"/>
                </a:lnTo>
                <a:lnTo>
                  <a:pt x="72339" y="49803"/>
                </a:lnTo>
                <a:lnTo>
                  <a:pt x="57452" y="44851"/>
                </a:lnTo>
                <a:lnTo>
                  <a:pt x="97559" y="44851"/>
                </a:lnTo>
                <a:lnTo>
                  <a:pt x="109532" y="70484"/>
                </a:lnTo>
                <a:lnTo>
                  <a:pt x="115225" y="104653"/>
                </a:lnTo>
                <a:lnTo>
                  <a:pt x="172785" y="104653"/>
                </a:lnTo>
                <a:lnTo>
                  <a:pt x="172785" y="124302"/>
                </a:lnTo>
                <a:lnTo>
                  <a:pt x="115332" y="124302"/>
                </a:lnTo>
                <a:lnTo>
                  <a:pt x="109968" y="159656"/>
                </a:lnTo>
                <a:lnTo>
                  <a:pt x="97965" y="186400"/>
                </a:lnTo>
                <a:lnTo>
                  <a:pt x="97684" y="186667"/>
                </a:lnTo>
                <a:close/>
              </a:path>
              <a:path w="226695" h="268604">
                <a:moveTo>
                  <a:pt x="172785" y="254799"/>
                </a:moveTo>
                <a:lnTo>
                  <a:pt x="149932" y="254799"/>
                </a:lnTo>
                <a:lnTo>
                  <a:pt x="149932" y="124302"/>
                </a:lnTo>
                <a:lnTo>
                  <a:pt x="172785" y="124302"/>
                </a:lnTo>
                <a:lnTo>
                  <a:pt x="172785" y="254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6886573" y="8307806"/>
            <a:ext cx="219710" cy="268605"/>
          </a:xfrm>
          <a:custGeom>
            <a:avLst/>
            <a:gdLst/>
            <a:ahLst/>
            <a:cxnLst/>
            <a:rect l="l" t="t" r="r" b="b"/>
            <a:pathLst>
              <a:path w="219709" h="268604">
                <a:moveTo>
                  <a:pt x="219559" y="107857"/>
                </a:moveTo>
                <a:lnTo>
                  <a:pt x="196919" y="107857"/>
                </a:lnTo>
                <a:lnTo>
                  <a:pt x="196919" y="0"/>
                </a:lnTo>
                <a:lnTo>
                  <a:pt x="219559" y="0"/>
                </a:lnTo>
                <a:lnTo>
                  <a:pt x="219559" y="107857"/>
                </a:lnTo>
                <a:close/>
              </a:path>
              <a:path w="219709" h="268604">
                <a:moveTo>
                  <a:pt x="157621" y="254372"/>
                </a:moveTo>
                <a:lnTo>
                  <a:pt x="135622" y="254372"/>
                </a:lnTo>
                <a:lnTo>
                  <a:pt x="135622" y="5980"/>
                </a:lnTo>
                <a:lnTo>
                  <a:pt x="157621" y="5980"/>
                </a:lnTo>
                <a:lnTo>
                  <a:pt x="157621" y="107857"/>
                </a:lnTo>
                <a:lnTo>
                  <a:pt x="219559" y="107857"/>
                </a:lnTo>
                <a:lnTo>
                  <a:pt x="219559" y="127506"/>
                </a:lnTo>
                <a:lnTo>
                  <a:pt x="157621" y="127506"/>
                </a:lnTo>
                <a:lnTo>
                  <a:pt x="157621" y="254372"/>
                </a:lnTo>
                <a:close/>
              </a:path>
              <a:path w="219709" h="268604">
                <a:moveTo>
                  <a:pt x="219559" y="268468"/>
                </a:moveTo>
                <a:lnTo>
                  <a:pt x="196919" y="268468"/>
                </a:lnTo>
                <a:lnTo>
                  <a:pt x="196919" y="127506"/>
                </a:lnTo>
                <a:lnTo>
                  <a:pt x="219559" y="127506"/>
                </a:lnTo>
                <a:lnTo>
                  <a:pt x="219559" y="268468"/>
                </a:lnTo>
                <a:close/>
              </a:path>
              <a:path w="219709" h="268604">
                <a:moveTo>
                  <a:pt x="17299" y="202045"/>
                </a:moveTo>
                <a:lnTo>
                  <a:pt x="0" y="202045"/>
                </a:lnTo>
                <a:lnTo>
                  <a:pt x="0" y="32891"/>
                </a:lnTo>
                <a:lnTo>
                  <a:pt x="100595" y="32891"/>
                </a:lnTo>
                <a:lnTo>
                  <a:pt x="100595" y="52326"/>
                </a:lnTo>
                <a:lnTo>
                  <a:pt x="23707" y="52326"/>
                </a:lnTo>
                <a:lnTo>
                  <a:pt x="23707" y="181755"/>
                </a:lnTo>
                <a:lnTo>
                  <a:pt x="116800" y="181755"/>
                </a:lnTo>
                <a:lnTo>
                  <a:pt x="118109" y="193929"/>
                </a:lnTo>
                <a:lnTo>
                  <a:pt x="94548" y="198051"/>
                </a:lnTo>
                <a:lnTo>
                  <a:pt x="71068" y="200470"/>
                </a:lnTo>
                <a:lnTo>
                  <a:pt x="45906" y="201648"/>
                </a:lnTo>
                <a:lnTo>
                  <a:pt x="17299" y="202045"/>
                </a:lnTo>
                <a:close/>
              </a:path>
              <a:path w="219709" h="268604">
                <a:moveTo>
                  <a:pt x="116800" y="181755"/>
                </a:moveTo>
                <a:lnTo>
                  <a:pt x="23707" y="181755"/>
                </a:lnTo>
                <a:lnTo>
                  <a:pt x="49581" y="181365"/>
                </a:lnTo>
                <a:lnTo>
                  <a:pt x="72603" y="180153"/>
                </a:lnTo>
                <a:lnTo>
                  <a:pt x="94243" y="177821"/>
                </a:lnTo>
                <a:lnTo>
                  <a:pt x="115973" y="174066"/>
                </a:lnTo>
                <a:lnTo>
                  <a:pt x="116800" y="1817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7144790" y="8308020"/>
            <a:ext cx="250190" cy="262890"/>
          </a:xfrm>
          <a:custGeom>
            <a:avLst/>
            <a:gdLst/>
            <a:ahLst/>
            <a:cxnLst/>
            <a:rect l="l" t="t" r="r" b="b"/>
            <a:pathLst>
              <a:path w="250190" h="262890">
                <a:moveTo>
                  <a:pt x="91838" y="32891"/>
                </a:moveTo>
                <a:lnTo>
                  <a:pt x="68345" y="32891"/>
                </a:lnTo>
                <a:lnTo>
                  <a:pt x="68345" y="0"/>
                </a:lnTo>
                <a:lnTo>
                  <a:pt x="91838" y="0"/>
                </a:lnTo>
                <a:lnTo>
                  <a:pt x="91838" y="32891"/>
                </a:lnTo>
                <a:close/>
              </a:path>
              <a:path w="250190" h="262890">
                <a:moveTo>
                  <a:pt x="159970" y="52326"/>
                </a:moveTo>
                <a:lnTo>
                  <a:pt x="0" y="52326"/>
                </a:lnTo>
                <a:lnTo>
                  <a:pt x="0" y="32891"/>
                </a:lnTo>
                <a:lnTo>
                  <a:pt x="159970" y="32891"/>
                </a:lnTo>
                <a:lnTo>
                  <a:pt x="159970" y="52326"/>
                </a:lnTo>
                <a:close/>
              </a:path>
              <a:path w="250190" h="262890">
                <a:moveTo>
                  <a:pt x="209307" y="201191"/>
                </a:moveTo>
                <a:lnTo>
                  <a:pt x="185600" y="201191"/>
                </a:lnTo>
                <a:lnTo>
                  <a:pt x="185600" y="0"/>
                </a:lnTo>
                <a:lnTo>
                  <a:pt x="209307" y="0"/>
                </a:lnTo>
                <a:lnTo>
                  <a:pt x="209307" y="88421"/>
                </a:lnTo>
                <a:lnTo>
                  <a:pt x="249673" y="88421"/>
                </a:lnTo>
                <a:lnTo>
                  <a:pt x="249673" y="108498"/>
                </a:lnTo>
                <a:lnTo>
                  <a:pt x="209307" y="108498"/>
                </a:lnTo>
                <a:lnTo>
                  <a:pt x="209307" y="201191"/>
                </a:lnTo>
                <a:close/>
              </a:path>
              <a:path w="250190" h="262890">
                <a:moveTo>
                  <a:pt x="80092" y="166805"/>
                </a:moveTo>
                <a:lnTo>
                  <a:pt x="53551" y="163297"/>
                </a:lnTo>
                <a:lnTo>
                  <a:pt x="33078" y="153322"/>
                </a:lnTo>
                <a:lnTo>
                  <a:pt x="19932" y="137701"/>
                </a:lnTo>
                <a:lnTo>
                  <a:pt x="15377" y="117254"/>
                </a:lnTo>
                <a:lnTo>
                  <a:pt x="19932" y="96527"/>
                </a:lnTo>
                <a:lnTo>
                  <a:pt x="33078" y="80706"/>
                </a:lnTo>
                <a:lnTo>
                  <a:pt x="53551" y="70611"/>
                </a:lnTo>
                <a:lnTo>
                  <a:pt x="80092" y="67063"/>
                </a:lnTo>
                <a:lnTo>
                  <a:pt x="106268" y="70611"/>
                </a:lnTo>
                <a:lnTo>
                  <a:pt x="126598" y="80706"/>
                </a:lnTo>
                <a:lnTo>
                  <a:pt x="130720" y="85645"/>
                </a:lnTo>
                <a:lnTo>
                  <a:pt x="80092" y="85645"/>
                </a:lnTo>
                <a:lnTo>
                  <a:pt x="62765" y="87881"/>
                </a:lnTo>
                <a:lnTo>
                  <a:pt x="49443" y="94241"/>
                </a:lnTo>
                <a:lnTo>
                  <a:pt x="40927" y="104206"/>
                </a:lnTo>
                <a:lnTo>
                  <a:pt x="38017" y="117254"/>
                </a:lnTo>
                <a:lnTo>
                  <a:pt x="40927" y="130019"/>
                </a:lnTo>
                <a:lnTo>
                  <a:pt x="49443" y="139760"/>
                </a:lnTo>
                <a:lnTo>
                  <a:pt x="62765" y="145937"/>
                </a:lnTo>
                <a:lnTo>
                  <a:pt x="80092" y="148010"/>
                </a:lnTo>
                <a:lnTo>
                  <a:pt x="131088" y="148010"/>
                </a:lnTo>
                <a:lnTo>
                  <a:pt x="126598" y="153322"/>
                </a:lnTo>
                <a:lnTo>
                  <a:pt x="106268" y="163297"/>
                </a:lnTo>
                <a:lnTo>
                  <a:pt x="80092" y="166805"/>
                </a:lnTo>
                <a:close/>
              </a:path>
              <a:path w="250190" h="262890">
                <a:moveTo>
                  <a:pt x="131088" y="148010"/>
                </a:moveTo>
                <a:lnTo>
                  <a:pt x="80092" y="148010"/>
                </a:lnTo>
                <a:lnTo>
                  <a:pt x="97178" y="145937"/>
                </a:lnTo>
                <a:lnTo>
                  <a:pt x="110420" y="139760"/>
                </a:lnTo>
                <a:lnTo>
                  <a:pt x="119016" y="130019"/>
                </a:lnTo>
                <a:lnTo>
                  <a:pt x="122167" y="117254"/>
                </a:lnTo>
                <a:lnTo>
                  <a:pt x="119016" y="104206"/>
                </a:lnTo>
                <a:lnTo>
                  <a:pt x="110420" y="94241"/>
                </a:lnTo>
                <a:lnTo>
                  <a:pt x="97178" y="87881"/>
                </a:lnTo>
                <a:lnTo>
                  <a:pt x="80092" y="85645"/>
                </a:lnTo>
                <a:lnTo>
                  <a:pt x="130720" y="85645"/>
                </a:lnTo>
                <a:lnTo>
                  <a:pt x="139800" y="96527"/>
                </a:lnTo>
                <a:lnTo>
                  <a:pt x="144592" y="117254"/>
                </a:lnTo>
                <a:lnTo>
                  <a:pt x="139800" y="137701"/>
                </a:lnTo>
                <a:lnTo>
                  <a:pt x="131088" y="148010"/>
                </a:lnTo>
                <a:close/>
              </a:path>
              <a:path w="250190" h="262890">
                <a:moveTo>
                  <a:pt x="221694" y="262274"/>
                </a:moveTo>
                <a:lnTo>
                  <a:pt x="41220" y="262274"/>
                </a:lnTo>
                <a:lnTo>
                  <a:pt x="41220" y="184959"/>
                </a:lnTo>
                <a:lnTo>
                  <a:pt x="64714" y="184959"/>
                </a:lnTo>
                <a:lnTo>
                  <a:pt x="64714" y="242625"/>
                </a:lnTo>
                <a:lnTo>
                  <a:pt x="221694" y="242625"/>
                </a:lnTo>
                <a:lnTo>
                  <a:pt x="221694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7493214" y="8307806"/>
            <a:ext cx="219710" cy="267970"/>
          </a:xfrm>
          <a:custGeom>
            <a:avLst/>
            <a:gdLst/>
            <a:ahLst/>
            <a:cxnLst/>
            <a:rect l="l" t="t" r="r" b="b"/>
            <a:pathLst>
              <a:path w="219709" h="267970">
                <a:moveTo>
                  <a:pt x="218277" y="38871"/>
                </a:moveTo>
                <a:lnTo>
                  <a:pt x="194570" y="38871"/>
                </a:lnTo>
                <a:lnTo>
                  <a:pt x="194570" y="0"/>
                </a:lnTo>
                <a:lnTo>
                  <a:pt x="218277" y="0"/>
                </a:lnTo>
                <a:lnTo>
                  <a:pt x="218277" y="38871"/>
                </a:lnTo>
                <a:close/>
              </a:path>
              <a:path w="219709" h="267970">
                <a:moveTo>
                  <a:pt x="69626" y="143311"/>
                </a:moveTo>
                <a:lnTo>
                  <a:pt x="41778" y="138746"/>
                </a:lnTo>
                <a:lnTo>
                  <a:pt x="19675" y="125691"/>
                </a:lnTo>
                <a:lnTo>
                  <a:pt x="5142" y="105588"/>
                </a:lnTo>
                <a:lnTo>
                  <a:pt x="0" y="79878"/>
                </a:lnTo>
                <a:lnTo>
                  <a:pt x="5142" y="54045"/>
                </a:lnTo>
                <a:lnTo>
                  <a:pt x="19675" y="33878"/>
                </a:lnTo>
                <a:lnTo>
                  <a:pt x="41778" y="20800"/>
                </a:lnTo>
                <a:lnTo>
                  <a:pt x="69626" y="16231"/>
                </a:lnTo>
                <a:lnTo>
                  <a:pt x="85930" y="17712"/>
                </a:lnTo>
                <a:lnTo>
                  <a:pt x="100662" y="22145"/>
                </a:lnTo>
                <a:lnTo>
                  <a:pt x="113492" y="29281"/>
                </a:lnTo>
                <a:lnTo>
                  <a:pt x="121729" y="36735"/>
                </a:lnTo>
                <a:lnTo>
                  <a:pt x="69626" y="36735"/>
                </a:lnTo>
                <a:lnTo>
                  <a:pt x="50751" y="39812"/>
                </a:lnTo>
                <a:lnTo>
                  <a:pt x="35881" y="48695"/>
                </a:lnTo>
                <a:lnTo>
                  <a:pt x="26136" y="62385"/>
                </a:lnTo>
                <a:lnTo>
                  <a:pt x="22639" y="79878"/>
                </a:lnTo>
                <a:lnTo>
                  <a:pt x="26136" y="97191"/>
                </a:lnTo>
                <a:lnTo>
                  <a:pt x="35881" y="110900"/>
                </a:lnTo>
                <a:lnTo>
                  <a:pt x="50751" y="119884"/>
                </a:lnTo>
                <a:lnTo>
                  <a:pt x="69626" y="123021"/>
                </a:lnTo>
                <a:lnTo>
                  <a:pt x="121493" y="123021"/>
                </a:lnTo>
                <a:lnTo>
                  <a:pt x="113492" y="130261"/>
                </a:lnTo>
                <a:lnTo>
                  <a:pt x="100662" y="137397"/>
                </a:lnTo>
                <a:lnTo>
                  <a:pt x="85930" y="141831"/>
                </a:lnTo>
                <a:lnTo>
                  <a:pt x="69626" y="143311"/>
                </a:lnTo>
                <a:close/>
              </a:path>
              <a:path w="219709" h="267970">
                <a:moveTo>
                  <a:pt x="121493" y="123021"/>
                </a:moveTo>
                <a:lnTo>
                  <a:pt x="69626" y="123021"/>
                </a:lnTo>
                <a:lnTo>
                  <a:pt x="88164" y="119884"/>
                </a:lnTo>
                <a:lnTo>
                  <a:pt x="102918" y="110900"/>
                </a:lnTo>
                <a:lnTo>
                  <a:pt x="112666" y="97191"/>
                </a:lnTo>
                <a:lnTo>
                  <a:pt x="116186" y="79878"/>
                </a:lnTo>
                <a:lnTo>
                  <a:pt x="112666" y="62385"/>
                </a:lnTo>
                <a:lnTo>
                  <a:pt x="102918" y="48695"/>
                </a:lnTo>
                <a:lnTo>
                  <a:pt x="88164" y="39812"/>
                </a:lnTo>
                <a:lnTo>
                  <a:pt x="69626" y="36735"/>
                </a:lnTo>
                <a:lnTo>
                  <a:pt x="121729" y="36735"/>
                </a:lnTo>
                <a:lnTo>
                  <a:pt x="124089" y="38871"/>
                </a:lnTo>
                <a:lnTo>
                  <a:pt x="218277" y="38871"/>
                </a:lnTo>
                <a:lnTo>
                  <a:pt x="218277" y="58307"/>
                </a:lnTo>
                <a:lnTo>
                  <a:pt x="135408" y="58307"/>
                </a:lnTo>
                <a:lnTo>
                  <a:pt x="137758" y="64927"/>
                </a:lnTo>
                <a:lnTo>
                  <a:pt x="139039" y="72189"/>
                </a:lnTo>
                <a:lnTo>
                  <a:pt x="139039" y="87460"/>
                </a:lnTo>
                <a:lnTo>
                  <a:pt x="137758" y="94508"/>
                </a:lnTo>
                <a:lnTo>
                  <a:pt x="135515" y="101022"/>
                </a:lnTo>
                <a:lnTo>
                  <a:pt x="218277" y="101022"/>
                </a:lnTo>
                <a:lnTo>
                  <a:pt x="218277" y="120672"/>
                </a:lnTo>
                <a:lnTo>
                  <a:pt x="124089" y="120672"/>
                </a:lnTo>
                <a:lnTo>
                  <a:pt x="121493" y="123021"/>
                </a:lnTo>
                <a:close/>
              </a:path>
              <a:path w="219709" h="267970">
                <a:moveTo>
                  <a:pt x="218277" y="101022"/>
                </a:moveTo>
                <a:lnTo>
                  <a:pt x="194570" y="101022"/>
                </a:lnTo>
                <a:lnTo>
                  <a:pt x="194570" y="58307"/>
                </a:lnTo>
                <a:lnTo>
                  <a:pt x="218277" y="58307"/>
                </a:lnTo>
                <a:lnTo>
                  <a:pt x="218277" y="101022"/>
                </a:lnTo>
                <a:close/>
              </a:path>
              <a:path w="219709" h="267970">
                <a:moveTo>
                  <a:pt x="218277" y="159116"/>
                </a:moveTo>
                <a:lnTo>
                  <a:pt x="194570" y="159116"/>
                </a:lnTo>
                <a:lnTo>
                  <a:pt x="194570" y="120672"/>
                </a:lnTo>
                <a:lnTo>
                  <a:pt x="218277" y="120672"/>
                </a:lnTo>
                <a:lnTo>
                  <a:pt x="218277" y="159116"/>
                </a:lnTo>
                <a:close/>
              </a:path>
              <a:path w="219709" h="267970">
                <a:moveTo>
                  <a:pt x="129215" y="267827"/>
                </a:moveTo>
                <a:lnTo>
                  <a:pt x="91618" y="264383"/>
                </a:lnTo>
                <a:lnTo>
                  <a:pt x="63272" y="254372"/>
                </a:lnTo>
                <a:lnTo>
                  <a:pt x="45418" y="238273"/>
                </a:lnTo>
                <a:lnTo>
                  <a:pt x="39298" y="216568"/>
                </a:lnTo>
                <a:lnTo>
                  <a:pt x="45418" y="194864"/>
                </a:lnTo>
                <a:lnTo>
                  <a:pt x="63272" y="178765"/>
                </a:lnTo>
                <a:lnTo>
                  <a:pt x="91618" y="168753"/>
                </a:lnTo>
                <a:lnTo>
                  <a:pt x="129215" y="165310"/>
                </a:lnTo>
                <a:lnTo>
                  <a:pt x="166691" y="168753"/>
                </a:lnTo>
                <a:lnTo>
                  <a:pt x="194997" y="178765"/>
                </a:lnTo>
                <a:lnTo>
                  <a:pt x="200695" y="183891"/>
                </a:lnTo>
                <a:lnTo>
                  <a:pt x="129215" y="183891"/>
                </a:lnTo>
                <a:lnTo>
                  <a:pt x="101383" y="186113"/>
                </a:lnTo>
                <a:lnTo>
                  <a:pt x="80359" y="192541"/>
                </a:lnTo>
                <a:lnTo>
                  <a:pt x="67103" y="202813"/>
                </a:lnTo>
                <a:lnTo>
                  <a:pt x="62578" y="216568"/>
                </a:lnTo>
                <a:lnTo>
                  <a:pt x="67103" y="230077"/>
                </a:lnTo>
                <a:lnTo>
                  <a:pt x="80359" y="240222"/>
                </a:lnTo>
                <a:lnTo>
                  <a:pt x="101383" y="246603"/>
                </a:lnTo>
                <a:lnTo>
                  <a:pt x="129215" y="248819"/>
                </a:lnTo>
                <a:lnTo>
                  <a:pt x="201169" y="248819"/>
                </a:lnTo>
                <a:lnTo>
                  <a:pt x="194997" y="254372"/>
                </a:lnTo>
                <a:lnTo>
                  <a:pt x="166691" y="264383"/>
                </a:lnTo>
                <a:lnTo>
                  <a:pt x="129215" y="267827"/>
                </a:lnTo>
                <a:close/>
              </a:path>
              <a:path w="219709" h="267970">
                <a:moveTo>
                  <a:pt x="201169" y="248819"/>
                </a:moveTo>
                <a:lnTo>
                  <a:pt x="129215" y="248819"/>
                </a:lnTo>
                <a:lnTo>
                  <a:pt x="157050" y="246603"/>
                </a:lnTo>
                <a:lnTo>
                  <a:pt x="178098" y="240222"/>
                </a:lnTo>
                <a:lnTo>
                  <a:pt x="191416" y="230077"/>
                </a:lnTo>
                <a:lnTo>
                  <a:pt x="196065" y="216568"/>
                </a:lnTo>
                <a:lnTo>
                  <a:pt x="191416" y="202813"/>
                </a:lnTo>
                <a:lnTo>
                  <a:pt x="178098" y="192541"/>
                </a:lnTo>
                <a:lnTo>
                  <a:pt x="157050" y="186113"/>
                </a:lnTo>
                <a:lnTo>
                  <a:pt x="129215" y="183891"/>
                </a:lnTo>
                <a:lnTo>
                  <a:pt x="200695" y="183891"/>
                </a:lnTo>
                <a:lnTo>
                  <a:pt x="212891" y="194864"/>
                </a:lnTo>
                <a:lnTo>
                  <a:pt x="219131" y="216568"/>
                </a:lnTo>
                <a:lnTo>
                  <a:pt x="212891" y="238273"/>
                </a:lnTo>
                <a:lnTo>
                  <a:pt x="201169" y="2488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7756984" y="8305671"/>
            <a:ext cx="249554" cy="270510"/>
          </a:xfrm>
          <a:custGeom>
            <a:avLst/>
            <a:gdLst/>
            <a:ahLst/>
            <a:cxnLst/>
            <a:rect l="l" t="t" r="r" b="b"/>
            <a:pathLst>
              <a:path w="249554" h="270509">
                <a:moveTo>
                  <a:pt x="91838" y="32677"/>
                </a:moveTo>
                <a:lnTo>
                  <a:pt x="68345" y="32677"/>
                </a:lnTo>
                <a:lnTo>
                  <a:pt x="68345" y="0"/>
                </a:lnTo>
                <a:lnTo>
                  <a:pt x="91838" y="0"/>
                </a:lnTo>
                <a:lnTo>
                  <a:pt x="91838" y="32677"/>
                </a:lnTo>
                <a:close/>
              </a:path>
              <a:path w="249554" h="270509">
                <a:moveTo>
                  <a:pt x="159970" y="51686"/>
                </a:moveTo>
                <a:lnTo>
                  <a:pt x="0" y="51686"/>
                </a:lnTo>
                <a:lnTo>
                  <a:pt x="0" y="32677"/>
                </a:lnTo>
                <a:lnTo>
                  <a:pt x="159970" y="32677"/>
                </a:lnTo>
                <a:lnTo>
                  <a:pt x="159970" y="51686"/>
                </a:lnTo>
                <a:close/>
              </a:path>
              <a:path w="249554" h="270509">
                <a:moveTo>
                  <a:pt x="209307" y="175348"/>
                </a:moveTo>
                <a:lnTo>
                  <a:pt x="185600" y="175348"/>
                </a:lnTo>
                <a:lnTo>
                  <a:pt x="185600" y="2135"/>
                </a:lnTo>
                <a:lnTo>
                  <a:pt x="209307" y="2135"/>
                </a:lnTo>
                <a:lnTo>
                  <a:pt x="209307" y="49123"/>
                </a:lnTo>
                <a:lnTo>
                  <a:pt x="249032" y="49123"/>
                </a:lnTo>
                <a:lnTo>
                  <a:pt x="249032" y="68772"/>
                </a:lnTo>
                <a:lnTo>
                  <a:pt x="209307" y="68772"/>
                </a:lnTo>
                <a:lnTo>
                  <a:pt x="209307" y="105935"/>
                </a:lnTo>
                <a:lnTo>
                  <a:pt x="249032" y="105935"/>
                </a:lnTo>
                <a:lnTo>
                  <a:pt x="249032" y="125797"/>
                </a:lnTo>
                <a:lnTo>
                  <a:pt x="209307" y="125797"/>
                </a:lnTo>
                <a:lnTo>
                  <a:pt x="209307" y="175348"/>
                </a:lnTo>
                <a:close/>
              </a:path>
              <a:path w="249554" h="270509">
                <a:moveTo>
                  <a:pt x="80092" y="160184"/>
                </a:moveTo>
                <a:lnTo>
                  <a:pt x="53461" y="156953"/>
                </a:lnTo>
                <a:lnTo>
                  <a:pt x="32997" y="147476"/>
                </a:lnTo>
                <a:lnTo>
                  <a:pt x="19902" y="132552"/>
                </a:lnTo>
                <a:lnTo>
                  <a:pt x="15377" y="112983"/>
                </a:lnTo>
                <a:lnTo>
                  <a:pt x="19902" y="93410"/>
                </a:lnTo>
                <a:lnTo>
                  <a:pt x="32997" y="78463"/>
                </a:lnTo>
                <a:lnTo>
                  <a:pt x="53461" y="68922"/>
                </a:lnTo>
                <a:lnTo>
                  <a:pt x="80092" y="65568"/>
                </a:lnTo>
                <a:lnTo>
                  <a:pt x="106358" y="68922"/>
                </a:lnTo>
                <a:lnTo>
                  <a:pt x="126678" y="78463"/>
                </a:lnTo>
                <a:lnTo>
                  <a:pt x="130930" y="83295"/>
                </a:lnTo>
                <a:lnTo>
                  <a:pt x="80092" y="83295"/>
                </a:lnTo>
                <a:lnTo>
                  <a:pt x="62765" y="85531"/>
                </a:lnTo>
                <a:lnTo>
                  <a:pt x="49443" y="91571"/>
                </a:lnTo>
                <a:lnTo>
                  <a:pt x="40927" y="100895"/>
                </a:lnTo>
                <a:lnTo>
                  <a:pt x="38017" y="112983"/>
                </a:lnTo>
                <a:lnTo>
                  <a:pt x="40927" y="124876"/>
                </a:lnTo>
                <a:lnTo>
                  <a:pt x="49443" y="133967"/>
                </a:lnTo>
                <a:lnTo>
                  <a:pt x="62765" y="139774"/>
                </a:lnTo>
                <a:lnTo>
                  <a:pt x="80092" y="141816"/>
                </a:lnTo>
                <a:lnTo>
                  <a:pt x="131666" y="141816"/>
                </a:lnTo>
                <a:lnTo>
                  <a:pt x="126678" y="147476"/>
                </a:lnTo>
                <a:lnTo>
                  <a:pt x="106358" y="156953"/>
                </a:lnTo>
                <a:lnTo>
                  <a:pt x="80092" y="160184"/>
                </a:lnTo>
                <a:close/>
              </a:path>
              <a:path w="249554" h="270509">
                <a:moveTo>
                  <a:pt x="131666" y="141816"/>
                </a:moveTo>
                <a:lnTo>
                  <a:pt x="80092" y="141816"/>
                </a:lnTo>
                <a:lnTo>
                  <a:pt x="97178" y="139774"/>
                </a:lnTo>
                <a:lnTo>
                  <a:pt x="110420" y="133967"/>
                </a:lnTo>
                <a:lnTo>
                  <a:pt x="119016" y="124876"/>
                </a:lnTo>
                <a:lnTo>
                  <a:pt x="122167" y="112983"/>
                </a:lnTo>
                <a:lnTo>
                  <a:pt x="119016" y="100895"/>
                </a:lnTo>
                <a:lnTo>
                  <a:pt x="110420" y="91571"/>
                </a:lnTo>
                <a:lnTo>
                  <a:pt x="97178" y="85531"/>
                </a:lnTo>
                <a:lnTo>
                  <a:pt x="80092" y="83295"/>
                </a:lnTo>
                <a:lnTo>
                  <a:pt x="130930" y="83295"/>
                </a:lnTo>
                <a:lnTo>
                  <a:pt x="139830" y="93410"/>
                </a:lnTo>
                <a:lnTo>
                  <a:pt x="144592" y="112983"/>
                </a:lnTo>
                <a:lnTo>
                  <a:pt x="139830" y="132552"/>
                </a:lnTo>
                <a:lnTo>
                  <a:pt x="131666" y="141816"/>
                </a:lnTo>
                <a:close/>
              </a:path>
              <a:path w="249554" h="270509">
                <a:moveTo>
                  <a:pt x="124516" y="269963"/>
                </a:moveTo>
                <a:lnTo>
                  <a:pt x="87580" y="266840"/>
                </a:lnTo>
                <a:lnTo>
                  <a:pt x="59855" y="257789"/>
                </a:lnTo>
                <a:lnTo>
                  <a:pt x="42462" y="243293"/>
                </a:lnTo>
                <a:lnTo>
                  <a:pt x="36521" y="223830"/>
                </a:lnTo>
                <a:lnTo>
                  <a:pt x="42462" y="204121"/>
                </a:lnTo>
                <a:lnTo>
                  <a:pt x="59855" y="189497"/>
                </a:lnTo>
                <a:lnTo>
                  <a:pt x="87580" y="180400"/>
                </a:lnTo>
                <a:lnTo>
                  <a:pt x="124516" y="177270"/>
                </a:lnTo>
                <a:lnTo>
                  <a:pt x="161208" y="180400"/>
                </a:lnTo>
                <a:lnTo>
                  <a:pt x="188830" y="189497"/>
                </a:lnTo>
                <a:lnTo>
                  <a:pt x="196395" y="195851"/>
                </a:lnTo>
                <a:lnTo>
                  <a:pt x="124516" y="195851"/>
                </a:lnTo>
                <a:lnTo>
                  <a:pt x="97378" y="197700"/>
                </a:lnTo>
                <a:lnTo>
                  <a:pt x="77048" y="203113"/>
                </a:lnTo>
                <a:lnTo>
                  <a:pt x="64327" y="211890"/>
                </a:lnTo>
                <a:lnTo>
                  <a:pt x="60015" y="223830"/>
                </a:lnTo>
                <a:lnTo>
                  <a:pt x="64327" y="235464"/>
                </a:lnTo>
                <a:lnTo>
                  <a:pt x="77048" y="244174"/>
                </a:lnTo>
                <a:lnTo>
                  <a:pt x="97378" y="249600"/>
                </a:lnTo>
                <a:lnTo>
                  <a:pt x="124516" y="251382"/>
                </a:lnTo>
                <a:lnTo>
                  <a:pt x="196525" y="251382"/>
                </a:lnTo>
                <a:lnTo>
                  <a:pt x="188830" y="257789"/>
                </a:lnTo>
                <a:lnTo>
                  <a:pt x="161208" y="266840"/>
                </a:lnTo>
                <a:lnTo>
                  <a:pt x="124516" y="269963"/>
                </a:lnTo>
                <a:close/>
              </a:path>
              <a:path w="249554" h="270509">
                <a:moveTo>
                  <a:pt x="196525" y="251382"/>
                </a:moveTo>
                <a:lnTo>
                  <a:pt x="124516" y="251382"/>
                </a:lnTo>
                <a:lnTo>
                  <a:pt x="151410" y="249600"/>
                </a:lnTo>
                <a:lnTo>
                  <a:pt x="171637" y="244174"/>
                </a:lnTo>
                <a:lnTo>
                  <a:pt x="184375" y="235464"/>
                </a:lnTo>
                <a:lnTo>
                  <a:pt x="188803" y="223830"/>
                </a:lnTo>
                <a:lnTo>
                  <a:pt x="184375" y="211890"/>
                </a:lnTo>
                <a:lnTo>
                  <a:pt x="171637" y="203113"/>
                </a:lnTo>
                <a:lnTo>
                  <a:pt x="151410" y="197700"/>
                </a:lnTo>
                <a:lnTo>
                  <a:pt x="124516" y="195851"/>
                </a:lnTo>
                <a:lnTo>
                  <a:pt x="196395" y="195851"/>
                </a:lnTo>
                <a:lnTo>
                  <a:pt x="206240" y="204121"/>
                </a:lnTo>
                <a:lnTo>
                  <a:pt x="212297" y="223830"/>
                </a:lnTo>
                <a:lnTo>
                  <a:pt x="206240" y="243293"/>
                </a:lnTo>
                <a:lnTo>
                  <a:pt x="196525" y="2513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7790" y="4615812"/>
            <a:ext cx="7812238" cy="4375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68591" y="3366493"/>
            <a:ext cx="370205" cy="417195"/>
          </a:xfrm>
          <a:custGeom>
            <a:avLst/>
            <a:gdLst/>
            <a:ahLst/>
            <a:cxnLst/>
            <a:rect l="l" t="t" r="r" b="b"/>
            <a:pathLst>
              <a:path w="370204" h="417195">
                <a:moveTo>
                  <a:pt x="182308" y="417004"/>
                </a:moveTo>
                <a:lnTo>
                  <a:pt x="132226" y="413442"/>
                </a:lnTo>
                <a:lnTo>
                  <a:pt x="88639" y="401078"/>
                </a:lnTo>
                <a:lnTo>
                  <a:pt x="57835" y="377399"/>
                </a:lnTo>
                <a:lnTo>
                  <a:pt x="46101" y="339890"/>
                </a:lnTo>
                <a:lnTo>
                  <a:pt x="46834" y="329242"/>
                </a:lnTo>
                <a:lnTo>
                  <a:pt x="71404" y="289440"/>
                </a:lnTo>
                <a:lnTo>
                  <a:pt x="109070" y="271629"/>
                </a:lnTo>
                <a:lnTo>
                  <a:pt x="157005" y="264085"/>
                </a:lnTo>
                <a:lnTo>
                  <a:pt x="182308" y="263194"/>
                </a:lnTo>
                <a:lnTo>
                  <a:pt x="195012" y="263417"/>
                </a:lnTo>
                <a:lnTo>
                  <a:pt x="244020" y="268865"/>
                </a:lnTo>
                <a:lnTo>
                  <a:pt x="284935" y="283900"/>
                </a:lnTo>
                <a:lnTo>
                  <a:pt x="306916" y="303009"/>
                </a:lnTo>
                <a:lnTo>
                  <a:pt x="182727" y="303009"/>
                </a:lnTo>
                <a:lnTo>
                  <a:pt x="174044" y="303140"/>
                </a:lnTo>
                <a:lnTo>
                  <a:pt x="134635" y="307776"/>
                </a:lnTo>
                <a:lnTo>
                  <a:pt x="98278" y="327875"/>
                </a:lnTo>
                <a:lnTo>
                  <a:pt x="95973" y="333603"/>
                </a:lnTo>
                <a:lnTo>
                  <a:pt x="95973" y="346735"/>
                </a:lnTo>
                <a:lnTo>
                  <a:pt x="127956" y="370654"/>
                </a:lnTo>
                <a:lnTo>
                  <a:pt x="165596" y="376666"/>
                </a:lnTo>
                <a:lnTo>
                  <a:pt x="182727" y="377190"/>
                </a:lnTo>
                <a:lnTo>
                  <a:pt x="306917" y="377190"/>
                </a:lnTo>
                <a:lnTo>
                  <a:pt x="306781" y="377399"/>
                </a:lnTo>
                <a:lnTo>
                  <a:pt x="275767" y="401078"/>
                </a:lnTo>
                <a:lnTo>
                  <a:pt x="232181" y="413442"/>
                </a:lnTo>
                <a:lnTo>
                  <a:pt x="195012" y="416781"/>
                </a:lnTo>
                <a:lnTo>
                  <a:pt x="182308" y="417004"/>
                </a:lnTo>
                <a:close/>
              </a:path>
              <a:path w="370204" h="417195">
                <a:moveTo>
                  <a:pt x="306917" y="377190"/>
                </a:moveTo>
                <a:lnTo>
                  <a:pt x="182727" y="377190"/>
                </a:lnTo>
                <a:lnTo>
                  <a:pt x="191227" y="377059"/>
                </a:lnTo>
                <a:lnTo>
                  <a:pt x="199543" y="376666"/>
                </a:lnTo>
                <a:lnTo>
                  <a:pt x="243078" y="368598"/>
                </a:lnTo>
                <a:lnTo>
                  <a:pt x="268643" y="333184"/>
                </a:lnTo>
                <a:lnTo>
                  <a:pt x="266268" y="327526"/>
                </a:lnTo>
                <a:lnTo>
                  <a:pt x="229928" y="307776"/>
                </a:lnTo>
                <a:lnTo>
                  <a:pt x="191044" y="303140"/>
                </a:lnTo>
                <a:lnTo>
                  <a:pt x="182727" y="303009"/>
                </a:lnTo>
                <a:lnTo>
                  <a:pt x="306916" y="303009"/>
                </a:lnTo>
                <a:lnTo>
                  <a:pt x="311915" y="310723"/>
                </a:lnTo>
                <a:lnTo>
                  <a:pt x="315582" y="319616"/>
                </a:lnTo>
                <a:lnTo>
                  <a:pt x="317782" y="329478"/>
                </a:lnTo>
                <a:lnTo>
                  <a:pt x="318516" y="340309"/>
                </a:lnTo>
                <a:lnTo>
                  <a:pt x="317782" y="350956"/>
                </a:lnTo>
                <a:lnTo>
                  <a:pt x="315582" y="360687"/>
                </a:lnTo>
                <a:lnTo>
                  <a:pt x="311915" y="369502"/>
                </a:lnTo>
                <a:lnTo>
                  <a:pt x="306917" y="377190"/>
                </a:lnTo>
                <a:close/>
              </a:path>
              <a:path w="370204" h="417195">
                <a:moveTo>
                  <a:pt x="109385" y="243916"/>
                </a:moveTo>
                <a:lnTo>
                  <a:pt x="64056" y="237014"/>
                </a:lnTo>
                <a:lnTo>
                  <a:pt x="28603" y="215522"/>
                </a:lnTo>
                <a:lnTo>
                  <a:pt x="11001" y="179270"/>
                </a:lnTo>
                <a:lnTo>
                  <a:pt x="10477" y="170154"/>
                </a:lnTo>
                <a:lnTo>
                  <a:pt x="10988" y="161026"/>
                </a:lnTo>
                <a:lnTo>
                  <a:pt x="28236" y="124472"/>
                </a:lnTo>
                <a:lnTo>
                  <a:pt x="63637" y="103164"/>
                </a:lnTo>
                <a:lnTo>
                  <a:pt x="109385" y="95973"/>
                </a:lnTo>
                <a:lnTo>
                  <a:pt x="118945" y="96262"/>
                </a:lnTo>
                <a:lnTo>
                  <a:pt x="163658" y="106294"/>
                </a:lnTo>
                <a:lnTo>
                  <a:pt x="196099" y="130549"/>
                </a:lnTo>
                <a:lnTo>
                  <a:pt x="197348" y="132435"/>
                </a:lnTo>
                <a:lnTo>
                  <a:pt x="102120" y="132435"/>
                </a:lnTo>
                <a:lnTo>
                  <a:pt x="95345" y="133273"/>
                </a:lnTo>
                <a:lnTo>
                  <a:pt x="58394" y="158559"/>
                </a:lnTo>
                <a:lnTo>
                  <a:pt x="56997" y="164007"/>
                </a:lnTo>
                <a:lnTo>
                  <a:pt x="56997" y="176301"/>
                </a:lnTo>
                <a:lnTo>
                  <a:pt x="95345" y="206267"/>
                </a:lnTo>
                <a:lnTo>
                  <a:pt x="102120" y="207035"/>
                </a:lnTo>
                <a:lnTo>
                  <a:pt x="196904" y="207035"/>
                </a:lnTo>
                <a:lnTo>
                  <a:pt x="195497" y="209052"/>
                </a:lnTo>
                <a:lnTo>
                  <a:pt x="162872" y="233543"/>
                </a:lnTo>
                <a:lnTo>
                  <a:pt x="118749" y="243628"/>
                </a:lnTo>
                <a:lnTo>
                  <a:pt x="109385" y="243916"/>
                </a:lnTo>
                <a:close/>
              </a:path>
              <a:path w="370204" h="417195">
                <a:moveTo>
                  <a:pt x="196904" y="207035"/>
                </a:moveTo>
                <a:lnTo>
                  <a:pt x="116649" y="207035"/>
                </a:lnTo>
                <a:lnTo>
                  <a:pt x="123494" y="206267"/>
                </a:lnTo>
                <a:lnTo>
                  <a:pt x="136347" y="203193"/>
                </a:lnTo>
                <a:lnTo>
                  <a:pt x="162610" y="176301"/>
                </a:lnTo>
                <a:lnTo>
                  <a:pt x="162610" y="164007"/>
                </a:lnTo>
                <a:lnTo>
                  <a:pt x="123494" y="133273"/>
                </a:lnTo>
                <a:lnTo>
                  <a:pt x="116649" y="132435"/>
                </a:lnTo>
                <a:lnTo>
                  <a:pt x="197348" y="132435"/>
                </a:lnTo>
                <a:lnTo>
                  <a:pt x="208711" y="170154"/>
                </a:lnTo>
                <a:lnTo>
                  <a:pt x="208174" y="179086"/>
                </a:lnTo>
                <a:lnTo>
                  <a:pt x="206563" y="187442"/>
                </a:lnTo>
                <a:lnTo>
                  <a:pt x="203879" y="195222"/>
                </a:lnTo>
                <a:lnTo>
                  <a:pt x="200120" y="202425"/>
                </a:lnTo>
                <a:lnTo>
                  <a:pt x="196904" y="207035"/>
                </a:lnTo>
                <a:close/>
              </a:path>
              <a:path w="370204" h="417195">
                <a:moveTo>
                  <a:pt x="304406" y="253555"/>
                </a:moveTo>
                <a:lnTo>
                  <a:pt x="265709" y="253555"/>
                </a:lnTo>
                <a:lnTo>
                  <a:pt x="265709" y="8801"/>
                </a:lnTo>
                <a:lnTo>
                  <a:pt x="312648" y="8801"/>
                </a:lnTo>
                <a:lnTo>
                  <a:pt x="312648" y="62445"/>
                </a:lnTo>
                <a:lnTo>
                  <a:pt x="370065" y="62445"/>
                </a:lnTo>
                <a:lnTo>
                  <a:pt x="370065" y="102679"/>
                </a:lnTo>
                <a:lnTo>
                  <a:pt x="312648" y="102679"/>
                </a:lnTo>
                <a:lnTo>
                  <a:pt x="312648" y="158000"/>
                </a:lnTo>
                <a:lnTo>
                  <a:pt x="370065" y="158000"/>
                </a:lnTo>
                <a:lnTo>
                  <a:pt x="370065" y="198234"/>
                </a:lnTo>
                <a:lnTo>
                  <a:pt x="312648" y="198234"/>
                </a:lnTo>
                <a:lnTo>
                  <a:pt x="312648" y="245173"/>
                </a:lnTo>
                <a:lnTo>
                  <a:pt x="312369" y="249085"/>
                </a:lnTo>
                <a:lnTo>
                  <a:pt x="310972" y="251460"/>
                </a:lnTo>
                <a:lnTo>
                  <a:pt x="305943" y="253136"/>
                </a:lnTo>
                <a:lnTo>
                  <a:pt x="304406" y="253555"/>
                </a:lnTo>
                <a:close/>
              </a:path>
              <a:path w="370204" h="417195">
                <a:moveTo>
                  <a:pt x="132854" y="44005"/>
                </a:moveTo>
                <a:lnTo>
                  <a:pt x="84239" y="44005"/>
                </a:lnTo>
                <a:lnTo>
                  <a:pt x="84239" y="0"/>
                </a:lnTo>
                <a:lnTo>
                  <a:pt x="132854" y="0"/>
                </a:lnTo>
                <a:lnTo>
                  <a:pt x="132854" y="44005"/>
                </a:lnTo>
                <a:close/>
              </a:path>
              <a:path w="370204" h="417195">
                <a:moveTo>
                  <a:pt x="217093" y="81724"/>
                </a:moveTo>
                <a:lnTo>
                  <a:pt x="0" y="81724"/>
                </a:lnTo>
                <a:lnTo>
                  <a:pt x="0" y="44005"/>
                </a:lnTo>
                <a:lnTo>
                  <a:pt x="217093" y="44005"/>
                </a:lnTo>
                <a:lnTo>
                  <a:pt x="217093" y="81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57097" y="3366493"/>
            <a:ext cx="377190" cy="408305"/>
          </a:xfrm>
          <a:custGeom>
            <a:avLst/>
            <a:gdLst/>
            <a:ahLst/>
            <a:cxnLst/>
            <a:rect l="l" t="t" r="r" b="b"/>
            <a:pathLst>
              <a:path w="377189" h="408304">
                <a:moveTo>
                  <a:pt x="190690" y="238887"/>
                </a:moveTo>
                <a:lnTo>
                  <a:pt x="143751" y="234276"/>
                </a:lnTo>
                <a:lnTo>
                  <a:pt x="101631" y="220446"/>
                </a:lnTo>
                <a:lnTo>
                  <a:pt x="66414" y="191148"/>
                </a:lnTo>
                <a:lnTo>
                  <a:pt x="59931" y="167220"/>
                </a:lnTo>
                <a:lnTo>
                  <a:pt x="60664" y="158105"/>
                </a:lnTo>
                <a:lnTo>
                  <a:pt x="85182" y="121905"/>
                </a:lnTo>
                <a:lnTo>
                  <a:pt x="122220" y="103884"/>
                </a:lnTo>
                <a:lnTo>
                  <a:pt x="167587" y="95345"/>
                </a:lnTo>
                <a:lnTo>
                  <a:pt x="190690" y="94297"/>
                </a:lnTo>
                <a:lnTo>
                  <a:pt x="202228" y="94572"/>
                </a:lnTo>
                <a:lnTo>
                  <a:pt x="248342" y="101199"/>
                </a:lnTo>
                <a:lnTo>
                  <a:pt x="287803" y="117203"/>
                </a:lnTo>
                <a:lnTo>
                  <a:pt x="306669" y="132435"/>
                </a:lnTo>
                <a:lnTo>
                  <a:pt x="190690" y="132435"/>
                </a:lnTo>
                <a:lnTo>
                  <a:pt x="183906" y="132566"/>
                </a:lnTo>
                <a:lnTo>
                  <a:pt x="142140" y="138970"/>
                </a:lnTo>
                <a:lnTo>
                  <a:pt x="108546" y="161353"/>
                </a:lnTo>
                <a:lnTo>
                  <a:pt x="108546" y="172808"/>
                </a:lnTo>
                <a:lnTo>
                  <a:pt x="141721" y="194645"/>
                </a:lnTo>
                <a:lnTo>
                  <a:pt x="183722" y="201443"/>
                </a:lnTo>
                <a:lnTo>
                  <a:pt x="190690" y="201587"/>
                </a:lnTo>
                <a:lnTo>
                  <a:pt x="306827" y="201587"/>
                </a:lnTo>
                <a:lnTo>
                  <a:pt x="302996" y="205489"/>
                </a:lnTo>
                <a:lnTo>
                  <a:pt x="269297" y="225410"/>
                </a:lnTo>
                <a:lnTo>
                  <a:pt x="225384" y="236411"/>
                </a:lnTo>
                <a:lnTo>
                  <a:pt x="202228" y="238611"/>
                </a:lnTo>
                <a:lnTo>
                  <a:pt x="190690" y="238887"/>
                </a:lnTo>
                <a:close/>
              </a:path>
              <a:path w="377189" h="408304">
                <a:moveTo>
                  <a:pt x="306827" y="201587"/>
                </a:moveTo>
                <a:lnTo>
                  <a:pt x="190690" y="201587"/>
                </a:lnTo>
                <a:lnTo>
                  <a:pt x="197841" y="201443"/>
                </a:lnTo>
                <a:lnTo>
                  <a:pt x="205044" y="201010"/>
                </a:lnTo>
                <a:lnTo>
                  <a:pt x="246221" y="192576"/>
                </a:lnTo>
                <a:lnTo>
                  <a:pt x="273672" y="172808"/>
                </a:lnTo>
                <a:lnTo>
                  <a:pt x="273672" y="161074"/>
                </a:lnTo>
                <a:lnTo>
                  <a:pt x="240078" y="138853"/>
                </a:lnTo>
                <a:lnTo>
                  <a:pt x="197841" y="132566"/>
                </a:lnTo>
                <a:lnTo>
                  <a:pt x="190690" y="132435"/>
                </a:lnTo>
                <a:lnTo>
                  <a:pt x="306669" y="132435"/>
                </a:lnTo>
                <a:lnTo>
                  <a:pt x="321030" y="167220"/>
                </a:lnTo>
                <a:lnTo>
                  <a:pt x="320297" y="176126"/>
                </a:lnTo>
                <a:lnTo>
                  <a:pt x="318096" y="184404"/>
                </a:lnTo>
                <a:lnTo>
                  <a:pt x="314429" y="192052"/>
                </a:lnTo>
                <a:lnTo>
                  <a:pt x="309295" y="199072"/>
                </a:lnTo>
                <a:lnTo>
                  <a:pt x="306827" y="201587"/>
                </a:lnTo>
                <a:close/>
              </a:path>
              <a:path w="377189" h="408304">
                <a:moveTo>
                  <a:pt x="213321" y="43586"/>
                </a:moveTo>
                <a:lnTo>
                  <a:pt x="165544" y="43586"/>
                </a:lnTo>
                <a:lnTo>
                  <a:pt x="165544" y="0"/>
                </a:lnTo>
                <a:lnTo>
                  <a:pt x="213321" y="0"/>
                </a:lnTo>
                <a:lnTo>
                  <a:pt x="213321" y="43586"/>
                </a:lnTo>
                <a:close/>
              </a:path>
              <a:path w="377189" h="408304">
                <a:moveTo>
                  <a:pt x="340728" y="82981"/>
                </a:moveTo>
                <a:lnTo>
                  <a:pt x="38976" y="82981"/>
                </a:lnTo>
                <a:lnTo>
                  <a:pt x="38976" y="43586"/>
                </a:lnTo>
                <a:lnTo>
                  <a:pt x="340728" y="43586"/>
                </a:lnTo>
                <a:lnTo>
                  <a:pt x="340728" y="82981"/>
                </a:lnTo>
                <a:close/>
              </a:path>
              <a:path w="377189" h="408304">
                <a:moveTo>
                  <a:pt x="369646" y="294208"/>
                </a:moveTo>
                <a:lnTo>
                  <a:pt x="0" y="294208"/>
                </a:lnTo>
                <a:lnTo>
                  <a:pt x="0" y="254393"/>
                </a:lnTo>
                <a:lnTo>
                  <a:pt x="377190" y="254393"/>
                </a:lnTo>
                <a:lnTo>
                  <a:pt x="377190" y="285826"/>
                </a:lnTo>
                <a:lnTo>
                  <a:pt x="376910" y="289737"/>
                </a:lnTo>
                <a:lnTo>
                  <a:pt x="375653" y="292112"/>
                </a:lnTo>
                <a:lnTo>
                  <a:pt x="371182" y="293789"/>
                </a:lnTo>
                <a:lnTo>
                  <a:pt x="369646" y="294208"/>
                </a:lnTo>
                <a:close/>
              </a:path>
              <a:path w="377189" h="408304">
                <a:moveTo>
                  <a:pt x="205359" y="408203"/>
                </a:moveTo>
                <a:lnTo>
                  <a:pt x="165125" y="408203"/>
                </a:lnTo>
                <a:lnTo>
                  <a:pt x="165125" y="294208"/>
                </a:lnTo>
                <a:lnTo>
                  <a:pt x="212902" y="294208"/>
                </a:lnTo>
                <a:lnTo>
                  <a:pt x="212902" y="399821"/>
                </a:lnTo>
                <a:lnTo>
                  <a:pt x="212623" y="403733"/>
                </a:lnTo>
                <a:lnTo>
                  <a:pt x="211366" y="406107"/>
                </a:lnTo>
                <a:lnTo>
                  <a:pt x="206895" y="407784"/>
                </a:lnTo>
                <a:lnTo>
                  <a:pt x="205359" y="4082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68387" y="3375713"/>
            <a:ext cx="367665" cy="402590"/>
          </a:xfrm>
          <a:custGeom>
            <a:avLst/>
            <a:gdLst/>
            <a:ahLst/>
            <a:cxnLst/>
            <a:rect l="l" t="t" r="r" b="b"/>
            <a:pathLst>
              <a:path w="367664" h="402589">
                <a:moveTo>
                  <a:pt x="305244" y="209550"/>
                </a:moveTo>
                <a:lnTo>
                  <a:pt x="264033" y="209550"/>
                </a:lnTo>
                <a:lnTo>
                  <a:pt x="264033" y="0"/>
                </a:lnTo>
                <a:lnTo>
                  <a:pt x="311391" y="0"/>
                </a:lnTo>
                <a:lnTo>
                  <a:pt x="311391" y="71666"/>
                </a:lnTo>
                <a:lnTo>
                  <a:pt x="367550" y="71666"/>
                </a:lnTo>
                <a:lnTo>
                  <a:pt x="367550" y="111899"/>
                </a:lnTo>
                <a:lnTo>
                  <a:pt x="311391" y="111899"/>
                </a:lnTo>
                <a:lnTo>
                  <a:pt x="311391" y="203403"/>
                </a:lnTo>
                <a:lnTo>
                  <a:pt x="310553" y="205359"/>
                </a:lnTo>
                <a:lnTo>
                  <a:pt x="307200" y="208711"/>
                </a:lnTo>
                <a:lnTo>
                  <a:pt x="305244" y="209550"/>
                </a:lnTo>
                <a:close/>
              </a:path>
              <a:path w="367664" h="402589">
                <a:moveTo>
                  <a:pt x="180073" y="204101"/>
                </a:moveTo>
                <a:lnTo>
                  <a:pt x="18021" y="204101"/>
                </a:lnTo>
                <a:lnTo>
                  <a:pt x="11874" y="201656"/>
                </a:lnTo>
                <a:lnTo>
                  <a:pt x="2374" y="191877"/>
                </a:lnTo>
                <a:lnTo>
                  <a:pt x="111" y="186220"/>
                </a:lnTo>
                <a:lnTo>
                  <a:pt x="0" y="7543"/>
                </a:lnTo>
                <a:lnTo>
                  <a:pt x="46101" y="7543"/>
                </a:lnTo>
                <a:lnTo>
                  <a:pt x="46101" y="69151"/>
                </a:lnTo>
                <a:lnTo>
                  <a:pt x="198653" y="69151"/>
                </a:lnTo>
                <a:lnTo>
                  <a:pt x="198653" y="105613"/>
                </a:lnTo>
                <a:lnTo>
                  <a:pt x="46101" y="105613"/>
                </a:lnTo>
                <a:lnTo>
                  <a:pt x="46101" y="166243"/>
                </a:lnTo>
                <a:lnTo>
                  <a:pt x="47498" y="167640"/>
                </a:lnTo>
                <a:lnTo>
                  <a:pt x="198653" y="167640"/>
                </a:lnTo>
                <a:lnTo>
                  <a:pt x="198653" y="186220"/>
                </a:lnTo>
                <a:lnTo>
                  <a:pt x="196138" y="192227"/>
                </a:lnTo>
                <a:lnTo>
                  <a:pt x="186080" y="201726"/>
                </a:lnTo>
                <a:lnTo>
                  <a:pt x="180073" y="204101"/>
                </a:lnTo>
                <a:close/>
              </a:path>
              <a:path w="367664" h="402589">
                <a:moveTo>
                  <a:pt x="198653" y="69151"/>
                </a:moveTo>
                <a:lnTo>
                  <a:pt x="152552" y="69151"/>
                </a:lnTo>
                <a:lnTo>
                  <a:pt x="152552" y="7543"/>
                </a:lnTo>
                <a:lnTo>
                  <a:pt x="198653" y="7543"/>
                </a:lnTo>
                <a:lnTo>
                  <a:pt x="198653" y="69151"/>
                </a:lnTo>
                <a:close/>
              </a:path>
              <a:path w="367664" h="402589">
                <a:moveTo>
                  <a:pt x="198653" y="167640"/>
                </a:moveTo>
                <a:lnTo>
                  <a:pt x="151155" y="167640"/>
                </a:lnTo>
                <a:lnTo>
                  <a:pt x="152552" y="166243"/>
                </a:lnTo>
                <a:lnTo>
                  <a:pt x="152552" y="105613"/>
                </a:lnTo>
                <a:lnTo>
                  <a:pt x="198653" y="105613"/>
                </a:lnTo>
                <a:lnTo>
                  <a:pt x="198653" y="167640"/>
                </a:lnTo>
                <a:close/>
              </a:path>
              <a:path w="367664" h="402589">
                <a:moveTo>
                  <a:pt x="315302" y="402336"/>
                </a:moveTo>
                <a:lnTo>
                  <a:pt x="77952" y="402336"/>
                </a:lnTo>
                <a:lnTo>
                  <a:pt x="66767" y="400764"/>
                </a:lnTo>
                <a:lnTo>
                  <a:pt x="58778" y="396049"/>
                </a:lnTo>
                <a:lnTo>
                  <a:pt x="53985" y="388191"/>
                </a:lnTo>
                <a:lnTo>
                  <a:pt x="52387" y="377190"/>
                </a:lnTo>
                <a:lnTo>
                  <a:pt x="52387" y="297980"/>
                </a:lnTo>
                <a:lnTo>
                  <a:pt x="263055" y="297980"/>
                </a:lnTo>
                <a:lnTo>
                  <a:pt x="264452" y="296583"/>
                </a:lnTo>
                <a:lnTo>
                  <a:pt x="264452" y="267804"/>
                </a:lnTo>
                <a:lnTo>
                  <a:pt x="52387" y="267804"/>
                </a:lnTo>
                <a:lnTo>
                  <a:pt x="52387" y="230505"/>
                </a:lnTo>
                <a:lnTo>
                  <a:pt x="312229" y="230505"/>
                </a:lnTo>
                <a:lnTo>
                  <a:pt x="312229" y="316280"/>
                </a:lnTo>
                <a:lnTo>
                  <a:pt x="309784" y="322427"/>
                </a:lnTo>
                <a:lnTo>
                  <a:pt x="300005" y="331368"/>
                </a:lnTo>
                <a:lnTo>
                  <a:pt x="293928" y="333603"/>
                </a:lnTo>
                <a:lnTo>
                  <a:pt x="100164" y="333603"/>
                </a:lnTo>
                <a:lnTo>
                  <a:pt x="100164" y="362800"/>
                </a:lnTo>
                <a:lnTo>
                  <a:pt x="101561" y="364197"/>
                </a:lnTo>
                <a:lnTo>
                  <a:pt x="321449" y="364197"/>
                </a:lnTo>
                <a:lnTo>
                  <a:pt x="321449" y="396189"/>
                </a:lnTo>
                <a:lnTo>
                  <a:pt x="320611" y="398145"/>
                </a:lnTo>
                <a:lnTo>
                  <a:pt x="317258" y="401497"/>
                </a:lnTo>
                <a:lnTo>
                  <a:pt x="315302" y="402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44739" y="3375713"/>
            <a:ext cx="356235" cy="399415"/>
          </a:xfrm>
          <a:custGeom>
            <a:avLst/>
            <a:gdLst/>
            <a:ahLst/>
            <a:cxnLst/>
            <a:rect l="l" t="t" r="r" b="b"/>
            <a:pathLst>
              <a:path w="356235" h="399414">
                <a:moveTo>
                  <a:pt x="338912" y="289598"/>
                </a:moveTo>
                <a:lnTo>
                  <a:pt x="297561" y="289598"/>
                </a:lnTo>
                <a:lnTo>
                  <a:pt x="297561" y="130759"/>
                </a:lnTo>
                <a:lnTo>
                  <a:pt x="210388" y="130759"/>
                </a:lnTo>
                <a:lnTo>
                  <a:pt x="210388" y="90106"/>
                </a:lnTo>
                <a:lnTo>
                  <a:pt x="297561" y="90106"/>
                </a:lnTo>
                <a:lnTo>
                  <a:pt x="297561" y="0"/>
                </a:lnTo>
                <a:lnTo>
                  <a:pt x="346176" y="0"/>
                </a:lnTo>
                <a:lnTo>
                  <a:pt x="346176" y="281216"/>
                </a:lnTo>
                <a:lnTo>
                  <a:pt x="345897" y="284848"/>
                </a:lnTo>
                <a:lnTo>
                  <a:pt x="344709" y="287153"/>
                </a:lnTo>
                <a:lnTo>
                  <a:pt x="340518" y="289109"/>
                </a:lnTo>
                <a:lnTo>
                  <a:pt x="338912" y="289598"/>
                </a:lnTo>
                <a:close/>
              </a:path>
              <a:path w="356235" h="399414">
                <a:moveTo>
                  <a:pt x="233019" y="50711"/>
                </a:moveTo>
                <a:lnTo>
                  <a:pt x="25984" y="50711"/>
                </a:lnTo>
                <a:lnTo>
                  <a:pt x="25984" y="12153"/>
                </a:lnTo>
                <a:lnTo>
                  <a:pt x="233019" y="12153"/>
                </a:lnTo>
                <a:lnTo>
                  <a:pt x="233019" y="50711"/>
                </a:lnTo>
                <a:close/>
              </a:path>
              <a:path w="356235" h="399414">
                <a:moveTo>
                  <a:pt x="30175" y="244335"/>
                </a:moveTo>
                <a:lnTo>
                  <a:pt x="0" y="213741"/>
                </a:lnTo>
                <a:lnTo>
                  <a:pt x="11106" y="208724"/>
                </a:lnTo>
                <a:lnTo>
                  <a:pt x="21793" y="203315"/>
                </a:lnTo>
                <a:lnTo>
                  <a:pt x="59826" y="178222"/>
                </a:lnTo>
                <a:lnTo>
                  <a:pt x="87329" y="150299"/>
                </a:lnTo>
                <a:lnTo>
                  <a:pt x="103871" y="114492"/>
                </a:lnTo>
                <a:lnTo>
                  <a:pt x="104355" y="107708"/>
                </a:lnTo>
                <a:lnTo>
                  <a:pt x="104355" y="50711"/>
                </a:lnTo>
                <a:lnTo>
                  <a:pt x="152971" y="50711"/>
                </a:lnTo>
                <a:lnTo>
                  <a:pt x="152971" y="107708"/>
                </a:lnTo>
                <a:lnTo>
                  <a:pt x="153600" y="115776"/>
                </a:lnTo>
                <a:lnTo>
                  <a:pt x="174345" y="152761"/>
                </a:lnTo>
                <a:lnTo>
                  <a:pt x="190903" y="167640"/>
                </a:lnTo>
                <a:lnTo>
                  <a:pt x="130340" y="167640"/>
                </a:lnTo>
                <a:lnTo>
                  <a:pt x="102808" y="195772"/>
                </a:lnTo>
                <a:lnTo>
                  <a:pt x="70251" y="222018"/>
                </a:lnTo>
                <a:lnTo>
                  <a:pt x="36540" y="241611"/>
                </a:lnTo>
                <a:lnTo>
                  <a:pt x="30175" y="244335"/>
                </a:lnTo>
                <a:close/>
              </a:path>
              <a:path w="356235" h="399414">
                <a:moveTo>
                  <a:pt x="222542" y="234276"/>
                </a:moveTo>
                <a:lnTo>
                  <a:pt x="184613" y="214212"/>
                </a:lnTo>
                <a:lnTo>
                  <a:pt x="149199" y="187337"/>
                </a:lnTo>
                <a:lnTo>
                  <a:pt x="130340" y="167640"/>
                </a:lnTo>
                <a:lnTo>
                  <a:pt x="190903" y="167640"/>
                </a:lnTo>
                <a:lnTo>
                  <a:pt x="195863" y="171451"/>
                </a:lnTo>
                <a:lnTo>
                  <a:pt x="203839" y="177017"/>
                </a:lnTo>
                <a:lnTo>
                  <a:pt x="237367" y="195772"/>
                </a:lnTo>
                <a:lnTo>
                  <a:pt x="252717" y="202844"/>
                </a:lnTo>
                <a:lnTo>
                  <a:pt x="222542" y="234276"/>
                </a:lnTo>
                <a:close/>
              </a:path>
              <a:path w="356235" h="399414">
                <a:moveTo>
                  <a:pt x="350088" y="399402"/>
                </a:moveTo>
                <a:lnTo>
                  <a:pt x="100164" y="399402"/>
                </a:lnTo>
                <a:lnTo>
                  <a:pt x="94227" y="396957"/>
                </a:lnTo>
                <a:lnTo>
                  <a:pt x="83889" y="387178"/>
                </a:lnTo>
                <a:lnTo>
                  <a:pt x="81305" y="381101"/>
                </a:lnTo>
                <a:lnTo>
                  <a:pt x="81305" y="268224"/>
                </a:lnTo>
                <a:lnTo>
                  <a:pt x="129921" y="268224"/>
                </a:lnTo>
                <a:lnTo>
                  <a:pt x="129921" y="356374"/>
                </a:lnTo>
                <a:lnTo>
                  <a:pt x="130340" y="357422"/>
                </a:lnTo>
                <a:lnTo>
                  <a:pt x="132016" y="358819"/>
                </a:lnTo>
                <a:lnTo>
                  <a:pt x="132854" y="359168"/>
                </a:lnTo>
                <a:lnTo>
                  <a:pt x="356235" y="359168"/>
                </a:lnTo>
                <a:lnTo>
                  <a:pt x="356235" y="393255"/>
                </a:lnTo>
                <a:lnTo>
                  <a:pt x="355396" y="395211"/>
                </a:lnTo>
                <a:lnTo>
                  <a:pt x="352044" y="398564"/>
                </a:lnTo>
                <a:lnTo>
                  <a:pt x="350088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61058" y="3375713"/>
            <a:ext cx="367665" cy="407034"/>
          </a:xfrm>
          <a:custGeom>
            <a:avLst/>
            <a:gdLst/>
            <a:ahLst/>
            <a:cxnLst/>
            <a:rect l="l" t="t" r="r" b="b"/>
            <a:pathLst>
              <a:path w="367664" h="407035">
                <a:moveTo>
                  <a:pt x="175602" y="406946"/>
                </a:moveTo>
                <a:lnTo>
                  <a:pt x="133221" y="403855"/>
                </a:lnTo>
                <a:lnTo>
                  <a:pt x="96144" y="394111"/>
                </a:lnTo>
                <a:lnTo>
                  <a:pt x="59250" y="370785"/>
                </a:lnTo>
                <a:lnTo>
                  <a:pt x="41058" y="331219"/>
                </a:lnTo>
                <a:lnTo>
                  <a:pt x="40652" y="322707"/>
                </a:lnTo>
                <a:lnTo>
                  <a:pt x="41058" y="314180"/>
                </a:lnTo>
                <a:lnTo>
                  <a:pt x="59368" y="274222"/>
                </a:lnTo>
                <a:lnTo>
                  <a:pt x="96262" y="250582"/>
                </a:lnTo>
                <a:lnTo>
                  <a:pt x="133221" y="240668"/>
                </a:lnTo>
                <a:lnTo>
                  <a:pt x="175602" y="237210"/>
                </a:lnTo>
                <a:lnTo>
                  <a:pt x="182046" y="237302"/>
                </a:lnTo>
                <a:lnTo>
                  <a:pt x="225894" y="242056"/>
                </a:lnTo>
                <a:lnTo>
                  <a:pt x="262566" y="253345"/>
                </a:lnTo>
                <a:lnTo>
                  <a:pt x="294104" y="276186"/>
                </a:lnTo>
                <a:lnTo>
                  <a:pt x="176022" y="276186"/>
                </a:lnTo>
                <a:lnTo>
                  <a:pt x="168805" y="276317"/>
                </a:lnTo>
                <a:lnTo>
                  <a:pt x="130968" y="281216"/>
                </a:lnTo>
                <a:lnTo>
                  <a:pt x="95345" y="300075"/>
                </a:lnTo>
                <a:lnTo>
                  <a:pt x="86753" y="313486"/>
                </a:lnTo>
                <a:lnTo>
                  <a:pt x="86753" y="331927"/>
                </a:lnTo>
                <a:lnTo>
                  <a:pt x="117138" y="359168"/>
                </a:lnTo>
                <a:lnTo>
                  <a:pt x="161405" y="367498"/>
                </a:lnTo>
                <a:lnTo>
                  <a:pt x="176022" y="367969"/>
                </a:lnTo>
                <a:lnTo>
                  <a:pt x="295082" y="367969"/>
                </a:lnTo>
                <a:lnTo>
                  <a:pt x="292374" y="371191"/>
                </a:lnTo>
                <a:lnTo>
                  <a:pt x="255480" y="394229"/>
                </a:lnTo>
                <a:lnTo>
                  <a:pt x="218351" y="403855"/>
                </a:lnTo>
                <a:lnTo>
                  <a:pt x="182046" y="406867"/>
                </a:lnTo>
                <a:lnTo>
                  <a:pt x="175602" y="406946"/>
                </a:lnTo>
                <a:close/>
              </a:path>
              <a:path w="367664" h="407035">
                <a:moveTo>
                  <a:pt x="295082" y="367969"/>
                </a:moveTo>
                <a:lnTo>
                  <a:pt x="176022" y="367969"/>
                </a:lnTo>
                <a:lnTo>
                  <a:pt x="183055" y="367851"/>
                </a:lnTo>
                <a:lnTo>
                  <a:pt x="190323" y="367498"/>
                </a:lnTo>
                <a:lnTo>
                  <a:pt x="234486" y="359168"/>
                </a:lnTo>
                <a:lnTo>
                  <a:pt x="264871" y="331927"/>
                </a:lnTo>
                <a:lnTo>
                  <a:pt x="264871" y="313486"/>
                </a:lnTo>
                <a:lnTo>
                  <a:pt x="234486" y="285826"/>
                </a:lnTo>
                <a:lnTo>
                  <a:pt x="190323" y="276710"/>
                </a:lnTo>
                <a:lnTo>
                  <a:pt x="176022" y="276186"/>
                </a:lnTo>
                <a:lnTo>
                  <a:pt x="294104" y="276186"/>
                </a:lnTo>
                <a:lnTo>
                  <a:pt x="310566" y="314180"/>
                </a:lnTo>
                <a:lnTo>
                  <a:pt x="310972" y="322707"/>
                </a:lnTo>
                <a:lnTo>
                  <a:pt x="310566" y="331219"/>
                </a:lnTo>
                <a:lnTo>
                  <a:pt x="296932" y="365769"/>
                </a:lnTo>
                <a:lnTo>
                  <a:pt x="295082" y="367969"/>
                </a:lnTo>
                <a:close/>
              </a:path>
              <a:path w="367664" h="407035">
                <a:moveTo>
                  <a:pt x="304406" y="229666"/>
                </a:moveTo>
                <a:lnTo>
                  <a:pt x="263613" y="229666"/>
                </a:lnTo>
                <a:lnTo>
                  <a:pt x="263613" y="0"/>
                </a:lnTo>
                <a:lnTo>
                  <a:pt x="310553" y="0"/>
                </a:lnTo>
                <a:lnTo>
                  <a:pt x="310553" y="84239"/>
                </a:lnTo>
                <a:lnTo>
                  <a:pt x="367550" y="84239"/>
                </a:lnTo>
                <a:lnTo>
                  <a:pt x="367550" y="124472"/>
                </a:lnTo>
                <a:lnTo>
                  <a:pt x="310553" y="124472"/>
                </a:lnTo>
                <a:lnTo>
                  <a:pt x="310553" y="223520"/>
                </a:lnTo>
                <a:lnTo>
                  <a:pt x="309714" y="225475"/>
                </a:lnTo>
                <a:lnTo>
                  <a:pt x="306362" y="228828"/>
                </a:lnTo>
                <a:lnTo>
                  <a:pt x="304406" y="229666"/>
                </a:lnTo>
                <a:close/>
              </a:path>
              <a:path w="367664" h="407035">
                <a:moveTo>
                  <a:pt x="180073" y="214579"/>
                </a:moveTo>
                <a:lnTo>
                  <a:pt x="18021" y="214579"/>
                </a:lnTo>
                <a:lnTo>
                  <a:pt x="11874" y="212134"/>
                </a:lnTo>
                <a:lnTo>
                  <a:pt x="2374" y="202355"/>
                </a:lnTo>
                <a:lnTo>
                  <a:pt x="111" y="196697"/>
                </a:lnTo>
                <a:lnTo>
                  <a:pt x="0" y="5448"/>
                </a:lnTo>
                <a:lnTo>
                  <a:pt x="46101" y="5448"/>
                </a:lnTo>
                <a:lnTo>
                  <a:pt x="46101" y="74599"/>
                </a:lnTo>
                <a:lnTo>
                  <a:pt x="198653" y="74599"/>
                </a:lnTo>
                <a:lnTo>
                  <a:pt x="198653" y="113157"/>
                </a:lnTo>
                <a:lnTo>
                  <a:pt x="46101" y="113157"/>
                </a:lnTo>
                <a:lnTo>
                  <a:pt x="46101" y="174205"/>
                </a:lnTo>
                <a:lnTo>
                  <a:pt x="47498" y="175602"/>
                </a:lnTo>
                <a:lnTo>
                  <a:pt x="198653" y="175602"/>
                </a:lnTo>
                <a:lnTo>
                  <a:pt x="198653" y="196697"/>
                </a:lnTo>
                <a:lnTo>
                  <a:pt x="196138" y="202704"/>
                </a:lnTo>
                <a:lnTo>
                  <a:pt x="186080" y="212204"/>
                </a:lnTo>
                <a:lnTo>
                  <a:pt x="180073" y="214579"/>
                </a:lnTo>
                <a:close/>
              </a:path>
              <a:path w="367664" h="407035">
                <a:moveTo>
                  <a:pt x="198653" y="74599"/>
                </a:moveTo>
                <a:lnTo>
                  <a:pt x="152552" y="74599"/>
                </a:lnTo>
                <a:lnTo>
                  <a:pt x="152552" y="5448"/>
                </a:lnTo>
                <a:lnTo>
                  <a:pt x="198653" y="5448"/>
                </a:lnTo>
                <a:lnTo>
                  <a:pt x="198653" y="74599"/>
                </a:lnTo>
                <a:close/>
              </a:path>
              <a:path w="367664" h="407035">
                <a:moveTo>
                  <a:pt x="198653" y="175602"/>
                </a:moveTo>
                <a:lnTo>
                  <a:pt x="151155" y="175602"/>
                </a:lnTo>
                <a:lnTo>
                  <a:pt x="152552" y="174205"/>
                </a:lnTo>
                <a:lnTo>
                  <a:pt x="152552" y="113157"/>
                </a:lnTo>
                <a:lnTo>
                  <a:pt x="198653" y="113157"/>
                </a:lnTo>
                <a:lnTo>
                  <a:pt x="198653" y="1756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43697" y="3366493"/>
            <a:ext cx="370205" cy="417195"/>
          </a:xfrm>
          <a:custGeom>
            <a:avLst/>
            <a:gdLst/>
            <a:ahLst/>
            <a:cxnLst/>
            <a:rect l="l" t="t" r="r" b="b"/>
            <a:pathLst>
              <a:path w="370204" h="417195">
                <a:moveTo>
                  <a:pt x="182308" y="417004"/>
                </a:moveTo>
                <a:lnTo>
                  <a:pt x="132226" y="413442"/>
                </a:lnTo>
                <a:lnTo>
                  <a:pt x="88639" y="401078"/>
                </a:lnTo>
                <a:lnTo>
                  <a:pt x="57835" y="377399"/>
                </a:lnTo>
                <a:lnTo>
                  <a:pt x="46101" y="339890"/>
                </a:lnTo>
                <a:lnTo>
                  <a:pt x="46834" y="329242"/>
                </a:lnTo>
                <a:lnTo>
                  <a:pt x="71404" y="289440"/>
                </a:lnTo>
                <a:lnTo>
                  <a:pt x="109070" y="271629"/>
                </a:lnTo>
                <a:lnTo>
                  <a:pt x="157005" y="264085"/>
                </a:lnTo>
                <a:lnTo>
                  <a:pt x="182308" y="263194"/>
                </a:lnTo>
                <a:lnTo>
                  <a:pt x="195012" y="263417"/>
                </a:lnTo>
                <a:lnTo>
                  <a:pt x="244020" y="268865"/>
                </a:lnTo>
                <a:lnTo>
                  <a:pt x="284935" y="283900"/>
                </a:lnTo>
                <a:lnTo>
                  <a:pt x="306916" y="303009"/>
                </a:lnTo>
                <a:lnTo>
                  <a:pt x="182727" y="303009"/>
                </a:lnTo>
                <a:lnTo>
                  <a:pt x="174044" y="303140"/>
                </a:lnTo>
                <a:lnTo>
                  <a:pt x="134635" y="307776"/>
                </a:lnTo>
                <a:lnTo>
                  <a:pt x="98278" y="327875"/>
                </a:lnTo>
                <a:lnTo>
                  <a:pt x="95973" y="333603"/>
                </a:lnTo>
                <a:lnTo>
                  <a:pt x="95973" y="346735"/>
                </a:lnTo>
                <a:lnTo>
                  <a:pt x="127956" y="370654"/>
                </a:lnTo>
                <a:lnTo>
                  <a:pt x="165596" y="376666"/>
                </a:lnTo>
                <a:lnTo>
                  <a:pt x="182727" y="377190"/>
                </a:lnTo>
                <a:lnTo>
                  <a:pt x="306917" y="377190"/>
                </a:lnTo>
                <a:lnTo>
                  <a:pt x="306781" y="377399"/>
                </a:lnTo>
                <a:lnTo>
                  <a:pt x="275767" y="401078"/>
                </a:lnTo>
                <a:lnTo>
                  <a:pt x="232181" y="413442"/>
                </a:lnTo>
                <a:lnTo>
                  <a:pt x="195012" y="416781"/>
                </a:lnTo>
                <a:lnTo>
                  <a:pt x="182308" y="417004"/>
                </a:lnTo>
                <a:close/>
              </a:path>
              <a:path w="370204" h="417195">
                <a:moveTo>
                  <a:pt x="306917" y="377190"/>
                </a:moveTo>
                <a:lnTo>
                  <a:pt x="182727" y="377190"/>
                </a:lnTo>
                <a:lnTo>
                  <a:pt x="191227" y="377059"/>
                </a:lnTo>
                <a:lnTo>
                  <a:pt x="199543" y="376666"/>
                </a:lnTo>
                <a:lnTo>
                  <a:pt x="243078" y="368598"/>
                </a:lnTo>
                <a:lnTo>
                  <a:pt x="268643" y="333184"/>
                </a:lnTo>
                <a:lnTo>
                  <a:pt x="266268" y="327526"/>
                </a:lnTo>
                <a:lnTo>
                  <a:pt x="229928" y="307776"/>
                </a:lnTo>
                <a:lnTo>
                  <a:pt x="191044" y="303140"/>
                </a:lnTo>
                <a:lnTo>
                  <a:pt x="182727" y="303009"/>
                </a:lnTo>
                <a:lnTo>
                  <a:pt x="306916" y="303009"/>
                </a:lnTo>
                <a:lnTo>
                  <a:pt x="311915" y="310723"/>
                </a:lnTo>
                <a:lnTo>
                  <a:pt x="315582" y="319616"/>
                </a:lnTo>
                <a:lnTo>
                  <a:pt x="317782" y="329478"/>
                </a:lnTo>
                <a:lnTo>
                  <a:pt x="318516" y="340309"/>
                </a:lnTo>
                <a:lnTo>
                  <a:pt x="317782" y="350956"/>
                </a:lnTo>
                <a:lnTo>
                  <a:pt x="315582" y="360687"/>
                </a:lnTo>
                <a:lnTo>
                  <a:pt x="311915" y="369502"/>
                </a:lnTo>
                <a:lnTo>
                  <a:pt x="306917" y="377190"/>
                </a:lnTo>
                <a:close/>
              </a:path>
              <a:path w="370204" h="417195">
                <a:moveTo>
                  <a:pt x="109385" y="243916"/>
                </a:moveTo>
                <a:lnTo>
                  <a:pt x="64056" y="237014"/>
                </a:lnTo>
                <a:lnTo>
                  <a:pt x="28603" y="215522"/>
                </a:lnTo>
                <a:lnTo>
                  <a:pt x="11001" y="179270"/>
                </a:lnTo>
                <a:lnTo>
                  <a:pt x="10477" y="170154"/>
                </a:lnTo>
                <a:lnTo>
                  <a:pt x="10988" y="161026"/>
                </a:lnTo>
                <a:lnTo>
                  <a:pt x="28236" y="124472"/>
                </a:lnTo>
                <a:lnTo>
                  <a:pt x="63637" y="103164"/>
                </a:lnTo>
                <a:lnTo>
                  <a:pt x="109385" y="95973"/>
                </a:lnTo>
                <a:lnTo>
                  <a:pt x="118945" y="96262"/>
                </a:lnTo>
                <a:lnTo>
                  <a:pt x="163658" y="106294"/>
                </a:lnTo>
                <a:lnTo>
                  <a:pt x="196099" y="130549"/>
                </a:lnTo>
                <a:lnTo>
                  <a:pt x="197348" y="132435"/>
                </a:lnTo>
                <a:lnTo>
                  <a:pt x="102120" y="132435"/>
                </a:lnTo>
                <a:lnTo>
                  <a:pt x="95345" y="133273"/>
                </a:lnTo>
                <a:lnTo>
                  <a:pt x="58394" y="158559"/>
                </a:lnTo>
                <a:lnTo>
                  <a:pt x="56997" y="164007"/>
                </a:lnTo>
                <a:lnTo>
                  <a:pt x="56997" y="176301"/>
                </a:lnTo>
                <a:lnTo>
                  <a:pt x="95345" y="206267"/>
                </a:lnTo>
                <a:lnTo>
                  <a:pt x="102120" y="207035"/>
                </a:lnTo>
                <a:lnTo>
                  <a:pt x="196904" y="207035"/>
                </a:lnTo>
                <a:lnTo>
                  <a:pt x="195497" y="209052"/>
                </a:lnTo>
                <a:lnTo>
                  <a:pt x="162872" y="233543"/>
                </a:lnTo>
                <a:lnTo>
                  <a:pt x="118749" y="243628"/>
                </a:lnTo>
                <a:lnTo>
                  <a:pt x="109385" y="243916"/>
                </a:lnTo>
                <a:close/>
              </a:path>
              <a:path w="370204" h="417195">
                <a:moveTo>
                  <a:pt x="196904" y="207035"/>
                </a:moveTo>
                <a:lnTo>
                  <a:pt x="116649" y="207035"/>
                </a:lnTo>
                <a:lnTo>
                  <a:pt x="123494" y="206267"/>
                </a:lnTo>
                <a:lnTo>
                  <a:pt x="136347" y="203193"/>
                </a:lnTo>
                <a:lnTo>
                  <a:pt x="162610" y="176301"/>
                </a:lnTo>
                <a:lnTo>
                  <a:pt x="162610" y="164007"/>
                </a:lnTo>
                <a:lnTo>
                  <a:pt x="123494" y="133273"/>
                </a:lnTo>
                <a:lnTo>
                  <a:pt x="116649" y="132435"/>
                </a:lnTo>
                <a:lnTo>
                  <a:pt x="197348" y="132435"/>
                </a:lnTo>
                <a:lnTo>
                  <a:pt x="208711" y="170154"/>
                </a:lnTo>
                <a:lnTo>
                  <a:pt x="208174" y="179086"/>
                </a:lnTo>
                <a:lnTo>
                  <a:pt x="206563" y="187442"/>
                </a:lnTo>
                <a:lnTo>
                  <a:pt x="203879" y="195222"/>
                </a:lnTo>
                <a:lnTo>
                  <a:pt x="200120" y="202425"/>
                </a:lnTo>
                <a:lnTo>
                  <a:pt x="196904" y="207035"/>
                </a:lnTo>
                <a:close/>
              </a:path>
              <a:path w="370204" h="417195">
                <a:moveTo>
                  <a:pt x="304406" y="253555"/>
                </a:moveTo>
                <a:lnTo>
                  <a:pt x="265709" y="253555"/>
                </a:lnTo>
                <a:lnTo>
                  <a:pt x="265709" y="8801"/>
                </a:lnTo>
                <a:lnTo>
                  <a:pt x="312648" y="8801"/>
                </a:lnTo>
                <a:lnTo>
                  <a:pt x="312648" y="62445"/>
                </a:lnTo>
                <a:lnTo>
                  <a:pt x="370065" y="62445"/>
                </a:lnTo>
                <a:lnTo>
                  <a:pt x="370065" y="102679"/>
                </a:lnTo>
                <a:lnTo>
                  <a:pt x="312648" y="102679"/>
                </a:lnTo>
                <a:lnTo>
                  <a:pt x="312648" y="158000"/>
                </a:lnTo>
                <a:lnTo>
                  <a:pt x="370065" y="158000"/>
                </a:lnTo>
                <a:lnTo>
                  <a:pt x="370065" y="198234"/>
                </a:lnTo>
                <a:lnTo>
                  <a:pt x="312648" y="198234"/>
                </a:lnTo>
                <a:lnTo>
                  <a:pt x="312648" y="245173"/>
                </a:lnTo>
                <a:lnTo>
                  <a:pt x="312369" y="249085"/>
                </a:lnTo>
                <a:lnTo>
                  <a:pt x="310972" y="251460"/>
                </a:lnTo>
                <a:lnTo>
                  <a:pt x="305943" y="253136"/>
                </a:lnTo>
                <a:lnTo>
                  <a:pt x="304406" y="253555"/>
                </a:lnTo>
                <a:close/>
              </a:path>
              <a:path w="370204" h="417195">
                <a:moveTo>
                  <a:pt x="132854" y="44005"/>
                </a:moveTo>
                <a:lnTo>
                  <a:pt x="84239" y="44005"/>
                </a:lnTo>
                <a:lnTo>
                  <a:pt x="84239" y="0"/>
                </a:lnTo>
                <a:lnTo>
                  <a:pt x="132854" y="0"/>
                </a:lnTo>
                <a:lnTo>
                  <a:pt x="132854" y="44005"/>
                </a:lnTo>
                <a:close/>
              </a:path>
              <a:path w="370204" h="417195">
                <a:moveTo>
                  <a:pt x="217093" y="81724"/>
                </a:moveTo>
                <a:lnTo>
                  <a:pt x="0" y="81724"/>
                </a:lnTo>
                <a:lnTo>
                  <a:pt x="0" y="44005"/>
                </a:lnTo>
                <a:lnTo>
                  <a:pt x="217093" y="44005"/>
                </a:lnTo>
                <a:lnTo>
                  <a:pt x="217093" y="81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89311" y="4923536"/>
            <a:ext cx="123189" cy="412750"/>
          </a:xfrm>
          <a:custGeom>
            <a:avLst/>
            <a:gdLst/>
            <a:ahLst/>
            <a:cxnLst/>
            <a:rect l="l" t="t" r="r" b="b"/>
            <a:pathLst>
              <a:path w="123189" h="412750">
                <a:moveTo>
                  <a:pt x="115485" y="412495"/>
                </a:moveTo>
                <a:lnTo>
                  <a:pt x="66039" y="412495"/>
                </a:lnTo>
                <a:lnTo>
                  <a:pt x="66039" y="51307"/>
                </a:lnTo>
                <a:lnTo>
                  <a:pt x="63499" y="49275"/>
                </a:lnTo>
                <a:lnTo>
                  <a:pt x="0" y="49275"/>
                </a:lnTo>
                <a:lnTo>
                  <a:pt x="0" y="0"/>
                </a:lnTo>
                <a:lnTo>
                  <a:pt x="102615" y="0"/>
                </a:lnTo>
                <a:lnTo>
                  <a:pt x="109812" y="2285"/>
                </a:lnTo>
                <a:lnTo>
                  <a:pt x="120311" y="11429"/>
                </a:lnTo>
                <a:lnTo>
                  <a:pt x="122935" y="18118"/>
                </a:lnTo>
                <a:lnTo>
                  <a:pt x="122935" y="403351"/>
                </a:lnTo>
                <a:lnTo>
                  <a:pt x="122089" y="406145"/>
                </a:lnTo>
                <a:lnTo>
                  <a:pt x="118702" y="411225"/>
                </a:lnTo>
                <a:lnTo>
                  <a:pt x="115485" y="4124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957534" y="5280659"/>
            <a:ext cx="58419" cy="56515"/>
          </a:xfrm>
          <a:custGeom>
            <a:avLst/>
            <a:gdLst/>
            <a:ahLst/>
            <a:cxnLst/>
            <a:rect l="l" t="t" r="r" b="b"/>
            <a:pathLst>
              <a:path w="58419" h="56514">
                <a:moveTo>
                  <a:pt x="57911" y="56387"/>
                </a:moveTo>
                <a:lnTo>
                  <a:pt x="0" y="56387"/>
                </a:lnTo>
                <a:lnTo>
                  <a:pt x="0" y="0"/>
                </a:lnTo>
                <a:lnTo>
                  <a:pt x="57911" y="0"/>
                </a:lnTo>
                <a:lnTo>
                  <a:pt x="57911" y="563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73942" y="4896485"/>
            <a:ext cx="439420" cy="483870"/>
          </a:xfrm>
          <a:custGeom>
            <a:avLst/>
            <a:gdLst/>
            <a:ahLst/>
            <a:cxnLst/>
            <a:rect l="l" t="t" r="r" b="b"/>
            <a:pathLst>
              <a:path w="439419" h="483870">
                <a:moveTo>
                  <a:pt x="50355" y="279145"/>
                </a:moveTo>
                <a:lnTo>
                  <a:pt x="2878" y="263990"/>
                </a:lnTo>
                <a:lnTo>
                  <a:pt x="0" y="256878"/>
                </a:lnTo>
                <a:lnTo>
                  <a:pt x="0" y="37083"/>
                </a:lnTo>
                <a:lnTo>
                  <a:pt x="2878" y="29971"/>
                </a:lnTo>
                <a:lnTo>
                  <a:pt x="14393" y="17779"/>
                </a:lnTo>
                <a:lnTo>
                  <a:pt x="21843" y="14731"/>
                </a:lnTo>
                <a:lnTo>
                  <a:pt x="241807" y="14731"/>
                </a:lnTo>
                <a:lnTo>
                  <a:pt x="241807" y="61467"/>
                </a:lnTo>
                <a:lnTo>
                  <a:pt x="59605" y="61467"/>
                </a:lnTo>
                <a:lnTo>
                  <a:pt x="57911" y="63161"/>
                </a:lnTo>
                <a:lnTo>
                  <a:pt x="57911" y="230462"/>
                </a:lnTo>
                <a:lnTo>
                  <a:pt x="59605" y="232155"/>
                </a:lnTo>
                <a:lnTo>
                  <a:pt x="281431" y="232155"/>
                </a:lnTo>
                <a:lnTo>
                  <a:pt x="281431" y="262127"/>
                </a:lnTo>
                <a:lnTo>
                  <a:pt x="243776" y="268668"/>
                </a:lnTo>
                <a:lnTo>
                  <a:pt x="200596" y="272668"/>
                </a:lnTo>
                <a:lnTo>
                  <a:pt x="123189" y="277113"/>
                </a:lnTo>
                <a:lnTo>
                  <a:pt x="72897" y="278891"/>
                </a:lnTo>
                <a:lnTo>
                  <a:pt x="61229" y="279082"/>
                </a:lnTo>
                <a:lnTo>
                  <a:pt x="50355" y="279145"/>
                </a:lnTo>
                <a:close/>
              </a:path>
              <a:path w="439419" h="483870">
                <a:moveTo>
                  <a:pt x="281431" y="232155"/>
                </a:moveTo>
                <a:lnTo>
                  <a:pt x="62991" y="232155"/>
                </a:lnTo>
                <a:lnTo>
                  <a:pt x="87185" y="232028"/>
                </a:lnTo>
                <a:lnTo>
                  <a:pt x="126460" y="231314"/>
                </a:lnTo>
                <a:lnTo>
                  <a:pt x="167893" y="229361"/>
                </a:lnTo>
                <a:lnTo>
                  <a:pt x="224789" y="224789"/>
                </a:lnTo>
                <a:lnTo>
                  <a:pt x="267414" y="219598"/>
                </a:lnTo>
                <a:lnTo>
                  <a:pt x="281431" y="217423"/>
                </a:lnTo>
                <a:lnTo>
                  <a:pt x="281431" y="232155"/>
                </a:lnTo>
                <a:close/>
              </a:path>
              <a:path w="439419" h="483870">
                <a:moveTo>
                  <a:pt x="357801" y="350519"/>
                </a:moveTo>
                <a:lnTo>
                  <a:pt x="308355" y="350519"/>
                </a:lnTo>
                <a:lnTo>
                  <a:pt x="308355" y="0"/>
                </a:lnTo>
                <a:lnTo>
                  <a:pt x="365251" y="0"/>
                </a:lnTo>
                <a:lnTo>
                  <a:pt x="365251" y="122935"/>
                </a:lnTo>
                <a:lnTo>
                  <a:pt x="439419" y="122935"/>
                </a:lnTo>
                <a:lnTo>
                  <a:pt x="439419" y="171195"/>
                </a:lnTo>
                <a:lnTo>
                  <a:pt x="365251" y="171195"/>
                </a:lnTo>
                <a:lnTo>
                  <a:pt x="365251" y="343069"/>
                </a:lnTo>
                <a:lnTo>
                  <a:pt x="364235" y="345439"/>
                </a:lnTo>
                <a:lnTo>
                  <a:pt x="360171" y="349503"/>
                </a:lnTo>
                <a:lnTo>
                  <a:pt x="357801" y="350519"/>
                </a:lnTo>
                <a:close/>
              </a:path>
              <a:path w="439419" h="483870">
                <a:moveTo>
                  <a:pt x="370501" y="483615"/>
                </a:moveTo>
                <a:lnTo>
                  <a:pt x="76199" y="483615"/>
                </a:lnTo>
                <a:lnTo>
                  <a:pt x="69003" y="480652"/>
                </a:lnTo>
                <a:lnTo>
                  <a:pt x="56472" y="468799"/>
                </a:lnTo>
                <a:lnTo>
                  <a:pt x="53339" y="461433"/>
                </a:lnTo>
                <a:lnTo>
                  <a:pt x="53339" y="325627"/>
                </a:lnTo>
                <a:lnTo>
                  <a:pt x="112267" y="325627"/>
                </a:lnTo>
                <a:lnTo>
                  <a:pt x="112267" y="431461"/>
                </a:lnTo>
                <a:lnTo>
                  <a:pt x="112775" y="432731"/>
                </a:lnTo>
                <a:lnTo>
                  <a:pt x="114807" y="434424"/>
                </a:lnTo>
                <a:lnTo>
                  <a:pt x="115823" y="434847"/>
                </a:lnTo>
                <a:lnTo>
                  <a:pt x="377951" y="434847"/>
                </a:lnTo>
                <a:lnTo>
                  <a:pt x="377951" y="476165"/>
                </a:lnTo>
                <a:lnTo>
                  <a:pt x="376935" y="478535"/>
                </a:lnTo>
                <a:lnTo>
                  <a:pt x="372871" y="482599"/>
                </a:lnTo>
                <a:lnTo>
                  <a:pt x="370501" y="483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49430" y="4896485"/>
            <a:ext cx="405130" cy="483870"/>
          </a:xfrm>
          <a:custGeom>
            <a:avLst/>
            <a:gdLst/>
            <a:ahLst/>
            <a:cxnLst/>
            <a:rect l="l" t="t" r="r" b="b"/>
            <a:pathLst>
              <a:path w="405130" h="483870">
                <a:moveTo>
                  <a:pt x="397425" y="483615"/>
                </a:moveTo>
                <a:lnTo>
                  <a:pt x="347979" y="483615"/>
                </a:lnTo>
                <a:lnTo>
                  <a:pt x="347979" y="0"/>
                </a:lnTo>
                <a:lnTo>
                  <a:pt x="404875" y="0"/>
                </a:lnTo>
                <a:lnTo>
                  <a:pt x="404875" y="476165"/>
                </a:lnTo>
                <a:lnTo>
                  <a:pt x="403859" y="478535"/>
                </a:lnTo>
                <a:lnTo>
                  <a:pt x="399795" y="482599"/>
                </a:lnTo>
                <a:lnTo>
                  <a:pt x="397425" y="483615"/>
                </a:lnTo>
                <a:close/>
              </a:path>
              <a:path w="405130" h="483870">
                <a:moveTo>
                  <a:pt x="29971" y="409447"/>
                </a:moveTo>
                <a:lnTo>
                  <a:pt x="0" y="368299"/>
                </a:lnTo>
                <a:lnTo>
                  <a:pt x="14541" y="364585"/>
                </a:lnTo>
                <a:lnTo>
                  <a:pt x="29717" y="360044"/>
                </a:lnTo>
                <a:lnTo>
                  <a:pt x="78454" y="341486"/>
                </a:lnTo>
                <a:lnTo>
                  <a:pt x="124459" y="315721"/>
                </a:lnTo>
                <a:lnTo>
                  <a:pt x="162464" y="282527"/>
                </a:lnTo>
                <a:lnTo>
                  <a:pt x="187197" y="241553"/>
                </a:lnTo>
                <a:lnTo>
                  <a:pt x="192531" y="78231"/>
                </a:lnTo>
                <a:lnTo>
                  <a:pt x="192531" y="74845"/>
                </a:lnTo>
                <a:lnTo>
                  <a:pt x="190669" y="73151"/>
                </a:lnTo>
                <a:lnTo>
                  <a:pt x="12699" y="73151"/>
                </a:lnTo>
                <a:lnTo>
                  <a:pt x="12699" y="24383"/>
                </a:lnTo>
                <a:lnTo>
                  <a:pt x="229785" y="24383"/>
                </a:lnTo>
                <a:lnTo>
                  <a:pt x="236981" y="27516"/>
                </a:lnTo>
                <a:lnTo>
                  <a:pt x="248157" y="40047"/>
                </a:lnTo>
                <a:lnTo>
                  <a:pt x="250951" y="47243"/>
                </a:lnTo>
                <a:lnTo>
                  <a:pt x="250951" y="201675"/>
                </a:lnTo>
                <a:lnTo>
                  <a:pt x="245871" y="244284"/>
                </a:lnTo>
                <a:lnTo>
                  <a:pt x="230631" y="281685"/>
                </a:lnTo>
                <a:lnTo>
                  <a:pt x="207390" y="314197"/>
                </a:lnTo>
                <a:lnTo>
                  <a:pt x="178307" y="342137"/>
                </a:lnTo>
                <a:lnTo>
                  <a:pt x="144525" y="365505"/>
                </a:lnTo>
                <a:lnTo>
                  <a:pt x="107187" y="384301"/>
                </a:lnTo>
                <a:lnTo>
                  <a:pt x="68325" y="398843"/>
                </a:lnTo>
                <a:lnTo>
                  <a:pt x="49085" y="404637"/>
                </a:lnTo>
                <a:lnTo>
                  <a:pt x="29971" y="409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51334" y="4908677"/>
            <a:ext cx="157480" cy="464184"/>
          </a:xfrm>
          <a:custGeom>
            <a:avLst/>
            <a:gdLst/>
            <a:ahLst/>
            <a:cxnLst/>
            <a:rect l="l" t="t" r="r" b="b"/>
            <a:pathLst>
              <a:path w="157479" h="464185">
                <a:moveTo>
                  <a:pt x="157479" y="463803"/>
                </a:moveTo>
                <a:lnTo>
                  <a:pt x="89407" y="463803"/>
                </a:lnTo>
                <a:lnTo>
                  <a:pt x="81740" y="456929"/>
                </a:lnTo>
                <a:lnTo>
                  <a:pt x="50355" y="418972"/>
                </a:lnTo>
                <a:lnTo>
                  <a:pt x="29209" y="379729"/>
                </a:lnTo>
                <a:lnTo>
                  <a:pt x="12493" y="331485"/>
                </a:lnTo>
                <a:lnTo>
                  <a:pt x="2032" y="274446"/>
                </a:lnTo>
                <a:lnTo>
                  <a:pt x="0" y="231647"/>
                </a:lnTo>
                <a:lnTo>
                  <a:pt x="412" y="211851"/>
                </a:lnTo>
                <a:lnTo>
                  <a:pt x="3714" y="173878"/>
                </a:lnTo>
                <a:lnTo>
                  <a:pt x="14541" y="121411"/>
                </a:lnTo>
                <a:lnTo>
                  <a:pt x="31368" y="75739"/>
                </a:lnTo>
                <a:lnTo>
                  <a:pt x="53085" y="37591"/>
                </a:lnTo>
                <a:lnTo>
                  <a:pt x="78660" y="7873"/>
                </a:lnTo>
                <a:lnTo>
                  <a:pt x="87883" y="0"/>
                </a:lnTo>
                <a:lnTo>
                  <a:pt x="156463" y="0"/>
                </a:lnTo>
                <a:lnTo>
                  <a:pt x="146907" y="8096"/>
                </a:lnTo>
                <a:lnTo>
                  <a:pt x="137540" y="17144"/>
                </a:lnTo>
                <a:lnTo>
                  <a:pt x="110743" y="49958"/>
                </a:lnTo>
                <a:lnTo>
                  <a:pt x="87883" y="90677"/>
                </a:lnTo>
                <a:lnTo>
                  <a:pt x="70310" y="138541"/>
                </a:lnTo>
                <a:lnTo>
                  <a:pt x="59499" y="192658"/>
                </a:lnTo>
                <a:lnTo>
                  <a:pt x="57403" y="231647"/>
                </a:lnTo>
                <a:lnTo>
                  <a:pt x="57975" y="251888"/>
                </a:lnTo>
                <a:lnTo>
                  <a:pt x="62547" y="290369"/>
                </a:lnTo>
                <a:lnTo>
                  <a:pt x="77025" y="342836"/>
                </a:lnTo>
                <a:lnTo>
                  <a:pt x="97615" y="388191"/>
                </a:lnTo>
                <a:lnTo>
                  <a:pt x="122427" y="425957"/>
                </a:lnTo>
                <a:lnTo>
                  <a:pt x="148812" y="455723"/>
                </a:lnTo>
                <a:lnTo>
                  <a:pt x="157479" y="46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68249" y="4917599"/>
            <a:ext cx="267970" cy="422909"/>
          </a:xfrm>
          <a:custGeom>
            <a:avLst/>
            <a:gdLst/>
            <a:ahLst/>
            <a:cxnLst/>
            <a:rect l="l" t="t" r="r" b="b"/>
            <a:pathLst>
              <a:path w="267970" h="422910">
                <a:moveTo>
                  <a:pt x="112267" y="422369"/>
                </a:moveTo>
                <a:lnTo>
                  <a:pt x="70357" y="419829"/>
                </a:lnTo>
                <a:lnTo>
                  <a:pt x="11006" y="408315"/>
                </a:lnTo>
                <a:lnTo>
                  <a:pt x="0" y="405097"/>
                </a:lnTo>
                <a:lnTo>
                  <a:pt x="0" y="354298"/>
                </a:lnTo>
                <a:lnTo>
                  <a:pt x="9567" y="357515"/>
                </a:lnTo>
                <a:lnTo>
                  <a:pt x="24722" y="361579"/>
                </a:lnTo>
                <a:lnTo>
                  <a:pt x="65023" y="369030"/>
                </a:lnTo>
                <a:lnTo>
                  <a:pt x="109219" y="371570"/>
                </a:lnTo>
                <a:lnTo>
                  <a:pt x="118348" y="371300"/>
                </a:lnTo>
                <a:lnTo>
                  <a:pt x="162750" y="361791"/>
                </a:lnTo>
                <a:lnTo>
                  <a:pt x="197262" y="338137"/>
                </a:lnTo>
                <a:lnTo>
                  <a:pt x="211327" y="299942"/>
                </a:lnTo>
                <a:lnTo>
                  <a:pt x="211327" y="284702"/>
                </a:lnTo>
                <a:lnTo>
                  <a:pt x="194690" y="245586"/>
                </a:lnTo>
                <a:lnTo>
                  <a:pt x="160353" y="226536"/>
                </a:lnTo>
                <a:lnTo>
                  <a:pt x="113283" y="220186"/>
                </a:lnTo>
                <a:lnTo>
                  <a:pt x="26415" y="220186"/>
                </a:lnTo>
                <a:lnTo>
                  <a:pt x="26415" y="170910"/>
                </a:lnTo>
                <a:lnTo>
                  <a:pt x="116331" y="170910"/>
                </a:lnTo>
                <a:lnTo>
                  <a:pt x="124158" y="170687"/>
                </a:lnTo>
                <a:lnTo>
                  <a:pt x="167687" y="159877"/>
                </a:lnTo>
                <a:lnTo>
                  <a:pt x="195643" y="131619"/>
                </a:lnTo>
                <a:lnTo>
                  <a:pt x="199643" y="109950"/>
                </a:lnTo>
                <a:lnTo>
                  <a:pt x="199643" y="100298"/>
                </a:lnTo>
                <a:lnTo>
                  <a:pt x="181736" y="66643"/>
                </a:lnTo>
                <a:lnTo>
                  <a:pt x="140969" y="49752"/>
                </a:lnTo>
                <a:lnTo>
                  <a:pt x="110235" y="46958"/>
                </a:lnTo>
                <a:lnTo>
                  <a:pt x="101314" y="47116"/>
                </a:lnTo>
                <a:lnTo>
                  <a:pt x="56641" y="52165"/>
                </a:lnTo>
                <a:lnTo>
                  <a:pt x="17610" y="60081"/>
                </a:lnTo>
                <a:lnTo>
                  <a:pt x="6095" y="63214"/>
                </a:lnTo>
                <a:lnTo>
                  <a:pt x="6095" y="14446"/>
                </a:lnTo>
                <a:lnTo>
                  <a:pt x="52339" y="4825"/>
                </a:lnTo>
                <a:lnTo>
                  <a:pt x="94932" y="349"/>
                </a:lnTo>
                <a:lnTo>
                  <a:pt x="110347" y="0"/>
                </a:lnTo>
                <a:lnTo>
                  <a:pt x="126491" y="222"/>
                </a:lnTo>
                <a:lnTo>
                  <a:pt x="164687" y="4794"/>
                </a:lnTo>
                <a:lnTo>
                  <a:pt x="209311" y="18716"/>
                </a:lnTo>
                <a:lnTo>
                  <a:pt x="241458" y="44084"/>
                </a:lnTo>
                <a:lnTo>
                  <a:pt x="256904" y="83788"/>
                </a:lnTo>
                <a:lnTo>
                  <a:pt x="257555" y="96234"/>
                </a:lnTo>
                <a:lnTo>
                  <a:pt x="257555" y="122819"/>
                </a:lnTo>
                <a:lnTo>
                  <a:pt x="235711" y="166592"/>
                </a:lnTo>
                <a:lnTo>
                  <a:pt x="204723" y="190214"/>
                </a:lnTo>
                <a:lnTo>
                  <a:pt x="210327" y="192928"/>
                </a:lnTo>
                <a:lnTo>
                  <a:pt x="243046" y="216979"/>
                </a:lnTo>
                <a:lnTo>
                  <a:pt x="264572" y="256254"/>
                </a:lnTo>
                <a:lnTo>
                  <a:pt x="267715" y="282162"/>
                </a:lnTo>
                <a:lnTo>
                  <a:pt x="267715" y="301466"/>
                </a:lnTo>
                <a:lnTo>
                  <a:pt x="260143" y="346852"/>
                </a:lnTo>
                <a:lnTo>
                  <a:pt x="238632" y="380015"/>
                </a:lnTo>
                <a:lnTo>
                  <a:pt x="207279" y="403050"/>
                </a:lnTo>
                <a:lnTo>
                  <a:pt x="168655" y="416527"/>
                </a:lnTo>
                <a:lnTo>
                  <a:pt x="126460" y="422004"/>
                </a:lnTo>
                <a:lnTo>
                  <a:pt x="112267" y="4223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673049" y="4896485"/>
            <a:ext cx="426720" cy="483870"/>
          </a:xfrm>
          <a:custGeom>
            <a:avLst/>
            <a:gdLst/>
            <a:ahLst/>
            <a:cxnLst/>
            <a:rect l="l" t="t" r="r" b="b"/>
            <a:pathLst>
              <a:path w="426720" h="483870">
                <a:moveTo>
                  <a:pt x="34035" y="409447"/>
                </a:moveTo>
                <a:lnTo>
                  <a:pt x="0" y="373887"/>
                </a:lnTo>
                <a:lnTo>
                  <a:pt x="18541" y="366537"/>
                </a:lnTo>
                <a:lnTo>
                  <a:pt x="36067" y="358711"/>
                </a:lnTo>
                <a:lnTo>
                  <a:pt x="82454" y="332342"/>
                </a:lnTo>
                <a:lnTo>
                  <a:pt x="118363" y="301243"/>
                </a:lnTo>
                <a:lnTo>
                  <a:pt x="143414" y="264715"/>
                </a:lnTo>
                <a:lnTo>
                  <a:pt x="157352" y="221932"/>
                </a:lnTo>
                <a:lnTo>
                  <a:pt x="160019" y="78401"/>
                </a:lnTo>
                <a:lnTo>
                  <a:pt x="158326" y="76707"/>
                </a:lnTo>
                <a:lnTo>
                  <a:pt x="13207" y="76707"/>
                </a:lnTo>
                <a:lnTo>
                  <a:pt x="13207" y="28447"/>
                </a:lnTo>
                <a:lnTo>
                  <a:pt x="194902" y="28447"/>
                </a:lnTo>
                <a:lnTo>
                  <a:pt x="202183" y="31326"/>
                </a:lnTo>
                <a:lnTo>
                  <a:pt x="214375" y="42841"/>
                </a:lnTo>
                <a:lnTo>
                  <a:pt x="217423" y="50122"/>
                </a:lnTo>
                <a:lnTo>
                  <a:pt x="217423" y="190499"/>
                </a:lnTo>
                <a:lnTo>
                  <a:pt x="210422" y="245220"/>
                </a:lnTo>
                <a:lnTo>
                  <a:pt x="189737" y="294703"/>
                </a:lnTo>
                <a:lnTo>
                  <a:pt x="156448" y="337676"/>
                </a:lnTo>
                <a:lnTo>
                  <a:pt x="111251" y="373633"/>
                </a:lnTo>
                <a:lnTo>
                  <a:pt x="74929" y="393382"/>
                </a:lnTo>
                <a:lnTo>
                  <a:pt x="55054" y="401875"/>
                </a:lnTo>
                <a:lnTo>
                  <a:pt x="34035" y="409447"/>
                </a:lnTo>
                <a:close/>
              </a:path>
              <a:path w="426720" h="483870">
                <a:moveTo>
                  <a:pt x="309033" y="471931"/>
                </a:moveTo>
                <a:lnTo>
                  <a:pt x="259587" y="471931"/>
                </a:lnTo>
                <a:lnTo>
                  <a:pt x="259587" y="0"/>
                </a:lnTo>
                <a:lnTo>
                  <a:pt x="316483" y="0"/>
                </a:lnTo>
                <a:lnTo>
                  <a:pt x="316483" y="168147"/>
                </a:lnTo>
                <a:lnTo>
                  <a:pt x="426719" y="168147"/>
                </a:lnTo>
                <a:lnTo>
                  <a:pt x="426719" y="216915"/>
                </a:lnTo>
                <a:lnTo>
                  <a:pt x="316483" y="216915"/>
                </a:lnTo>
                <a:lnTo>
                  <a:pt x="316483" y="464481"/>
                </a:lnTo>
                <a:lnTo>
                  <a:pt x="315467" y="466851"/>
                </a:lnTo>
                <a:lnTo>
                  <a:pt x="311403" y="470915"/>
                </a:lnTo>
                <a:lnTo>
                  <a:pt x="309033" y="471931"/>
                </a:lnTo>
                <a:close/>
              </a:path>
              <a:path w="426720" h="483870">
                <a:moveTo>
                  <a:pt x="426719" y="168147"/>
                </a:moveTo>
                <a:lnTo>
                  <a:pt x="370331" y="168147"/>
                </a:lnTo>
                <a:lnTo>
                  <a:pt x="370331" y="0"/>
                </a:lnTo>
                <a:lnTo>
                  <a:pt x="426719" y="0"/>
                </a:lnTo>
                <a:lnTo>
                  <a:pt x="426719" y="168147"/>
                </a:lnTo>
                <a:close/>
              </a:path>
              <a:path w="426720" h="483870">
                <a:moveTo>
                  <a:pt x="419269" y="483615"/>
                </a:moveTo>
                <a:lnTo>
                  <a:pt x="370331" y="483615"/>
                </a:lnTo>
                <a:lnTo>
                  <a:pt x="370331" y="216915"/>
                </a:lnTo>
                <a:lnTo>
                  <a:pt x="426719" y="216915"/>
                </a:lnTo>
                <a:lnTo>
                  <a:pt x="426719" y="476165"/>
                </a:lnTo>
                <a:lnTo>
                  <a:pt x="425703" y="478535"/>
                </a:lnTo>
                <a:lnTo>
                  <a:pt x="421639" y="482599"/>
                </a:lnTo>
                <a:lnTo>
                  <a:pt x="419269" y="483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58189" y="4893945"/>
            <a:ext cx="416559" cy="490220"/>
          </a:xfrm>
          <a:custGeom>
            <a:avLst/>
            <a:gdLst/>
            <a:ahLst/>
            <a:cxnLst/>
            <a:rect l="l" t="t" r="r" b="b"/>
            <a:pathLst>
              <a:path w="416560" h="490220">
                <a:moveTo>
                  <a:pt x="149859" y="160019"/>
                </a:moveTo>
                <a:lnTo>
                  <a:pt x="100583" y="155447"/>
                </a:lnTo>
                <a:lnTo>
                  <a:pt x="59689" y="140969"/>
                </a:lnTo>
                <a:lnTo>
                  <a:pt x="27193" y="108188"/>
                </a:lnTo>
                <a:lnTo>
                  <a:pt x="21335" y="79755"/>
                </a:lnTo>
                <a:lnTo>
                  <a:pt x="21986" y="69691"/>
                </a:lnTo>
                <a:lnTo>
                  <a:pt x="43941" y="29844"/>
                </a:lnTo>
                <a:lnTo>
                  <a:pt x="78676" y="10413"/>
                </a:lnTo>
                <a:lnTo>
                  <a:pt x="124586" y="1142"/>
                </a:lnTo>
                <a:lnTo>
                  <a:pt x="149859" y="0"/>
                </a:lnTo>
                <a:lnTo>
                  <a:pt x="162655" y="285"/>
                </a:lnTo>
                <a:lnTo>
                  <a:pt x="210454" y="7175"/>
                </a:lnTo>
                <a:lnTo>
                  <a:pt x="248348" y="23971"/>
                </a:lnTo>
                <a:lnTo>
                  <a:pt x="267180" y="42671"/>
                </a:lnTo>
                <a:lnTo>
                  <a:pt x="150367" y="42671"/>
                </a:lnTo>
                <a:lnTo>
                  <a:pt x="133191" y="43275"/>
                </a:lnTo>
                <a:lnTo>
                  <a:pt x="94995" y="52323"/>
                </a:lnTo>
                <a:lnTo>
                  <a:pt x="76199" y="79755"/>
                </a:lnTo>
                <a:lnTo>
                  <a:pt x="77374" y="88360"/>
                </a:lnTo>
                <a:lnTo>
                  <a:pt x="118236" y="114934"/>
                </a:lnTo>
                <a:lnTo>
                  <a:pt x="150367" y="117347"/>
                </a:lnTo>
                <a:lnTo>
                  <a:pt x="266969" y="117347"/>
                </a:lnTo>
                <a:lnTo>
                  <a:pt x="262318" y="123253"/>
                </a:lnTo>
                <a:lnTo>
                  <a:pt x="230901" y="145589"/>
                </a:lnTo>
                <a:lnTo>
                  <a:pt x="187293" y="157448"/>
                </a:lnTo>
                <a:lnTo>
                  <a:pt x="162655" y="159734"/>
                </a:lnTo>
                <a:lnTo>
                  <a:pt x="149859" y="160019"/>
                </a:lnTo>
                <a:close/>
              </a:path>
              <a:path w="416560" h="490220">
                <a:moveTo>
                  <a:pt x="397425" y="294131"/>
                </a:moveTo>
                <a:lnTo>
                  <a:pt x="347471" y="294131"/>
                </a:lnTo>
                <a:lnTo>
                  <a:pt x="347471" y="276859"/>
                </a:lnTo>
                <a:lnTo>
                  <a:pt x="207263" y="276859"/>
                </a:lnTo>
                <a:lnTo>
                  <a:pt x="207263" y="234187"/>
                </a:lnTo>
                <a:lnTo>
                  <a:pt x="347471" y="234187"/>
                </a:lnTo>
                <a:lnTo>
                  <a:pt x="347471" y="2539"/>
                </a:lnTo>
                <a:lnTo>
                  <a:pt x="404875" y="2539"/>
                </a:lnTo>
                <a:lnTo>
                  <a:pt x="404875" y="286681"/>
                </a:lnTo>
                <a:lnTo>
                  <a:pt x="403859" y="289051"/>
                </a:lnTo>
                <a:lnTo>
                  <a:pt x="399795" y="293115"/>
                </a:lnTo>
                <a:lnTo>
                  <a:pt x="397425" y="294131"/>
                </a:lnTo>
                <a:close/>
              </a:path>
              <a:path w="416560" h="490220">
                <a:moveTo>
                  <a:pt x="266969" y="117347"/>
                </a:moveTo>
                <a:lnTo>
                  <a:pt x="150367" y="117347"/>
                </a:lnTo>
                <a:lnTo>
                  <a:pt x="166893" y="116744"/>
                </a:lnTo>
                <a:lnTo>
                  <a:pt x="181419" y="114934"/>
                </a:lnTo>
                <a:lnTo>
                  <a:pt x="218757" y="95884"/>
                </a:lnTo>
                <a:lnTo>
                  <a:pt x="223519" y="79755"/>
                </a:lnTo>
                <a:lnTo>
                  <a:pt x="222329" y="71373"/>
                </a:lnTo>
                <a:lnTo>
                  <a:pt x="181419" y="45084"/>
                </a:lnTo>
                <a:lnTo>
                  <a:pt x="150367" y="42671"/>
                </a:lnTo>
                <a:lnTo>
                  <a:pt x="267180" y="42671"/>
                </a:lnTo>
                <a:lnTo>
                  <a:pt x="278383" y="79755"/>
                </a:lnTo>
                <a:lnTo>
                  <a:pt x="277732" y="90027"/>
                </a:lnTo>
                <a:lnTo>
                  <a:pt x="275780" y="99504"/>
                </a:lnTo>
                <a:lnTo>
                  <a:pt x="272525" y="108188"/>
                </a:lnTo>
                <a:lnTo>
                  <a:pt x="267969" y="116077"/>
                </a:lnTo>
                <a:lnTo>
                  <a:pt x="266969" y="117347"/>
                </a:lnTo>
                <a:close/>
              </a:path>
              <a:path w="416560" h="490220">
                <a:moveTo>
                  <a:pt x="149521" y="291591"/>
                </a:moveTo>
                <a:lnTo>
                  <a:pt x="99059" y="291591"/>
                </a:lnTo>
                <a:lnTo>
                  <a:pt x="99059" y="220471"/>
                </a:lnTo>
                <a:lnTo>
                  <a:pt x="0" y="220471"/>
                </a:lnTo>
                <a:lnTo>
                  <a:pt x="0" y="176783"/>
                </a:lnTo>
                <a:lnTo>
                  <a:pt x="163067" y="176783"/>
                </a:lnTo>
                <a:lnTo>
                  <a:pt x="186578" y="176482"/>
                </a:lnTo>
                <a:lnTo>
                  <a:pt x="231409" y="174069"/>
                </a:lnTo>
                <a:lnTo>
                  <a:pt x="272970" y="169402"/>
                </a:lnTo>
                <a:lnTo>
                  <a:pt x="325119" y="160019"/>
                </a:lnTo>
                <a:lnTo>
                  <a:pt x="325119" y="199982"/>
                </a:lnTo>
                <a:lnTo>
                  <a:pt x="284987" y="212851"/>
                </a:lnTo>
                <a:lnTo>
                  <a:pt x="243839" y="217677"/>
                </a:lnTo>
                <a:lnTo>
                  <a:pt x="188594" y="220186"/>
                </a:lnTo>
                <a:lnTo>
                  <a:pt x="156971" y="220471"/>
                </a:lnTo>
                <a:lnTo>
                  <a:pt x="156971" y="284141"/>
                </a:lnTo>
                <a:lnTo>
                  <a:pt x="155955" y="286511"/>
                </a:lnTo>
                <a:lnTo>
                  <a:pt x="151891" y="290575"/>
                </a:lnTo>
                <a:lnTo>
                  <a:pt x="149521" y="291591"/>
                </a:lnTo>
                <a:close/>
              </a:path>
              <a:path w="416560" h="490220">
                <a:moveTo>
                  <a:pt x="409109" y="490219"/>
                </a:moveTo>
                <a:lnTo>
                  <a:pt x="111251" y="490219"/>
                </a:lnTo>
                <a:lnTo>
                  <a:pt x="97694" y="488314"/>
                </a:lnTo>
                <a:lnTo>
                  <a:pt x="88010" y="482599"/>
                </a:lnTo>
                <a:lnTo>
                  <a:pt x="82200" y="473074"/>
                </a:lnTo>
                <a:lnTo>
                  <a:pt x="80263" y="459739"/>
                </a:lnTo>
                <a:lnTo>
                  <a:pt x="80263" y="379475"/>
                </a:lnTo>
                <a:lnTo>
                  <a:pt x="346286" y="379475"/>
                </a:lnTo>
                <a:lnTo>
                  <a:pt x="347979" y="377782"/>
                </a:lnTo>
                <a:lnTo>
                  <a:pt x="347979" y="355091"/>
                </a:lnTo>
                <a:lnTo>
                  <a:pt x="80771" y="355091"/>
                </a:lnTo>
                <a:lnTo>
                  <a:pt x="80771" y="310895"/>
                </a:lnTo>
                <a:lnTo>
                  <a:pt x="404875" y="310895"/>
                </a:lnTo>
                <a:lnTo>
                  <a:pt x="404875" y="401150"/>
                </a:lnTo>
                <a:lnTo>
                  <a:pt x="401912" y="408601"/>
                </a:lnTo>
                <a:lnTo>
                  <a:pt x="390059" y="419438"/>
                </a:lnTo>
                <a:lnTo>
                  <a:pt x="382693" y="422147"/>
                </a:lnTo>
                <a:lnTo>
                  <a:pt x="138175" y="422147"/>
                </a:lnTo>
                <a:lnTo>
                  <a:pt x="138175" y="444330"/>
                </a:lnTo>
                <a:lnTo>
                  <a:pt x="139869" y="446023"/>
                </a:lnTo>
                <a:lnTo>
                  <a:pt x="416559" y="446023"/>
                </a:lnTo>
                <a:lnTo>
                  <a:pt x="416559" y="482769"/>
                </a:lnTo>
                <a:lnTo>
                  <a:pt x="415543" y="485139"/>
                </a:lnTo>
                <a:lnTo>
                  <a:pt x="411479" y="489203"/>
                </a:lnTo>
                <a:lnTo>
                  <a:pt x="409109" y="4902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778115" y="4895977"/>
            <a:ext cx="386715" cy="484505"/>
          </a:xfrm>
          <a:custGeom>
            <a:avLst/>
            <a:gdLst/>
            <a:ahLst/>
            <a:cxnLst/>
            <a:rect l="l" t="t" r="r" b="b"/>
            <a:pathLst>
              <a:path w="386714" h="484504">
                <a:moveTo>
                  <a:pt x="132587" y="381507"/>
                </a:moveTo>
                <a:lnTo>
                  <a:pt x="85724" y="373078"/>
                </a:lnTo>
                <a:lnTo>
                  <a:pt x="49910" y="348868"/>
                </a:lnTo>
                <a:lnTo>
                  <a:pt x="23907" y="312562"/>
                </a:lnTo>
                <a:lnTo>
                  <a:pt x="7619" y="266699"/>
                </a:lnTo>
                <a:lnTo>
                  <a:pt x="476" y="214407"/>
                </a:lnTo>
                <a:lnTo>
                  <a:pt x="0" y="196087"/>
                </a:lnTo>
                <a:lnTo>
                  <a:pt x="476" y="180054"/>
                </a:lnTo>
                <a:lnTo>
                  <a:pt x="7619" y="131571"/>
                </a:lnTo>
                <a:lnTo>
                  <a:pt x="23764" y="86232"/>
                </a:lnTo>
                <a:lnTo>
                  <a:pt x="49529" y="48704"/>
                </a:lnTo>
                <a:lnTo>
                  <a:pt x="85582" y="22494"/>
                </a:lnTo>
                <a:lnTo>
                  <a:pt x="132587" y="13207"/>
                </a:lnTo>
                <a:lnTo>
                  <a:pt x="149717" y="14239"/>
                </a:lnTo>
                <a:lnTo>
                  <a:pt x="193293" y="29717"/>
                </a:lnTo>
                <a:lnTo>
                  <a:pt x="225869" y="60055"/>
                </a:lnTo>
                <a:lnTo>
                  <a:pt x="228561" y="64007"/>
                </a:lnTo>
                <a:lnTo>
                  <a:pt x="132587" y="64007"/>
                </a:lnTo>
                <a:lnTo>
                  <a:pt x="123031" y="64833"/>
                </a:lnTo>
                <a:lnTo>
                  <a:pt x="85661" y="92074"/>
                </a:lnTo>
                <a:lnTo>
                  <a:pt x="67754" y="130809"/>
                </a:lnTo>
                <a:lnTo>
                  <a:pt x="59435" y="175005"/>
                </a:lnTo>
                <a:lnTo>
                  <a:pt x="58419" y="195579"/>
                </a:lnTo>
                <a:lnTo>
                  <a:pt x="58689" y="209105"/>
                </a:lnTo>
                <a:lnTo>
                  <a:pt x="62737" y="247395"/>
                </a:lnTo>
                <a:lnTo>
                  <a:pt x="76199" y="290321"/>
                </a:lnTo>
                <a:lnTo>
                  <a:pt x="106632" y="324564"/>
                </a:lnTo>
                <a:lnTo>
                  <a:pt x="132587" y="330707"/>
                </a:lnTo>
                <a:lnTo>
                  <a:pt x="230741" y="330707"/>
                </a:lnTo>
                <a:lnTo>
                  <a:pt x="225504" y="338042"/>
                </a:lnTo>
                <a:lnTo>
                  <a:pt x="192785" y="366521"/>
                </a:lnTo>
                <a:lnTo>
                  <a:pt x="149494" y="380571"/>
                </a:lnTo>
                <a:lnTo>
                  <a:pt x="132587" y="381507"/>
                </a:lnTo>
                <a:close/>
              </a:path>
              <a:path w="386714" h="484504">
                <a:moveTo>
                  <a:pt x="230741" y="330707"/>
                </a:moveTo>
                <a:lnTo>
                  <a:pt x="132587" y="330707"/>
                </a:lnTo>
                <a:lnTo>
                  <a:pt x="141700" y="330025"/>
                </a:lnTo>
                <a:lnTo>
                  <a:pt x="150240" y="327977"/>
                </a:lnTo>
                <a:lnTo>
                  <a:pt x="184086" y="299116"/>
                </a:lnTo>
                <a:lnTo>
                  <a:pt x="200120" y="259222"/>
                </a:lnTo>
                <a:lnTo>
                  <a:pt x="206978" y="209105"/>
                </a:lnTo>
                <a:lnTo>
                  <a:pt x="207263" y="195579"/>
                </a:lnTo>
                <a:lnTo>
                  <a:pt x="207009" y="185483"/>
                </a:lnTo>
                <a:lnTo>
                  <a:pt x="200850" y="141668"/>
                </a:lnTo>
                <a:lnTo>
                  <a:pt x="185102" y="100742"/>
                </a:lnTo>
                <a:lnTo>
                  <a:pt x="159162" y="71437"/>
                </a:lnTo>
                <a:lnTo>
                  <a:pt x="132587" y="64007"/>
                </a:lnTo>
                <a:lnTo>
                  <a:pt x="228561" y="64007"/>
                </a:lnTo>
                <a:lnTo>
                  <a:pt x="248348" y="100583"/>
                </a:lnTo>
                <a:lnTo>
                  <a:pt x="261397" y="147796"/>
                </a:lnTo>
                <a:lnTo>
                  <a:pt x="265683" y="196087"/>
                </a:lnTo>
                <a:lnTo>
                  <a:pt x="265207" y="214407"/>
                </a:lnTo>
                <a:lnTo>
                  <a:pt x="258063" y="266699"/>
                </a:lnTo>
                <a:lnTo>
                  <a:pt x="241776" y="312562"/>
                </a:lnTo>
                <a:lnTo>
                  <a:pt x="234187" y="325881"/>
                </a:lnTo>
                <a:lnTo>
                  <a:pt x="230741" y="330707"/>
                </a:lnTo>
                <a:close/>
              </a:path>
              <a:path w="386714" h="484504">
                <a:moveTo>
                  <a:pt x="379137" y="484123"/>
                </a:moveTo>
                <a:lnTo>
                  <a:pt x="328675" y="484123"/>
                </a:lnTo>
                <a:lnTo>
                  <a:pt x="328675" y="0"/>
                </a:lnTo>
                <a:lnTo>
                  <a:pt x="386587" y="0"/>
                </a:lnTo>
                <a:lnTo>
                  <a:pt x="386587" y="476673"/>
                </a:lnTo>
                <a:lnTo>
                  <a:pt x="385571" y="479043"/>
                </a:lnTo>
                <a:lnTo>
                  <a:pt x="381507" y="483107"/>
                </a:lnTo>
                <a:lnTo>
                  <a:pt x="379137" y="484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248523" y="4896485"/>
            <a:ext cx="405130" cy="483870"/>
          </a:xfrm>
          <a:custGeom>
            <a:avLst/>
            <a:gdLst/>
            <a:ahLst/>
            <a:cxnLst/>
            <a:rect l="l" t="t" r="r" b="b"/>
            <a:pathLst>
              <a:path w="405129" h="483870">
                <a:moveTo>
                  <a:pt x="281601" y="471931"/>
                </a:moveTo>
                <a:lnTo>
                  <a:pt x="232155" y="471931"/>
                </a:lnTo>
                <a:lnTo>
                  <a:pt x="232155" y="0"/>
                </a:lnTo>
                <a:lnTo>
                  <a:pt x="289051" y="0"/>
                </a:lnTo>
                <a:lnTo>
                  <a:pt x="289051" y="150875"/>
                </a:lnTo>
                <a:lnTo>
                  <a:pt x="404875" y="150875"/>
                </a:lnTo>
                <a:lnTo>
                  <a:pt x="404875" y="199135"/>
                </a:lnTo>
                <a:lnTo>
                  <a:pt x="289051" y="199135"/>
                </a:lnTo>
                <a:lnTo>
                  <a:pt x="289051" y="464481"/>
                </a:lnTo>
                <a:lnTo>
                  <a:pt x="288035" y="466851"/>
                </a:lnTo>
                <a:lnTo>
                  <a:pt x="283971" y="470915"/>
                </a:lnTo>
                <a:lnTo>
                  <a:pt x="281601" y="471931"/>
                </a:lnTo>
                <a:close/>
              </a:path>
              <a:path w="405129" h="483870">
                <a:moveTo>
                  <a:pt x="404875" y="150875"/>
                </a:moveTo>
                <a:lnTo>
                  <a:pt x="347471" y="150875"/>
                </a:lnTo>
                <a:lnTo>
                  <a:pt x="347471" y="0"/>
                </a:lnTo>
                <a:lnTo>
                  <a:pt x="404875" y="0"/>
                </a:lnTo>
                <a:lnTo>
                  <a:pt x="404875" y="150875"/>
                </a:lnTo>
                <a:close/>
              </a:path>
              <a:path w="405129" h="483870">
                <a:moveTo>
                  <a:pt x="397425" y="483615"/>
                </a:moveTo>
                <a:lnTo>
                  <a:pt x="347471" y="483615"/>
                </a:lnTo>
                <a:lnTo>
                  <a:pt x="347471" y="199135"/>
                </a:lnTo>
                <a:lnTo>
                  <a:pt x="404875" y="199135"/>
                </a:lnTo>
                <a:lnTo>
                  <a:pt x="404875" y="476165"/>
                </a:lnTo>
                <a:lnTo>
                  <a:pt x="403859" y="478535"/>
                </a:lnTo>
                <a:lnTo>
                  <a:pt x="399795" y="482599"/>
                </a:lnTo>
                <a:lnTo>
                  <a:pt x="397425" y="483615"/>
                </a:lnTo>
                <a:close/>
              </a:path>
              <a:path w="405129" h="483870">
                <a:moveTo>
                  <a:pt x="47688" y="365251"/>
                </a:moveTo>
                <a:lnTo>
                  <a:pt x="2878" y="350181"/>
                </a:lnTo>
                <a:lnTo>
                  <a:pt x="0" y="343069"/>
                </a:lnTo>
                <a:lnTo>
                  <a:pt x="0" y="16255"/>
                </a:lnTo>
                <a:lnTo>
                  <a:pt x="57403" y="16255"/>
                </a:lnTo>
                <a:lnTo>
                  <a:pt x="57403" y="313774"/>
                </a:lnTo>
                <a:lnTo>
                  <a:pt x="59097" y="315467"/>
                </a:lnTo>
                <a:lnTo>
                  <a:pt x="212851" y="315610"/>
                </a:lnTo>
                <a:lnTo>
                  <a:pt x="212851" y="347471"/>
                </a:lnTo>
                <a:lnTo>
                  <a:pt x="171703" y="355091"/>
                </a:lnTo>
                <a:lnTo>
                  <a:pt x="133365" y="359854"/>
                </a:lnTo>
                <a:lnTo>
                  <a:pt x="94106" y="363346"/>
                </a:lnTo>
                <a:lnTo>
                  <a:pt x="57896" y="365124"/>
                </a:lnTo>
                <a:lnTo>
                  <a:pt x="47688" y="365251"/>
                </a:lnTo>
                <a:close/>
              </a:path>
              <a:path w="405129" h="483870">
                <a:moveTo>
                  <a:pt x="212851" y="315610"/>
                </a:moveTo>
                <a:lnTo>
                  <a:pt x="78168" y="315610"/>
                </a:lnTo>
                <a:lnTo>
                  <a:pt x="94741" y="315023"/>
                </a:lnTo>
                <a:lnTo>
                  <a:pt x="112204" y="313705"/>
                </a:lnTo>
                <a:lnTo>
                  <a:pt x="130555" y="311657"/>
                </a:lnTo>
                <a:lnTo>
                  <a:pt x="169925" y="306260"/>
                </a:lnTo>
                <a:lnTo>
                  <a:pt x="212851" y="299719"/>
                </a:lnTo>
                <a:lnTo>
                  <a:pt x="212851" y="315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18930" y="4908677"/>
            <a:ext cx="157480" cy="464184"/>
          </a:xfrm>
          <a:custGeom>
            <a:avLst/>
            <a:gdLst/>
            <a:ahLst/>
            <a:cxnLst/>
            <a:rect l="l" t="t" r="r" b="b"/>
            <a:pathLst>
              <a:path w="157479" h="464185">
                <a:moveTo>
                  <a:pt x="68071" y="463803"/>
                </a:moveTo>
                <a:lnTo>
                  <a:pt x="0" y="463803"/>
                </a:lnTo>
                <a:lnTo>
                  <a:pt x="8667" y="455723"/>
                </a:lnTo>
                <a:lnTo>
                  <a:pt x="17398" y="446722"/>
                </a:lnTo>
                <a:lnTo>
                  <a:pt x="43735" y="414226"/>
                </a:lnTo>
                <a:lnTo>
                  <a:pt x="67309" y="373887"/>
                </a:lnTo>
                <a:lnTo>
                  <a:pt x="86026" y="326119"/>
                </a:lnTo>
                <a:lnTo>
                  <a:pt x="97789" y="271462"/>
                </a:lnTo>
                <a:lnTo>
                  <a:pt x="100075" y="231647"/>
                </a:lnTo>
                <a:lnTo>
                  <a:pt x="99552" y="211867"/>
                </a:lnTo>
                <a:lnTo>
                  <a:pt x="91693" y="155955"/>
                </a:lnTo>
                <a:lnTo>
                  <a:pt x="75977" y="105902"/>
                </a:lnTo>
                <a:lnTo>
                  <a:pt x="54419" y="62674"/>
                </a:lnTo>
                <a:lnTo>
                  <a:pt x="28638" y="27146"/>
                </a:lnTo>
                <a:lnTo>
                  <a:pt x="1015" y="0"/>
                </a:lnTo>
                <a:lnTo>
                  <a:pt x="69595" y="0"/>
                </a:lnTo>
                <a:lnTo>
                  <a:pt x="104393" y="37591"/>
                </a:lnTo>
                <a:lnTo>
                  <a:pt x="125968" y="75739"/>
                </a:lnTo>
                <a:lnTo>
                  <a:pt x="142557" y="121411"/>
                </a:lnTo>
                <a:lnTo>
                  <a:pt x="153622" y="173878"/>
                </a:lnTo>
                <a:lnTo>
                  <a:pt x="157051" y="211851"/>
                </a:lnTo>
                <a:lnTo>
                  <a:pt x="157479" y="231647"/>
                </a:lnTo>
                <a:lnTo>
                  <a:pt x="156956" y="252158"/>
                </a:lnTo>
                <a:lnTo>
                  <a:pt x="152765" y="291274"/>
                </a:lnTo>
                <a:lnTo>
                  <a:pt x="139572" y="344868"/>
                </a:lnTo>
                <a:lnTo>
                  <a:pt x="121110" y="391286"/>
                </a:lnTo>
                <a:lnTo>
                  <a:pt x="99059" y="429005"/>
                </a:lnTo>
                <a:lnTo>
                  <a:pt x="75723" y="456866"/>
                </a:lnTo>
                <a:lnTo>
                  <a:pt x="68071" y="46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126797" y="5099050"/>
            <a:ext cx="229235" cy="43180"/>
          </a:xfrm>
          <a:custGeom>
            <a:avLst/>
            <a:gdLst/>
            <a:ahLst/>
            <a:cxnLst/>
            <a:rect l="l" t="t" r="r" b="b"/>
            <a:pathLst>
              <a:path w="229235" h="43179">
                <a:moveTo>
                  <a:pt x="0" y="0"/>
                </a:moveTo>
                <a:lnTo>
                  <a:pt x="229107" y="0"/>
                </a:lnTo>
                <a:lnTo>
                  <a:pt x="229107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126797" y="5142229"/>
            <a:ext cx="228600" cy="2540"/>
          </a:xfrm>
          <a:custGeom>
            <a:avLst/>
            <a:gdLst/>
            <a:ahLst/>
            <a:cxnLst/>
            <a:rect l="l" t="t" r="r" b="b"/>
            <a:pathLst>
              <a:path w="228600" h="2539">
                <a:moveTo>
                  <a:pt x="0" y="0"/>
                </a:moveTo>
                <a:lnTo>
                  <a:pt x="228472" y="0"/>
                </a:lnTo>
                <a:lnTo>
                  <a:pt x="22847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126797" y="5144770"/>
            <a:ext cx="226060" cy="3810"/>
          </a:xfrm>
          <a:custGeom>
            <a:avLst/>
            <a:gdLst/>
            <a:ahLst/>
            <a:cxnLst/>
            <a:rect l="l" t="t" r="r" b="b"/>
            <a:pathLst>
              <a:path w="226060" h="3810">
                <a:moveTo>
                  <a:pt x="0" y="0"/>
                </a:moveTo>
                <a:lnTo>
                  <a:pt x="225806" y="0"/>
                </a:lnTo>
                <a:lnTo>
                  <a:pt x="225806" y="3809"/>
                </a:lnTo>
                <a:lnTo>
                  <a:pt x="0" y="38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26797" y="5148579"/>
            <a:ext cx="222250" cy="1270"/>
          </a:xfrm>
          <a:custGeom>
            <a:avLst/>
            <a:gdLst/>
            <a:ahLst/>
            <a:cxnLst/>
            <a:rect l="l" t="t" r="r" b="b"/>
            <a:pathLst>
              <a:path w="222250" h="1270">
                <a:moveTo>
                  <a:pt x="0" y="0"/>
                </a:moveTo>
                <a:lnTo>
                  <a:pt x="222250" y="0"/>
                </a:lnTo>
                <a:lnTo>
                  <a:pt x="222250" y="1270"/>
                </a:lnTo>
                <a:lnTo>
                  <a:pt x="0" y="12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572732" y="4896485"/>
            <a:ext cx="393065" cy="485140"/>
          </a:xfrm>
          <a:custGeom>
            <a:avLst/>
            <a:gdLst/>
            <a:ahLst/>
            <a:cxnLst/>
            <a:rect l="l" t="t" r="r" b="b"/>
            <a:pathLst>
              <a:path w="393065" h="485139">
                <a:moveTo>
                  <a:pt x="367961" y="485139"/>
                </a:moveTo>
                <a:lnTo>
                  <a:pt x="89238" y="485139"/>
                </a:lnTo>
                <a:lnTo>
                  <a:pt x="81872" y="482261"/>
                </a:lnTo>
                <a:lnTo>
                  <a:pt x="70019" y="470746"/>
                </a:lnTo>
                <a:lnTo>
                  <a:pt x="67055" y="463465"/>
                </a:lnTo>
                <a:lnTo>
                  <a:pt x="67055" y="298703"/>
                </a:lnTo>
                <a:lnTo>
                  <a:pt x="390143" y="298703"/>
                </a:lnTo>
                <a:lnTo>
                  <a:pt x="390143" y="345439"/>
                </a:lnTo>
                <a:lnTo>
                  <a:pt x="123443" y="345439"/>
                </a:lnTo>
                <a:lnTo>
                  <a:pt x="123443" y="436710"/>
                </a:lnTo>
                <a:lnTo>
                  <a:pt x="125137" y="438403"/>
                </a:lnTo>
                <a:lnTo>
                  <a:pt x="390143" y="438403"/>
                </a:lnTo>
                <a:lnTo>
                  <a:pt x="390143" y="463465"/>
                </a:lnTo>
                <a:lnTo>
                  <a:pt x="387180" y="470746"/>
                </a:lnTo>
                <a:lnTo>
                  <a:pt x="375327" y="482261"/>
                </a:lnTo>
                <a:lnTo>
                  <a:pt x="367961" y="485139"/>
                </a:lnTo>
                <a:close/>
              </a:path>
              <a:path w="393065" h="485139">
                <a:moveTo>
                  <a:pt x="390143" y="438403"/>
                </a:moveTo>
                <a:lnTo>
                  <a:pt x="333078" y="438403"/>
                </a:lnTo>
                <a:lnTo>
                  <a:pt x="334771" y="436710"/>
                </a:lnTo>
                <a:lnTo>
                  <a:pt x="334771" y="345439"/>
                </a:lnTo>
                <a:lnTo>
                  <a:pt x="390143" y="345439"/>
                </a:lnTo>
                <a:lnTo>
                  <a:pt x="390143" y="438403"/>
                </a:lnTo>
                <a:close/>
              </a:path>
              <a:path w="393065" h="485139">
                <a:moveTo>
                  <a:pt x="392683" y="109727"/>
                </a:moveTo>
                <a:lnTo>
                  <a:pt x="335279" y="109727"/>
                </a:lnTo>
                <a:lnTo>
                  <a:pt x="335279" y="0"/>
                </a:lnTo>
                <a:lnTo>
                  <a:pt x="392683" y="0"/>
                </a:lnTo>
                <a:lnTo>
                  <a:pt x="392683" y="109727"/>
                </a:lnTo>
                <a:close/>
              </a:path>
              <a:path w="393065" h="485139">
                <a:moveTo>
                  <a:pt x="31495" y="278383"/>
                </a:moveTo>
                <a:lnTo>
                  <a:pt x="0" y="242315"/>
                </a:lnTo>
                <a:lnTo>
                  <a:pt x="16621" y="238077"/>
                </a:lnTo>
                <a:lnTo>
                  <a:pt x="32956" y="233489"/>
                </a:lnTo>
                <a:lnTo>
                  <a:pt x="79930" y="217519"/>
                </a:lnTo>
                <a:lnTo>
                  <a:pt x="119887" y="196849"/>
                </a:lnTo>
                <a:lnTo>
                  <a:pt x="150415" y="170322"/>
                </a:lnTo>
                <a:lnTo>
                  <a:pt x="169100" y="136778"/>
                </a:lnTo>
                <a:lnTo>
                  <a:pt x="172719" y="109727"/>
                </a:lnTo>
                <a:lnTo>
                  <a:pt x="172719" y="63161"/>
                </a:lnTo>
                <a:lnTo>
                  <a:pt x="171026" y="61467"/>
                </a:lnTo>
                <a:lnTo>
                  <a:pt x="16255" y="61467"/>
                </a:lnTo>
                <a:lnTo>
                  <a:pt x="16255" y="14731"/>
                </a:lnTo>
                <a:lnTo>
                  <a:pt x="207433" y="14731"/>
                </a:lnTo>
                <a:lnTo>
                  <a:pt x="214799" y="17610"/>
                </a:lnTo>
                <a:lnTo>
                  <a:pt x="226652" y="29125"/>
                </a:lnTo>
                <a:lnTo>
                  <a:pt x="229615" y="36406"/>
                </a:lnTo>
                <a:lnTo>
                  <a:pt x="229615" y="109727"/>
                </a:lnTo>
                <a:lnTo>
                  <a:pt x="392683" y="109727"/>
                </a:lnTo>
                <a:lnTo>
                  <a:pt x="392683" y="159003"/>
                </a:lnTo>
                <a:lnTo>
                  <a:pt x="221995" y="159003"/>
                </a:lnTo>
                <a:lnTo>
                  <a:pt x="216772" y="170878"/>
                </a:lnTo>
                <a:lnTo>
                  <a:pt x="193293" y="202691"/>
                </a:lnTo>
                <a:lnTo>
                  <a:pt x="160527" y="229076"/>
                </a:lnTo>
                <a:lnTo>
                  <a:pt x="121284" y="250380"/>
                </a:lnTo>
                <a:lnTo>
                  <a:pt x="77073" y="266810"/>
                </a:lnTo>
                <a:lnTo>
                  <a:pt x="46720" y="275065"/>
                </a:lnTo>
                <a:lnTo>
                  <a:pt x="31495" y="278383"/>
                </a:lnTo>
                <a:close/>
              </a:path>
              <a:path w="393065" h="485139">
                <a:moveTo>
                  <a:pt x="385233" y="271271"/>
                </a:moveTo>
                <a:lnTo>
                  <a:pt x="335279" y="271271"/>
                </a:lnTo>
                <a:lnTo>
                  <a:pt x="335279" y="159003"/>
                </a:lnTo>
                <a:lnTo>
                  <a:pt x="392683" y="159003"/>
                </a:lnTo>
                <a:lnTo>
                  <a:pt x="392683" y="263821"/>
                </a:lnTo>
                <a:lnTo>
                  <a:pt x="391667" y="266191"/>
                </a:lnTo>
                <a:lnTo>
                  <a:pt x="387603" y="270255"/>
                </a:lnTo>
                <a:lnTo>
                  <a:pt x="385233" y="2712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29424" y="4900549"/>
            <a:ext cx="457834" cy="490220"/>
          </a:xfrm>
          <a:custGeom>
            <a:avLst/>
            <a:gdLst/>
            <a:ahLst/>
            <a:cxnLst/>
            <a:rect l="l" t="t" r="r" b="b"/>
            <a:pathLst>
              <a:path w="457834" h="490220">
                <a:moveTo>
                  <a:pt x="230631" y="489711"/>
                </a:moveTo>
                <a:lnTo>
                  <a:pt x="178434" y="486854"/>
                </a:lnTo>
                <a:lnTo>
                  <a:pt x="133667" y="478091"/>
                </a:lnTo>
                <a:lnTo>
                  <a:pt x="98282" y="462755"/>
                </a:lnTo>
                <a:lnTo>
                  <a:pt x="68103" y="430926"/>
                </a:lnTo>
                <a:lnTo>
                  <a:pt x="60959" y="397255"/>
                </a:lnTo>
                <a:lnTo>
                  <a:pt x="61753" y="385222"/>
                </a:lnTo>
                <a:lnTo>
                  <a:pt x="80629" y="345328"/>
                </a:lnTo>
                <a:lnTo>
                  <a:pt x="120792" y="318261"/>
                </a:lnTo>
                <a:lnTo>
                  <a:pt x="162559" y="306069"/>
                </a:lnTo>
                <a:lnTo>
                  <a:pt x="212470" y="300592"/>
                </a:lnTo>
                <a:lnTo>
                  <a:pt x="230631" y="300227"/>
                </a:lnTo>
                <a:lnTo>
                  <a:pt x="248332" y="300592"/>
                </a:lnTo>
                <a:lnTo>
                  <a:pt x="297433" y="306069"/>
                </a:lnTo>
                <a:lnTo>
                  <a:pt x="338677" y="318261"/>
                </a:lnTo>
                <a:lnTo>
                  <a:pt x="377983" y="345328"/>
                </a:lnTo>
                <a:lnTo>
                  <a:pt x="380448" y="348487"/>
                </a:lnTo>
                <a:lnTo>
                  <a:pt x="231139" y="348487"/>
                </a:lnTo>
                <a:lnTo>
                  <a:pt x="206406" y="349249"/>
                </a:lnTo>
                <a:lnTo>
                  <a:pt x="165512" y="355345"/>
                </a:lnTo>
                <a:lnTo>
                  <a:pt x="127253" y="375919"/>
                </a:lnTo>
                <a:lnTo>
                  <a:pt x="119887" y="397255"/>
                </a:lnTo>
                <a:lnTo>
                  <a:pt x="121713" y="407939"/>
                </a:lnTo>
                <a:lnTo>
                  <a:pt x="165147" y="435816"/>
                </a:lnTo>
                <a:lnTo>
                  <a:pt x="205914" y="441277"/>
                </a:lnTo>
                <a:lnTo>
                  <a:pt x="230631" y="441959"/>
                </a:lnTo>
                <a:lnTo>
                  <a:pt x="382007" y="441959"/>
                </a:lnTo>
                <a:lnTo>
                  <a:pt x="379110" y="445674"/>
                </a:lnTo>
                <a:lnTo>
                  <a:pt x="340931" y="471820"/>
                </a:lnTo>
                <a:lnTo>
                  <a:pt x="299973" y="483869"/>
                </a:lnTo>
                <a:lnTo>
                  <a:pt x="249443" y="489346"/>
                </a:lnTo>
                <a:lnTo>
                  <a:pt x="230631" y="489711"/>
                </a:lnTo>
                <a:close/>
              </a:path>
              <a:path w="457834" h="490220">
                <a:moveTo>
                  <a:pt x="382007" y="441959"/>
                </a:moveTo>
                <a:lnTo>
                  <a:pt x="230631" y="441959"/>
                </a:lnTo>
                <a:lnTo>
                  <a:pt x="254428" y="441277"/>
                </a:lnTo>
                <a:lnTo>
                  <a:pt x="275526" y="439229"/>
                </a:lnTo>
                <a:lnTo>
                  <a:pt x="322182" y="424830"/>
                </a:lnTo>
                <a:lnTo>
                  <a:pt x="338327" y="397255"/>
                </a:lnTo>
                <a:lnTo>
                  <a:pt x="336549" y="385825"/>
                </a:lnTo>
                <a:lnTo>
                  <a:pt x="294290" y="355345"/>
                </a:lnTo>
                <a:lnTo>
                  <a:pt x="254920" y="349249"/>
                </a:lnTo>
                <a:lnTo>
                  <a:pt x="231139" y="348487"/>
                </a:lnTo>
                <a:lnTo>
                  <a:pt x="380448" y="348487"/>
                </a:lnTo>
                <a:lnTo>
                  <a:pt x="396477" y="385222"/>
                </a:lnTo>
                <a:lnTo>
                  <a:pt x="397255" y="397255"/>
                </a:lnTo>
                <a:lnTo>
                  <a:pt x="396525" y="408336"/>
                </a:lnTo>
                <a:lnTo>
                  <a:pt x="394334" y="418718"/>
                </a:lnTo>
                <a:lnTo>
                  <a:pt x="390683" y="428402"/>
                </a:lnTo>
                <a:lnTo>
                  <a:pt x="385571" y="437387"/>
                </a:lnTo>
                <a:lnTo>
                  <a:pt x="382007" y="441959"/>
                </a:lnTo>
                <a:close/>
              </a:path>
              <a:path w="457834" h="490220">
                <a:moveTo>
                  <a:pt x="396239" y="45719"/>
                </a:moveTo>
                <a:lnTo>
                  <a:pt x="65531" y="45719"/>
                </a:lnTo>
                <a:lnTo>
                  <a:pt x="65531" y="0"/>
                </a:lnTo>
                <a:lnTo>
                  <a:pt x="396239" y="0"/>
                </a:lnTo>
                <a:lnTo>
                  <a:pt x="396239" y="45719"/>
                </a:lnTo>
                <a:close/>
              </a:path>
              <a:path w="457834" h="490220">
                <a:moveTo>
                  <a:pt x="67563" y="188975"/>
                </a:moveTo>
                <a:lnTo>
                  <a:pt x="35559" y="149351"/>
                </a:lnTo>
                <a:lnTo>
                  <a:pt x="66801" y="139969"/>
                </a:lnTo>
                <a:lnTo>
                  <a:pt x="94487" y="129603"/>
                </a:lnTo>
                <a:lnTo>
                  <a:pt x="139191" y="105917"/>
                </a:lnTo>
                <a:lnTo>
                  <a:pt x="171703" y="79311"/>
                </a:lnTo>
                <a:lnTo>
                  <a:pt x="197103" y="45719"/>
                </a:lnTo>
                <a:lnTo>
                  <a:pt x="265683" y="45719"/>
                </a:lnTo>
                <a:lnTo>
                  <a:pt x="267715" y="49783"/>
                </a:lnTo>
                <a:lnTo>
                  <a:pt x="276367" y="63499"/>
                </a:lnTo>
                <a:lnTo>
                  <a:pt x="288099" y="77215"/>
                </a:lnTo>
                <a:lnTo>
                  <a:pt x="302910" y="90931"/>
                </a:lnTo>
                <a:lnTo>
                  <a:pt x="230631" y="90931"/>
                </a:lnTo>
                <a:lnTo>
                  <a:pt x="197865" y="122935"/>
                </a:lnTo>
                <a:lnTo>
                  <a:pt x="156209" y="151129"/>
                </a:lnTo>
                <a:lnTo>
                  <a:pt x="110997" y="173735"/>
                </a:lnTo>
                <a:lnTo>
                  <a:pt x="77898" y="185927"/>
                </a:lnTo>
                <a:lnTo>
                  <a:pt x="67563" y="188975"/>
                </a:lnTo>
                <a:close/>
              </a:path>
              <a:path w="457834" h="490220">
                <a:moveTo>
                  <a:pt x="394207" y="188975"/>
                </a:moveTo>
                <a:lnTo>
                  <a:pt x="350265" y="173227"/>
                </a:lnTo>
                <a:lnTo>
                  <a:pt x="305053" y="150113"/>
                </a:lnTo>
                <a:lnTo>
                  <a:pt x="263651" y="121919"/>
                </a:lnTo>
                <a:lnTo>
                  <a:pt x="230631" y="90931"/>
                </a:lnTo>
                <a:lnTo>
                  <a:pt x="302910" y="90931"/>
                </a:lnTo>
                <a:lnTo>
                  <a:pt x="320801" y="104647"/>
                </a:lnTo>
                <a:lnTo>
                  <a:pt x="341931" y="117728"/>
                </a:lnTo>
                <a:lnTo>
                  <a:pt x="366458" y="129539"/>
                </a:lnTo>
                <a:lnTo>
                  <a:pt x="394382" y="140080"/>
                </a:lnTo>
                <a:lnTo>
                  <a:pt x="425703" y="149351"/>
                </a:lnTo>
                <a:lnTo>
                  <a:pt x="394207" y="188975"/>
                </a:lnTo>
                <a:close/>
              </a:path>
              <a:path w="457834" h="490220">
                <a:moveTo>
                  <a:pt x="448902" y="264667"/>
                </a:moveTo>
                <a:lnTo>
                  <a:pt x="0" y="264667"/>
                </a:lnTo>
                <a:lnTo>
                  <a:pt x="0" y="216915"/>
                </a:lnTo>
                <a:lnTo>
                  <a:pt x="457707" y="216915"/>
                </a:lnTo>
                <a:lnTo>
                  <a:pt x="457707" y="254507"/>
                </a:lnTo>
                <a:lnTo>
                  <a:pt x="457369" y="258910"/>
                </a:lnTo>
                <a:lnTo>
                  <a:pt x="455929" y="261704"/>
                </a:lnTo>
                <a:lnTo>
                  <a:pt x="450849" y="264075"/>
                </a:lnTo>
                <a:lnTo>
                  <a:pt x="448902" y="2646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768717" y="6008665"/>
            <a:ext cx="224790" cy="21590"/>
          </a:xfrm>
          <a:custGeom>
            <a:avLst/>
            <a:gdLst/>
            <a:ahLst/>
            <a:cxnLst/>
            <a:rect l="l" t="t" r="r" b="b"/>
            <a:pathLst>
              <a:path w="224789" h="21589">
                <a:moveTo>
                  <a:pt x="224524" y="21339"/>
                </a:moveTo>
                <a:lnTo>
                  <a:pt x="0" y="21339"/>
                </a:lnTo>
                <a:lnTo>
                  <a:pt x="0" y="0"/>
                </a:lnTo>
                <a:lnTo>
                  <a:pt x="224524" y="0"/>
                </a:lnTo>
                <a:lnTo>
                  <a:pt x="224524" y="21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128993" y="5916758"/>
            <a:ext cx="81800" cy="218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337181" y="5891556"/>
            <a:ext cx="229235" cy="268605"/>
          </a:xfrm>
          <a:custGeom>
            <a:avLst/>
            <a:gdLst/>
            <a:ahLst/>
            <a:cxnLst/>
            <a:rect l="l" t="t" r="r" b="b"/>
            <a:pathLst>
              <a:path w="229235" h="268604">
                <a:moveTo>
                  <a:pt x="228956" y="108284"/>
                </a:moveTo>
                <a:lnTo>
                  <a:pt x="205890" y="108284"/>
                </a:lnTo>
                <a:lnTo>
                  <a:pt x="205890" y="0"/>
                </a:lnTo>
                <a:lnTo>
                  <a:pt x="228956" y="0"/>
                </a:lnTo>
                <a:lnTo>
                  <a:pt x="228956" y="108284"/>
                </a:lnTo>
                <a:close/>
              </a:path>
              <a:path w="229235" h="268604">
                <a:moveTo>
                  <a:pt x="168513" y="255013"/>
                </a:moveTo>
                <a:lnTo>
                  <a:pt x="146087" y="255013"/>
                </a:lnTo>
                <a:lnTo>
                  <a:pt x="146087" y="7261"/>
                </a:lnTo>
                <a:lnTo>
                  <a:pt x="168513" y="7261"/>
                </a:lnTo>
                <a:lnTo>
                  <a:pt x="168513" y="108284"/>
                </a:lnTo>
                <a:lnTo>
                  <a:pt x="228956" y="108284"/>
                </a:lnTo>
                <a:lnTo>
                  <a:pt x="228956" y="127933"/>
                </a:lnTo>
                <a:lnTo>
                  <a:pt x="168513" y="127933"/>
                </a:lnTo>
                <a:lnTo>
                  <a:pt x="168513" y="255013"/>
                </a:lnTo>
                <a:close/>
              </a:path>
              <a:path w="229235" h="268604">
                <a:moveTo>
                  <a:pt x="228956" y="268468"/>
                </a:moveTo>
                <a:lnTo>
                  <a:pt x="205890" y="268468"/>
                </a:lnTo>
                <a:lnTo>
                  <a:pt x="205890" y="127933"/>
                </a:lnTo>
                <a:lnTo>
                  <a:pt x="228956" y="127933"/>
                </a:lnTo>
                <a:lnTo>
                  <a:pt x="228956" y="268468"/>
                </a:lnTo>
                <a:close/>
              </a:path>
              <a:path w="229235" h="268604">
                <a:moveTo>
                  <a:pt x="13882" y="210802"/>
                </a:moveTo>
                <a:lnTo>
                  <a:pt x="0" y="193929"/>
                </a:lnTo>
                <a:lnTo>
                  <a:pt x="40244" y="165259"/>
                </a:lnTo>
                <a:lnTo>
                  <a:pt x="68064" y="131965"/>
                </a:lnTo>
                <a:lnTo>
                  <a:pt x="84892" y="94785"/>
                </a:lnTo>
                <a:lnTo>
                  <a:pt x="92159" y="54462"/>
                </a:lnTo>
                <a:lnTo>
                  <a:pt x="10251" y="54462"/>
                </a:lnTo>
                <a:lnTo>
                  <a:pt x="10251" y="34813"/>
                </a:lnTo>
                <a:lnTo>
                  <a:pt x="115332" y="34813"/>
                </a:lnTo>
                <a:lnTo>
                  <a:pt x="110263" y="85077"/>
                </a:lnTo>
                <a:lnTo>
                  <a:pt x="93520" y="132258"/>
                </a:lnTo>
                <a:lnTo>
                  <a:pt x="62321" y="174714"/>
                </a:lnTo>
                <a:lnTo>
                  <a:pt x="13882" y="2108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680349" y="5891556"/>
            <a:ext cx="222885" cy="269240"/>
          </a:xfrm>
          <a:custGeom>
            <a:avLst/>
            <a:gdLst/>
            <a:ahLst/>
            <a:cxnLst/>
            <a:rect l="l" t="t" r="r" b="b"/>
            <a:pathLst>
              <a:path w="222885" h="269239">
                <a:moveTo>
                  <a:pt x="222762" y="268895"/>
                </a:moveTo>
                <a:lnTo>
                  <a:pt x="199055" y="268895"/>
                </a:lnTo>
                <a:lnTo>
                  <a:pt x="199055" y="0"/>
                </a:lnTo>
                <a:lnTo>
                  <a:pt x="222762" y="0"/>
                </a:lnTo>
                <a:lnTo>
                  <a:pt x="222762" y="268895"/>
                </a:lnTo>
                <a:close/>
              </a:path>
              <a:path w="222885" h="269239">
                <a:moveTo>
                  <a:pt x="14950" y="212510"/>
                </a:moveTo>
                <a:lnTo>
                  <a:pt x="0" y="192648"/>
                </a:lnTo>
                <a:lnTo>
                  <a:pt x="28265" y="173225"/>
                </a:lnTo>
                <a:lnTo>
                  <a:pt x="51525" y="144592"/>
                </a:lnTo>
                <a:lnTo>
                  <a:pt x="67337" y="109872"/>
                </a:lnTo>
                <a:lnTo>
                  <a:pt x="73257" y="72189"/>
                </a:lnTo>
                <a:lnTo>
                  <a:pt x="73257" y="23280"/>
                </a:lnTo>
                <a:lnTo>
                  <a:pt x="96964" y="23280"/>
                </a:lnTo>
                <a:lnTo>
                  <a:pt x="96964" y="72189"/>
                </a:lnTo>
                <a:lnTo>
                  <a:pt x="102664" y="108454"/>
                </a:lnTo>
                <a:lnTo>
                  <a:pt x="109106" y="122167"/>
                </a:lnTo>
                <a:lnTo>
                  <a:pt x="85324" y="122167"/>
                </a:lnTo>
                <a:lnTo>
                  <a:pt x="73532" y="151135"/>
                </a:lnTo>
                <a:lnTo>
                  <a:pt x="57305" y="176589"/>
                </a:lnTo>
                <a:lnTo>
                  <a:pt x="37494" y="197418"/>
                </a:lnTo>
                <a:lnTo>
                  <a:pt x="14950" y="212510"/>
                </a:lnTo>
                <a:close/>
              </a:path>
              <a:path w="222885" h="269239">
                <a:moveTo>
                  <a:pt x="155058" y="207171"/>
                </a:moveTo>
                <a:lnTo>
                  <a:pt x="133079" y="192958"/>
                </a:lnTo>
                <a:lnTo>
                  <a:pt x="113543" y="173399"/>
                </a:lnTo>
                <a:lnTo>
                  <a:pt x="97331" y="149475"/>
                </a:lnTo>
                <a:lnTo>
                  <a:pt x="85324" y="122167"/>
                </a:lnTo>
                <a:lnTo>
                  <a:pt x="109106" y="122167"/>
                </a:lnTo>
                <a:lnTo>
                  <a:pt x="118376" y="141896"/>
                </a:lnTo>
                <a:lnTo>
                  <a:pt x="141536" y="169531"/>
                </a:lnTo>
                <a:lnTo>
                  <a:pt x="169581" y="188376"/>
                </a:lnTo>
                <a:lnTo>
                  <a:pt x="155058" y="2071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949245" y="5905866"/>
            <a:ext cx="245829" cy="24817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304008" y="5891556"/>
            <a:ext cx="219710" cy="268605"/>
          </a:xfrm>
          <a:custGeom>
            <a:avLst/>
            <a:gdLst/>
            <a:ahLst/>
            <a:cxnLst/>
            <a:rect l="l" t="t" r="r" b="b"/>
            <a:pathLst>
              <a:path w="219710" h="268604">
                <a:moveTo>
                  <a:pt x="219559" y="107857"/>
                </a:moveTo>
                <a:lnTo>
                  <a:pt x="196919" y="107857"/>
                </a:lnTo>
                <a:lnTo>
                  <a:pt x="196919" y="0"/>
                </a:lnTo>
                <a:lnTo>
                  <a:pt x="219559" y="0"/>
                </a:lnTo>
                <a:lnTo>
                  <a:pt x="219559" y="107857"/>
                </a:lnTo>
                <a:close/>
              </a:path>
              <a:path w="219710" h="268604">
                <a:moveTo>
                  <a:pt x="157621" y="254372"/>
                </a:moveTo>
                <a:lnTo>
                  <a:pt x="135622" y="254372"/>
                </a:lnTo>
                <a:lnTo>
                  <a:pt x="135622" y="5980"/>
                </a:lnTo>
                <a:lnTo>
                  <a:pt x="157621" y="5980"/>
                </a:lnTo>
                <a:lnTo>
                  <a:pt x="157621" y="107857"/>
                </a:lnTo>
                <a:lnTo>
                  <a:pt x="219559" y="107857"/>
                </a:lnTo>
                <a:lnTo>
                  <a:pt x="219559" y="127506"/>
                </a:lnTo>
                <a:lnTo>
                  <a:pt x="157621" y="127506"/>
                </a:lnTo>
                <a:lnTo>
                  <a:pt x="157621" y="254372"/>
                </a:lnTo>
                <a:close/>
              </a:path>
              <a:path w="219710" h="268604">
                <a:moveTo>
                  <a:pt x="219559" y="268468"/>
                </a:moveTo>
                <a:lnTo>
                  <a:pt x="196919" y="268468"/>
                </a:lnTo>
                <a:lnTo>
                  <a:pt x="196919" y="127506"/>
                </a:lnTo>
                <a:lnTo>
                  <a:pt x="219559" y="127506"/>
                </a:lnTo>
                <a:lnTo>
                  <a:pt x="219559" y="268468"/>
                </a:lnTo>
                <a:close/>
              </a:path>
              <a:path w="219710" h="268604">
                <a:moveTo>
                  <a:pt x="17299" y="202045"/>
                </a:moveTo>
                <a:lnTo>
                  <a:pt x="0" y="202045"/>
                </a:lnTo>
                <a:lnTo>
                  <a:pt x="0" y="32891"/>
                </a:lnTo>
                <a:lnTo>
                  <a:pt x="100595" y="32891"/>
                </a:lnTo>
                <a:lnTo>
                  <a:pt x="100595" y="52326"/>
                </a:lnTo>
                <a:lnTo>
                  <a:pt x="23707" y="52326"/>
                </a:lnTo>
                <a:lnTo>
                  <a:pt x="23707" y="181755"/>
                </a:lnTo>
                <a:lnTo>
                  <a:pt x="116800" y="181755"/>
                </a:lnTo>
                <a:lnTo>
                  <a:pt x="118109" y="193929"/>
                </a:lnTo>
                <a:lnTo>
                  <a:pt x="94548" y="198051"/>
                </a:lnTo>
                <a:lnTo>
                  <a:pt x="71068" y="200470"/>
                </a:lnTo>
                <a:lnTo>
                  <a:pt x="45906" y="201648"/>
                </a:lnTo>
                <a:lnTo>
                  <a:pt x="17299" y="202045"/>
                </a:lnTo>
                <a:close/>
              </a:path>
              <a:path w="219710" h="268604">
                <a:moveTo>
                  <a:pt x="116800" y="181755"/>
                </a:moveTo>
                <a:lnTo>
                  <a:pt x="23707" y="181755"/>
                </a:lnTo>
                <a:lnTo>
                  <a:pt x="49582" y="181365"/>
                </a:lnTo>
                <a:lnTo>
                  <a:pt x="72603" y="180153"/>
                </a:lnTo>
                <a:lnTo>
                  <a:pt x="94243" y="177821"/>
                </a:lnTo>
                <a:lnTo>
                  <a:pt x="115973" y="174066"/>
                </a:lnTo>
                <a:lnTo>
                  <a:pt x="116800" y="1817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560517" y="5891556"/>
            <a:ext cx="251460" cy="267970"/>
          </a:xfrm>
          <a:custGeom>
            <a:avLst/>
            <a:gdLst/>
            <a:ahLst/>
            <a:cxnLst/>
            <a:rect l="l" t="t" r="r" b="b"/>
            <a:pathLst>
              <a:path w="251460" h="267970">
                <a:moveTo>
                  <a:pt x="211015" y="163387"/>
                </a:moveTo>
                <a:lnTo>
                  <a:pt x="187308" y="163387"/>
                </a:lnTo>
                <a:lnTo>
                  <a:pt x="187308" y="0"/>
                </a:lnTo>
                <a:lnTo>
                  <a:pt x="211015" y="0"/>
                </a:lnTo>
                <a:lnTo>
                  <a:pt x="211015" y="70053"/>
                </a:lnTo>
                <a:lnTo>
                  <a:pt x="251382" y="70053"/>
                </a:lnTo>
                <a:lnTo>
                  <a:pt x="251382" y="89916"/>
                </a:lnTo>
                <a:lnTo>
                  <a:pt x="211015" y="89916"/>
                </a:lnTo>
                <a:lnTo>
                  <a:pt x="211015" y="163387"/>
                </a:lnTo>
                <a:close/>
              </a:path>
              <a:path w="251460" h="267970">
                <a:moveTo>
                  <a:pt x="12814" y="152922"/>
                </a:moveTo>
                <a:lnTo>
                  <a:pt x="0" y="133913"/>
                </a:lnTo>
                <a:lnTo>
                  <a:pt x="27544" y="119016"/>
                </a:lnTo>
                <a:lnTo>
                  <a:pt x="48802" y="97712"/>
                </a:lnTo>
                <a:lnTo>
                  <a:pt x="62531" y="71442"/>
                </a:lnTo>
                <a:lnTo>
                  <a:pt x="67490" y="41647"/>
                </a:lnTo>
                <a:lnTo>
                  <a:pt x="67490" y="13882"/>
                </a:lnTo>
                <a:lnTo>
                  <a:pt x="90771" y="13882"/>
                </a:lnTo>
                <a:lnTo>
                  <a:pt x="90771" y="43356"/>
                </a:lnTo>
                <a:lnTo>
                  <a:pt x="95716" y="69917"/>
                </a:lnTo>
                <a:lnTo>
                  <a:pt x="104084" y="84363"/>
                </a:lnTo>
                <a:lnTo>
                  <a:pt x="79771" y="84363"/>
                </a:lnTo>
                <a:lnTo>
                  <a:pt x="68859" y="106759"/>
                </a:lnTo>
                <a:lnTo>
                  <a:pt x="53741" y="126011"/>
                </a:lnTo>
                <a:lnTo>
                  <a:pt x="34900" y="141579"/>
                </a:lnTo>
                <a:lnTo>
                  <a:pt x="12814" y="152922"/>
                </a:lnTo>
                <a:close/>
              </a:path>
              <a:path w="251460" h="267970">
                <a:moveTo>
                  <a:pt x="144592" y="145447"/>
                </a:moveTo>
                <a:lnTo>
                  <a:pt x="123577" y="135242"/>
                </a:lnTo>
                <a:lnTo>
                  <a:pt x="105414" y="121312"/>
                </a:lnTo>
                <a:lnTo>
                  <a:pt x="90635" y="104179"/>
                </a:lnTo>
                <a:lnTo>
                  <a:pt x="79771" y="84363"/>
                </a:lnTo>
                <a:lnTo>
                  <a:pt x="104084" y="84363"/>
                </a:lnTo>
                <a:lnTo>
                  <a:pt x="109512" y="93734"/>
                </a:lnTo>
                <a:lnTo>
                  <a:pt x="130596" y="113186"/>
                </a:lnTo>
                <a:lnTo>
                  <a:pt x="157407" y="126652"/>
                </a:lnTo>
                <a:lnTo>
                  <a:pt x="144592" y="145447"/>
                </a:lnTo>
                <a:close/>
              </a:path>
              <a:path w="251460" h="267970">
                <a:moveTo>
                  <a:pt x="124943" y="267827"/>
                </a:moveTo>
                <a:lnTo>
                  <a:pt x="87690" y="264570"/>
                </a:lnTo>
                <a:lnTo>
                  <a:pt x="59668" y="255066"/>
                </a:lnTo>
                <a:lnTo>
                  <a:pt x="42018" y="239715"/>
                </a:lnTo>
                <a:lnTo>
                  <a:pt x="35881" y="218918"/>
                </a:lnTo>
                <a:lnTo>
                  <a:pt x="42018" y="198334"/>
                </a:lnTo>
                <a:lnTo>
                  <a:pt x="59668" y="183037"/>
                </a:lnTo>
                <a:lnTo>
                  <a:pt x="87690" y="173506"/>
                </a:lnTo>
                <a:lnTo>
                  <a:pt x="124943" y="170222"/>
                </a:lnTo>
                <a:lnTo>
                  <a:pt x="162006" y="173506"/>
                </a:lnTo>
                <a:lnTo>
                  <a:pt x="189818" y="183037"/>
                </a:lnTo>
                <a:lnTo>
                  <a:pt x="196895" y="189230"/>
                </a:lnTo>
                <a:lnTo>
                  <a:pt x="124943" y="189230"/>
                </a:lnTo>
                <a:lnTo>
                  <a:pt x="97582" y="191286"/>
                </a:lnTo>
                <a:lnTo>
                  <a:pt x="76968" y="197186"/>
                </a:lnTo>
                <a:lnTo>
                  <a:pt x="64003" y="206530"/>
                </a:lnTo>
                <a:lnTo>
                  <a:pt x="59588" y="218918"/>
                </a:lnTo>
                <a:lnTo>
                  <a:pt x="64003" y="231612"/>
                </a:lnTo>
                <a:lnTo>
                  <a:pt x="76968" y="241023"/>
                </a:lnTo>
                <a:lnTo>
                  <a:pt x="97582" y="246910"/>
                </a:lnTo>
                <a:lnTo>
                  <a:pt x="124943" y="249032"/>
                </a:lnTo>
                <a:lnTo>
                  <a:pt x="196688" y="249032"/>
                </a:lnTo>
                <a:lnTo>
                  <a:pt x="189818" y="255066"/>
                </a:lnTo>
                <a:lnTo>
                  <a:pt x="162006" y="264570"/>
                </a:lnTo>
                <a:lnTo>
                  <a:pt x="124943" y="267827"/>
                </a:lnTo>
                <a:close/>
              </a:path>
              <a:path w="251460" h="267970">
                <a:moveTo>
                  <a:pt x="196688" y="249032"/>
                </a:moveTo>
                <a:lnTo>
                  <a:pt x="124943" y="249032"/>
                </a:lnTo>
                <a:lnTo>
                  <a:pt x="152275" y="246910"/>
                </a:lnTo>
                <a:lnTo>
                  <a:pt x="172838" y="241023"/>
                </a:lnTo>
                <a:lnTo>
                  <a:pt x="185793" y="231612"/>
                </a:lnTo>
                <a:lnTo>
                  <a:pt x="190298" y="218918"/>
                </a:lnTo>
                <a:lnTo>
                  <a:pt x="185793" y="206530"/>
                </a:lnTo>
                <a:lnTo>
                  <a:pt x="172838" y="197186"/>
                </a:lnTo>
                <a:lnTo>
                  <a:pt x="152275" y="191286"/>
                </a:lnTo>
                <a:lnTo>
                  <a:pt x="124943" y="189230"/>
                </a:lnTo>
                <a:lnTo>
                  <a:pt x="196895" y="189230"/>
                </a:lnTo>
                <a:lnTo>
                  <a:pt x="207298" y="198334"/>
                </a:lnTo>
                <a:lnTo>
                  <a:pt x="213365" y="218918"/>
                </a:lnTo>
                <a:lnTo>
                  <a:pt x="207298" y="239715"/>
                </a:lnTo>
                <a:lnTo>
                  <a:pt x="196688" y="249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903175" y="5891556"/>
            <a:ext cx="233045" cy="268605"/>
          </a:xfrm>
          <a:custGeom>
            <a:avLst/>
            <a:gdLst/>
            <a:ahLst/>
            <a:cxnLst/>
            <a:rect l="l" t="t" r="r" b="b"/>
            <a:pathLst>
              <a:path w="233045" h="268604">
                <a:moveTo>
                  <a:pt x="232587" y="268468"/>
                </a:moveTo>
                <a:lnTo>
                  <a:pt x="209948" y="268468"/>
                </a:lnTo>
                <a:lnTo>
                  <a:pt x="209948" y="0"/>
                </a:lnTo>
                <a:lnTo>
                  <a:pt x="232587" y="0"/>
                </a:lnTo>
                <a:lnTo>
                  <a:pt x="232587" y="268468"/>
                </a:lnTo>
                <a:close/>
              </a:path>
              <a:path w="233045" h="268604">
                <a:moveTo>
                  <a:pt x="178338" y="254372"/>
                </a:moveTo>
                <a:lnTo>
                  <a:pt x="155912" y="254372"/>
                </a:lnTo>
                <a:lnTo>
                  <a:pt x="155912" y="116186"/>
                </a:lnTo>
                <a:lnTo>
                  <a:pt x="110633" y="116186"/>
                </a:lnTo>
                <a:lnTo>
                  <a:pt x="110633" y="96751"/>
                </a:lnTo>
                <a:lnTo>
                  <a:pt x="155912" y="96751"/>
                </a:lnTo>
                <a:lnTo>
                  <a:pt x="155912" y="6407"/>
                </a:lnTo>
                <a:lnTo>
                  <a:pt x="178338" y="6407"/>
                </a:lnTo>
                <a:lnTo>
                  <a:pt x="178338" y="254372"/>
                </a:lnTo>
                <a:close/>
              </a:path>
              <a:path w="233045" h="268604">
                <a:moveTo>
                  <a:pt x="131137" y="51258"/>
                </a:moveTo>
                <a:lnTo>
                  <a:pt x="7261" y="51258"/>
                </a:lnTo>
                <a:lnTo>
                  <a:pt x="7261" y="31609"/>
                </a:lnTo>
                <a:lnTo>
                  <a:pt x="131137" y="31609"/>
                </a:lnTo>
                <a:lnTo>
                  <a:pt x="131137" y="51258"/>
                </a:lnTo>
                <a:close/>
              </a:path>
              <a:path w="233045" h="268604">
                <a:moveTo>
                  <a:pt x="14950" y="214646"/>
                </a:moveTo>
                <a:lnTo>
                  <a:pt x="0" y="196919"/>
                </a:lnTo>
                <a:lnTo>
                  <a:pt x="25012" y="175515"/>
                </a:lnTo>
                <a:lnTo>
                  <a:pt x="43596" y="146621"/>
                </a:lnTo>
                <a:lnTo>
                  <a:pt x="55173" y="112762"/>
                </a:lnTo>
                <a:lnTo>
                  <a:pt x="59161" y="76461"/>
                </a:lnTo>
                <a:lnTo>
                  <a:pt x="59161" y="51258"/>
                </a:lnTo>
                <a:lnTo>
                  <a:pt x="82014" y="51258"/>
                </a:lnTo>
                <a:lnTo>
                  <a:pt x="82014" y="76461"/>
                </a:lnTo>
                <a:lnTo>
                  <a:pt x="85862" y="110954"/>
                </a:lnTo>
                <a:lnTo>
                  <a:pt x="92293" y="129322"/>
                </a:lnTo>
                <a:lnTo>
                  <a:pt x="70908" y="129322"/>
                </a:lnTo>
                <a:lnTo>
                  <a:pt x="61894" y="155869"/>
                </a:lnTo>
                <a:lnTo>
                  <a:pt x="49416" y="179513"/>
                </a:lnTo>
                <a:lnTo>
                  <a:pt x="33695" y="199392"/>
                </a:lnTo>
                <a:lnTo>
                  <a:pt x="14950" y="214646"/>
                </a:lnTo>
                <a:close/>
              </a:path>
              <a:path w="233045" h="268604">
                <a:moveTo>
                  <a:pt x="125584" y="208239"/>
                </a:moveTo>
                <a:lnTo>
                  <a:pt x="107249" y="194046"/>
                </a:lnTo>
                <a:lnTo>
                  <a:pt x="91919" y="175668"/>
                </a:lnTo>
                <a:lnTo>
                  <a:pt x="79751" y="153846"/>
                </a:lnTo>
                <a:lnTo>
                  <a:pt x="70908" y="129322"/>
                </a:lnTo>
                <a:lnTo>
                  <a:pt x="92293" y="129322"/>
                </a:lnTo>
                <a:lnTo>
                  <a:pt x="97098" y="143044"/>
                </a:lnTo>
                <a:lnTo>
                  <a:pt x="115262" y="170409"/>
                </a:lnTo>
                <a:lnTo>
                  <a:pt x="139894" y="190725"/>
                </a:lnTo>
                <a:lnTo>
                  <a:pt x="125584" y="208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205175" y="5913120"/>
            <a:ext cx="182880" cy="19050"/>
          </a:xfrm>
          <a:custGeom>
            <a:avLst/>
            <a:gdLst/>
            <a:ahLst/>
            <a:cxnLst/>
            <a:rect l="l" t="t" r="r" b="b"/>
            <a:pathLst>
              <a:path w="182879" h="19050">
                <a:moveTo>
                  <a:pt x="0" y="0"/>
                </a:moveTo>
                <a:lnTo>
                  <a:pt x="182823" y="0"/>
                </a:lnTo>
                <a:lnTo>
                  <a:pt x="18282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205175" y="5932170"/>
            <a:ext cx="24130" cy="85090"/>
          </a:xfrm>
          <a:custGeom>
            <a:avLst/>
            <a:gdLst/>
            <a:ahLst/>
            <a:cxnLst/>
            <a:rect l="l" t="t" r="r" b="b"/>
            <a:pathLst>
              <a:path w="24129" h="85089">
                <a:moveTo>
                  <a:pt x="0" y="0"/>
                </a:moveTo>
                <a:lnTo>
                  <a:pt x="23707" y="0"/>
                </a:lnTo>
                <a:lnTo>
                  <a:pt x="23707" y="85090"/>
                </a:lnTo>
                <a:lnTo>
                  <a:pt x="0" y="850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205175" y="6017259"/>
            <a:ext cx="185420" cy="19050"/>
          </a:xfrm>
          <a:custGeom>
            <a:avLst/>
            <a:gdLst/>
            <a:ahLst/>
            <a:cxnLst/>
            <a:rect l="l" t="t" r="r" b="b"/>
            <a:pathLst>
              <a:path w="185420" h="19050">
                <a:moveTo>
                  <a:pt x="0" y="0"/>
                </a:moveTo>
                <a:lnTo>
                  <a:pt x="185386" y="0"/>
                </a:lnTo>
                <a:lnTo>
                  <a:pt x="18538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284199" y="6036309"/>
            <a:ext cx="23495" cy="69850"/>
          </a:xfrm>
          <a:custGeom>
            <a:avLst/>
            <a:gdLst/>
            <a:ahLst/>
            <a:cxnLst/>
            <a:rect l="l" t="t" r="r" b="b"/>
            <a:pathLst>
              <a:path w="23495" h="69850">
                <a:moveTo>
                  <a:pt x="0" y="0"/>
                </a:moveTo>
                <a:lnTo>
                  <a:pt x="23493" y="0"/>
                </a:lnTo>
                <a:lnTo>
                  <a:pt x="23493" y="69849"/>
                </a:lnTo>
                <a:lnTo>
                  <a:pt x="0" y="698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173779" y="6106159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79" h="20320">
                <a:moveTo>
                  <a:pt x="0" y="0"/>
                </a:moveTo>
                <a:lnTo>
                  <a:pt x="245829" y="0"/>
                </a:lnTo>
                <a:lnTo>
                  <a:pt x="245829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529039" y="5891556"/>
            <a:ext cx="219710" cy="268605"/>
          </a:xfrm>
          <a:custGeom>
            <a:avLst/>
            <a:gdLst/>
            <a:ahLst/>
            <a:cxnLst/>
            <a:rect l="l" t="t" r="r" b="b"/>
            <a:pathLst>
              <a:path w="219710" h="268604">
                <a:moveTo>
                  <a:pt x="219345" y="268468"/>
                </a:moveTo>
                <a:lnTo>
                  <a:pt x="196278" y="268468"/>
                </a:lnTo>
                <a:lnTo>
                  <a:pt x="196278" y="0"/>
                </a:lnTo>
                <a:lnTo>
                  <a:pt x="219345" y="0"/>
                </a:lnTo>
                <a:lnTo>
                  <a:pt x="219345" y="268468"/>
                </a:lnTo>
                <a:close/>
              </a:path>
              <a:path w="219710" h="268604">
                <a:moveTo>
                  <a:pt x="164455" y="254372"/>
                </a:moveTo>
                <a:lnTo>
                  <a:pt x="141816" y="254372"/>
                </a:lnTo>
                <a:lnTo>
                  <a:pt x="141816" y="122380"/>
                </a:lnTo>
                <a:lnTo>
                  <a:pt x="83082" y="122380"/>
                </a:lnTo>
                <a:lnTo>
                  <a:pt x="83082" y="102517"/>
                </a:lnTo>
                <a:lnTo>
                  <a:pt x="141816" y="102517"/>
                </a:lnTo>
                <a:lnTo>
                  <a:pt x="141816" y="6407"/>
                </a:lnTo>
                <a:lnTo>
                  <a:pt x="164455" y="6407"/>
                </a:lnTo>
                <a:lnTo>
                  <a:pt x="164455" y="254372"/>
                </a:lnTo>
                <a:close/>
              </a:path>
              <a:path w="219710" h="268604">
                <a:moveTo>
                  <a:pt x="17086" y="203754"/>
                </a:moveTo>
                <a:lnTo>
                  <a:pt x="0" y="203754"/>
                </a:lnTo>
                <a:lnTo>
                  <a:pt x="0" y="33104"/>
                </a:lnTo>
                <a:lnTo>
                  <a:pt x="101236" y="33104"/>
                </a:lnTo>
                <a:lnTo>
                  <a:pt x="101236" y="52753"/>
                </a:lnTo>
                <a:lnTo>
                  <a:pt x="23066" y="52753"/>
                </a:lnTo>
                <a:lnTo>
                  <a:pt x="23066" y="183677"/>
                </a:lnTo>
                <a:lnTo>
                  <a:pt x="116043" y="183677"/>
                </a:lnTo>
                <a:lnTo>
                  <a:pt x="117468" y="195851"/>
                </a:lnTo>
                <a:lnTo>
                  <a:pt x="94785" y="199759"/>
                </a:lnTo>
                <a:lnTo>
                  <a:pt x="71842" y="202125"/>
                </a:lnTo>
                <a:lnTo>
                  <a:pt x="46616" y="203330"/>
                </a:lnTo>
                <a:lnTo>
                  <a:pt x="17086" y="203754"/>
                </a:lnTo>
                <a:close/>
              </a:path>
              <a:path w="219710" h="268604">
                <a:moveTo>
                  <a:pt x="116043" y="183677"/>
                </a:moveTo>
                <a:lnTo>
                  <a:pt x="23066" y="183677"/>
                </a:lnTo>
                <a:lnTo>
                  <a:pt x="49748" y="183284"/>
                </a:lnTo>
                <a:lnTo>
                  <a:pt x="72817" y="182049"/>
                </a:lnTo>
                <a:lnTo>
                  <a:pt x="94023" y="179653"/>
                </a:lnTo>
                <a:lnTo>
                  <a:pt x="115119" y="175775"/>
                </a:lnTo>
                <a:lnTo>
                  <a:pt x="116043" y="1836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796012" y="5891556"/>
            <a:ext cx="211454" cy="269240"/>
          </a:xfrm>
          <a:custGeom>
            <a:avLst/>
            <a:gdLst/>
            <a:ahLst/>
            <a:cxnLst/>
            <a:rect l="l" t="t" r="r" b="b"/>
            <a:pathLst>
              <a:path w="211454" h="269239">
                <a:moveTo>
                  <a:pt x="211229" y="268895"/>
                </a:moveTo>
                <a:lnTo>
                  <a:pt x="187522" y="268895"/>
                </a:lnTo>
                <a:lnTo>
                  <a:pt x="187522" y="0"/>
                </a:lnTo>
                <a:lnTo>
                  <a:pt x="211229" y="0"/>
                </a:lnTo>
                <a:lnTo>
                  <a:pt x="211229" y="268895"/>
                </a:lnTo>
                <a:close/>
              </a:path>
              <a:path w="211454" h="269239">
                <a:moveTo>
                  <a:pt x="68558" y="207812"/>
                </a:moveTo>
                <a:lnTo>
                  <a:pt x="40907" y="201244"/>
                </a:lnTo>
                <a:lnTo>
                  <a:pt x="19222" y="182503"/>
                </a:lnTo>
                <a:lnTo>
                  <a:pt x="5065" y="153029"/>
                </a:lnTo>
                <a:lnTo>
                  <a:pt x="0" y="114264"/>
                </a:lnTo>
                <a:lnTo>
                  <a:pt x="5065" y="75620"/>
                </a:lnTo>
                <a:lnTo>
                  <a:pt x="19222" y="46186"/>
                </a:lnTo>
                <a:lnTo>
                  <a:pt x="40907" y="27404"/>
                </a:lnTo>
                <a:lnTo>
                  <a:pt x="68558" y="20717"/>
                </a:lnTo>
                <a:lnTo>
                  <a:pt x="96030" y="27404"/>
                </a:lnTo>
                <a:lnTo>
                  <a:pt x="112737" y="41861"/>
                </a:lnTo>
                <a:lnTo>
                  <a:pt x="68558" y="41861"/>
                </a:lnTo>
                <a:lnTo>
                  <a:pt x="50064" y="47137"/>
                </a:lnTo>
                <a:lnTo>
                  <a:pt x="35614" y="61804"/>
                </a:lnTo>
                <a:lnTo>
                  <a:pt x="26210" y="84600"/>
                </a:lnTo>
                <a:lnTo>
                  <a:pt x="22852" y="114264"/>
                </a:lnTo>
                <a:lnTo>
                  <a:pt x="26210" y="144048"/>
                </a:lnTo>
                <a:lnTo>
                  <a:pt x="35614" y="166885"/>
                </a:lnTo>
                <a:lnTo>
                  <a:pt x="50064" y="181511"/>
                </a:lnTo>
                <a:lnTo>
                  <a:pt x="68558" y="186667"/>
                </a:lnTo>
                <a:lnTo>
                  <a:pt x="112912" y="186667"/>
                </a:lnTo>
                <a:lnTo>
                  <a:pt x="96030" y="201244"/>
                </a:lnTo>
                <a:lnTo>
                  <a:pt x="68558" y="207812"/>
                </a:lnTo>
                <a:close/>
              </a:path>
              <a:path w="211454" h="269239">
                <a:moveTo>
                  <a:pt x="112912" y="186667"/>
                </a:moveTo>
                <a:lnTo>
                  <a:pt x="68558" y="186667"/>
                </a:lnTo>
                <a:lnTo>
                  <a:pt x="87020" y="181511"/>
                </a:lnTo>
                <a:lnTo>
                  <a:pt x="101396" y="166885"/>
                </a:lnTo>
                <a:lnTo>
                  <a:pt x="110727" y="144048"/>
                </a:lnTo>
                <a:lnTo>
                  <a:pt x="114051" y="114264"/>
                </a:lnTo>
                <a:lnTo>
                  <a:pt x="110727" y="84600"/>
                </a:lnTo>
                <a:lnTo>
                  <a:pt x="101396" y="61804"/>
                </a:lnTo>
                <a:lnTo>
                  <a:pt x="87020" y="47137"/>
                </a:lnTo>
                <a:lnTo>
                  <a:pt x="68558" y="41861"/>
                </a:lnTo>
                <a:lnTo>
                  <a:pt x="112737" y="41861"/>
                </a:lnTo>
                <a:lnTo>
                  <a:pt x="117735" y="46186"/>
                </a:lnTo>
                <a:lnTo>
                  <a:pt x="131991" y="75620"/>
                </a:lnTo>
                <a:lnTo>
                  <a:pt x="137117" y="114264"/>
                </a:lnTo>
                <a:lnTo>
                  <a:pt x="131991" y="153029"/>
                </a:lnTo>
                <a:lnTo>
                  <a:pt x="117735" y="182503"/>
                </a:lnTo>
                <a:lnTo>
                  <a:pt x="112912" y="1866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065762" y="5891556"/>
            <a:ext cx="210185" cy="269240"/>
          </a:xfrm>
          <a:custGeom>
            <a:avLst/>
            <a:gdLst/>
            <a:ahLst/>
            <a:cxnLst/>
            <a:rect l="l" t="t" r="r" b="b"/>
            <a:pathLst>
              <a:path w="210185" h="269239">
                <a:moveTo>
                  <a:pt x="210161" y="268895"/>
                </a:moveTo>
                <a:lnTo>
                  <a:pt x="186667" y="268895"/>
                </a:lnTo>
                <a:lnTo>
                  <a:pt x="186667" y="121099"/>
                </a:lnTo>
                <a:lnTo>
                  <a:pt x="129855" y="121099"/>
                </a:lnTo>
                <a:lnTo>
                  <a:pt x="129855" y="101449"/>
                </a:lnTo>
                <a:lnTo>
                  <a:pt x="186667" y="101449"/>
                </a:lnTo>
                <a:lnTo>
                  <a:pt x="186667" y="0"/>
                </a:lnTo>
                <a:lnTo>
                  <a:pt x="210161" y="0"/>
                </a:lnTo>
                <a:lnTo>
                  <a:pt x="210161" y="268895"/>
                </a:lnTo>
                <a:close/>
              </a:path>
              <a:path w="210185" h="269239">
                <a:moveTo>
                  <a:pt x="20503" y="204181"/>
                </a:moveTo>
                <a:lnTo>
                  <a:pt x="0" y="204181"/>
                </a:lnTo>
                <a:lnTo>
                  <a:pt x="0" y="24561"/>
                </a:lnTo>
                <a:lnTo>
                  <a:pt x="125370" y="24561"/>
                </a:lnTo>
                <a:lnTo>
                  <a:pt x="125370" y="44210"/>
                </a:lnTo>
                <a:lnTo>
                  <a:pt x="23920" y="44210"/>
                </a:lnTo>
                <a:lnTo>
                  <a:pt x="23920" y="100168"/>
                </a:lnTo>
                <a:lnTo>
                  <a:pt x="113410" y="100168"/>
                </a:lnTo>
                <a:lnTo>
                  <a:pt x="113410" y="119390"/>
                </a:lnTo>
                <a:lnTo>
                  <a:pt x="23920" y="119390"/>
                </a:lnTo>
                <a:lnTo>
                  <a:pt x="23920" y="184318"/>
                </a:lnTo>
                <a:lnTo>
                  <a:pt x="142749" y="184318"/>
                </a:lnTo>
                <a:lnTo>
                  <a:pt x="144379" y="195851"/>
                </a:lnTo>
                <a:lnTo>
                  <a:pt x="115833" y="199826"/>
                </a:lnTo>
                <a:lnTo>
                  <a:pt x="87246" y="202339"/>
                </a:lnTo>
                <a:lnTo>
                  <a:pt x="56258" y="203690"/>
                </a:lnTo>
                <a:lnTo>
                  <a:pt x="20503" y="204181"/>
                </a:lnTo>
                <a:close/>
              </a:path>
              <a:path w="210185" h="269239">
                <a:moveTo>
                  <a:pt x="142749" y="184318"/>
                </a:moveTo>
                <a:lnTo>
                  <a:pt x="23920" y="184318"/>
                </a:lnTo>
                <a:lnTo>
                  <a:pt x="57956" y="183951"/>
                </a:lnTo>
                <a:lnTo>
                  <a:pt x="87487" y="182743"/>
                </a:lnTo>
                <a:lnTo>
                  <a:pt x="114655" y="180293"/>
                </a:lnTo>
                <a:lnTo>
                  <a:pt x="141602" y="176202"/>
                </a:lnTo>
                <a:lnTo>
                  <a:pt x="142749" y="1843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398018" y="5891770"/>
            <a:ext cx="250190" cy="262255"/>
          </a:xfrm>
          <a:custGeom>
            <a:avLst/>
            <a:gdLst/>
            <a:ahLst/>
            <a:cxnLst/>
            <a:rect l="l" t="t" r="r" b="b"/>
            <a:pathLst>
              <a:path w="250189" h="262254">
                <a:moveTo>
                  <a:pt x="209734" y="205462"/>
                </a:moveTo>
                <a:lnTo>
                  <a:pt x="186027" y="205462"/>
                </a:lnTo>
                <a:lnTo>
                  <a:pt x="186027" y="0"/>
                </a:lnTo>
                <a:lnTo>
                  <a:pt x="209734" y="0"/>
                </a:lnTo>
                <a:lnTo>
                  <a:pt x="209734" y="90984"/>
                </a:lnTo>
                <a:lnTo>
                  <a:pt x="249887" y="90984"/>
                </a:lnTo>
                <a:lnTo>
                  <a:pt x="249887" y="111061"/>
                </a:lnTo>
                <a:lnTo>
                  <a:pt x="209734" y="111061"/>
                </a:lnTo>
                <a:lnTo>
                  <a:pt x="209734" y="205462"/>
                </a:lnTo>
                <a:close/>
              </a:path>
              <a:path w="250189" h="262254">
                <a:moveTo>
                  <a:pt x="169724" y="145675"/>
                </a:moveTo>
                <a:lnTo>
                  <a:pt x="16260" y="145675"/>
                </a:lnTo>
                <a:lnTo>
                  <a:pt x="51944" y="145225"/>
                </a:lnTo>
                <a:lnTo>
                  <a:pt x="70908" y="144699"/>
                </a:lnTo>
                <a:lnTo>
                  <a:pt x="70908" y="117468"/>
                </a:lnTo>
                <a:lnTo>
                  <a:pt x="48223" y="111773"/>
                </a:lnTo>
                <a:lnTo>
                  <a:pt x="30715" y="100662"/>
                </a:lnTo>
                <a:lnTo>
                  <a:pt x="19474" y="84925"/>
                </a:lnTo>
                <a:lnTo>
                  <a:pt x="15591" y="65355"/>
                </a:lnTo>
                <a:lnTo>
                  <a:pt x="20353" y="43653"/>
                </a:lnTo>
                <a:lnTo>
                  <a:pt x="33985" y="26937"/>
                </a:lnTo>
                <a:lnTo>
                  <a:pt x="55026" y="16188"/>
                </a:lnTo>
                <a:lnTo>
                  <a:pt x="82014" y="12387"/>
                </a:lnTo>
                <a:lnTo>
                  <a:pt x="109008" y="16188"/>
                </a:lnTo>
                <a:lnTo>
                  <a:pt x="130096" y="26937"/>
                </a:lnTo>
                <a:lnTo>
                  <a:pt x="133238" y="30755"/>
                </a:lnTo>
                <a:lnTo>
                  <a:pt x="82014" y="30755"/>
                </a:lnTo>
                <a:lnTo>
                  <a:pt x="64083" y="33248"/>
                </a:lnTo>
                <a:lnTo>
                  <a:pt x="50057" y="40286"/>
                </a:lnTo>
                <a:lnTo>
                  <a:pt x="40957" y="51208"/>
                </a:lnTo>
                <a:lnTo>
                  <a:pt x="37803" y="65355"/>
                </a:lnTo>
                <a:lnTo>
                  <a:pt x="40957" y="79381"/>
                </a:lnTo>
                <a:lnTo>
                  <a:pt x="50057" y="90263"/>
                </a:lnTo>
                <a:lnTo>
                  <a:pt x="64083" y="97341"/>
                </a:lnTo>
                <a:lnTo>
                  <a:pt x="82014" y="99954"/>
                </a:lnTo>
                <a:lnTo>
                  <a:pt x="134069" y="99954"/>
                </a:lnTo>
                <a:lnTo>
                  <a:pt x="133833" y="100288"/>
                </a:lnTo>
                <a:lnTo>
                  <a:pt x="116757" y="111443"/>
                </a:lnTo>
                <a:lnTo>
                  <a:pt x="94615" y="117361"/>
                </a:lnTo>
                <a:lnTo>
                  <a:pt x="94615" y="143631"/>
                </a:lnTo>
                <a:lnTo>
                  <a:pt x="169503" y="143631"/>
                </a:lnTo>
                <a:lnTo>
                  <a:pt x="169724" y="145675"/>
                </a:lnTo>
                <a:close/>
              </a:path>
              <a:path w="250189" h="262254">
                <a:moveTo>
                  <a:pt x="134069" y="99954"/>
                </a:moveTo>
                <a:lnTo>
                  <a:pt x="82014" y="99954"/>
                </a:lnTo>
                <a:lnTo>
                  <a:pt x="100008" y="97341"/>
                </a:lnTo>
                <a:lnTo>
                  <a:pt x="113997" y="90263"/>
                </a:lnTo>
                <a:lnTo>
                  <a:pt x="123101" y="79381"/>
                </a:lnTo>
                <a:lnTo>
                  <a:pt x="126438" y="65355"/>
                </a:lnTo>
                <a:lnTo>
                  <a:pt x="123101" y="51208"/>
                </a:lnTo>
                <a:lnTo>
                  <a:pt x="113997" y="40286"/>
                </a:lnTo>
                <a:lnTo>
                  <a:pt x="100008" y="33248"/>
                </a:lnTo>
                <a:lnTo>
                  <a:pt x="82014" y="30755"/>
                </a:lnTo>
                <a:lnTo>
                  <a:pt x="133238" y="30755"/>
                </a:lnTo>
                <a:lnTo>
                  <a:pt x="143855" y="43653"/>
                </a:lnTo>
                <a:lnTo>
                  <a:pt x="148864" y="65355"/>
                </a:lnTo>
                <a:lnTo>
                  <a:pt x="144863" y="84669"/>
                </a:lnTo>
                <a:lnTo>
                  <a:pt x="134069" y="99954"/>
                </a:lnTo>
                <a:close/>
              </a:path>
              <a:path w="250189" h="262254">
                <a:moveTo>
                  <a:pt x="169503" y="143631"/>
                </a:moveTo>
                <a:lnTo>
                  <a:pt x="94615" y="143631"/>
                </a:lnTo>
                <a:lnTo>
                  <a:pt x="113478" y="142423"/>
                </a:lnTo>
                <a:lnTo>
                  <a:pt x="132272" y="140855"/>
                </a:lnTo>
                <a:lnTo>
                  <a:pt x="150764" y="138886"/>
                </a:lnTo>
                <a:lnTo>
                  <a:pt x="168727" y="136476"/>
                </a:lnTo>
                <a:lnTo>
                  <a:pt x="169503" y="143631"/>
                </a:lnTo>
                <a:close/>
              </a:path>
              <a:path w="250189" h="262254">
                <a:moveTo>
                  <a:pt x="2776" y="165310"/>
                </a:moveTo>
                <a:lnTo>
                  <a:pt x="0" y="145660"/>
                </a:lnTo>
                <a:lnTo>
                  <a:pt x="169724" y="145675"/>
                </a:lnTo>
                <a:lnTo>
                  <a:pt x="170649" y="154203"/>
                </a:lnTo>
                <a:lnTo>
                  <a:pt x="126909" y="160264"/>
                </a:lnTo>
                <a:lnTo>
                  <a:pt x="82788" y="163601"/>
                </a:lnTo>
                <a:lnTo>
                  <a:pt x="40630" y="165016"/>
                </a:lnTo>
                <a:lnTo>
                  <a:pt x="2776" y="165310"/>
                </a:lnTo>
                <a:close/>
              </a:path>
              <a:path w="250189" h="262254">
                <a:moveTo>
                  <a:pt x="219559" y="262061"/>
                </a:moveTo>
                <a:lnTo>
                  <a:pt x="39298" y="262061"/>
                </a:lnTo>
                <a:lnTo>
                  <a:pt x="39298" y="187522"/>
                </a:lnTo>
                <a:lnTo>
                  <a:pt x="63005" y="187522"/>
                </a:lnTo>
                <a:lnTo>
                  <a:pt x="63005" y="242198"/>
                </a:lnTo>
                <a:lnTo>
                  <a:pt x="219559" y="242198"/>
                </a:lnTo>
                <a:lnTo>
                  <a:pt x="219559" y="2620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666701" y="5891770"/>
            <a:ext cx="229235" cy="262890"/>
          </a:xfrm>
          <a:custGeom>
            <a:avLst/>
            <a:gdLst/>
            <a:ahLst/>
            <a:cxnLst/>
            <a:rect l="l" t="t" r="r" b="b"/>
            <a:pathLst>
              <a:path w="229235" h="262889">
                <a:moveTo>
                  <a:pt x="221481" y="196919"/>
                </a:moveTo>
                <a:lnTo>
                  <a:pt x="197774" y="196919"/>
                </a:lnTo>
                <a:lnTo>
                  <a:pt x="197774" y="93761"/>
                </a:lnTo>
                <a:lnTo>
                  <a:pt x="142457" y="93761"/>
                </a:lnTo>
                <a:lnTo>
                  <a:pt x="142457" y="74325"/>
                </a:lnTo>
                <a:lnTo>
                  <a:pt x="197774" y="74325"/>
                </a:lnTo>
                <a:lnTo>
                  <a:pt x="197774" y="0"/>
                </a:lnTo>
                <a:lnTo>
                  <a:pt x="221481" y="0"/>
                </a:lnTo>
                <a:lnTo>
                  <a:pt x="221481" y="196919"/>
                </a:lnTo>
                <a:close/>
              </a:path>
              <a:path w="229235" h="262889">
                <a:moveTo>
                  <a:pt x="152281" y="41434"/>
                </a:moveTo>
                <a:lnTo>
                  <a:pt x="7688" y="41434"/>
                </a:lnTo>
                <a:lnTo>
                  <a:pt x="7688" y="21785"/>
                </a:lnTo>
                <a:lnTo>
                  <a:pt x="152281" y="21785"/>
                </a:lnTo>
                <a:lnTo>
                  <a:pt x="152281" y="41434"/>
                </a:lnTo>
                <a:close/>
              </a:path>
              <a:path w="229235" h="262889">
                <a:moveTo>
                  <a:pt x="12387" y="162533"/>
                </a:moveTo>
                <a:lnTo>
                  <a:pt x="0" y="143097"/>
                </a:lnTo>
                <a:lnTo>
                  <a:pt x="27438" y="128931"/>
                </a:lnTo>
                <a:lnTo>
                  <a:pt x="49069" y="108417"/>
                </a:lnTo>
                <a:lnTo>
                  <a:pt x="63252" y="83299"/>
                </a:lnTo>
                <a:lnTo>
                  <a:pt x="68345" y="55316"/>
                </a:lnTo>
                <a:lnTo>
                  <a:pt x="68345" y="41434"/>
                </a:lnTo>
                <a:lnTo>
                  <a:pt x="92266" y="41434"/>
                </a:lnTo>
                <a:lnTo>
                  <a:pt x="92266" y="55316"/>
                </a:lnTo>
                <a:lnTo>
                  <a:pt x="97084" y="80802"/>
                </a:lnTo>
                <a:lnTo>
                  <a:pt x="105287" y="94935"/>
                </a:lnTo>
                <a:lnTo>
                  <a:pt x="80732" y="94935"/>
                </a:lnTo>
                <a:lnTo>
                  <a:pt x="69633" y="116881"/>
                </a:lnTo>
                <a:lnTo>
                  <a:pt x="54168" y="135862"/>
                </a:lnTo>
                <a:lnTo>
                  <a:pt x="34900" y="151280"/>
                </a:lnTo>
                <a:lnTo>
                  <a:pt x="12387" y="162533"/>
                </a:lnTo>
                <a:close/>
              </a:path>
              <a:path w="229235" h="262889">
                <a:moveTo>
                  <a:pt x="146087" y="156126"/>
                </a:moveTo>
                <a:lnTo>
                  <a:pt x="124718" y="145874"/>
                </a:lnTo>
                <a:lnTo>
                  <a:pt x="106402" y="131858"/>
                </a:lnTo>
                <a:lnTo>
                  <a:pt x="91590" y="114678"/>
                </a:lnTo>
                <a:lnTo>
                  <a:pt x="80732" y="94935"/>
                </a:lnTo>
                <a:lnTo>
                  <a:pt x="105287" y="94935"/>
                </a:lnTo>
                <a:lnTo>
                  <a:pt x="110633" y="104146"/>
                </a:lnTo>
                <a:lnTo>
                  <a:pt x="131551" y="123525"/>
                </a:lnTo>
                <a:lnTo>
                  <a:pt x="158475" y="137117"/>
                </a:lnTo>
                <a:lnTo>
                  <a:pt x="146087" y="156126"/>
                </a:lnTo>
                <a:close/>
              </a:path>
              <a:path w="229235" h="262889">
                <a:moveTo>
                  <a:pt x="228956" y="262274"/>
                </a:moveTo>
                <a:lnTo>
                  <a:pt x="49123" y="262274"/>
                </a:lnTo>
                <a:lnTo>
                  <a:pt x="49123" y="179192"/>
                </a:lnTo>
                <a:lnTo>
                  <a:pt x="72830" y="179192"/>
                </a:lnTo>
                <a:lnTo>
                  <a:pt x="72830" y="242625"/>
                </a:lnTo>
                <a:lnTo>
                  <a:pt x="228956" y="242625"/>
                </a:lnTo>
                <a:lnTo>
                  <a:pt x="228956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010426" y="5909069"/>
            <a:ext cx="244761" cy="25138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277827" y="5890274"/>
            <a:ext cx="245110" cy="269240"/>
          </a:xfrm>
          <a:custGeom>
            <a:avLst/>
            <a:gdLst/>
            <a:ahLst/>
            <a:cxnLst/>
            <a:rect l="l" t="t" r="r" b="b"/>
            <a:pathLst>
              <a:path w="245109" h="269239">
                <a:moveTo>
                  <a:pt x="133913" y="27765"/>
                </a:moveTo>
                <a:lnTo>
                  <a:pt x="110633" y="27765"/>
                </a:lnTo>
                <a:lnTo>
                  <a:pt x="110633" y="0"/>
                </a:lnTo>
                <a:lnTo>
                  <a:pt x="133913" y="0"/>
                </a:lnTo>
                <a:lnTo>
                  <a:pt x="133913" y="27765"/>
                </a:lnTo>
                <a:close/>
              </a:path>
              <a:path w="245109" h="269239">
                <a:moveTo>
                  <a:pt x="219772" y="46773"/>
                </a:moveTo>
                <a:lnTo>
                  <a:pt x="25202" y="46773"/>
                </a:lnTo>
                <a:lnTo>
                  <a:pt x="25202" y="27765"/>
                </a:lnTo>
                <a:lnTo>
                  <a:pt x="219772" y="27765"/>
                </a:lnTo>
                <a:lnTo>
                  <a:pt x="219772" y="46773"/>
                </a:lnTo>
                <a:close/>
              </a:path>
              <a:path w="245109" h="269239">
                <a:moveTo>
                  <a:pt x="22212" y="121312"/>
                </a:moveTo>
                <a:lnTo>
                  <a:pt x="14523" y="103158"/>
                </a:lnTo>
                <a:lnTo>
                  <a:pt x="50287" y="96540"/>
                </a:lnTo>
                <a:lnTo>
                  <a:pt x="80065" y="84577"/>
                </a:lnTo>
                <a:lnTo>
                  <a:pt x="100752" y="67807"/>
                </a:lnTo>
                <a:lnTo>
                  <a:pt x="109245" y="46773"/>
                </a:lnTo>
                <a:lnTo>
                  <a:pt x="135195" y="46773"/>
                </a:lnTo>
                <a:lnTo>
                  <a:pt x="143600" y="67807"/>
                </a:lnTo>
                <a:lnTo>
                  <a:pt x="150041" y="73043"/>
                </a:lnTo>
                <a:lnTo>
                  <a:pt x="122273" y="73043"/>
                </a:lnTo>
                <a:lnTo>
                  <a:pt x="105948" y="91458"/>
                </a:lnTo>
                <a:lnTo>
                  <a:pt x="82655" y="105668"/>
                </a:lnTo>
                <a:lnTo>
                  <a:pt x="54155" y="115632"/>
                </a:lnTo>
                <a:lnTo>
                  <a:pt x="22212" y="121312"/>
                </a:lnTo>
                <a:close/>
              </a:path>
              <a:path w="245109" h="269239">
                <a:moveTo>
                  <a:pt x="222335" y="121312"/>
                </a:moveTo>
                <a:lnTo>
                  <a:pt x="190227" y="115632"/>
                </a:lnTo>
                <a:lnTo>
                  <a:pt x="161692" y="105668"/>
                </a:lnTo>
                <a:lnTo>
                  <a:pt x="138464" y="91458"/>
                </a:lnTo>
                <a:lnTo>
                  <a:pt x="122273" y="73043"/>
                </a:lnTo>
                <a:lnTo>
                  <a:pt x="150041" y="73043"/>
                </a:lnTo>
                <a:lnTo>
                  <a:pt x="164228" y="84577"/>
                </a:lnTo>
                <a:lnTo>
                  <a:pt x="194048" y="96540"/>
                </a:lnTo>
                <a:lnTo>
                  <a:pt x="230024" y="103158"/>
                </a:lnTo>
                <a:lnTo>
                  <a:pt x="222335" y="121312"/>
                </a:lnTo>
                <a:close/>
              </a:path>
              <a:path w="245109" h="269239">
                <a:moveTo>
                  <a:pt x="244761" y="155698"/>
                </a:moveTo>
                <a:lnTo>
                  <a:pt x="0" y="155698"/>
                </a:lnTo>
                <a:lnTo>
                  <a:pt x="0" y="136476"/>
                </a:lnTo>
                <a:lnTo>
                  <a:pt x="244761" y="136476"/>
                </a:lnTo>
                <a:lnTo>
                  <a:pt x="244761" y="155698"/>
                </a:lnTo>
                <a:close/>
              </a:path>
              <a:path w="245109" h="269239">
                <a:moveTo>
                  <a:pt x="133913" y="186454"/>
                </a:moveTo>
                <a:lnTo>
                  <a:pt x="110633" y="186454"/>
                </a:lnTo>
                <a:lnTo>
                  <a:pt x="110633" y="155698"/>
                </a:lnTo>
                <a:lnTo>
                  <a:pt x="133913" y="155698"/>
                </a:lnTo>
                <a:lnTo>
                  <a:pt x="133913" y="186454"/>
                </a:lnTo>
                <a:close/>
              </a:path>
              <a:path w="245109" h="269239">
                <a:moveTo>
                  <a:pt x="214433" y="268895"/>
                </a:moveTo>
                <a:lnTo>
                  <a:pt x="190512" y="268895"/>
                </a:lnTo>
                <a:lnTo>
                  <a:pt x="190512" y="205890"/>
                </a:lnTo>
                <a:lnTo>
                  <a:pt x="27124" y="205890"/>
                </a:lnTo>
                <a:lnTo>
                  <a:pt x="27124" y="186454"/>
                </a:lnTo>
                <a:lnTo>
                  <a:pt x="214433" y="186454"/>
                </a:lnTo>
                <a:lnTo>
                  <a:pt x="214433" y="268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768717" y="6441536"/>
            <a:ext cx="224790" cy="21590"/>
          </a:xfrm>
          <a:custGeom>
            <a:avLst/>
            <a:gdLst/>
            <a:ahLst/>
            <a:cxnLst/>
            <a:rect l="l" t="t" r="r" b="b"/>
            <a:pathLst>
              <a:path w="224789" h="21589">
                <a:moveTo>
                  <a:pt x="224524" y="21339"/>
                </a:moveTo>
                <a:lnTo>
                  <a:pt x="0" y="21339"/>
                </a:lnTo>
                <a:lnTo>
                  <a:pt x="0" y="0"/>
                </a:lnTo>
                <a:lnTo>
                  <a:pt x="224524" y="0"/>
                </a:lnTo>
                <a:lnTo>
                  <a:pt x="224524" y="21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046502" y="6323145"/>
            <a:ext cx="245110" cy="269240"/>
          </a:xfrm>
          <a:custGeom>
            <a:avLst/>
            <a:gdLst/>
            <a:ahLst/>
            <a:cxnLst/>
            <a:rect l="l" t="t" r="r" b="b"/>
            <a:pathLst>
              <a:path w="245110" h="269240">
                <a:moveTo>
                  <a:pt x="133913" y="27765"/>
                </a:moveTo>
                <a:lnTo>
                  <a:pt x="110633" y="27765"/>
                </a:lnTo>
                <a:lnTo>
                  <a:pt x="110633" y="0"/>
                </a:lnTo>
                <a:lnTo>
                  <a:pt x="133913" y="0"/>
                </a:lnTo>
                <a:lnTo>
                  <a:pt x="133913" y="27765"/>
                </a:lnTo>
                <a:close/>
              </a:path>
              <a:path w="245110" h="269240">
                <a:moveTo>
                  <a:pt x="219772" y="46773"/>
                </a:moveTo>
                <a:lnTo>
                  <a:pt x="25202" y="46773"/>
                </a:lnTo>
                <a:lnTo>
                  <a:pt x="25202" y="27765"/>
                </a:lnTo>
                <a:lnTo>
                  <a:pt x="219772" y="27765"/>
                </a:lnTo>
                <a:lnTo>
                  <a:pt x="219772" y="46773"/>
                </a:lnTo>
                <a:close/>
              </a:path>
              <a:path w="245110" h="269240">
                <a:moveTo>
                  <a:pt x="22212" y="121312"/>
                </a:moveTo>
                <a:lnTo>
                  <a:pt x="14523" y="103158"/>
                </a:lnTo>
                <a:lnTo>
                  <a:pt x="50287" y="96540"/>
                </a:lnTo>
                <a:lnTo>
                  <a:pt x="80065" y="84577"/>
                </a:lnTo>
                <a:lnTo>
                  <a:pt x="100752" y="67807"/>
                </a:lnTo>
                <a:lnTo>
                  <a:pt x="109245" y="46773"/>
                </a:lnTo>
                <a:lnTo>
                  <a:pt x="135195" y="46773"/>
                </a:lnTo>
                <a:lnTo>
                  <a:pt x="143600" y="67807"/>
                </a:lnTo>
                <a:lnTo>
                  <a:pt x="150041" y="73043"/>
                </a:lnTo>
                <a:lnTo>
                  <a:pt x="122273" y="73043"/>
                </a:lnTo>
                <a:lnTo>
                  <a:pt x="105948" y="91458"/>
                </a:lnTo>
                <a:lnTo>
                  <a:pt x="82655" y="105668"/>
                </a:lnTo>
                <a:lnTo>
                  <a:pt x="54155" y="115632"/>
                </a:lnTo>
                <a:lnTo>
                  <a:pt x="22212" y="121312"/>
                </a:lnTo>
                <a:close/>
              </a:path>
              <a:path w="245110" h="269240">
                <a:moveTo>
                  <a:pt x="222335" y="121312"/>
                </a:moveTo>
                <a:lnTo>
                  <a:pt x="190227" y="115632"/>
                </a:lnTo>
                <a:lnTo>
                  <a:pt x="161692" y="105668"/>
                </a:lnTo>
                <a:lnTo>
                  <a:pt x="138464" y="91458"/>
                </a:lnTo>
                <a:lnTo>
                  <a:pt x="122273" y="73043"/>
                </a:lnTo>
                <a:lnTo>
                  <a:pt x="150041" y="73043"/>
                </a:lnTo>
                <a:lnTo>
                  <a:pt x="164228" y="84577"/>
                </a:lnTo>
                <a:lnTo>
                  <a:pt x="194048" y="96540"/>
                </a:lnTo>
                <a:lnTo>
                  <a:pt x="230024" y="103158"/>
                </a:lnTo>
                <a:lnTo>
                  <a:pt x="222335" y="121312"/>
                </a:lnTo>
                <a:close/>
              </a:path>
              <a:path w="245110" h="269240">
                <a:moveTo>
                  <a:pt x="244761" y="155698"/>
                </a:moveTo>
                <a:lnTo>
                  <a:pt x="0" y="155698"/>
                </a:lnTo>
                <a:lnTo>
                  <a:pt x="0" y="136476"/>
                </a:lnTo>
                <a:lnTo>
                  <a:pt x="244761" y="136476"/>
                </a:lnTo>
                <a:lnTo>
                  <a:pt x="244761" y="155698"/>
                </a:lnTo>
                <a:close/>
              </a:path>
              <a:path w="245110" h="269240">
                <a:moveTo>
                  <a:pt x="133913" y="186454"/>
                </a:moveTo>
                <a:lnTo>
                  <a:pt x="110633" y="186454"/>
                </a:lnTo>
                <a:lnTo>
                  <a:pt x="110633" y="155698"/>
                </a:lnTo>
                <a:lnTo>
                  <a:pt x="133913" y="155698"/>
                </a:lnTo>
                <a:lnTo>
                  <a:pt x="133913" y="186454"/>
                </a:lnTo>
                <a:close/>
              </a:path>
              <a:path w="245110" h="269240">
                <a:moveTo>
                  <a:pt x="214433" y="268895"/>
                </a:moveTo>
                <a:lnTo>
                  <a:pt x="190512" y="268895"/>
                </a:lnTo>
                <a:lnTo>
                  <a:pt x="190512" y="205890"/>
                </a:lnTo>
                <a:lnTo>
                  <a:pt x="27124" y="205890"/>
                </a:lnTo>
                <a:lnTo>
                  <a:pt x="27124" y="186454"/>
                </a:lnTo>
                <a:lnTo>
                  <a:pt x="214433" y="186454"/>
                </a:lnTo>
                <a:lnTo>
                  <a:pt x="214433" y="268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312835" y="6324213"/>
            <a:ext cx="251460" cy="262890"/>
          </a:xfrm>
          <a:custGeom>
            <a:avLst/>
            <a:gdLst/>
            <a:ahLst/>
            <a:cxnLst/>
            <a:rect l="l" t="t" r="r" b="b"/>
            <a:pathLst>
              <a:path w="251460" h="262890">
                <a:moveTo>
                  <a:pt x="211015" y="198628"/>
                </a:moveTo>
                <a:lnTo>
                  <a:pt x="187308" y="198628"/>
                </a:lnTo>
                <a:lnTo>
                  <a:pt x="187308" y="0"/>
                </a:lnTo>
                <a:lnTo>
                  <a:pt x="211015" y="0"/>
                </a:lnTo>
                <a:lnTo>
                  <a:pt x="211015" y="82441"/>
                </a:lnTo>
                <a:lnTo>
                  <a:pt x="251382" y="82441"/>
                </a:lnTo>
                <a:lnTo>
                  <a:pt x="251382" y="102731"/>
                </a:lnTo>
                <a:lnTo>
                  <a:pt x="211015" y="102731"/>
                </a:lnTo>
                <a:lnTo>
                  <a:pt x="211015" y="198628"/>
                </a:lnTo>
                <a:close/>
              </a:path>
              <a:path w="251460" h="262890">
                <a:moveTo>
                  <a:pt x="13241" y="161252"/>
                </a:moveTo>
                <a:lnTo>
                  <a:pt x="0" y="142457"/>
                </a:lnTo>
                <a:lnTo>
                  <a:pt x="27915" y="127736"/>
                </a:lnTo>
                <a:lnTo>
                  <a:pt x="49363" y="106388"/>
                </a:lnTo>
                <a:lnTo>
                  <a:pt x="63162" y="79955"/>
                </a:lnTo>
                <a:lnTo>
                  <a:pt x="68131" y="49977"/>
                </a:lnTo>
                <a:lnTo>
                  <a:pt x="68131" y="16659"/>
                </a:lnTo>
                <a:lnTo>
                  <a:pt x="91411" y="16659"/>
                </a:lnTo>
                <a:lnTo>
                  <a:pt x="91411" y="50831"/>
                </a:lnTo>
                <a:lnTo>
                  <a:pt x="96277" y="77746"/>
                </a:lnTo>
                <a:lnTo>
                  <a:pt x="104843" y="92693"/>
                </a:lnTo>
                <a:lnTo>
                  <a:pt x="80519" y="92693"/>
                </a:lnTo>
                <a:lnTo>
                  <a:pt x="69631" y="115179"/>
                </a:lnTo>
                <a:lnTo>
                  <a:pt x="54449" y="134421"/>
                </a:lnTo>
                <a:lnTo>
                  <a:pt x="35482" y="149939"/>
                </a:lnTo>
                <a:lnTo>
                  <a:pt x="13241" y="161252"/>
                </a:lnTo>
                <a:close/>
              </a:path>
              <a:path w="251460" h="262890">
                <a:moveTo>
                  <a:pt x="146515" y="154631"/>
                </a:moveTo>
                <a:lnTo>
                  <a:pt x="125090" y="144292"/>
                </a:lnTo>
                <a:lnTo>
                  <a:pt x="106629" y="130149"/>
                </a:lnTo>
                <a:lnTo>
                  <a:pt x="91611" y="112762"/>
                </a:lnTo>
                <a:lnTo>
                  <a:pt x="80519" y="92693"/>
                </a:lnTo>
                <a:lnTo>
                  <a:pt x="104843" y="92693"/>
                </a:lnTo>
                <a:lnTo>
                  <a:pt x="110153" y="101957"/>
                </a:lnTo>
                <a:lnTo>
                  <a:pt x="131477" y="121803"/>
                </a:lnTo>
                <a:lnTo>
                  <a:pt x="158689" y="135622"/>
                </a:lnTo>
                <a:lnTo>
                  <a:pt x="146515" y="154631"/>
                </a:lnTo>
                <a:close/>
              </a:path>
              <a:path w="251460" h="262890">
                <a:moveTo>
                  <a:pt x="223403" y="262702"/>
                </a:moveTo>
                <a:lnTo>
                  <a:pt x="43356" y="262702"/>
                </a:lnTo>
                <a:lnTo>
                  <a:pt x="43356" y="179406"/>
                </a:lnTo>
                <a:lnTo>
                  <a:pt x="67490" y="179406"/>
                </a:lnTo>
                <a:lnTo>
                  <a:pt x="67490" y="243052"/>
                </a:lnTo>
                <a:lnTo>
                  <a:pt x="223403" y="243052"/>
                </a:lnTo>
                <a:lnTo>
                  <a:pt x="223403" y="2627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658649" y="6329766"/>
            <a:ext cx="245110" cy="262890"/>
          </a:xfrm>
          <a:custGeom>
            <a:avLst/>
            <a:gdLst/>
            <a:ahLst/>
            <a:cxnLst/>
            <a:rect l="l" t="t" r="r" b="b"/>
            <a:pathLst>
              <a:path w="245110" h="262890">
                <a:moveTo>
                  <a:pt x="216782" y="89275"/>
                </a:moveTo>
                <a:lnTo>
                  <a:pt x="33531" y="89275"/>
                </a:lnTo>
                <a:lnTo>
                  <a:pt x="33531" y="0"/>
                </a:lnTo>
                <a:lnTo>
                  <a:pt x="57025" y="0"/>
                </a:lnTo>
                <a:lnTo>
                  <a:pt x="57025" y="69840"/>
                </a:lnTo>
                <a:lnTo>
                  <a:pt x="216782" y="69840"/>
                </a:lnTo>
                <a:lnTo>
                  <a:pt x="216782" y="89275"/>
                </a:lnTo>
                <a:close/>
              </a:path>
              <a:path w="245110" h="262890">
                <a:moveTo>
                  <a:pt x="134127" y="124730"/>
                </a:moveTo>
                <a:lnTo>
                  <a:pt x="110847" y="124730"/>
                </a:lnTo>
                <a:lnTo>
                  <a:pt x="110847" y="89275"/>
                </a:lnTo>
                <a:lnTo>
                  <a:pt x="134127" y="89275"/>
                </a:lnTo>
                <a:lnTo>
                  <a:pt x="134127" y="124730"/>
                </a:lnTo>
                <a:close/>
              </a:path>
              <a:path w="245110" h="262890">
                <a:moveTo>
                  <a:pt x="244974" y="144592"/>
                </a:moveTo>
                <a:lnTo>
                  <a:pt x="0" y="144592"/>
                </a:lnTo>
                <a:lnTo>
                  <a:pt x="0" y="124730"/>
                </a:lnTo>
                <a:lnTo>
                  <a:pt x="244974" y="124730"/>
                </a:lnTo>
                <a:lnTo>
                  <a:pt x="244974" y="144592"/>
                </a:lnTo>
                <a:close/>
              </a:path>
              <a:path w="245110" h="262890">
                <a:moveTo>
                  <a:pt x="122167" y="262488"/>
                </a:moveTo>
                <a:lnTo>
                  <a:pt x="83265" y="259234"/>
                </a:lnTo>
                <a:lnTo>
                  <a:pt x="54115" y="249753"/>
                </a:lnTo>
                <a:lnTo>
                  <a:pt x="35817" y="234466"/>
                </a:lnTo>
                <a:lnTo>
                  <a:pt x="29473" y="213792"/>
                </a:lnTo>
                <a:lnTo>
                  <a:pt x="35817" y="192995"/>
                </a:lnTo>
                <a:lnTo>
                  <a:pt x="54115" y="177644"/>
                </a:lnTo>
                <a:lnTo>
                  <a:pt x="83265" y="168139"/>
                </a:lnTo>
                <a:lnTo>
                  <a:pt x="122167" y="164882"/>
                </a:lnTo>
                <a:lnTo>
                  <a:pt x="160914" y="168139"/>
                </a:lnTo>
                <a:lnTo>
                  <a:pt x="189951" y="177644"/>
                </a:lnTo>
                <a:lnTo>
                  <a:pt x="196876" y="183464"/>
                </a:lnTo>
                <a:lnTo>
                  <a:pt x="122167" y="183464"/>
                </a:lnTo>
                <a:lnTo>
                  <a:pt x="93313" y="185590"/>
                </a:lnTo>
                <a:lnTo>
                  <a:pt x="71709" y="191500"/>
                </a:lnTo>
                <a:lnTo>
                  <a:pt x="58193" y="200974"/>
                </a:lnTo>
                <a:lnTo>
                  <a:pt x="53608" y="213792"/>
                </a:lnTo>
                <a:lnTo>
                  <a:pt x="58193" y="226303"/>
                </a:lnTo>
                <a:lnTo>
                  <a:pt x="71709" y="235710"/>
                </a:lnTo>
                <a:lnTo>
                  <a:pt x="93313" y="241634"/>
                </a:lnTo>
                <a:lnTo>
                  <a:pt x="122167" y="243693"/>
                </a:lnTo>
                <a:lnTo>
                  <a:pt x="197192" y="243693"/>
                </a:lnTo>
                <a:lnTo>
                  <a:pt x="189951" y="249753"/>
                </a:lnTo>
                <a:lnTo>
                  <a:pt x="160914" y="259234"/>
                </a:lnTo>
                <a:lnTo>
                  <a:pt x="122167" y="262488"/>
                </a:lnTo>
                <a:close/>
              </a:path>
              <a:path w="245110" h="262890">
                <a:moveTo>
                  <a:pt x="197192" y="243693"/>
                </a:moveTo>
                <a:lnTo>
                  <a:pt x="122167" y="243693"/>
                </a:lnTo>
                <a:lnTo>
                  <a:pt x="150903" y="241634"/>
                </a:lnTo>
                <a:lnTo>
                  <a:pt x="172491" y="235710"/>
                </a:lnTo>
                <a:lnTo>
                  <a:pt x="186110" y="226303"/>
                </a:lnTo>
                <a:lnTo>
                  <a:pt x="190939" y="213792"/>
                </a:lnTo>
                <a:lnTo>
                  <a:pt x="186110" y="200974"/>
                </a:lnTo>
                <a:lnTo>
                  <a:pt x="172491" y="191500"/>
                </a:lnTo>
                <a:lnTo>
                  <a:pt x="150903" y="185590"/>
                </a:lnTo>
                <a:lnTo>
                  <a:pt x="122167" y="183464"/>
                </a:lnTo>
                <a:lnTo>
                  <a:pt x="196876" y="183464"/>
                </a:lnTo>
                <a:lnTo>
                  <a:pt x="208216" y="192995"/>
                </a:lnTo>
                <a:lnTo>
                  <a:pt x="214646" y="213792"/>
                </a:lnTo>
                <a:lnTo>
                  <a:pt x="208216" y="234466"/>
                </a:lnTo>
                <a:lnTo>
                  <a:pt x="197192" y="2436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927759" y="6324427"/>
            <a:ext cx="250190" cy="268605"/>
          </a:xfrm>
          <a:custGeom>
            <a:avLst/>
            <a:gdLst/>
            <a:ahLst/>
            <a:cxnLst/>
            <a:rect l="l" t="t" r="r" b="b"/>
            <a:pathLst>
              <a:path w="250189" h="268604">
                <a:moveTo>
                  <a:pt x="206103" y="268255"/>
                </a:moveTo>
                <a:lnTo>
                  <a:pt x="182396" y="268255"/>
                </a:lnTo>
                <a:lnTo>
                  <a:pt x="182396" y="0"/>
                </a:lnTo>
                <a:lnTo>
                  <a:pt x="206103" y="0"/>
                </a:lnTo>
                <a:lnTo>
                  <a:pt x="206103" y="109138"/>
                </a:lnTo>
                <a:lnTo>
                  <a:pt x="249673" y="109138"/>
                </a:lnTo>
                <a:lnTo>
                  <a:pt x="249673" y="129215"/>
                </a:lnTo>
                <a:lnTo>
                  <a:pt x="206103" y="129215"/>
                </a:lnTo>
                <a:lnTo>
                  <a:pt x="206103" y="268255"/>
                </a:lnTo>
                <a:close/>
              </a:path>
              <a:path w="250189" h="268604">
                <a:moveTo>
                  <a:pt x="13241" y="217209"/>
                </a:moveTo>
                <a:lnTo>
                  <a:pt x="0" y="198628"/>
                </a:lnTo>
                <a:lnTo>
                  <a:pt x="46119" y="169614"/>
                </a:lnTo>
                <a:lnTo>
                  <a:pt x="80305" y="134634"/>
                </a:lnTo>
                <a:lnTo>
                  <a:pt x="102477" y="94168"/>
                </a:lnTo>
                <a:lnTo>
                  <a:pt x="112556" y="48695"/>
                </a:lnTo>
                <a:lnTo>
                  <a:pt x="12601" y="48695"/>
                </a:lnTo>
                <a:lnTo>
                  <a:pt x="12601" y="28833"/>
                </a:lnTo>
                <a:lnTo>
                  <a:pt x="136690" y="28833"/>
                </a:lnTo>
                <a:lnTo>
                  <a:pt x="132176" y="73479"/>
                </a:lnTo>
                <a:lnTo>
                  <a:pt x="118363" y="115563"/>
                </a:lnTo>
                <a:lnTo>
                  <a:pt x="94463" y="154161"/>
                </a:lnTo>
                <a:lnTo>
                  <a:pt x="59685" y="188350"/>
                </a:lnTo>
                <a:lnTo>
                  <a:pt x="13241" y="217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280669" y="6349629"/>
            <a:ext cx="146515" cy="22169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457473" y="6409064"/>
            <a:ext cx="283845" cy="83820"/>
          </a:xfrm>
          <a:custGeom>
            <a:avLst/>
            <a:gdLst/>
            <a:ahLst/>
            <a:cxnLst/>
            <a:rect l="l" t="t" r="r" b="b"/>
            <a:pathLst>
              <a:path w="283845" h="83820">
                <a:moveTo>
                  <a:pt x="202566" y="83500"/>
                </a:moveTo>
                <a:lnTo>
                  <a:pt x="182865" y="81331"/>
                </a:lnTo>
                <a:lnTo>
                  <a:pt x="165339" y="74957"/>
                </a:lnTo>
                <a:lnTo>
                  <a:pt x="149030" y="64582"/>
                </a:lnTo>
                <a:lnTo>
                  <a:pt x="120897" y="39793"/>
                </a:lnTo>
                <a:lnTo>
                  <a:pt x="108898" y="31815"/>
                </a:lnTo>
                <a:lnTo>
                  <a:pt x="95798" y="26794"/>
                </a:lnTo>
                <a:lnTo>
                  <a:pt x="80408" y="25050"/>
                </a:lnTo>
                <a:lnTo>
                  <a:pt x="62751" y="27993"/>
                </a:lnTo>
                <a:lnTo>
                  <a:pt x="46775" y="36299"/>
                </a:lnTo>
                <a:lnTo>
                  <a:pt x="33004" y="49187"/>
                </a:lnTo>
                <a:lnTo>
                  <a:pt x="21957" y="65872"/>
                </a:lnTo>
                <a:lnTo>
                  <a:pt x="0" y="54120"/>
                </a:lnTo>
                <a:lnTo>
                  <a:pt x="16221" y="30790"/>
                </a:lnTo>
                <a:lnTo>
                  <a:pt x="35371" y="13839"/>
                </a:lnTo>
                <a:lnTo>
                  <a:pt x="57015" y="3498"/>
                </a:lnTo>
                <a:lnTo>
                  <a:pt x="80717" y="0"/>
                </a:lnTo>
                <a:lnTo>
                  <a:pt x="100418" y="2126"/>
                </a:lnTo>
                <a:lnTo>
                  <a:pt x="117944" y="8427"/>
                </a:lnTo>
                <a:lnTo>
                  <a:pt x="134253" y="18787"/>
                </a:lnTo>
                <a:lnTo>
                  <a:pt x="162430" y="43707"/>
                </a:lnTo>
                <a:lnTo>
                  <a:pt x="174501" y="51685"/>
                </a:lnTo>
                <a:lnTo>
                  <a:pt x="187615" y="56706"/>
                </a:lnTo>
                <a:lnTo>
                  <a:pt x="202875" y="58450"/>
                </a:lnTo>
                <a:lnTo>
                  <a:pt x="220532" y="55507"/>
                </a:lnTo>
                <a:lnTo>
                  <a:pt x="236508" y="47201"/>
                </a:lnTo>
                <a:lnTo>
                  <a:pt x="250280" y="34313"/>
                </a:lnTo>
                <a:lnTo>
                  <a:pt x="261326" y="17627"/>
                </a:lnTo>
                <a:lnTo>
                  <a:pt x="283284" y="29379"/>
                </a:lnTo>
                <a:lnTo>
                  <a:pt x="267062" y="52709"/>
                </a:lnTo>
                <a:lnTo>
                  <a:pt x="247912" y="69661"/>
                </a:lnTo>
                <a:lnTo>
                  <a:pt x="226268" y="80002"/>
                </a:lnTo>
                <a:lnTo>
                  <a:pt x="202566" y="8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769764" y="6349629"/>
            <a:ext cx="81800" cy="218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904960" y="6346639"/>
            <a:ext cx="152922" cy="22468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084366" y="6328912"/>
            <a:ext cx="245829" cy="23237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435323" y="6324641"/>
            <a:ext cx="224154" cy="262890"/>
          </a:xfrm>
          <a:custGeom>
            <a:avLst/>
            <a:gdLst/>
            <a:ahLst/>
            <a:cxnLst/>
            <a:rect l="l" t="t" r="r" b="b"/>
            <a:pathLst>
              <a:path w="224154" h="262890">
                <a:moveTo>
                  <a:pt x="215501" y="196278"/>
                </a:moveTo>
                <a:lnTo>
                  <a:pt x="191793" y="196278"/>
                </a:lnTo>
                <a:lnTo>
                  <a:pt x="191793" y="0"/>
                </a:lnTo>
                <a:lnTo>
                  <a:pt x="215501" y="0"/>
                </a:lnTo>
                <a:lnTo>
                  <a:pt x="215501" y="196278"/>
                </a:lnTo>
                <a:close/>
              </a:path>
              <a:path w="224154" h="262890">
                <a:moveTo>
                  <a:pt x="70481" y="150573"/>
                </a:moveTo>
                <a:lnTo>
                  <a:pt x="42528" y="145847"/>
                </a:lnTo>
                <a:lnTo>
                  <a:pt x="20183" y="132312"/>
                </a:lnTo>
                <a:lnTo>
                  <a:pt x="5366" y="111408"/>
                </a:lnTo>
                <a:lnTo>
                  <a:pt x="0" y="84577"/>
                </a:lnTo>
                <a:lnTo>
                  <a:pt x="5366" y="57989"/>
                </a:lnTo>
                <a:lnTo>
                  <a:pt x="20183" y="37189"/>
                </a:lnTo>
                <a:lnTo>
                  <a:pt x="42528" y="23637"/>
                </a:lnTo>
                <a:lnTo>
                  <a:pt x="70481" y="18794"/>
                </a:lnTo>
                <a:lnTo>
                  <a:pt x="98399" y="23637"/>
                </a:lnTo>
                <a:lnTo>
                  <a:pt x="120672" y="37189"/>
                </a:lnTo>
                <a:lnTo>
                  <a:pt x="122318" y="39512"/>
                </a:lnTo>
                <a:lnTo>
                  <a:pt x="70481" y="39512"/>
                </a:lnTo>
                <a:lnTo>
                  <a:pt x="51632" y="42859"/>
                </a:lnTo>
                <a:lnTo>
                  <a:pt x="36628" y="52193"/>
                </a:lnTo>
                <a:lnTo>
                  <a:pt x="26750" y="66453"/>
                </a:lnTo>
                <a:lnTo>
                  <a:pt x="23280" y="84577"/>
                </a:lnTo>
                <a:lnTo>
                  <a:pt x="26750" y="102914"/>
                </a:lnTo>
                <a:lnTo>
                  <a:pt x="36628" y="117228"/>
                </a:lnTo>
                <a:lnTo>
                  <a:pt x="51632" y="126535"/>
                </a:lnTo>
                <a:lnTo>
                  <a:pt x="70481" y="129855"/>
                </a:lnTo>
                <a:lnTo>
                  <a:pt x="122404" y="129855"/>
                </a:lnTo>
                <a:lnTo>
                  <a:pt x="120672" y="132312"/>
                </a:lnTo>
                <a:lnTo>
                  <a:pt x="98399" y="145847"/>
                </a:lnTo>
                <a:lnTo>
                  <a:pt x="70481" y="150573"/>
                </a:lnTo>
                <a:close/>
              </a:path>
              <a:path w="224154" h="262890">
                <a:moveTo>
                  <a:pt x="122404" y="129855"/>
                </a:moveTo>
                <a:lnTo>
                  <a:pt x="70481" y="129855"/>
                </a:lnTo>
                <a:lnTo>
                  <a:pt x="89119" y="126535"/>
                </a:lnTo>
                <a:lnTo>
                  <a:pt x="104092" y="117228"/>
                </a:lnTo>
                <a:lnTo>
                  <a:pt x="114061" y="102914"/>
                </a:lnTo>
                <a:lnTo>
                  <a:pt x="117681" y="84577"/>
                </a:lnTo>
                <a:lnTo>
                  <a:pt x="114061" y="66453"/>
                </a:lnTo>
                <a:lnTo>
                  <a:pt x="104092" y="52193"/>
                </a:lnTo>
                <a:lnTo>
                  <a:pt x="89119" y="42859"/>
                </a:lnTo>
                <a:lnTo>
                  <a:pt x="70481" y="39512"/>
                </a:lnTo>
                <a:lnTo>
                  <a:pt x="122318" y="39512"/>
                </a:lnTo>
                <a:lnTo>
                  <a:pt x="135415" y="57989"/>
                </a:lnTo>
                <a:lnTo>
                  <a:pt x="140748" y="84577"/>
                </a:lnTo>
                <a:lnTo>
                  <a:pt x="135415" y="111408"/>
                </a:lnTo>
                <a:lnTo>
                  <a:pt x="122404" y="129855"/>
                </a:lnTo>
                <a:close/>
              </a:path>
              <a:path w="224154" h="262890">
                <a:moveTo>
                  <a:pt x="223830" y="262274"/>
                </a:moveTo>
                <a:lnTo>
                  <a:pt x="42075" y="262274"/>
                </a:lnTo>
                <a:lnTo>
                  <a:pt x="42075" y="176202"/>
                </a:lnTo>
                <a:lnTo>
                  <a:pt x="65782" y="176202"/>
                </a:lnTo>
                <a:lnTo>
                  <a:pt x="65782" y="242625"/>
                </a:lnTo>
                <a:lnTo>
                  <a:pt x="223830" y="242625"/>
                </a:lnTo>
                <a:lnTo>
                  <a:pt x="223830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708917" y="6324427"/>
            <a:ext cx="210185" cy="269240"/>
          </a:xfrm>
          <a:custGeom>
            <a:avLst/>
            <a:gdLst/>
            <a:ahLst/>
            <a:cxnLst/>
            <a:rect l="l" t="t" r="r" b="b"/>
            <a:pathLst>
              <a:path w="210185" h="269240">
                <a:moveTo>
                  <a:pt x="210161" y="268895"/>
                </a:moveTo>
                <a:lnTo>
                  <a:pt x="186667" y="268895"/>
                </a:lnTo>
                <a:lnTo>
                  <a:pt x="186667" y="121099"/>
                </a:lnTo>
                <a:lnTo>
                  <a:pt x="129855" y="121099"/>
                </a:lnTo>
                <a:lnTo>
                  <a:pt x="129855" y="101449"/>
                </a:lnTo>
                <a:lnTo>
                  <a:pt x="186667" y="101449"/>
                </a:lnTo>
                <a:lnTo>
                  <a:pt x="186667" y="0"/>
                </a:lnTo>
                <a:lnTo>
                  <a:pt x="210161" y="0"/>
                </a:lnTo>
                <a:lnTo>
                  <a:pt x="210161" y="268895"/>
                </a:lnTo>
                <a:close/>
              </a:path>
              <a:path w="210185" h="269240">
                <a:moveTo>
                  <a:pt x="20503" y="204181"/>
                </a:moveTo>
                <a:lnTo>
                  <a:pt x="0" y="204181"/>
                </a:lnTo>
                <a:lnTo>
                  <a:pt x="0" y="24561"/>
                </a:lnTo>
                <a:lnTo>
                  <a:pt x="125370" y="24561"/>
                </a:lnTo>
                <a:lnTo>
                  <a:pt x="125370" y="44210"/>
                </a:lnTo>
                <a:lnTo>
                  <a:pt x="23920" y="44210"/>
                </a:lnTo>
                <a:lnTo>
                  <a:pt x="23920" y="100168"/>
                </a:lnTo>
                <a:lnTo>
                  <a:pt x="113410" y="100168"/>
                </a:lnTo>
                <a:lnTo>
                  <a:pt x="113410" y="119390"/>
                </a:lnTo>
                <a:lnTo>
                  <a:pt x="23920" y="119390"/>
                </a:lnTo>
                <a:lnTo>
                  <a:pt x="23920" y="184318"/>
                </a:lnTo>
                <a:lnTo>
                  <a:pt x="142749" y="184318"/>
                </a:lnTo>
                <a:lnTo>
                  <a:pt x="144379" y="195851"/>
                </a:lnTo>
                <a:lnTo>
                  <a:pt x="115833" y="199826"/>
                </a:lnTo>
                <a:lnTo>
                  <a:pt x="87246" y="202339"/>
                </a:lnTo>
                <a:lnTo>
                  <a:pt x="56258" y="203690"/>
                </a:lnTo>
                <a:lnTo>
                  <a:pt x="20503" y="204181"/>
                </a:lnTo>
                <a:close/>
              </a:path>
              <a:path w="210185" h="269240">
                <a:moveTo>
                  <a:pt x="142749" y="184318"/>
                </a:moveTo>
                <a:lnTo>
                  <a:pt x="23920" y="184318"/>
                </a:lnTo>
                <a:lnTo>
                  <a:pt x="57956" y="183951"/>
                </a:lnTo>
                <a:lnTo>
                  <a:pt x="87487" y="182743"/>
                </a:lnTo>
                <a:lnTo>
                  <a:pt x="114655" y="180293"/>
                </a:lnTo>
                <a:lnTo>
                  <a:pt x="141602" y="176202"/>
                </a:lnTo>
                <a:lnTo>
                  <a:pt x="142749" y="1843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995113" y="6334759"/>
            <a:ext cx="23495" cy="36830"/>
          </a:xfrm>
          <a:custGeom>
            <a:avLst/>
            <a:gdLst/>
            <a:ahLst/>
            <a:cxnLst/>
            <a:rect l="l" t="t" r="r" b="b"/>
            <a:pathLst>
              <a:path w="23495" h="36829">
                <a:moveTo>
                  <a:pt x="0" y="0"/>
                </a:moveTo>
                <a:lnTo>
                  <a:pt x="23493" y="0"/>
                </a:lnTo>
                <a:lnTo>
                  <a:pt x="23493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995113" y="6371590"/>
            <a:ext cx="182880" cy="19050"/>
          </a:xfrm>
          <a:custGeom>
            <a:avLst/>
            <a:gdLst/>
            <a:ahLst/>
            <a:cxnLst/>
            <a:rect l="l" t="t" r="r" b="b"/>
            <a:pathLst>
              <a:path w="182879" h="19050">
                <a:moveTo>
                  <a:pt x="0" y="0"/>
                </a:moveTo>
                <a:lnTo>
                  <a:pt x="182609" y="0"/>
                </a:lnTo>
                <a:lnTo>
                  <a:pt x="18260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995113" y="6390640"/>
            <a:ext cx="23495" cy="39370"/>
          </a:xfrm>
          <a:custGeom>
            <a:avLst/>
            <a:gdLst/>
            <a:ahLst/>
            <a:cxnLst/>
            <a:rect l="l" t="t" r="r" b="b"/>
            <a:pathLst>
              <a:path w="23495" h="39370">
                <a:moveTo>
                  <a:pt x="0" y="0"/>
                </a:moveTo>
                <a:lnTo>
                  <a:pt x="23493" y="0"/>
                </a:lnTo>
                <a:lnTo>
                  <a:pt x="23493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995113" y="6430009"/>
            <a:ext cx="182880" cy="19050"/>
          </a:xfrm>
          <a:custGeom>
            <a:avLst/>
            <a:gdLst/>
            <a:ahLst/>
            <a:cxnLst/>
            <a:rect l="l" t="t" r="r" b="b"/>
            <a:pathLst>
              <a:path w="182879" h="19050">
                <a:moveTo>
                  <a:pt x="0" y="0"/>
                </a:moveTo>
                <a:lnTo>
                  <a:pt x="182609" y="0"/>
                </a:lnTo>
                <a:lnTo>
                  <a:pt x="18260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154016" y="6335106"/>
            <a:ext cx="24130" cy="36830"/>
          </a:xfrm>
          <a:custGeom>
            <a:avLst/>
            <a:gdLst/>
            <a:ahLst/>
            <a:cxnLst/>
            <a:rect l="l" t="t" r="r" b="b"/>
            <a:pathLst>
              <a:path w="24129" h="36829">
                <a:moveTo>
                  <a:pt x="23707" y="36521"/>
                </a:moveTo>
                <a:lnTo>
                  <a:pt x="0" y="36521"/>
                </a:lnTo>
                <a:lnTo>
                  <a:pt x="0" y="0"/>
                </a:lnTo>
                <a:lnTo>
                  <a:pt x="23707" y="0"/>
                </a:lnTo>
                <a:lnTo>
                  <a:pt x="23707" y="365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154016" y="6390637"/>
            <a:ext cx="24130" cy="40005"/>
          </a:xfrm>
          <a:custGeom>
            <a:avLst/>
            <a:gdLst/>
            <a:ahLst/>
            <a:cxnLst/>
            <a:rect l="l" t="t" r="r" b="b"/>
            <a:pathLst>
              <a:path w="24129" h="40004">
                <a:moveTo>
                  <a:pt x="23707" y="39512"/>
                </a:moveTo>
                <a:lnTo>
                  <a:pt x="0" y="39512"/>
                </a:lnTo>
                <a:lnTo>
                  <a:pt x="0" y="0"/>
                </a:lnTo>
                <a:lnTo>
                  <a:pt x="23707" y="0"/>
                </a:lnTo>
                <a:lnTo>
                  <a:pt x="23707" y="395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963503" y="6481194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79" h="20320">
                <a:moveTo>
                  <a:pt x="245829" y="19862"/>
                </a:moveTo>
                <a:lnTo>
                  <a:pt x="0" y="19862"/>
                </a:lnTo>
                <a:lnTo>
                  <a:pt x="0" y="0"/>
                </a:lnTo>
                <a:lnTo>
                  <a:pt x="245829" y="0"/>
                </a:lnTo>
                <a:lnTo>
                  <a:pt x="245829" y="19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025868" y="6501057"/>
            <a:ext cx="24130" cy="92075"/>
          </a:xfrm>
          <a:custGeom>
            <a:avLst/>
            <a:gdLst/>
            <a:ahLst/>
            <a:cxnLst/>
            <a:rect l="l" t="t" r="r" b="b"/>
            <a:pathLst>
              <a:path w="24129" h="92075">
                <a:moveTo>
                  <a:pt x="24134" y="91838"/>
                </a:moveTo>
                <a:lnTo>
                  <a:pt x="0" y="91838"/>
                </a:lnTo>
                <a:lnTo>
                  <a:pt x="0" y="0"/>
                </a:lnTo>
                <a:lnTo>
                  <a:pt x="24134" y="0"/>
                </a:lnTo>
                <a:lnTo>
                  <a:pt x="24134" y="918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123046" y="6501057"/>
            <a:ext cx="24130" cy="92075"/>
          </a:xfrm>
          <a:custGeom>
            <a:avLst/>
            <a:gdLst/>
            <a:ahLst/>
            <a:cxnLst/>
            <a:rect l="l" t="t" r="r" b="b"/>
            <a:pathLst>
              <a:path w="24129" h="92075">
                <a:moveTo>
                  <a:pt x="23707" y="91838"/>
                </a:moveTo>
                <a:lnTo>
                  <a:pt x="0" y="91838"/>
                </a:lnTo>
                <a:lnTo>
                  <a:pt x="0" y="0"/>
                </a:lnTo>
                <a:lnTo>
                  <a:pt x="23707" y="0"/>
                </a:lnTo>
                <a:lnTo>
                  <a:pt x="23707" y="918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322739" y="6324427"/>
            <a:ext cx="224154" cy="267970"/>
          </a:xfrm>
          <a:custGeom>
            <a:avLst/>
            <a:gdLst/>
            <a:ahLst/>
            <a:cxnLst/>
            <a:rect l="l" t="t" r="r" b="b"/>
            <a:pathLst>
              <a:path w="224154" h="267970">
                <a:moveTo>
                  <a:pt x="207171" y="154203"/>
                </a:moveTo>
                <a:lnTo>
                  <a:pt x="183891" y="154203"/>
                </a:lnTo>
                <a:lnTo>
                  <a:pt x="183891" y="0"/>
                </a:lnTo>
                <a:lnTo>
                  <a:pt x="207171" y="0"/>
                </a:lnTo>
                <a:lnTo>
                  <a:pt x="207171" y="154203"/>
                </a:lnTo>
                <a:close/>
              </a:path>
              <a:path w="224154" h="267970">
                <a:moveTo>
                  <a:pt x="126011" y="126652"/>
                </a:moveTo>
                <a:lnTo>
                  <a:pt x="0" y="126652"/>
                </a:lnTo>
                <a:lnTo>
                  <a:pt x="0" y="17513"/>
                </a:lnTo>
                <a:lnTo>
                  <a:pt x="126011" y="17513"/>
                </a:lnTo>
                <a:lnTo>
                  <a:pt x="126011" y="36735"/>
                </a:lnTo>
                <a:lnTo>
                  <a:pt x="23280" y="36735"/>
                </a:lnTo>
                <a:lnTo>
                  <a:pt x="23280" y="107857"/>
                </a:lnTo>
                <a:lnTo>
                  <a:pt x="126011" y="107857"/>
                </a:lnTo>
                <a:lnTo>
                  <a:pt x="126011" y="126652"/>
                </a:lnTo>
                <a:close/>
              </a:path>
              <a:path w="224154" h="267970">
                <a:moveTo>
                  <a:pt x="126011" y="107857"/>
                </a:moveTo>
                <a:lnTo>
                  <a:pt x="102731" y="107857"/>
                </a:lnTo>
                <a:lnTo>
                  <a:pt x="102731" y="36735"/>
                </a:lnTo>
                <a:lnTo>
                  <a:pt x="126011" y="36735"/>
                </a:lnTo>
                <a:lnTo>
                  <a:pt x="126011" y="107857"/>
                </a:lnTo>
                <a:close/>
              </a:path>
              <a:path w="224154" h="267970">
                <a:moveTo>
                  <a:pt x="133913" y="172571"/>
                </a:moveTo>
                <a:lnTo>
                  <a:pt x="110420" y="172571"/>
                </a:lnTo>
                <a:lnTo>
                  <a:pt x="110420" y="146301"/>
                </a:lnTo>
                <a:lnTo>
                  <a:pt x="133913" y="146301"/>
                </a:lnTo>
                <a:lnTo>
                  <a:pt x="133913" y="172571"/>
                </a:lnTo>
                <a:close/>
              </a:path>
              <a:path w="224154" h="267970">
                <a:moveTo>
                  <a:pt x="214219" y="190939"/>
                </a:moveTo>
                <a:lnTo>
                  <a:pt x="30541" y="190939"/>
                </a:lnTo>
                <a:lnTo>
                  <a:pt x="30541" y="172571"/>
                </a:lnTo>
                <a:lnTo>
                  <a:pt x="214219" y="172571"/>
                </a:lnTo>
                <a:lnTo>
                  <a:pt x="214219" y="190939"/>
                </a:lnTo>
                <a:close/>
              </a:path>
              <a:path w="224154" h="267970">
                <a:moveTo>
                  <a:pt x="27978" y="267614"/>
                </a:moveTo>
                <a:lnTo>
                  <a:pt x="19435" y="249032"/>
                </a:lnTo>
                <a:lnTo>
                  <a:pt x="53047" y="241577"/>
                </a:lnTo>
                <a:lnTo>
                  <a:pt x="82014" y="228155"/>
                </a:lnTo>
                <a:lnTo>
                  <a:pt x="102330" y="210648"/>
                </a:lnTo>
                <a:lnTo>
                  <a:pt x="109993" y="190939"/>
                </a:lnTo>
                <a:lnTo>
                  <a:pt x="134341" y="190939"/>
                </a:lnTo>
                <a:lnTo>
                  <a:pt x="141803" y="210288"/>
                </a:lnTo>
                <a:lnTo>
                  <a:pt x="150569" y="217957"/>
                </a:lnTo>
                <a:lnTo>
                  <a:pt x="122167" y="217957"/>
                </a:lnTo>
                <a:lnTo>
                  <a:pt x="106323" y="235642"/>
                </a:lnTo>
                <a:lnTo>
                  <a:pt x="84163" y="250194"/>
                </a:lnTo>
                <a:lnTo>
                  <a:pt x="57457" y="261041"/>
                </a:lnTo>
                <a:lnTo>
                  <a:pt x="27978" y="267614"/>
                </a:lnTo>
                <a:close/>
              </a:path>
              <a:path w="224154" h="267970">
                <a:moveTo>
                  <a:pt x="215287" y="267614"/>
                </a:moveTo>
                <a:lnTo>
                  <a:pt x="186005" y="261026"/>
                </a:lnTo>
                <a:lnTo>
                  <a:pt x="159636" y="250074"/>
                </a:lnTo>
                <a:lnTo>
                  <a:pt x="137813" y="235477"/>
                </a:lnTo>
                <a:lnTo>
                  <a:pt x="122167" y="217957"/>
                </a:lnTo>
                <a:lnTo>
                  <a:pt x="150569" y="217957"/>
                </a:lnTo>
                <a:lnTo>
                  <a:pt x="161679" y="227675"/>
                </a:lnTo>
                <a:lnTo>
                  <a:pt x="190205" y="241217"/>
                </a:lnTo>
                <a:lnTo>
                  <a:pt x="223617" y="249032"/>
                </a:lnTo>
                <a:lnTo>
                  <a:pt x="215287" y="267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649674" y="6324427"/>
            <a:ext cx="256540" cy="268605"/>
          </a:xfrm>
          <a:custGeom>
            <a:avLst/>
            <a:gdLst/>
            <a:ahLst/>
            <a:cxnLst/>
            <a:rect l="l" t="t" r="r" b="b"/>
            <a:pathLst>
              <a:path w="256539" h="268604">
                <a:moveTo>
                  <a:pt x="211656" y="268468"/>
                </a:moveTo>
                <a:lnTo>
                  <a:pt x="187949" y="268468"/>
                </a:lnTo>
                <a:lnTo>
                  <a:pt x="187949" y="0"/>
                </a:lnTo>
                <a:lnTo>
                  <a:pt x="211656" y="0"/>
                </a:lnTo>
                <a:lnTo>
                  <a:pt x="211656" y="108925"/>
                </a:lnTo>
                <a:lnTo>
                  <a:pt x="256508" y="108925"/>
                </a:lnTo>
                <a:lnTo>
                  <a:pt x="256508" y="129428"/>
                </a:lnTo>
                <a:lnTo>
                  <a:pt x="211656" y="129428"/>
                </a:lnTo>
                <a:lnTo>
                  <a:pt x="211656" y="268468"/>
                </a:lnTo>
                <a:close/>
              </a:path>
              <a:path w="256539" h="268604">
                <a:moveTo>
                  <a:pt x="14950" y="211015"/>
                </a:moveTo>
                <a:lnTo>
                  <a:pt x="0" y="192007"/>
                </a:lnTo>
                <a:lnTo>
                  <a:pt x="27471" y="171964"/>
                </a:lnTo>
                <a:lnTo>
                  <a:pt x="49817" y="143151"/>
                </a:lnTo>
                <a:lnTo>
                  <a:pt x="64874" y="108811"/>
                </a:lnTo>
                <a:lnTo>
                  <a:pt x="70481" y="72189"/>
                </a:lnTo>
                <a:lnTo>
                  <a:pt x="70481" y="23280"/>
                </a:lnTo>
                <a:lnTo>
                  <a:pt x="93974" y="23280"/>
                </a:lnTo>
                <a:lnTo>
                  <a:pt x="93974" y="72189"/>
                </a:lnTo>
                <a:lnTo>
                  <a:pt x="99354" y="107380"/>
                </a:lnTo>
                <a:lnTo>
                  <a:pt x="105686" y="121312"/>
                </a:lnTo>
                <a:lnTo>
                  <a:pt x="82548" y="121312"/>
                </a:lnTo>
                <a:lnTo>
                  <a:pt x="71190" y="149760"/>
                </a:lnTo>
                <a:lnTo>
                  <a:pt x="55597" y="174934"/>
                </a:lnTo>
                <a:lnTo>
                  <a:pt x="36580" y="195723"/>
                </a:lnTo>
                <a:lnTo>
                  <a:pt x="14950" y="211015"/>
                </a:lnTo>
                <a:close/>
              </a:path>
              <a:path w="256539" h="268604">
                <a:moveTo>
                  <a:pt x="148650" y="205890"/>
                </a:moveTo>
                <a:lnTo>
                  <a:pt x="127569" y="191383"/>
                </a:lnTo>
                <a:lnTo>
                  <a:pt x="109032" y="171770"/>
                </a:lnTo>
                <a:lnTo>
                  <a:pt x="93777" y="148073"/>
                </a:lnTo>
                <a:lnTo>
                  <a:pt x="82548" y="121312"/>
                </a:lnTo>
                <a:lnTo>
                  <a:pt x="105686" y="121312"/>
                </a:lnTo>
                <a:lnTo>
                  <a:pt x="114264" y="140187"/>
                </a:lnTo>
                <a:lnTo>
                  <a:pt x="136383" y="167669"/>
                </a:lnTo>
                <a:lnTo>
                  <a:pt x="163387" y="186881"/>
                </a:lnTo>
                <a:lnTo>
                  <a:pt x="148650" y="205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920919" y="6329553"/>
            <a:ext cx="245110" cy="262890"/>
          </a:xfrm>
          <a:custGeom>
            <a:avLst/>
            <a:gdLst/>
            <a:ahLst/>
            <a:cxnLst/>
            <a:rect l="l" t="t" r="r" b="b"/>
            <a:pathLst>
              <a:path w="245110" h="262890">
                <a:moveTo>
                  <a:pt x="84363" y="127720"/>
                </a:moveTo>
                <a:lnTo>
                  <a:pt x="60656" y="127720"/>
                </a:lnTo>
                <a:lnTo>
                  <a:pt x="60656" y="89809"/>
                </a:lnTo>
                <a:lnTo>
                  <a:pt x="46361" y="82576"/>
                </a:lnTo>
                <a:lnTo>
                  <a:pt x="35841" y="73431"/>
                </a:lnTo>
                <a:lnTo>
                  <a:pt x="29345" y="62463"/>
                </a:lnTo>
                <a:lnTo>
                  <a:pt x="27124" y="49763"/>
                </a:lnTo>
                <a:lnTo>
                  <a:pt x="33715" y="28652"/>
                </a:lnTo>
                <a:lnTo>
                  <a:pt x="52620" y="13028"/>
                </a:lnTo>
                <a:lnTo>
                  <a:pt x="82538" y="3330"/>
                </a:lnTo>
                <a:lnTo>
                  <a:pt x="122167" y="0"/>
                </a:lnTo>
                <a:lnTo>
                  <a:pt x="161672" y="3330"/>
                </a:lnTo>
                <a:lnTo>
                  <a:pt x="191526" y="13028"/>
                </a:lnTo>
                <a:lnTo>
                  <a:pt x="198237" y="18581"/>
                </a:lnTo>
                <a:lnTo>
                  <a:pt x="122167" y="18581"/>
                </a:lnTo>
                <a:lnTo>
                  <a:pt x="92653" y="20720"/>
                </a:lnTo>
                <a:lnTo>
                  <a:pt x="70427" y="26884"/>
                </a:lnTo>
                <a:lnTo>
                  <a:pt x="56451" y="36692"/>
                </a:lnTo>
                <a:lnTo>
                  <a:pt x="51686" y="49763"/>
                </a:lnTo>
                <a:lnTo>
                  <a:pt x="56451" y="62892"/>
                </a:lnTo>
                <a:lnTo>
                  <a:pt x="70427" y="72616"/>
                </a:lnTo>
                <a:lnTo>
                  <a:pt x="92653" y="78657"/>
                </a:lnTo>
                <a:lnTo>
                  <a:pt x="122167" y="80732"/>
                </a:lnTo>
                <a:lnTo>
                  <a:pt x="199917" y="80732"/>
                </a:lnTo>
                <a:lnTo>
                  <a:pt x="197984" y="82426"/>
                </a:lnTo>
                <a:lnTo>
                  <a:pt x="183891" y="89596"/>
                </a:lnTo>
                <a:lnTo>
                  <a:pt x="183891" y="96003"/>
                </a:lnTo>
                <a:lnTo>
                  <a:pt x="160397" y="96003"/>
                </a:lnTo>
                <a:lnTo>
                  <a:pt x="159699" y="96110"/>
                </a:lnTo>
                <a:lnTo>
                  <a:pt x="84363" y="96110"/>
                </a:lnTo>
                <a:lnTo>
                  <a:pt x="84363" y="127720"/>
                </a:lnTo>
                <a:close/>
              </a:path>
              <a:path w="245110" h="262890">
                <a:moveTo>
                  <a:pt x="199917" y="80732"/>
                </a:moveTo>
                <a:lnTo>
                  <a:pt x="122167" y="80732"/>
                </a:lnTo>
                <a:lnTo>
                  <a:pt x="151594" y="78657"/>
                </a:lnTo>
                <a:lnTo>
                  <a:pt x="173853" y="72616"/>
                </a:lnTo>
                <a:lnTo>
                  <a:pt x="187942" y="62892"/>
                </a:lnTo>
                <a:lnTo>
                  <a:pt x="192861" y="49763"/>
                </a:lnTo>
                <a:lnTo>
                  <a:pt x="187942" y="36692"/>
                </a:lnTo>
                <a:lnTo>
                  <a:pt x="173853" y="26884"/>
                </a:lnTo>
                <a:lnTo>
                  <a:pt x="151594" y="20720"/>
                </a:lnTo>
                <a:lnTo>
                  <a:pt x="122167" y="18581"/>
                </a:lnTo>
                <a:lnTo>
                  <a:pt x="198237" y="18581"/>
                </a:lnTo>
                <a:lnTo>
                  <a:pt x="210408" y="28652"/>
                </a:lnTo>
                <a:lnTo>
                  <a:pt x="216996" y="49763"/>
                </a:lnTo>
                <a:lnTo>
                  <a:pt x="214796" y="62400"/>
                </a:lnTo>
                <a:lnTo>
                  <a:pt x="208372" y="73324"/>
                </a:lnTo>
                <a:lnTo>
                  <a:pt x="199917" y="80732"/>
                </a:lnTo>
                <a:close/>
              </a:path>
              <a:path w="245110" h="262890">
                <a:moveTo>
                  <a:pt x="183891" y="127720"/>
                </a:moveTo>
                <a:lnTo>
                  <a:pt x="160397" y="127720"/>
                </a:lnTo>
                <a:lnTo>
                  <a:pt x="160397" y="96003"/>
                </a:lnTo>
                <a:lnTo>
                  <a:pt x="183891" y="96003"/>
                </a:lnTo>
                <a:lnTo>
                  <a:pt x="183891" y="127720"/>
                </a:lnTo>
                <a:close/>
              </a:path>
              <a:path w="245110" h="262890">
                <a:moveTo>
                  <a:pt x="122167" y="99100"/>
                </a:moveTo>
                <a:lnTo>
                  <a:pt x="111980" y="98918"/>
                </a:lnTo>
                <a:lnTo>
                  <a:pt x="102264" y="98366"/>
                </a:lnTo>
                <a:lnTo>
                  <a:pt x="93048" y="97433"/>
                </a:lnTo>
                <a:lnTo>
                  <a:pt x="84363" y="96110"/>
                </a:lnTo>
                <a:lnTo>
                  <a:pt x="159699" y="96110"/>
                </a:lnTo>
                <a:lnTo>
                  <a:pt x="151630" y="97343"/>
                </a:lnTo>
                <a:lnTo>
                  <a:pt x="142323" y="98313"/>
                </a:lnTo>
                <a:lnTo>
                  <a:pt x="132495" y="98902"/>
                </a:lnTo>
                <a:lnTo>
                  <a:pt x="122167" y="99100"/>
                </a:lnTo>
                <a:close/>
              </a:path>
              <a:path w="245110" h="262890">
                <a:moveTo>
                  <a:pt x="244761" y="147155"/>
                </a:moveTo>
                <a:lnTo>
                  <a:pt x="0" y="147155"/>
                </a:lnTo>
                <a:lnTo>
                  <a:pt x="0" y="127720"/>
                </a:lnTo>
                <a:lnTo>
                  <a:pt x="244761" y="127720"/>
                </a:lnTo>
                <a:lnTo>
                  <a:pt x="244761" y="147155"/>
                </a:lnTo>
                <a:close/>
              </a:path>
              <a:path w="245110" h="262890">
                <a:moveTo>
                  <a:pt x="122167" y="262702"/>
                </a:moveTo>
                <a:lnTo>
                  <a:pt x="83175" y="259585"/>
                </a:lnTo>
                <a:lnTo>
                  <a:pt x="54035" y="250421"/>
                </a:lnTo>
                <a:lnTo>
                  <a:pt x="35787" y="235490"/>
                </a:lnTo>
                <a:lnTo>
                  <a:pt x="29473" y="215073"/>
                </a:lnTo>
                <a:lnTo>
                  <a:pt x="35787" y="194783"/>
                </a:lnTo>
                <a:lnTo>
                  <a:pt x="54035" y="179940"/>
                </a:lnTo>
                <a:lnTo>
                  <a:pt x="83175" y="170863"/>
                </a:lnTo>
                <a:lnTo>
                  <a:pt x="122167" y="167872"/>
                </a:lnTo>
                <a:lnTo>
                  <a:pt x="160914" y="170863"/>
                </a:lnTo>
                <a:lnTo>
                  <a:pt x="189951" y="179940"/>
                </a:lnTo>
                <a:lnTo>
                  <a:pt x="197441" y="186027"/>
                </a:lnTo>
                <a:lnTo>
                  <a:pt x="122167" y="186027"/>
                </a:lnTo>
                <a:lnTo>
                  <a:pt x="93313" y="188102"/>
                </a:lnTo>
                <a:lnTo>
                  <a:pt x="71709" y="193822"/>
                </a:lnTo>
                <a:lnTo>
                  <a:pt x="58193" y="202906"/>
                </a:lnTo>
                <a:lnTo>
                  <a:pt x="53608" y="215073"/>
                </a:lnTo>
                <a:lnTo>
                  <a:pt x="58193" y="227391"/>
                </a:lnTo>
                <a:lnTo>
                  <a:pt x="71709" y="236565"/>
                </a:lnTo>
                <a:lnTo>
                  <a:pt x="93313" y="242255"/>
                </a:lnTo>
                <a:lnTo>
                  <a:pt x="122167" y="244120"/>
                </a:lnTo>
                <a:lnTo>
                  <a:pt x="197659" y="244120"/>
                </a:lnTo>
                <a:lnTo>
                  <a:pt x="189951" y="250421"/>
                </a:lnTo>
                <a:lnTo>
                  <a:pt x="160914" y="259585"/>
                </a:lnTo>
                <a:lnTo>
                  <a:pt x="122167" y="262702"/>
                </a:lnTo>
                <a:close/>
              </a:path>
              <a:path w="245110" h="262890">
                <a:moveTo>
                  <a:pt x="197659" y="244120"/>
                </a:moveTo>
                <a:lnTo>
                  <a:pt x="122167" y="244120"/>
                </a:lnTo>
                <a:lnTo>
                  <a:pt x="150903" y="242255"/>
                </a:lnTo>
                <a:lnTo>
                  <a:pt x="172491" y="236565"/>
                </a:lnTo>
                <a:lnTo>
                  <a:pt x="186110" y="227391"/>
                </a:lnTo>
                <a:lnTo>
                  <a:pt x="190939" y="215073"/>
                </a:lnTo>
                <a:lnTo>
                  <a:pt x="186110" y="202906"/>
                </a:lnTo>
                <a:lnTo>
                  <a:pt x="172491" y="193822"/>
                </a:lnTo>
                <a:lnTo>
                  <a:pt x="150903" y="188102"/>
                </a:lnTo>
                <a:lnTo>
                  <a:pt x="122167" y="186027"/>
                </a:lnTo>
                <a:lnTo>
                  <a:pt x="197441" y="186027"/>
                </a:lnTo>
                <a:lnTo>
                  <a:pt x="208216" y="194783"/>
                </a:lnTo>
                <a:lnTo>
                  <a:pt x="214646" y="215073"/>
                </a:lnTo>
                <a:lnTo>
                  <a:pt x="208216" y="235490"/>
                </a:lnTo>
                <a:lnTo>
                  <a:pt x="197659" y="244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188106" y="6324427"/>
            <a:ext cx="224154" cy="267970"/>
          </a:xfrm>
          <a:custGeom>
            <a:avLst/>
            <a:gdLst/>
            <a:ahLst/>
            <a:cxnLst/>
            <a:rect l="l" t="t" r="r" b="b"/>
            <a:pathLst>
              <a:path w="224154" h="267970">
                <a:moveTo>
                  <a:pt x="222762" y="159116"/>
                </a:moveTo>
                <a:lnTo>
                  <a:pt x="199055" y="159116"/>
                </a:lnTo>
                <a:lnTo>
                  <a:pt x="199055" y="77101"/>
                </a:lnTo>
                <a:lnTo>
                  <a:pt x="139253" y="77101"/>
                </a:lnTo>
                <a:lnTo>
                  <a:pt x="139253" y="57452"/>
                </a:lnTo>
                <a:lnTo>
                  <a:pt x="199055" y="57452"/>
                </a:lnTo>
                <a:lnTo>
                  <a:pt x="199055" y="0"/>
                </a:lnTo>
                <a:lnTo>
                  <a:pt x="222762" y="0"/>
                </a:lnTo>
                <a:lnTo>
                  <a:pt x="222762" y="159116"/>
                </a:lnTo>
                <a:close/>
              </a:path>
              <a:path w="224154" h="267970">
                <a:moveTo>
                  <a:pt x="12814" y="154203"/>
                </a:moveTo>
                <a:lnTo>
                  <a:pt x="0" y="134981"/>
                </a:lnTo>
                <a:lnTo>
                  <a:pt x="28139" y="120361"/>
                </a:lnTo>
                <a:lnTo>
                  <a:pt x="49870" y="99234"/>
                </a:lnTo>
                <a:lnTo>
                  <a:pt x="63913" y="73020"/>
                </a:lnTo>
                <a:lnTo>
                  <a:pt x="68985" y="43142"/>
                </a:lnTo>
                <a:lnTo>
                  <a:pt x="68985" y="15377"/>
                </a:lnTo>
                <a:lnTo>
                  <a:pt x="92479" y="15377"/>
                </a:lnTo>
                <a:lnTo>
                  <a:pt x="92479" y="42288"/>
                </a:lnTo>
                <a:lnTo>
                  <a:pt x="97245" y="69870"/>
                </a:lnTo>
                <a:lnTo>
                  <a:pt x="105655" y="84897"/>
                </a:lnTo>
                <a:lnTo>
                  <a:pt x="81266" y="84897"/>
                </a:lnTo>
                <a:lnTo>
                  <a:pt x="70315" y="107575"/>
                </a:lnTo>
                <a:lnTo>
                  <a:pt x="54929" y="127039"/>
                </a:lnTo>
                <a:lnTo>
                  <a:pt x="35599" y="142759"/>
                </a:lnTo>
                <a:lnTo>
                  <a:pt x="12814" y="154203"/>
                </a:lnTo>
                <a:close/>
              </a:path>
              <a:path w="224154" h="267970">
                <a:moveTo>
                  <a:pt x="145874" y="146087"/>
                </a:moveTo>
                <a:lnTo>
                  <a:pt x="124891" y="135821"/>
                </a:lnTo>
                <a:lnTo>
                  <a:pt x="106802" y="121940"/>
                </a:lnTo>
                <a:lnTo>
                  <a:pt x="92097" y="104835"/>
                </a:lnTo>
                <a:lnTo>
                  <a:pt x="81266" y="84897"/>
                </a:lnTo>
                <a:lnTo>
                  <a:pt x="105655" y="84897"/>
                </a:lnTo>
                <a:lnTo>
                  <a:pt x="110900" y="94268"/>
                </a:lnTo>
                <a:lnTo>
                  <a:pt x="132005" y="113981"/>
                </a:lnTo>
                <a:lnTo>
                  <a:pt x="159116" y="127506"/>
                </a:lnTo>
                <a:lnTo>
                  <a:pt x="145874" y="146087"/>
                </a:lnTo>
                <a:close/>
              </a:path>
              <a:path w="224154" h="267970">
                <a:moveTo>
                  <a:pt x="133700" y="267827"/>
                </a:moveTo>
                <a:lnTo>
                  <a:pt x="96013" y="264490"/>
                </a:lnTo>
                <a:lnTo>
                  <a:pt x="67677" y="254746"/>
                </a:lnTo>
                <a:lnTo>
                  <a:pt x="49873" y="238994"/>
                </a:lnTo>
                <a:lnTo>
                  <a:pt x="43783" y="217636"/>
                </a:lnTo>
                <a:lnTo>
                  <a:pt x="49873" y="196088"/>
                </a:lnTo>
                <a:lnTo>
                  <a:pt x="67677" y="180127"/>
                </a:lnTo>
                <a:lnTo>
                  <a:pt x="96013" y="170212"/>
                </a:lnTo>
                <a:lnTo>
                  <a:pt x="133700" y="166805"/>
                </a:lnTo>
                <a:lnTo>
                  <a:pt x="171266" y="170212"/>
                </a:lnTo>
                <a:lnTo>
                  <a:pt x="199562" y="180127"/>
                </a:lnTo>
                <a:lnTo>
                  <a:pt x="205681" y="185600"/>
                </a:lnTo>
                <a:lnTo>
                  <a:pt x="133700" y="185600"/>
                </a:lnTo>
                <a:lnTo>
                  <a:pt x="105901" y="187782"/>
                </a:lnTo>
                <a:lnTo>
                  <a:pt x="84950" y="194089"/>
                </a:lnTo>
                <a:lnTo>
                  <a:pt x="71769" y="204161"/>
                </a:lnTo>
                <a:lnTo>
                  <a:pt x="67277" y="217636"/>
                </a:lnTo>
                <a:lnTo>
                  <a:pt x="71769" y="230708"/>
                </a:lnTo>
                <a:lnTo>
                  <a:pt x="84950" y="240516"/>
                </a:lnTo>
                <a:lnTo>
                  <a:pt x="105901" y="246680"/>
                </a:lnTo>
                <a:lnTo>
                  <a:pt x="133700" y="248819"/>
                </a:lnTo>
                <a:lnTo>
                  <a:pt x="206276" y="248819"/>
                </a:lnTo>
                <a:lnTo>
                  <a:pt x="199562" y="254746"/>
                </a:lnTo>
                <a:lnTo>
                  <a:pt x="171266" y="264490"/>
                </a:lnTo>
                <a:lnTo>
                  <a:pt x="133700" y="267827"/>
                </a:lnTo>
                <a:close/>
              </a:path>
              <a:path w="224154" h="267970">
                <a:moveTo>
                  <a:pt x="206276" y="248819"/>
                </a:moveTo>
                <a:lnTo>
                  <a:pt x="133700" y="248819"/>
                </a:lnTo>
                <a:lnTo>
                  <a:pt x="161378" y="246680"/>
                </a:lnTo>
                <a:lnTo>
                  <a:pt x="182289" y="240516"/>
                </a:lnTo>
                <a:lnTo>
                  <a:pt x="195511" y="230708"/>
                </a:lnTo>
                <a:lnTo>
                  <a:pt x="200123" y="217636"/>
                </a:lnTo>
                <a:lnTo>
                  <a:pt x="195511" y="204161"/>
                </a:lnTo>
                <a:lnTo>
                  <a:pt x="182289" y="194089"/>
                </a:lnTo>
                <a:lnTo>
                  <a:pt x="161378" y="187782"/>
                </a:lnTo>
                <a:lnTo>
                  <a:pt x="133700" y="185600"/>
                </a:lnTo>
                <a:lnTo>
                  <a:pt x="205681" y="185600"/>
                </a:lnTo>
                <a:lnTo>
                  <a:pt x="217406" y="196088"/>
                </a:lnTo>
                <a:lnTo>
                  <a:pt x="223617" y="217636"/>
                </a:lnTo>
                <a:lnTo>
                  <a:pt x="217406" y="238994"/>
                </a:lnTo>
                <a:lnTo>
                  <a:pt x="206276" y="2488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543642" y="6324427"/>
            <a:ext cx="219710" cy="268605"/>
          </a:xfrm>
          <a:custGeom>
            <a:avLst/>
            <a:gdLst/>
            <a:ahLst/>
            <a:cxnLst/>
            <a:rect l="l" t="t" r="r" b="b"/>
            <a:pathLst>
              <a:path w="219709" h="268604">
                <a:moveTo>
                  <a:pt x="219345" y="268468"/>
                </a:moveTo>
                <a:lnTo>
                  <a:pt x="196278" y="268468"/>
                </a:lnTo>
                <a:lnTo>
                  <a:pt x="196278" y="0"/>
                </a:lnTo>
                <a:lnTo>
                  <a:pt x="219345" y="0"/>
                </a:lnTo>
                <a:lnTo>
                  <a:pt x="219345" y="268468"/>
                </a:lnTo>
                <a:close/>
              </a:path>
              <a:path w="219709" h="268604">
                <a:moveTo>
                  <a:pt x="164455" y="254372"/>
                </a:moveTo>
                <a:lnTo>
                  <a:pt x="141816" y="254372"/>
                </a:lnTo>
                <a:lnTo>
                  <a:pt x="141816" y="121739"/>
                </a:lnTo>
                <a:lnTo>
                  <a:pt x="102304" y="121739"/>
                </a:lnTo>
                <a:lnTo>
                  <a:pt x="102304" y="101877"/>
                </a:lnTo>
                <a:lnTo>
                  <a:pt x="141816" y="101877"/>
                </a:lnTo>
                <a:lnTo>
                  <a:pt x="141816" y="6407"/>
                </a:lnTo>
                <a:lnTo>
                  <a:pt x="164455" y="6407"/>
                </a:lnTo>
                <a:lnTo>
                  <a:pt x="164455" y="254372"/>
                </a:lnTo>
                <a:close/>
              </a:path>
              <a:path w="219709" h="268604">
                <a:moveTo>
                  <a:pt x="16872" y="203754"/>
                </a:moveTo>
                <a:lnTo>
                  <a:pt x="0" y="203754"/>
                </a:lnTo>
                <a:lnTo>
                  <a:pt x="0" y="32677"/>
                </a:lnTo>
                <a:lnTo>
                  <a:pt x="100168" y="32677"/>
                </a:lnTo>
                <a:lnTo>
                  <a:pt x="100168" y="51899"/>
                </a:lnTo>
                <a:lnTo>
                  <a:pt x="22639" y="51899"/>
                </a:lnTo>
                <a:lnTo>
                  <a:pt x="22639" y="105080"/>
                </a:lnTo>
                <a:lnTo>
                  <a:pt x="87567" y="105080"/>
                </a:lnTo>
                <a:lnTo>
                  <a:pt x="87567" y="123875"/>
                </a:lnTo>
                <a:lnTo>
                  <a:pt x="22639" y="123875"/>
                </a:lnTo>
                <a:lnTo>
                  <a:pt x="22639" y="184318"/>
                </a:lnTo>
                <a:lnTo>
                  <a:pt x="114715" y="184318"/>
                </a:lnTo>
                <a:lnTo>
                  <a:pt x="116186" y="196492"/>
                </a:lnTo>
                <a:lnTo>
                  <a:pt x="93520" y="200300"/>
                </a:lnTo>
                <a:lnTo>
                  <a:pt x="70854" y="202446"/>
                </a:lnTo>
                <a:lnTo>
                  <a:pt x="46026" y="203430"/>
                </a:lnTo>
                <a:lnTo>
                  <a:pt x="16872" y="203754"/>
                </a:lnTo>
                <a:close/>
              </a:path>
              <a:path w="219709" h="268604">
                <a:moveTo>
                  <a:pt x="114715" y="184318"/>
                </a:moveTo>
                <a:lnTo>
                  <a:pt x="22639" y="184318"/>
                </a:lnTo>
                <a:lnTo>
                  <a:pt x="49128" y="183814"/>
                </a:lnTo>
                <a:lnTo>
                  <a:pt x="71882" y="182609"/>
                </a:lnTo>
                <a:lnTo>
                  <a:pt x="92815" y="180444"/>
                </a:lnTo>
                <a:lnTo>
                  <a:pt x="113837" y="177056"/>
                </a:lnTo>
                <a:lnTo>
                  <a:pt x="114715" y="1843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800577" y="6343222"/>
            <a:ext cx="245829" cy="21315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099802" y="6347459"/>
            <a:ext cx="182880" cy="20320"/>
          </a:xfrm>
          <a:custGeom>
            <a:avLst/>
            <a:gdLst/>
            <a:ahLst/>
            <a:cxnLst/>
            <a:rect l="l" t="t" r="r" b="b"/>
            <a:pathLst>
              <a:path w="182879" h="20320">
                <a:moveTo>
                  <a:pt x="0" y="0"/>
                </a:moveTo>
                <a:lnTo>
                  <a:pt x="182609" y="0"/>
                </a:lnTo>
                <a:lnTo>
                  <a:pt x="182609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099802" y="6367779"/>
            <a:ext cx="24130" cy="39370"/>
          </a:xfrm>
          <a:custGeom>
            <a:avLst/>
            <a:gdLst/>
            <a:ahLst/>
            <a:cxnLst/>
            <a:rect l="l" t="t" r="r" b="b"/>
            <a:pathLst>
              <a:path w="24129" h="39370">
                <a:moveTo>
                  <a:pt x="0" y="0"/>
                </a:moveTo>
                <a:lnTo>
                  <a:pt x="23920" y="0"/>
                </a:lnTo>
                <a:lnTo>
                  <a:pt x="23920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099802" y="6407150"/>
            <a:ext cx="177165" cy="19050"/>
          </a:xfrm>
          <a:custGeom>
            <a:avLst/>
            <a:gdLst/>
            <a:ahLst/>
            <a:cxnLst/>
            <a:rect l="l" t="t" r="r" b="b"/>
            <a:pathLst>
              <a:path w="177165" h="19050">
                <a:moveTo>
                  <a:pt x="0" y="0"/>
                </a:moveTo>
                <a:lnTo>
                  <a:pt x="176843" y="0"/>
                </a:lnTo>
                <a:lnTo>
                  <a:pt x="17684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099802" y="6426200"/>
            <a:ext cx="24130" cy="43180"/>
          </a:xfrm>
          <a:custGeom>
            <a:avLst/>
            <a:gdLst/>
            <a:ahLst/>
            <a:cxnLst/>
            <a:rect l="l" t="t" r="r" b="b"/>
            <a:pathLst>
              <a:path w="24129" h="43179">
                <a:moveTo>
                  <a:pt x="0" y="0"/>
                </a:moveTo>
                <a:lnTo>
                  <a:pt x="23920" y="0"/>
                </a:lnTo>
                <a:lnTo>
                  <a:pt x="23920" y="43180"/>
                </a:lnTo>
                <a:lnTo>
                  <a:pt x="0" y="431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099802" y="6469379"/>
            <a:ext cx="186055" cy="19050"/>
          </a:xfrm>
          <a:custGeom>
            <a:avLst/>
            <a:gdLst/>
            <a:ahLst/>
            <a:cxnLst/>
            <a:rect l="l" t="t" r="r" b="b"/>
            <a:pathLst>
              <a:path w="186054" h="19050">
                <a:moveTo>
                  <a:pt x="0" y="0"/>
                </a:moveTo>
                <a:lnTo>
                  <a:pt x="185600" y="0"/>
                </a:lnTo>
                <a:lnTo>
                  <a:pt x="185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067978" y="6538006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79" h="20320">
                <a:moveTo>
                  <a:pt x="245829" y="19862"/>
                </a:moveTo>
                <a:lnTo>
                  <a:pt x="0" y="19862"/>
                </a:lnTo>
                <a:lnTo>
                  <a:pt x="0" y="0"/>
                </a:lnTo>
                <a:lnTo>
                  <a:pt x="245829" y="0"/>
                </a:lnTo>
                <a:lnTo>
                  <a:pt x="245829" y="19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768717" y="6874407"/>
            <a:ext cx="224790" cy="21590"/>
          </a:xfrm>
          <a:custGeom>
            <a:avLst/>
            <a:gdLst/>
            <a:ahLst/>
            <a:cxnLst/>
            <a:rect l="l" t="t" r="r" b="b"/>
            <a:pathLst>
              <a:path w="224789" h="21590">
                <a:moveTo>
                  <a:pt x="224524" y="21339"/>
                </a:moveTo>
                <a:lnTo>
                  <a:pt x="0" y="21339"/>
                </a:lnTo>
                <a:lnTo>
                  <a:pt x="0" y="0"/>
                </a:lnTo>
                <a:lnTo>
                  <a:pt x="224524" y="0"/>
                </a:lnTo>
                <a:lnTo>
                  <a:pt x="224524" y="21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049279" y="6757298"/>
            <a:ext cx="248920" cy="268605"/>
          </a:xfrm>
          <a:custGeom>
            <a:avLst/>
            <a:gdLst/>
            <a:ahLst/>
            <a:cxnLst/>
            <a:rect l="l" t="t" r="r" b="b"/>
            <a:pathLst>
              <a:path w="248919" h="268604">
                <a:moveTo>
                  <a:pt x="205035" y="268255"/>
                </a:moveTo>
                <a:lnTo>
                  <a:pt x="181328" y="268255"/>
                </a:lnTo>
                <a:lnTo>
                  <a:pt x="181328" y="0"/>
                </a:lnTo>
                <a:lnTo>
                  <a:pt x="205035" y="0"/>
                </a:lnTo>
                <a:lnTo>
                  <a:pt x="205035" y="109352"/>
                </a:lnTo>
                <a:lnTo>
                  <a:pt x="248605" y="109352"/>
                </a:lnTo>
                <a:lnTo>
                  <a:pt x="248605" y="129001"/>
                </a:lnTo>
                <a:lnTo>
                  <a:pt x="205035" y="129001"/>
                </a:lnTo>
                <a:lnTo>
                  <a:pt x="205035" y="268255"/>
                </a:lnTo>
                <a:close/>
              </a:path>
              <a:path w="248919" h="268604">
                <a:moveTo>
                  <a:pt x="4912" y="122807"/>
                </a:moveTo>
                <a:lnTo>
                  <a:pt x="1067" y="102090"/>
                </a:lnTo>
                <a:lnTo>
                  <a:pt x="104333" y="94935"/>
                </a:lnTo>
                <a:lnTo>
                  <a:pt x="107485" y="83504"/>
                </a:lnTo>
                <a:lnTo>
                  <a:pt x="109926" y="71802"/>
                </a:lnTo>
                <a:lnTo>
                  <a:pt x="111706" y="59840"/>
                </a:lnTo>
                <a:lnTo>
                  <a:pt x="112876" y="47628"/>
                </a:lnTo>
                <a:lnTo>
                  <a:pt x="14736" y="47628"/>
                </a:lnTo>
                <a:lnTo>
                  <a:pt x="14736" y="27978"/>
                </a:lnTo>
                <a:lnTo>
                  <a:pt x="136476" y="27978"/>
                </a:lnTo>
                <a:lnTo>
                  <a:pt x="132846" y="73566"/>
                </a:lnTo>
                <a:lnTo>
                  <a:pt x="121532" y="114157"/>
                </a:lnTo>
                <a:lnTo>
                  <a:pt x="97071" y="114157"/>
                </a:lnTo>
                <a:lnTo>
                  <a:pt x="4912" y="122807"/>
                </a:lnTo>
                <a:close/>
              </a:path>
              <a:path w="248919" h="268604">
                <a:moveTo>
                  <a:pt x="13241" y="223830"/>
                </a:moveTo>
                <a:lnTo>
                  <a:pt x="0" y="205890"/>
                </a:lnTo>
                <a:lnTo>
                  <a:pt x="34119" y="186270"/>
                </a:lnTo>
                <a:lnTo>
                  <a:pt x="61270" y="164348"/>
                </a:lnTo>
                <a:lnTo>
                  <a:pt x="82054" y="140264"/>
                </a:lnTo>
                <a:lnTo>
                  <a:pt x="97071" y="114157"/>
                </a:lnTo>
                <a:lnTo>
                  <a:pt x="121532" y="114157"/>
                </a:lnTo>
                <a:lnTo>
                  <a:pt x="120808" y="116755"/>
                </a:lnTo>
                <a:lnTo>
                  <a:pt x="98263" y="156736"/>
                </a:lnTo>
                <a:lnTo>
                  <a:pt x="63108" y="192697"/>
                </a:lnTo>
                <a:lnTo>
                  <a:pt x="13241" y="2238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316680" y="6757298"/>
            <a:ext cx="248920" cy="268605"/>
          </a:xfrm>
          <a:custGeom>
            <a:avLst/>
            <a:gdLst/>
            <a:ahLst/>
            <a:cxnLst/>
            <a:rect l="l" t="t" r="r" b="b"/>
            <a:pathLst>
              <a:path w="248919" h="268604">
                <a:moveTo>
                  <a:pt x="205035" y="268255"/>
                </a:moveTo>
                <a:lnTo>
                  <a:pt x="181328" y="268255"/>
                </a:lnTo>
                <a:lnTo>
                  <a:pt x="181328" y="0"/>
                </a:lnTo>
                <a:lnTo>
                  <a:pt x="205035" y="0"/>
                </a:lnTo>
                <a:lnTo>
                  <a:pt x="205035" y="109352"/>
                </a:lnTo>
                <a:lnTo>
                  <a:pt x="248605" y="109352"/>
                </a:lnTo>
                <a:lnTo>
                  <a:pt x="248605" y="129001"/>
                </a:lnTo>
                <a:lnTo>
                  <a:pt x="205035" y="129001"/>
                </a:lnTo>
                <a:lnTo>
                  <a:pt x="205035" y="268255"/>
                </a:lnTo>
                <a:close/>
              </a:path>
              <a:path w="248919" h="268604">
                <a:moveTo>
                  <a:pt x="4912" y="122807"/>
                </a:moveTo>
                <a:lnTo>
                  <a:pt x="1067" y="102090"/>
                </a:lnTo>
                <a:lnTo>
                  <a:pt x="104333" y="94935"/>
                </a:lnTo>
                <a:lnTo>
                  <a:pt x="107485" y="83504"/>
                </a:lnTo>
                <a:lnTo>
                  <a:pt x="109926" y="71802"/>
                </a:lnTo>
                <a:lnTo>
                  <a:pt x="111706" y="59840"/>
                </a:lnTo>
                <a:lnTo>
                  <a:pt x="112876" y="47628"/>
                </a:lnTo>
                <a:lnTo>
                  <a:pt x="14736" y="47628"/>
                </a:lnTo>
                <a:lnTo>
                  <a:pt x="14736" y="27978"/>
                </a:lnTo>
                <a:lnTo>
                  <a:pt x="136476" y="27978"/>
                </a:lnTo>
                <a:lnTo>
                  <a:pt x="132846" y="73566"/>
                </a:lnTo>
                <a:lnTo>
                  <a:pt x="121532" y="114157"/>
                </a:lnTo>
                <a:lnTo>
                  <a:pt x="97071" y="114157"/>
                </a:lnTo>
                <a:lnTo>
                  <a:pt x="4912" y="122807"/>
                </a:lnTo>
                <a:close/>
              </a:path>
              <a:path w="248919" h="268604">
                <a:moveTo>
                  <a:pt x="13241" y="223830"/>
                </a:moveTo>
                <a:lnTo>
                  <a:pt x="0" y="205890"/>
                </a:lnTo>
                <a:lnTo>
                  <a:pt x="34119" y="186270"/>
                </a:lnTo>
                <a:lnTo>
                  <a:pt x="61270" y="164348"/>
                </a:lnTo>
                <a:lnTo>
                  <a:pt x="82054" y="140264"/>
                </a:lnTo>
                <a:lnTo>
                  <a:pt x="97071" y="114157"/>
                </a:lnTo>
                <a:lnTo>
                  <a:pt x="121532" y="114157"/>
                </a:lnTo>
                <a:lnTo>
                  <a:pt x="120808" y="116755"/>
                </a:lnTo>
                <a:lnTo>
                  <a:pt x="98263" y="156736"/>
                </a:lnTo>
                <a:lnTo>
                  <a:pt x="63108" y="192697"/>
                </a:lnTo>
                <a:lnTo>
                  <a:pt x="13241" y="2238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581304" y="6774812"/>
            <a:ext cx="245829" cy="2163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880955" y="6764019"/>
            <a:ext cx="182245" cy="19050"/>
          </a:xfrm>
          <a:custGeom>
            <a:avLst/>
            <a:gdLst/>
            <a:ahLst/>
            <a:cxnLst/>
            <a:rect l="l" t="t" r="r" b="b"/>
            <a:pathLst>
              <a:path w="182244" h="19050">
                <a:moveTo>
                  <a:pt x="0" y="0"/>
                </a:moveTo>
                <a:lnTo>
                  <a:pt x="181969" y="0"/>
                </a:lnTo>
                <a:lnTo>
                  <a:pt x="18196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880955" y="6783069"/>
            <a:ext cx="24130" cy="25400"/>
          </a:xfrm>
          <a:custGeom>
            <a:avLst/>
            <a:gdLst/>
            <a:ahLst/>
            <a:cxnLst/>
            <a:rect l="l" t="t" r="r" b="b"/>
            <a:pathLst>
              <a:path w="24130" h="25400">
                <a:moveTo>
                  <a:pt x="0" y="0"/>
                </a:moveTo>
                <a:lnTo>
                  <a:pt x="23920" y="0"/>
                </a:lnTo>
                <a:lnTo>
                  <a:pt x="23920" y="25399"/>
                </a:lnTo>
                <a:lnTo>
                  <a:pt x="0" y="253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880955" y="6808469"/>
            <a:ext cx="175260" cy="19050"/>
          </a:xfrm>
          <a:custGeom>
            <a:avLst/>
            <a:gdLst/>
            <a:ahLst/>
            <a:cxnLst/>
            <a:rect l="l" t="t" r="r" b="b"/>
            <a:pathLst>
              <a:path w="175260" h="19050">
                <a:moveTo>
                  <a:pt x="0" y="0"/>
                </a:moveTo>
                <a:lnTo>
                  <a:pt x="174707" y="0"/>
                </a:lnTo>
                <a:lnTo>
                  <a:pt x="17470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880955" y="6827519"/>
            <a:ext cx="24130" cy="27940"/>
          </a:xfrm>
          <a:custGeom>
            <a:avLst/>
            <a:gdLst/>
            <a:ahLst/>
            <a:cxnLst/>
            <a:rect l="l" t="t" r="r" b="b"/>
            <a:pathLst>
              <a:path w="24130" h="27940">
                <a:moveTo>
                  <a:pt x="0" y="0"/>
                </a:moveTo>
                <a:lnTo>
                  <a:pt x="23920" y="0"/>
                </a:lnTo>
                <a:lnTo>
                  <a:pt x="23920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880955" y="6855459"/>
            <a:ext cx="183515" cy="17780"/>
          </a:xfrm>
          <a:custGeom>
            <a:avLst/>
            <a:gdLst/>
            <a:ahLst/>
            <a:cxnLst/>
            <a:rect l="l" t="t" r="r" b="b"/>
            <a:pathLst>
              <a:path w="183514" h="17779">
                <a:moveTo>
                  <a:pt x="0" y="0"/>
                </a:moveTo>
                <a:lnTo>
                  <a:pt x="183464" y="0"/>
                </a:lnTo>
                <a:lnTo>
                  <a:pt x="183464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958911" y="6873485"/>
            <a:ext cx="24130" cy="29209"/>
          </a:xfrm>
          <a:custGeom>
            <a:avLst/>
            <a:gdLst/>
            <a:ahLst/>
            <a:cxnLst/>
            <a:rect l="l" t="t" r="r" b="b"/>
            <a:pathLst>
              <a:path w="24130" h="29209">
                <a:moveTo>
                  <a:pt x="23707" y="28619"/>
                </a:moveTo>
                <a:lnTo>
                  <a:pt x="0" y="28619"/>
                </a:lnTo>
                <a:lnTo>
                  <a:pt x="0" y="0"/>
                </a:lnTo>
                <a:lnTo>
                  <a:pt x="23707" y="0"/>
                </a:lnTo>
                <a:lnTo>
                  <a:pt x="23707" y="28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848277" y="6902105"/>
            <a:ext cx="245745" cy="19685"/>
          </a:xfrm>
          <a:custGeom>
            <a:avLst/>
            <a:gdLst/>
            <a:ahLst/>
            <a:cxnLst/>
            <a:rect l="l" t="t" r="r" b="b"/>
            <a:pathLst>
              <a:path w="245744" h="19684">
                <a:moveTo>
                  <a:pt x="245188" y="19222"/>
                </a:moveTo>
                <a:lnTo>
                  <a:pt x="0" y="19222"/>
                </a:lnTo>
                <a:lnTo>
                  <a:pt x="0" y="0"/>
                </a:lnTo>
                <a:lnTo>
                  <a:pt x="245188" y="0"/>
                </a:lnTo>
                <a:lnTo>
                  <a:pt x="245188" y="192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875829" y="6945630"/>
            <a:ext cx="186055" cy="19050"/>
          </a:xfrm>
          <a:custGeom>
            <a:avLst/>
            <a:gdLst/>
            <a:ahLst/>
            <a:cxnLst/>
            <a:rect l="l" t="t" r="r" b="b"/>
            <a:pathLst>
              <a:path w="186055" h="19050">
                <a:moveTo>
                  <a:pt x="0" y="0"/>
                </a:moveTo>
                <a:lnTo>
                  <a:pt x="185813" y="0"/>
                </a:lnTo>
                <a:lnTo>
                  <a:pt x="18581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037508" y="6964680"/>
            <a:ext cx="24130" cy="60960"/>
          </a:xfrm>
          <a:custGeom>
            <a:avLst/>
            <a:gdLst/>
            <a:ahLst/>
            <a:cxnLst/>
            <a:rect l="l" t="t" r="r" b="b"/>
            <a:pathLst>
              <a:path w="24130" h="60959">
                <a:moveTo>
                  <a:pt x="0" y="0"/>
                </a:moveTo>
                <a:lnTo>
                  <a:pt x="24134" y="0"/>
                </a:lnTo>
                <a:lnTo>
                  <a:pt x="24134" y="60959"/>
                </a:lnTo>
                <a:lnTo>
                  <a:pt x="0" y="609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191151" y="6757298"/>
            <a:ext cx="233045" cy="268605"/>
          </a:xfrm>
          <a:custGeom>
            <a:avLst/>
            <a:gdLst/>
            <a:ahLst/>
            <a:cxnLst/>
            <a:rect l="l" t="t" r="r" b="b"/>
            <a:pathLst>
              <a:path w="233045" h="268604">
                <a:moveTo>
                  <a:pt x="232800" y="108498"/>
                </a:moveTo>
                <a:lnTo>
                  <a:pt x="209948" y="108498"/>
                </a:lnTo>
                <a:lnTo>
                  <a:pt x="209948" y="0"/>
                </a:lnTo>
                <a:lnTo>
                  <a:pt x="232800" y="0"/>
                </a:lnTo>
                <a:lnTo>
                  <a:pt x="232800" y="108498"/>
                </a:lnTo>
                <a:close/>
              </a:path>
              <a:path w="233045" h="268604">
                <a:moveTo>
                  <a:pt x="173212" y="254799"/>
                </a:moveTo>
                <a:lnTo>
                  <a:pt x="150786" y="254799"/>
                </a:lnTo>
                <a:lnTo>
                  <a:pt x="150786" y="5766"/>
                </a:lnTo>
                <a:lnTo>
                  <a:pt x="173212" y="5766"/>
                </a:lnTo>
                <a:lnTo>
                  <a:pt x="173212" y="108498"/>
                </a:lnTo>
                <a:lnTo>
                  <a:pt x="232800" y="108498"/>
                </a:lnTo>
                <a:lnTo>
                  <a:pt x="232800" y="128788"/>
                </a:lnTo>
                <a:lnTo>
                  <a:pt x="173212" y="128788"/>
                </a:lnTo>
                <a:lnTo>
                  <a:pt x="173212" y="254799"/>
                </a:lnTo>
                <a:close/>
              </a:path>
              <a:path w="233045" h="268604">
                <a:moveTo>
                  <a:pt x="232800" y="268468"/>
                </a:moveTo>
                <a:lnTo>
                  <a:pt x="209948" y="268468"/>
                </a:lnTo>
                <a:lnTo>
                  <a:pt x="209948" y="128788"/>
                </a:lnTo>
                <a:lnTo>
                  <a:pt x="232800" y="128788"/>
                </a:lnTo>
                <a:lnTo>
                  <a:pt x="232800" y="268468"/>
                </a:lnTo>
                <a:close/>
              </a:path>
              <a:path w="233045" h="268604">
                <a:moveTo>
                  <a:pt x="80946" y="50191"/>
                </a:moveTo>
                <a:lnTo>
                  <a:pt x="58307" y="50191"/>
                </a:lnTo>
                <a:lnTo>
                  <a:pt x="58307" y="9824"/>
                </a:lnTo>
                <a:lnTo>
                  <a:pt x="80946" y="9824"/>
                </a:lnTo>
                <a:lnTo>
                  <a:pt x="80946" y="50191"/>
                </a:lnTo>
                <a:close/>
              </a:path>
              <a:path w="233045" h="268604">
                <a:moveTo>
                  <a:pt x="132205" y="70053"/>
                </a:moveTo>
                <a:lnTo>
                  <a:pt x="6193" y="70053"/>
                </a:lnTo>
                <a:lnTo>
                  <a:pt x="6193" y="50191"/>
                </a:lnTo>
                <a:lnTo>
                  <a:pt x="132205" y="50191"/>
                </a:lnTo>
                <a:lnTo>
                  <a:pt x="132205" y="70053"/>
                </a:lnTo>
                <a:close/>
              </a:path>
              <a:path w="233045" h="268604">
                <a:moveTo>
                  <a:pt x="14309" y="212297"/>
                </a:moveTo>
                <a:lnTo>
                  <a:pt x="0" y="194570"/>
                </a:lnTo>
                <a:lnTo>
                  <a:pt x="24398" y="174347"/>
                </a:lnTo>
                <a:lnTo>
                  <a:pt x="42689" y="147155"/>
                </a:lnTo>
                <a:lnTo>
                  <a:pt x="54212" y="115639"/>
                </a:lnTo>
                <a:lnTo>
                  <a:pt x="58307" y="82441"/>
                </a:lnTo>
                <a:lnTo>
                  <a:pt x="58307" y="70053"/>
                </a:lnTo>
                <a:lnTo>
                  <a:pt x="80732" y="70053"/>
                </a:lnTo>
                <a:lnTo>
                  <a:pt x="80732" y="82441"/>
                </a:lnTo>
                <a:lnTo>
                  <a:pt x="84744" y="114348"/>
                </a:lnTo>
                <a:lnTo>
                  <a:pt x="91635" y="132205"/>
                </a:lnTo>
                <a:lnTo>
                  <a:pt x="69733" y="132205"/>
                </a:lnTo>
                <a:lnTo>
                  <a:pt x="60818" y="156973"/>
                </a:lnTo>
                <a:lnTo>
                  <a:pt x="48469" y="179219"/>
                </a:lnTo>
                <a:lnTo>
                  <a:pt x="32896" y="197980"/>
                </a:lnTo>
                <a:lnTo>
                  <a:pt x="14309" y="212297"/>
                </a:lnTo>
                <a:close/>
              </a:path>
              <a:path w="233045" h="268604">
                <a:moveTo>
                  <a:pt x="125584" y="206744"/>
                </a:moveTo>
                <a:lnTo>
                  <a:pt x="106976" y="193460"/>
                </a:lnTo>
                <a:lnTo>
                  <a:pt x="91331" y="176082"/>
                </a:lnTo>
                <a:lnTo>
                  <a:pt x="78850" y="155400"/>
                </a:lnTo>
                <a:lnTo>
                  <a:pt x="69733" y="132205"/>
                </a:lnTo>
                <a:lnTo>
                  <a:pt x="91635" y="132205"/>
                </a:lnTo>
                <a:lnTo>
                  <a:pt x="96324" y="144352"/>
                </a:lnTo>
                <a:lnTo>
                  <a:pt x="114791" y="169992"/>
                </a:lnTo>
                <a:lnTo>
                  <a:pt x="139466" y="188803"/>
                </a:lnTo>
                <a:lnTo>
                  <a:pt x="125584" y="206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476706" y="6757298"/>
            <a:ext cx="216535" cy="265430"/>
          </a:xfrm>
          <a:custGeom>
            <a:avLst/>
            <a:gdLst/>
            <a:ahLst/>
            <a:cxnLst/>
            <a:rect l="l" t="t" r="r" b="b"/>
            <a:pathLst>
              <a:path w="216535" h="265429">
                <a:moveTo>
                  <a:pt x="206530" y="139253"/>
                </a:moveTo>
                <a:lnTo>
                  <a:pt x="182823" y="139253"/>
                </a:lnTo>
                <a:lnTo>
                  <a:pt x="182823" y="64500"/>
                </a:lnTo>
                <a:lnTo>
                  <a:pt x="105294" y="64500"/>
                </a:lnTo>
                <a:lnTo>
                  <a:pt x="105294" y="45065"/>
                </a:lnTo>
                <a:lnTo>
                  <a:pt x="182823" y="45065"/>
                </a:lnTo>
                <a:lnTo>
                  <a:pt x="182823" y="0"/>
                </a:lnTo>
                <a:lnTo>
                  <a:pt x="206530" y="0"/>
                </a:lnTo>
                <a:lnTo>
                  <a:pt x="206530" y="139253"/>
                </a:lnTo>
                <a:close/>
              </a:path>
              <a:path w="216535" h="265429">
                <a:moveTo>
                  <a:pt x="20503" y="127292"/>
                </a:moveTo>
                <a:lnTo>
                  <a:pt x="0" y="127292"/>
                </a:lnTo>
                <a:lnTo>
                  <a:pt x="0" y="13028"/>
                </a:lnTo>
                <a:lnTo>
                  <a:pt x="23707" y="13028"/>
                </a:lnTo>
                <a:lnTo>
                  <a:pt x="23707" y="107430"/>
                </a:lnTo>
                <a:lnTo>
                  <a:pt x="142280" y="107430"/>
                </a:lnTo>
                <a:lnTo>
                  <a:pt x="143952" y="117041"/>
                </a:lnTo>
                <a:lnTo>
                  <a:pt x="113100" y="122097"/>
                </a:lnTo>
                <a:lnTo>
                  <a:pt x="83108" y="125290"/>
                </a:lnTo>
                <a:lnTo>
                  <a:pt x="52677" y="126922"/>
                </a:lnTo>
                <a:lnTo>
                  <a:pt x="20503" y="127292"/>
                </a:lnTo>
                <a:close/>
              </a:path>
              <a:path w="216535" h="265429">
                <a:moveTo>
                  <a:pt x="142280" y="107430"/>
                </a:moveTo>
                <a:lnTo>
                  <a:pt x="23707" y="107430"/>
                </a:lnTo>
                <a:lnTo>
                  <a:pt x="54125" y="106897"/>
                </a:lnTo>
                <a:lnTo>
                  <a:pt x="83082" y="105254"/>
                </a:lnTo>
                <a:lnTo>
                  <a:pt x="111558" y="102189"/>
                </a:lnTo>
                <a:lnTo>
                  <a:pt x="140534" y="97391"/>
                </a:lnTo>
                <a:lnTo>
                  <a:pt x="142280" y="107430"/>
                </a:lnTo>
                <a:close/>
              </a:path>
              <a:path w="216535" h="265429">
                <a:moveTo>
                  <a:pt x="216141" y="264837"/>
                </a:moveTo>
                <a:lnTo>
                  <a:pt x="33104" y="264837"/>
                </a:lnTo>
                <a:lnTo>
                  <a:pt x="33104" y="197346"/>
                </a:lnTo>
                <a:lnTo>
                  <a:pt x="182823" y="197346"/>
                </a:lnTo>
                <a:lnTo>
                  <a:pt x="182823" y="170863"/>
                </a:lnTo>
                <a:lnTo>
                  <a:pt x="32463" y="170863"/>
                </a:lnTo>
                <a:lnTo>
                  <a:pt x="32463" y="151640"/>
                </a:lnTo>
                <a:lnTo>
                  <a:pt x="206530" y="151640"/>
                </a:lnTo>
                <a:lnTo>
                  <a:pt x="206530" y="215714"/>
                </a:lnTo>
                <a:lnTo>
                  <a:pt x="56598" y="215714"/>
                </a:lnTo>
                <a:lnTo>
                  <a:pt x="56598" y="245402"/>
                </a:lnTo>
                <a:lnTo>
                  <a:pt x="216141" y="245402"/>
                </a:lnTo>
                <a:lnTo>
                  <a:pt x="216141" y="2648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806694" y="6757511"/>
            <a:ext cx="229235" cy="262890"/>
          </a:xfrm>
          <a:custGeom>
            <a:avLst/>
            <a:gdLst/>
            <a:ahLst/>
            <a:cxnLst/>
            <a:rect l="l" t="t" r="r" b="b"/>
            <a:pathLst>
              <a:path w="229235" h="262890">
                <a:moveTo>
                  <a:pt x="221481" y="196919"/>
                </a:moveTo>
                <a:lnTo>
                  <a:pt x="197774" y="196919"/>
                </a:lnTo>
                <a:lnTo>
                  <a:pt x="197774" y="93761"/>
                </a:lnTo>
                <a:lnTo>
                  <a:pt x="142457" y="93761"/>
                </a:lnTo>
                <a:lnTo>
                  <a:pt x="142457" y="74325"/>
                </a:lnTo>
                <a:lnTo>
                  <a:pt x="197774" y="74325"/>
                </a:lnTo>
                <a:lnTo>
                  <a:pt x="197774" y="0"/>
                </a:lnTo>
                <a:lnTo>
                  <a:pt x="221481" y="0"/>
                </a:lnTo>
                <a:lnTo>
                  <a:pt x="221481" y="196919"/>
                </a:lnTo>
                <a:close/>
              </a:path>
              <a:path w="229235" h="262890">
                <a:moveTo>
                  <a:pt x="152281" y="41434"/>
                </a:moveTo>
                <a:lnTo>
                  <a:pt x="7688" y="41434"/>
                </a:lnTo>
                <a:lnTo>
                  <a:pt x="7688" y="21785"/>
                </a:lnTo>
                <a:lnTo>
                  <a:pt x="152281" y="21785"/>
                </a:lnTo>
                <a:lnTo>
                  <a:pt x="152281" y="41434"/>
                </a:lnTo>
                <a:close/>
              </a:path>
              <a:path w="229235" h="262890">
                <a:moveTo>
                  <a:pt x="12387" y="162533"/>
                </a:moveTo>
                <a:lnTo>
                  <a:pt x="0" y="143097"/>
                </a:lnTo>
                <a:lnTo>
                  <a:pt x="27438" y="128931"/>
                </a:lnTo>
                <a:lnTo>
                  <a:pt x="49069" y="108417"/>
                </a:lnTo>
                <a:lnTo>
                  <a:pt x="63252" y="83299"/>
                </a:lnTo>
                <a:lnTo>
                  <a:pt x="68345" y="55316"/>
                </a:lnTo>
                <a:lnTo>
                  <a:pt x="68345" y="41434"/>
                </a:lnTo>
                <a:lnTo>
                  <a:pt x="92266" y="41434"/>
                </a:lnTo>
                <a:lnTo>
                  <a:pt x="92266" y="55316"/>
                </a:lnTo>
                <a:lnTo>
                  <a:pt x="97084" y="80802"/>
                </a:lnTo>
                <a:lnTo>
                  <a:pt x="105287" y="94935"/>
                </a:lnTo>
                <a:lnTo>
                  <a:pt x="80732" y="94935"/>
                </a:lnTo>
                <a:lnTo>
                  <a:pt x="69633" y="116881"/>
                </a:lnTo>
                <a:lnTo>
                  <a:pt x="54168" y="135862"/>
                </a:lnTo>
                <a:lnTo>
                  <a:pt x="34900" y="151280"/>
                </a:lnTo>
                <a:lnTo>
                  <a:pt x="12387" y="162533"/>
                </a:lnTo>
                <a:close/>
              </a:path>
              <a:path w="229235" h="262890">
                <a:moveTo>
                  <a:pt x="146087" y="156126"/>
                </a:moveTo>
                <a:lnTo>
                  <a:pt x="124718" y="145874"/>
                </a:lnTo>
                <a:lnTo>
                  <a:pt x="106402" y="131858"/>
                </a:lnTo>
                <a:lnTo>
                  <a:pt x="91590" y="114678"/>
                </a:lnTo>
                <a:lnTo>
                  <a:pt x="80732" y="94935"/>
                </a:lnTo>
                <a:lnTo>
                  <a:pt x="105287" y="94935"/>
                </a:lnTo>
                <a:lnTo>
                  <a:pt x="110633" y="104146"/>
                </a:lnTo>
                <a:lnTo>
                  <a:pt x="131551" y="123525"/>
                </a:lnTo>
                <a:lnTo>
                  <a:pt x="158475" y="137117"/>
                </a:lnTo>
                <a:lnTo>
                  <a:pt x="146087" y="156126"/>
                </a:lnTo>
                <a:close/>
              </a:path>
              <a:path w="229235" h="262890">
                <a:moveTo>
                  <a:pt x="228956" y="262274"/>
                </a:moveTo>
                <a:lnTo>
                  <a:pt x="49123" y="262274"/>
                </a:lnTo>
                <a:lnTo>
                  <a:pt x="49123" y="179192"/>
                </a:lnTo>
                <a:lnTo>
                  <a:pt x="72830" y="179192"/>
                </a:lnTo>
                <a:lnTo>
                  <a:pt x="72830" y="242625"/>
                </a:lnTo>
                <a:lnTo>
                  <a:pt x="228956" y="242625"/>
                </a:lnTo>
                <a:lnTo>
                  <a:pt x="228956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071746" y="6756444"/>
            <a:ext cx="251460" cy="263525"/>
          </a:xfrm>
          <a:custGeom>
            <a:avLst/>
            <a:gdLst/>
            <a:ahLst/>
            <a:cxnLst/>
            <a:rect l="l" t="t" r="r" b="b"/>
            <a:pathLst>
              <a:path w="251460" h="263525">
                <a:moveTo>
                  <a:pt x="96537" y="27338"/>
                </a:moveTo>
                <a:lnTo>
                  <a:pt x="72830" y="27338"/>
                </a:lnTo>
                <a:lnTo>
                  <a:pt x="72830" y="0"/>
                </a:lnTo>
                <a:lnTo>
                  <a:pt x="96537" y="0"/>
                </a:lnTo>
                <a:lnTo>
                  <a:pt x="96537" y="27338"/>
                </a:lnTo>
                <a:close/>
              </a:path>
              <a:path w="251460" h="263525">
                <a:moveTo>
                  <a:pt x="162319" y="45278"/>
                </a:moveTo>
                <a:lnTo>
                  <a:pt x="6834" y="45278"/>
                </a:lnTo>
                <a:lnTo>
                  <a:pt x="6834" y="27338"/>
                </a:lnTo>
                <a:lnTo>
                  <a:pt x="162319" y="27338"/>
                </a:lnTo>
                <a:lnTo>
                  <a:pt x="162319" y="45278"/>
                </a:lnTo>
                <a:close/>
              </a:path>
              <a:path w="251460" h="263525">
                <a:moveTo>
                  <a:pt x="210802" y="210802"/>
                </a:moveTo>
                <a:lnTo>
                  <a:pt x="187095" y="210802"/>
                </a:lnTo>
                <a:lnTo>
                  <a:pt x="187095" y="854"/>
                </a:lnTo>
                <a:lnTo>
                  <a:pt x="210802" y="854"/>
                </a:lnTo>
                <a:lnTo>
                  <a:pt x="210802" y="94829"/>
                </a:lnTo>
                <a:lnTo>
                  <a:pt x="250955" y="94829"/>
                </a:lnTo>
                <a:lnTo>
                  <a:pt x="250955" y="114905"/>
                </a:lnTo>
                <a:lnTo>
                  <a:pt x="210802" y="114905"/>
                </a:lnTo>
                <a:lnTo>
                  <a:pt x="210802" y="210802"/>
                </a:lnTo>
                <a:close/>
              </a:path>
              <a:path w="251460" h="263525">
                <a:moveTo>
                  <a:pt x="2776" y="179833"/>
                </a:moveTo>
                <a:lnTo>
                  <a:pt x="0" y="160397"/>
                </a:lnTo>
                <a:lnTo>
                  <a:pt x="16695" y="160349"/>
                </a:lnTo>
                <a:lnTo>
                  <a:pt x="53371" y="159812"/>
                </a:lnTo>
                <a:lnTo>
                  <a:pt x="72830" y="159223"/>
                </a:lnTo>
                <a:lnTo>
                  <a:pt x="72830" y="138933"/>
                </a:lnTo>
                <a:lnTo>
                  <a:pt x="51590" y="134467"/>
                </a:lnTo>
                <a:lnTo>
                  <a:pt x="35387" y="125958"/>
                </a:lnTo>
                <a:lnTo>
                  <a:pt x="25090" y="113764"/>
                </a:lnTo>
                <a:lnTo>
                  <a:pt x="21571" y="98246"/>
                </a:lnTo>
                <a:lnTo>
                  <a:pt x="25976" y="80872"/>
                </a:lnTo>
                <a:lnTo>
                  <a:pt x="38711" y="67864"/>
                </a:lnTo>
                <a:lnTo>
                  <a:pt x="58574" y="59742"/>
                </a:lnTo>
                <a:lnTo>
                  <a:pt x="84363" y="57025"/>
                </a:lnTo>
                <a:lnTo>
                  <a:pt x="110216" y="59742"/>
                </a:lnTo>
                <a:lnTo>
                  <a:pt x="130042" y="67864"/>
                </a:lnTo>
                <a:lnTo>
                  <a:pt x="135741" y="73684"/>
                </a:lnTo>
                <a:lnTo>
                  <a:pt x="84363" y="73684"/>
                </a:lnTo>
                <a:lnTo>
                  <a:pt x="67607" y="75390"/>
                </a:lnTo>
                <a:lnTo>
                  <a:pt x="54916" y="80278"/>
                </a:lnTo>
                <a:lnTo>
                  <a:pt x="46910" y="88011"/>
                </a:lnTo>
                <a:lnTo>
                  <a:pt x="44210" y="98246"/>
                </a:lnTo>
                <a:lnTo>
                  <a:pt x="46910" y="108234"/>
                </a:lnTo>
                <a:lnTo>
                  <a:pt x="54916" y="115839"/>
                </a:lnTo>
                <a:lnTo>
                  <a:pt x="67607" y="120682"/>
                </a:lnTo>
                <a:lnTo>
                  <a:pt x="84363" y="122380"/>
                </a:lnTo>
                <a:lnTo>
                  <a:pt x="136415" y="122380"/>
                </a:lnTo>
                <a:lnTo>
                  <a:pt x="133526" y="125824"/>
                </a:lnTo>
                <a:lnTo>
                  <a:pt x="117560" y="134317"/>
                </a:lnTo>
                <a:lnTo>
                  <a:pt x="96537" y="138826"/>
                </a:lnTo>
                <a:lnTo>
                  <a:pt x="96537" y="158155"/>
                </a:lnTo>
                <a:lnTo>
                  <a:pt x="171264" y="158155"/>
                </a:lnTo>
                <a:lnTo>
                  <a:pt x="172358" y="167872"/>
                </a:lnTo>
                <a:lnTo>
                  <a:pt x="128230" y="174186"/>
                </a:lnTo>
                <a:lnTo>
                  <a:pt x="83642" y="177697"/>
                </a:lnTo>
                <a:lnTo>
                  <a:pt x="41017" y="179286"/>
                </a:lnTo>
                <a:lnTo>
                  <a:pt x="2776" y="179833"/>
                </a:lnTo>
                <a:close/>
              </a:path>
              <a:path w="251460" h="263525">
                <a:moveTo>
                  <a:pt x="136415" y="122380"/>
                </a:moveTo>
                <a:lnTo>
                  <a:pt x="84363" y="122380"/>
                </a:lnTo>
                <a:lnTo>
                  <a:pt x="101122" y="120682"/>
                </a:lnTo>
                <a:lnTo>
                  <a:pt x="113837" y="115839"/>
                </a:lnTo>
                <a:lnTo>
                  <a:pt x="121906" y="108234"/>
                </a:lnTo>
                <a:lnTo>
                  <a:pt x="124730" y="98246"/>
                </a:lnTo>
                <a:lnTo>
                  <a:pt x="121906" y="88011"/>
                </a:lnTo>
                <a:lnTo>
                  <a:pt x="113837" y="80278"/>
                </a:lnTo>
                <a:lnTo>
                  <a:pt x="101122" y="75390"/>
                </a:lnTo>
                <a:lnTo>
                  <a:pt x="84363" y="73684"/>
                </a:lnTo>
                <a:lnTo>
                  <a:pt x="135741" y="73684"/>
                </a:lnTo>
                <a:lnTo>
                  <a:pt x="142780" y="80872"/>
                </a:lnTo>
                <a:lnTo>
                  <a:pt x="147369" y="98246"/>
                </a:lnTo>
                <a:lnTo>
                  <a:pt x="143706" y="113687"/>
                </a:lnTo>
                <a:lnTo>
                  <a:pt x="136415" y="122380"/>
                </a:lnTo>
                <a:close/>
              </a:path>
              <a:path w="251460" h="263525">
                <a:moveTo>
                  <a:pt x="171264" y="158155"/>
                </a:moveTo>
                <a:lnTo>
                  <a:pt x="96537" y="158155"/>
                </a:lnTo>
                <a:lnTo>
                  <a:pt x="115382" y="156928"/>
                </a:lnTo>
                <a:lnTo>
                  <a:pt x="134127" y="155311"/>
                </a:lnTo>
                <a:lnTo>
                  <a:pt x="152552" y="153274"/>
                </a:lnTo>
                <a:lnTo>
                  <a:pt x="170435" y="150786"/>
                </a:lnTo>
                <a:lnTo>
                  <a:pt x="171264" y="158155"/>
                </a:lnTo>
                <a:close/>
              </a:path>
              <a:path w="251460" h="263525">
                <a:moveTo>
                  <a:pt x="220626" y="263342"/>
                </a:moveTo>
                <a:lnTo>
                  <a:pt x="40366" y="263342"/>
                </a:lnTo>
                <a:lnTo>
                  <a:pt x="40366" y="196706"/>
                </a:lnTo>
                <a:lnTo>
                  <a:pt x="64073" y="196706"/>
                </a:lnTo>
                <a:lnTo>
                  <a:pt x="64073" y="243693"/>
                </a:lnTo>
                <a:lnTo>
                  <a:pt x="220626" y="243693"/>
                </a:lnTo>
                <a:lnTo>
                  <a:pt x="220626" y="263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1768717" y="7307278"/>
            <a:ext cx="224790" cy="21590"/>
          </a:xfrm>
          <a:custGeom>
            <a:avLst/>
            <a:gdLst/>
            <a:ahLst/>
            <a:cxnLst/>
            <a:rect l="l" t="t" r="r" b="b"/>
            <a:pathLst>
              <a:path w="224789" h="21590">
                <a:moveTo>
                  <a:pt x="224524" y="21339"/>
                </a:moveTo>
                <a:lnTo>
                  <a:pt x="0" y="21339"/>
                </a:lnTo>
                <a:lnTo>
                  <a:pt x="0" y="0"/>
                </a:lnTo>
                <a:lnTo>
                  <a:pt x="224524" y="0"/>
                </a:lnTo>
                <a:lnTo>
                  <a:pt x="224524" y="21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2048425" y="7190168"/>
            <a:ext cx="229870" cy="266065"/>
          </a:xfrm>
          <a:custGeom>
            <a:avLst/>
            <a:gdLst/>
            <a:ahLst/>
            <a:cxnLst/>
            <a:rect l="l" t="t" r="r" b="b"/>
            <a:pathLst>
              <a:path w="229869" h="266065">
                <a:moveTo>
                  <a:pt x="219345" y="139253"/>
                </a:moveTo>
                <a:lnTo>
                  <a:pt x="196065" y="139253"/>
                </a:lnTo>
                <a:lnTo>
                  <a:pt x="196065" y="0"/>
                </a:lnTo>
                <a:lnTo>
                  <a:pt x="219345" y="0"/>
                </a:lnTo>
                <a:lnTo>
                  <a:pt x="219345" y="139253"/>
                </a:lnTo>
                <a:close/>
              </a:path>
              <a:path w="229869" h="266065">
                <a:moveTo>
                  <a:pt x="12387" y="136476"/>
                </a:moveTo>
                <a:lnTo>
                  <a:pt x="0" y="117681"/>
                </a:lnTo>
                <a:lnTo>
                  <a:pt x="27808" y="103312"/>
                </a:lnTo>
                <a:lnTo>
                  <a:pt x="49630" y="82494"/>
                </a:lnTo>
                <a:lnTo>
                  <a:pt x="63883" y="56952"/>
                </a:lnTo>
                <a:lnTo>
                  <a:pt x="68985" y="28405"/>
                </a:lnTo>
                <a:lnTo>
                  <a:pt x="68985" y="7688"/>
                </a:lnTo>
                <a:lnTo>
                  <a:pt x="93120" y="7688"/>
                </a:lnTo>
                <a:lnTo>
                  <a:pt x="93120" y="28405"/>
                </a:lnTo>
                <a:lnTo>
                  <a:pt x="98159" y="55704"/>
                </a:lnTo>
                <a:lnTo>
                  <a:pt x="106010" y="68985"/>
                </a:lnTo>
                <a:lnTo>
                  <a:pt x="81373" y="68985"/>
                </a:lnTo>
                <a:lnTo>
                  <a:pt x="70023" y="91109"/>
                </a:lnTo>
                <a:lnTo>
                  <a:pt x="54329" y="110139"/>
                </a:lnTo>
                <a:lnTo>
                  <a:pt x="34910" y="125465"/>
                </a:lnTo>
                <a:lnTo>
                  <a:pt x="12387" y="136476"/>
                </a:lnTo>
                <a:close/>
              </a:path>
              <a:path w="229869" h="266065">
                <a:moveTo>
                  <a:pt x="149932" y="131351"/>
                </a:moveTo>
                <a:lnTo>
                  <a:pt x="127626" y="121140"/>
                </a:lnTo>
                <a:lnTo>
                  <a:pt x="108364" y="107016"/>
                </a:lnTo>
                <a:lnTo>
                  <a:pt x="92746" y="89467"/>
                </a:lnTo>
                <a:lnTo>
                  <a:pt x="81373" y="68985"/>
                </a:lnTo>
                <a:lnTo>
                  <a:pt x="106010" y="68985"/>
                </a:lnTo>
                <a:lnTo>
                  <a:pt x="112449" y="79878"/>
                </a:lnTo>
                <a:lnTo>
                  <a:pt x="134267" y="99407"/>
                </a:lnTo>
                <a:lnTo>
                  <a:pt x="161892" y="112769"/>
                </a:lnTo>
                <a:lnTo>
                  <a:pt x="149932" y="131351"/>
                </a:lnTo>
                <a:close/>
              </a:path>
              <a:path w="229869" h="266065">
                <a:moveTo>
                  <a:pt x="229383" y="265478"/>
                </a:moveTo>
                <a:lnTo>
                  <a:pt x="45919" y="265478"/>
                </a:lnTo>
                <a:lnTo>
                  <a:pt x="45919" y="198628"/>
                </a:lnTo>
                <a:lnTo>
                  <a:pt x="196278" y="198628"/>
                </a:lnTo>
                <a:lnTo>
                  <a:pt x="196278" y="171717"/>
                </a:lnTo>
                <a:lnTo>
                  <a:pt x="45065" y="171717"/>
                </a:lnTo>
                <a:lnTo>
                  <a:pt x="45065" y="152708"/>
                </a:lnTo>
                <a:lnTo>
                  <a:pt x="219772" y="152708"/>
                </a:lnTo>
                <a:lnTo>
                  <a:pt x="219772" y="216996"/>
                </a:lnTo>
                <a:lnTo>
                  <a:pt x="68985" y="216996"/>
                </a:lnTo>
                <a:lnTo>
                  <a:pt x="68985" y="246042"/>
                </a:lnTo>
                <a:lnTo>
                  <a:pt x="229383" y="246042"/>
                </a:lnTo>
                <a:lnTo>
                  <a:pt x="229383" y="265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2310700" y="7190168"/>
            <a:ext cx="233045" cy="268605"/>
          </a:xfrm>
          <a:custGeom>
            <a:avLst/>
            <a:gdLst/>
            <a:ahLst/>
            <a:cxnLst/>
            <a:rect l="l" t="t" r="r" b="b"/>
            <a:pathLst>
              <a:path w="233044" h="268604">
                <a:moveTo>
                  <a:pt x="232587" y="268468"/>
                </a:moveTo>
                <a:lnTo>
                  <a:pt x="209948" y="268468"/>
                </a:lnTo>
                <a:lnTo>
                  <a:pt x="209948" y="0"/>
                </a:lnTo>
                <a:lnTo>
                  <a:pt x="232587" y="0"/>
                </a:lnTo>
                <a:lnTo>
                  <a:pt x="232587" y="268468"/>
                </a:lnTo>
                <a:close/>
              </a:path>
              <a:path w="233044" h="268604">
                <a:moveTo>
                  <a:pt x="178338" y="254372"/>
                </a:moveTo>
                <a:lnTo>
                  <a:pt x="155912" y="254372"/>
                </a:lnTo>
                <a:lnTo>
                  <a:pt x="155912" y="116186"/>
                </a:lnTo>
                <a:lnTo>
                  <a:pt x="110633" y="116186"/>
                </a:lnTo>
                <a:lnTo>
                  <a:pt x="110633" y="96751"/>
                </a:lnTo>
                <a:lnTo>
                  <a:pt x="155912" y="96751"/>
                </a:lnTo>
                <a:lnTo>
                  <a:pt x="155912" y="6407"/>
                </a:lnTo>
                <a:lnTo>
                  <a:pt x="178338" y="6407"/>
                </a:lnTo>
                <a:lnTo>
                  <a:pt x="178338" y="254372"/>
                </a:lnTo>
                <a:close/>
              </a:path>
              <a:path w="233044" h="268604">
                <a:moveTo>
                  <a:pt x="131137" y="51258"/>
                </a:moveTo>
                <a:lnTo>
                  <a:pt x="7261" y="51258"/>
                </a:lnTo>
                <a:lnTo>
                  <a:pt x="7261" y="31609"/>
                </a:lnTo>
                <a:lnTo>
                  <a:pt x="131137" y="31609"/>
                </a:lnTo>
                <a:lnTo>
                  <a:pt x="131137" y="51258"/>
                </a:lnTo>
                <a:close/>
              </a:path>
              <a:path w="233044" h="268604">
                <a:moveTo>
                  <a:pt x="14950" y="214646"/>
                </a:moveTo>
                <a:lnTo>
                  <a:pt x="0" y="196919"/>
                </a:lnTo>
                <a:lnTo>
                  <a:pt x="25012" y="175515"/>
                </a:lnTo>
                <a:lnTo>
                  <a:pt x="43596" y="146621"/>
                </a:lnTo>
                <a:lnTo>
                  <a:pt x="55173" y="112762"/>
                </a:lnTo>
                <a:lnTo>
                  <a:pt x="59161" y="76461"/>
                </a:lnTo>
                <a:lnTo>
                  <a:pt x="59161" y="51258"/>
                </a:lnTo>
                <a:lnTo>
                  <a:pt x="82014" y="51258"/>
                </a:lnTo>
                <a:lnTo>
                  <a:pt x="82014" y="76461"/>
                </a:lnTo>
                <a:lnTo>
                  <a:pt x="85862" y="110954"/>
                </a:lnTo>
                <a:lnTo>
                  <a:pt x="92293" y="129321"/>
                </a:lnTo>
                <a:lnTo>
                  <a:pt x="70908" y="129321"/>
                </a:lnTo>
                <a:lnTo>
                  <a:pt x="61894" y="155869"/>
                </a:lnTo>
                <a:lnTo>
                  <a:pt x="49416" y="179513"/>
                </a:lnTo>
                <a:lnTo>
                  <a:pt x="33695" y="199392"/>
                </a:lnTo>
                <a:lnTo>
                  <a:pt x="14950" y="214646"/>
                </a:lnTo>
                <a:close/>
              </a:path>
              <a:path w="233044" h="268604">
                <a:moveTo>
                  <a:pt x="125584" y="208239"/>
                </a:moveTo>
                <a:lnTo>
                  <a:pt x="107249" y="194046"/>
                </a:lnTo>
                <a:lnTo>
                  <a:pt x="91919" y="175668"/>
                </a:lnTo>
                <a:lnTo>
                  <a:pt x="79751" y="153846"/>
                </a:lnTo>
                <a:lnTo>
                  <a:pt x="70908" y="129321"/>
                </a:lnTo>
                <a:lnTo>
                  <a:pt x="92293" y="129321"/>
                </a:lnTo>
                <a:lnTo>
                  <a:pt x="97098" y="143044"/>
                </a:lnTo>
                <a:lnTo>
                  <a:pt x="115262" y="170409"/>
                </a:lnTo>
                <a:lnTo>
                  <a:pt x="139894" y="190725"/>
                </a:lnTo>
                <a:lnTo>
                  <a:pt x="125584" y="208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2655873" y="7190168"/>
            <a:ext cx="233679" cy="268605"/>
          </a:xfrm>
          <a:custGeom>
            <a:avLst/>
            <a:gdLst/>
            <a:ahLst/>
            <a:cxnLst/>
            <a:rect l="l" t="t" r="r" b="b"/>
            <a:pathLst>
              <a:path w="233680" h="268604">
                <a:moveTo>
                  <a:pt x="233441" y="108498"/>
                </a:moveTo>
                <a:lnTo>
                  <a:pt x="210588" y="108498"/>
                </a:lnTo>
                <a:lnTo>
                  <a:pt x="210588" y="0"/>
                </a:lnTo>
                <a:lnTo>
                  <a:pt x="233441" y="0"/>
                </a:lnTo>
                <a:lnTo>
                  <a:pt x="233441" y="108498"/>
                </a:lnTo>
                <a:close/>
              </a:path>
              <a:path w="233680" h="268604">
                <a:moveTo>
                  <a:pt x="173853" y="254799"/>
                </a:moveTo>
                <a:lnTo>
                  <a:pt x="151427" y="254799"/>
                </a:lnTo>
                <a:lnTo>
                  <a:pt x="151427" y="5766"/>
                </a:lnTo>
                <a:lnTo>
                  <a:pt x="173853" y="5766"/>
                </a:lnTo>
                <a:lnTo>
                  <a:pt x="173853" y="108498"/>
                </a:lnTo>
                <a:lnTo>
                  <a:pt x="233441" y="108498"/>
                </a:lnTo>
                <a:lnTo>
                  <a:pt x="233441" y="128788"/>
                </a:lnTo>
                <a:lnTo>
                  <a:pt x="173853" y="128788"/>
                </a:lnTo>
                <a:lnTo>
                  <a:pt x="173853" y="254799"/>
                </a:lnTo>
                <a:close/>
              </a:path>
              <a:path w="233680" h="268604">
                <a:moveTo>
                  <a:pt x="233441" y="268468"/>
                </a:moveTo>
                <a:lnTo>
                  <a:pt x="210588" y="268468"/>
                </a:lnTo>
                <a:lnTo>
                  <a:pt x="210588" y="128788"/>
                </a:lnTo>
                <a:lnTo>
                  <a:pt x="233441" y="128788"/>
                </a:lnTo>
                <a:lnTo>
                  <a:pt x="233441" y="268468"/>
                </a:lnTo>
                <a:close/>
              </a:path>
              <a:path w="233680" h="268604">
                <a:moveTo>
                  <a:pt x="131991" y="51686"/>
                </a:moveTo>
                <a:lnTo>
                  <a:pt x="6407" y="51686"/>
                </a:lnTo>
                <a:lnTo>
                  <a:pt x="6407" y="32036"/>
                </a:lnTo>
                <a:lnTo>
                  <a:pt x="131991" y="32036"/>
                </a:lnTo>
                <a:lnTo>
                  <a:pt x="131991" y="51686"/>
                </a:lnTo>
                <a:close/>
              </a:path>
              <a:path w="233680" h="268604">
                <a:moveTo>
                  <a:pt x="14950" y="212938"/>
                </a:moveTo>
                <a:lnTo>
                  <a:pt x="0" y="194783"/>
                </a:lnTo>
                <a:lnTo>
                  <a:pt x="25586" y="174443"/>
                </a:lnTo>
                <a:lnTo>
                  <a:pt x="44184" y="146435"/>
                </a:lnTo>
                <a:lnTo>
                  <a:pt x="55533" y="112219"/>
                </a:lnTo>
                <a:lnTo>
                  <a:pt x="59374" y="73257"/>
                </a:lnTo>
                <a:lnTo>
                  <a:pt x="59374" y="51686"/>
                </a:lnTo>
                <a:lnTo>
                  <a:pt x="82227" y="51686"/>
                </a:lnTo>
                <a:lnTo>
                  <a:pt x="82227" y="73257"/>
                </a:lnTo>
                <a:lnTo>
                  <a:pt x="85995" y="108738"/>
                </a:lnTo>
                <a:lnTo>
                  <a:pt x="93367" y="129642"/>
                </a:lnTo>
                <a:lnTo>
                  <a:pt x="71335" y="129642"/>
                </a:lnTo>
                <a:lnTo>
                  <a:pt x="62615" y="156082"/>
                </a:lnTo>
                <a:lnTo>
                  <a:pt x="50271" y="179059"/>
                </a:lnTo>
                <a:lnTo>
                  <a:pt x="34362" y="198151"/>
                </a:lnTo>
                <a:lnTo>
                  <a:pt x="14950" y="212938"/>
                </a:lnTo>
                <a:close/>
              </a:path>
              <a:path w="233680" h="268604">
                <a:moveTo>
                  <a:pt x="126652" y="203754"/>
                </a:moveTo>
                <a:lnTo>
                  <a:pt x="107902" y="190537"/>
                </a:lnTo>
                <a:lnTo>
                  <a:pt x="92386" y="173466"/>
                </a:lnTo>
                <a:lnTo>
                  <a:pt x="80173" y="153010"/>
                </a:lnTo>
                <a:lnTo>
                  <a:pt x="71335" y="129642"/>
                </a:lnTo>
                <a:lnTo>
                  <a:pt x="93367" y="129642"/>
                </a:lnTo>
                <a:lnTo>
                  <a:pt x="97151" y="140374"/>
                </a:lnTo>
                <a:lnTo>
                  <a:pt x="115476" y="166484"/>
                </a:lnTo>
                <a:lnTo>
                  <a:pt x="140748" y="185386"/>
                </a:lnTo>
                <a:lnTo>
                  <a:pt x="126652" y="2037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925409" y="7190168"/>
            <a:ext cx="229870" cy="268605"/>
          </a:xfrm>
          <a:custGeom>
            <a:avLst/>
            <a:gdLst/>
            <a:ahLst/>
            <a:cxnLst/>
            <a:rect l="l" t="t" r="r" b="b"/>
            <a:pathLst>
              <a:path w="229869" h="268604">
                <a:moveTo>
                  <a:pt x="229383" y="113196"/>
                </a:moveTo>
                <a:lnTo>
                  <a:pt x="206744" y="113196"/>
                </a:lnTo>
                <a:lnTo>
                  <a:pt x="206744" y="0"/>
                </a:lnTo>
                <a:lnTo>
                  <a:pt x="229383" y="0"/>
                </a:lnTo>
                <a:lnTo>
                  <a:pt x="229383" y="113196"/>
                </a:lnTo>
                <a:close/>
              </a:path>
              <a:path w="229869" h="268604">
                <a:moveTo>
                  <a:pt x="171076" y="255226"/>
                </a:moveTo>
                <a:lnTo>
                  <a:pt x="148650" y="255226"/>
                </a:lnTo>
                <a:lnTo>
                  <a:pt x="148650" y="6407"/>
                </a:lnTo>
                <a:lnTo>
                  <a:pt x="171076" y="6407"/>
                </a:lnTo>
                <a:lnTo>
                  <a:pt x="171076" y="113196"/>
                </a:lnTo>
                <a:lnTo>
                  <a:pt x="229383" y="113196"/>
                </a:lnTo>
                <a:lnTo>
                  <a:pt x="229383" y="132846"/>
                </a:lnTo>
                <a:lnTo>
                  <a:pt x="171076" y="132846"/>
                </a:lnTo>
                <a:lnTo>
                  <a:pt x="171076" y="255226"/>
                </a:lnTo>
                <a:close/>
              </a:path>
              <a:path w="229869" h="268604">
                <a:moveTo>
                  <a:pt x="229383" y="268468"/>
                </a:moveTo>
                <a:lnTo>
                  <a:pt x="206744" y="268468"/>
                </a:lnTo>
                <a:lnTo>
                  <a:pt x="206744" y="132846"/>
                </a:lnTo>
                <a:lnTo>
                  <a:pt x="229383" y="132846"/>
                </a:lnTo>
                <a:lnTo>
                  <a:pt x="229383" y="268468"/>
                </a:lnTo>
                <a:close/>
              </a:path>
              <a:path w="229869" h="268604">
                <a:moveTo>
                  <a:pt x="79451" y="46346"/>
                </a:moveTo>
                <a:lnTo>
                  <a:pt x="55744" y="46346"/>
                </a:lnTo>
                <a:lnTo>
                  <a:pt x="55744" y="8115"/>
                </a:lnTo>
                <a:lnTo>
                  <a:pt x="79451" y="8115"/>
                </a:lnTo>
                <a:lnTo>
                  <a:pt x="79451" y="46346"/>
                </a:lnTo>
                <a:close/>
              </a:path>
              <a:path w="229869" h="268604">
                <a:moveTo>
                  <a:pt x="134768" y="65782"/>
                </a:moveTo>
                <a:lnTo>
                  <a:pt x="0" y="65782"/>
                </a:lnTo>
                <a:lnTo>
                  <a:pt x="0" y="46346"/>
                </a:lnTo>
                <a:lnTo>
                  <a:pt x="134768" y="46346"/>
                </a:lnTo>
                <a:lnTo>
                  <a:pt x="134768" y="65782"/>
                </a:lnTo>
                <a:close/>
              </a:path>
              <a:path w="229869" h="268604">
                <a:moveTo>
                  <a:pt x="67490" y="206317"/>
                </a:moveTo>
                <a:lnTo>
                  <a:pt x="44304" y="201781"/>
                </a:lnTo>
                <a:lnTo>
                  <a:pt x="26003" y="189097"/>
                </a:lnTo>
                <a:lnTo>
                  <a:pt x="14029" y="169645"/>
                </a:lnTo>
                <a:lnTo>
                  <a:pt x="9824" y="144806"/>
                </a:lnTo>
                <a:lnTo>
                  <a:pt x="14029" y="120248"/>
                </a:lnTo>
                <a:lnTo>
                  <a:pt x="26003" y="100996"/>
                </a:lnTo>
                <a:lnTo>
                  <a:pt x="44304" y="88431"/>
                </a:lnTo>
                <a:lnTo>
                  <a:pt x="67490" y="83936"/>
                </a:lnTo>
                <a:lnTo>
                  <a:pt x="90774" y="88431"/>
                </a:lnTo>
                <a:lnTo>
                  <a:pt x="109112" y="100996"/>
                </a:lnTo>
                <a:lnTo>
                  <a:pt x="110866" y="103799"/>
                </a:lnTo>
                <a:lnTo>
                  <a:pt x="67490" y="103799"/>
                </a:lnTo>
                <a:lnTo>
                  <a:pt x="52740" y="106993"/>
                </a:lnTo>
                <a:lnTo>
                  <a:pt x="41113" y="115572"/>
                </a:lnTo>
                <a:lnTo>
                  <a:pt x="33491" y="128517"/>
                </a:lnTo>
                <a:lnTo>
                  <a:pt x="30755" y="144806"/>
                </a:lnTo>
                <a:lnTo>
                  <a:pt x="33491" y="161302"/>
                </a:lnTo>
                <a:lnTo>
                  <a:pt x="41113" y="174253"/>
                </a:lnTo>
                <a:lnTo>
                  <a:pt x="52740" y="182680"/>
                </a:lnTo>
                <a:lnTo>
                  <a:pt x="67490" y="185600"/>
                </a:lnTo>
                <a:lnTo>
                  <a:pt x="111278" y="185600"/>
                </a:lnTo>
                <a:lnTo>
                  <a:pt x="109112" y="189097"/>
                </a:lnTo>
                <a:lnTo>
                  <a:pt x="90774" y="201781"/>
                </a:lnTo>
                <a:lnTo>
                  <a:pt x="67490" y="206317"/>
                </a:lnTo>
                <a:close/>
              </a:path>
              <a:path w="229869" h="268604">
                <a:moveTo>
                  <a:pt x="111278" y="185600"/>
                </a:moveTo>
                <a:lnTo>
                  <a:pt x="67490" y="185600"/>
                </a:lnTo>
                <a:lnTo>
                  <a:pt x="82274" y="182680"/>
                </a:lnTo>
                <a:lnTo>
                  <a:pt x="93974" y="174253"/>
                </a:lnTo>
                <a:lnTo>
                  <a:pt x="101670" y="161302"/>
                </a:lnTo>
                <a:lnTo>
                  <a:pt x="104440" y="144806"/>
                </a:lnTo>
                <a:lnTo>
                  <a:pt x="101670" y="128517"/>
                </a:lnTo>
                <a:lnTo>
                  <a:pt x="93974" y="115572"/>
                </a:lnTo>
                <a:lnTo>
                  <a:pt x="82274" y="106993"/>
                </a:lnTo>
                <a:lnTo>
                  <a:pt x="67490" y="103799"/>
                </a:lnTo>
                <a:lnTo>
                  <a:pt x="110866" y="103799"/>
                </a:lnTo>
                <a:lnTo>
                  <a:pt x="121162" y="120248"/>
                </a:lnTo>
                <a:lnTo>
                  <a:pt x="125584" y="144806"/>
                </a:lnTo>
                <a:lnTo>
                  <a:pt x="121162" y="169645"/>
                </a:lnTo>
                <a:lnTo>
                  <a:pt x="111278" y="185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3457085" y="7190740"/>
            <a:ext cx="24130" cy="57150"/>
          </a:xfrm>
          <a:custGeom>
            <a:avLst/>
            <a:gdLst/>
            <a:ahLst/>
            <a:cxnLst/>
            <a:rect l="l" t="t" r="r" b="b"/>
            <a:pathLst>
              <a:path w="24129" h="57150">
                <a:moveTo>
                  <a:pt x="0" y="0"/>
                </a:moveTo>
                <a:lnTo>
                  <a:pt x="23707" y="0"/>
                </a:lnTo>
                <a:lnTo>
                  <a:pt x="23707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3457085" y="7247890"/>
            <a:ext cx="64135" cy="20320"/>
          </a:xfrm>
          <a:custGeom>
            <a:avLst/>
            <a:gdLst/>
            <a:ahLst/>
            <a:cxnLst/>
            <a:rect l="l" t="t" r="r" b="b"/>
            <a:pathLst>
              <a:path w="64135" h="20320">
                <a:moveTo>
                  <a:pt x="0" y="0"/>
                </a:moveTo>
                <a:lnTo>
                  <a:pt x="64073" y="0"/>
                </a:lnTo>
                <a:lnTo>
                  <a:pt x="64073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3457085" y="7268209"/>
            <a:ext cx="24130" cy="60960"/>
          </a:xfrm>
          <a:custGeom>
            <a:avLst/>
            <a:gdLst/>
            <a:ahLst/>
            <a:cxnLst/>
            <a:rect l="l" t="t" r="r" b="b"/>
            <a:pathLst>
              <a:path w="24129" h="60959">
                <a:moveTo>
                  <a:pt x="0" y="0"/>
                </a:moveTo>
                <a:lnTo>
                  <a:pt x="23707" y="0"/>
                </a:lnTo>
                <a:lnTo>
                  <a:pt x="23707" y="60960"/>
                </a:lnTo>
                <a:lnTo>
                  <a:pt x="0" y="609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3282377" y="7200900"/>
            <a:ext cx="23495" cy="39370"/>
          </a:xfrm>
          <a:custGeom>
            <a:avLst/>
            <a:gdLst/>
            <a:ahLst/>
            <a:cxnLst/>
            <a:rect l="l" t="t" r="r" b="b"/>
            <a:pathLst>
              <a:path w="23495" h="39370">
                <a:moveTo>
                  <a:pt x="0" y="0"/>
                </a:moveTo>
                <a:lnTo>
                  <a:pt x="23280" y="0"/>
                </a:lnTo>
                <a:lnTo>
                  <a:pt x="23280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3282377" y="7240269"/>
            <a:ext cx="125095" cy="19050"/>
          </a:xfrm>
          <a:custGeom>
            <a:avLst/>
            <a:gdLst/>
            <a:ahLst/>
            <a:cxnLst/>
            <a:rect l="l" t="t" r="r" b="b"/>
            <a:pathLst>
              <a:path w="125095" h="19050">
                <a:moveTo>
                  <a:pt x="0" y="0"/>
                </a:moveTo>
                <a:lnTo>
                  <a:pt x="124943" y="0"/>
                </a:lnTo>
                <a:lnTo>
                  <a:pt x="12494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3282377" y="7259319"/>
            <a:ext cx="23495" cy="39370"/>
          </a:xfrm>
          <a:custGeom>
            <a:avLst/>
            <a:gdLst/>
            <a:ahLst/>
            <a:cxnLst/>
            <a:rect l="l" t="t" r="r" b="b"/>
            <a:pathLst>
              <a:path w="23495" h="39370">
                <a:moveTo>
                  <a:pt x="0" y="0"/>
                </a:moveTo>
                <a:lnTo>
                  <a:pt x="23280" y="0"/>
                </a:lnTo>
                <a:lnTo>
                  <a:pt x="23280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3282377" y="7298690"/>
            <a:ext cx="125095" cy="19050"/>
          </a:xfrm>
          <a:custGeom>
            <a:avLst/>
            <a:gdLst/>
            <a:ahLst/>
            <a:cxnLst/>
            <a:rect l="l" t="t" r="r" b="b"/>
            <a:pathLst>
              <a:path w="125095" h="19050">
                <a:moveTo>
                  <a:pt x="0" y="0"/>
                </a:moveTo>
                <a:lnTo>
                  <a:pt x="124943" y="0"/>
                </a:lnTo>
                <a:lnTo>
                  <a:pt x="12494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3383827" y="7201489"/>
            <a:ext cx="23495" cy="38735"/>
          </a:xfrm>
          <a:custGeom>
            <a:avLst/>
            <a:gdLst/>
            <a:ahLst/>
            <a:cxnLst/>
            <a:rect l="l" t="t" r="r" b="b"/>
            <a:pathLst>
              <a:path w="23495" h="38734">
                <a:moveTo>
                  <a:pt x="23493" y="38657"/>
                </a:moveTo>
                <a:lnTo>
                  <a:pt x="0" y="38657"/>
                </a:lnTo>
                <a:lnTo>
                  <a:pt x="0" y="0"/>
                </a:lnTo>
                <a:lnTo>
                  <a:pt x="23493" y="0"/>
                </a:lnTo>
                <a:lnTo>
                  <a:pt x="23493" y="386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3383827" y="7258728"/>
            <a:ext cx="23495" cy="40640"/>
          </a:xfrm>
          <a:custGeom>
            <a:avLst/>
            <a:gdLst/>
            <a:ahLst/>
            <a:cxnLst/>
            <a:rect l="l" t="t" r="r" b="b"/>
            <a:pathLst>
              <a:path w="23495" h="40640">
                <a:moveTo>
                  <a:pt x="23493" y="40366"/>
                </a:moveTo>
                <a:lnTo>
                  <a:pt x="0" y="40366"/>
                </a:lnTo>
                <a:lnTo>
                  <a:pt x="0" y="0"/>
                </a:lnTo>
                <a:lnTo>
                  <a:pt x="23493" y="0"/>
                </a:lnTo>
                <a:lnTo>
                  <a:pt x="23493" y="403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3309502" y="7341869"/>
            <a:ext cx="171450" cy="19050"/>
          </a:xfrm>
          <a:custGeom>
            <a:avLst/>
            <a:gdLst/>
            <a:ahLst/>
            <a:cxnLst/>
            <a:rect l="l" t="t" r="r" b="b"/>
            <a:pathLst>
              <a:path w="171450" h="19050">
                <a:moveTo>
                  <a:pt x="0" y="0"/>
                </a:moveTo>
                <a:lnTo>
                  <a:pt x="171290" y="0"/>
                </a:lnTo>
                <a:lnTo>
                  <a:pt x="17129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3457298" y="7360919"/>
            <a:ext cx="23495" cy="27940"/>
          </a:xfrm>
          <a:custGeom>
            <a:avLst/>
            <a:gdLst/>
            <a:ahLst/>
            <a:cxnLst/>
            <a:rect l="l" t="t" r="r" b="b"/>
            <a:pathLst>
              <a:path w="23495" h="27940">
                <a:moveTo>
                  <a:pt x="0" y="0"/>
                </a:moveTo>
                <a:lnTo>
                  <a:pt x="23493" y="0"/>
                </a:lnTo>
                <a:lnTo>
                  <a:pt x="23493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3310142" y="7388859"/>
            <a:ext cx="170815" cy="17780"/>
          </a:xfrm>
          <a:custGeom>
            <a:avLst/>
            <a:gdLst/>
            <a:ahLst/>
            <a:cxnLst/>
            <a:rect l="l" t="t" r="r" b="b"/>
            <a:pathLst>
              <a:path w="170814" h="17779">
                <a:moveTo>
                  <a:pt x="0" y="0"/>
                </a:moveTo>
                <a:lnTo>
                  <a:pt x="170649" y="0"/>
                </a:lnTo>
                <a:lnTo>
                  <a:pt x="170649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3310142" y="7406640"/>
            <a:ext cx="23495" cy="29209"/>
          </a:xfrm>
          <a:custGeom>
            <a:avLst/>
            <a:gdLst/>
            <a:ahLst/>
            <a:cxnLst/>
            <a:rect l="l" t="t" r="r" b="b"/>
            <a:pathLst>
              <a:path w="23495" h="29209">
                <a:moveTo>
                  <a:pt x="0" y="0"/>
                </a:moveTo>
                <a:lnTo>
                  <a:pt x="23280" y="0"/>
                </a:lnTo>
                <a:lnTo>
                  <a:pt x="23280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3310142" y="7435850"/>
            <a:ext cx="180975" cy="20320"/>
          </a:xfrm>
          <a:custGeom>
            <a:avLst/>
            <a:gdLst/>
            <a:ahLst/>
            <a:cxnLst/>
            <a:rect l="l" t="t" r="r" b="b"/>
            <a:pathLst>
              <a:path w="180975" h="20320">
                <a:moveTo>
                  <a:pt x="0" y="0"/>
                </a:moveTo>
                <a:lnTo>
                  <a:pt x="180474" y="0"/>
                </a:lnTo>
                <a:lnTo>
                  <a:pt x="180474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3538458" y="7190382"/>
            <a:ext cx="229235" cy="267970"/>
          </a:xfrm>
          <a:custGeom>
            <a:avLst/>
            <a:gdLst/>
            <a:ahLst/>
            <a:cxnLst/>
            <a:rect l="l" t="t" r="r" b="b"/>
            <a:pathLst>
              <a:path w="229235" h="267970">
                <a:moveTo>
                  <a:pt x="227675" y="72189"/>
                </a:moveTo>
                <a:lnTo>
                  <a:pt x="205249" y="72189"/>
                </a:lnTo>
                <a:lnTo>
                  <a:pt x="205249" y="0"/>
                </a:lnTo>
                <a:lnTo>
                  <a:pt x="227675" y="0"/>
                </a:lnTo>
                <a:lnTo>
                  <a:pt x="227675" y="72189"/>
                </a:lnTo>
                <a:close/>
              </a:path>
              <a:path w="229235" h="267970">
                <a:moveTo>
                  <a:pt x="169368" y="157194"/>
                </a:moveTo>
                <a:lnTo>
                  <a:pt x="147155" y="157194"/>
                </a:lnTo>
                <a:lnTo>
                  <a:pt x="147155" y="5125"/>
                </a:lnTo>
                <a:lnTo>
                  <a:pt x="169368" y="5125"/>
                </a:lnTo>
                <a:lnTo>
                  <a:pt x="169368" y="72189"/>
                </a:lnTo>
                <a:lnTo>
                  <a:pt x="227675" y="72189"/>
                </a:lnTo>
                <a:lnTo>
                  <a:pt x="227675" y="91838"/>
                </a:lnTo>
                <a:lnTo>
                  <a:pt x="169368" y="91838"/>
                </a:lnTo>
                <a:lnTo>
                  <a:pt x="169368" y="157194"/>
                </a:lnTo>
                <a:close/>
              </a:path>
              <a:path w="229235" h="267970">
                <a:moveTo>
                  <a:pt x="227675" y="165737"/>
                </a:moveTo>
                <a:lnTo>
                  <a:pt x="205249" y="165737"/>
                </a:lnTo>
                <a:lnTo>
                  <a:pt x="205249" y="91838"/>
                </a:lnTo>
                <a:lnTo>
                  <a:pt x="227675" y="91838"/>
                </a:lnTo>
                <a:lnTo>
                  <a:pt x="227675" y="165737"/>
                </a:lnTo>
                <a:close/>
              </a:path>
              <a:path w="229235" h="267970">
                <a:moveTo>
                  <a:pt x="13028" y="151640"/>
                </a:moveTo>
                <a:lnTo>
                  <a:pt x="0" y="133273"/>
                </a:lnTo>
                <a:lnTo>
                  <a:pt x="23867" y="118386"/>
                </a:lnTo>
                <a:lnTo>
                  <a:pt x="41808" y="98593"/>
                </a:lnTo>
                <a:lnTo>
                  <a:pt x="53101" y="76117"/>
                </a:lnTo>
                <a:lnTo>
                  <a:pt x="57025" y="53181"/>
                </a:lnTo>
                <a:lnTo>
                  <a:pt x="57025" y="16659"/>
                </a:lnTo>
                <a:lnTo>
                  <a:pt x="79878" y="16659"/>
                </a:lnTo>
                <a:lnTo>
                  <a:pt x="79878" y="53181"/>
                </a:lnTo>
                <a:lnTo>
                  <a:pt x="83656" y="75249"/>
                </a:lnTo>
                <a:lnTo>
                  <a:pt x="92339" y="91625"/>
                </a:lnTo>
                <a:lnTo>
                  <a:pt x="68558" y="91625"/>
                </a:lnTo>
                <a:lnTo>
                  <a:pt x="59461" y="110238"/>
                </a:lnTo>
                <a:lnTo>
                  <a:pt x="47040" y="126959"/>
                </a:lnTo>
                <a:lnTo>
                  <a:pt x="31496" y="141017"/>
                </a:lnTo>
                <a:lnTo>
                  <a:pt x="13028" y="151640"/>
                </a:lnTo>
                <a:close/>
              </a:path>
              <a:path w="229235" h="267970">
                <a:moveTo>
                  <a:pt x="122594" y="144165"/>
                </a:moveTo>
                <a:lnTo>
                  <a:pt x="104615" y="135025"/>
                </a:lnTo>
                <a:lnTo>
                  <a:pt x="89529" y="122861"/>
                </a:lnTo>
                <a:lnTo>
                  <a:pt x="77467" y="108214"/>
                </a:lnTo>
                <a:lnTo>
                  <a:pt x="68558" y="91625"/>
                </a:lnTo>
                <a:lnTo>
                  <a:pt x="92339" y="91625"/>
                </a:lnTo>
                <a:lnTo>
                  <a:pt x="94562" y="95816"/>
                </a:lnTo>
                <a:lnTo>
                  <a:pt x="111955" y="113220"/>
                </a:lnTo>
                <a:lnTo>
                  <a:pt x="135195" y="125797"/>
                </a:lnTo>
                <a:lnTo>
                  <a:pt x="122594" y="144165"/>
                </a:lnTo>
                <a:close/>
              </a:path>
              <a:path w="229235" h="267970">
                <a:moveTo>
                  <a:pt x="139039" y="267614"/>
                </a:moveTo>
                <a:lnTo>
                  <a:pt x="101319" y="264373"/>
                </a:lnTo>
                <a:lnTo>
                  <a:pt x="72910" y="254986"/>
                </a:lnTo>
                <a:lnTo>
                  <a:pt x="55033" y="239952"/>
                </a:lnTo>
                <a:lnTo>
                  <a:pt x="48909" y="219772"/>
                </a:lnTo>
                <a:lnTo>
                  <a:pt x="55033" y="199469"/>
                </a:lnTo>
                <a:lnTo>
                  <a:pt x="72910" y="184371"/>
                </a:lnTo>
                <a:lnTo>
                  <a:pt x="101319" y="174961"/>
                </a:lnTo>
                <a:lnTo>
                  <a:pt x="139039" y="171717"/>
                </a:lnTo>
                <a:lnTo>
                  <a:pt x="176549" y="174961"/>
                </a:lnTo>
                <a:lnTo>
                  <a:pt x="204928" y="184371"/>
                </a:lnTo>
                <a:lnTo>
                  <a:pt x="211728" y="190085"/>
                </a:lnTo>
                <a:lnTo>
                  <a:pt x="139039" y="190085"/>
                </a:lnTo>
                <a:lnTo>
                  <a:pt x="111207" y="192110"/>
                </a:lnTo>
                <a:lnTo>
                  <a:pt x="90183" y="197960"/>
                </a:lnTo>
                <a:lnTo>
                  <a:pt x="76928" y="207294"/>
                </a:lnTo>
                <a:lnTo>
                  <a:pt x="72403" y="219772"/>
                </a:lnTo>
                <a:lnTo>
                  <a:pt x="76928" y="232123"/>
                </a:lnTo>
                <a:lnTo>
                  <a:pt x="90183" y="241370"/>
                </a:lnTo>
                <a:lnTo>
                  <a:pt x="111207" y="247134"/>
                </a:lnTo>
                <a:lnTo>
                  <a:pt x="139039" y="249032"/>
                </a:lnTo>
                <a:lnTo>
                  <a:pt x="212044" y="249032"/>
                </a:lnTo>
                <a:lnTo>
                  <a:pt x="204928" y="254986"/>
                </a:lnTo>
                <a:lnTo>
                  <a:pt x="176549" y="264373"/>
                </a:lnTo>
                <a:lnTo>
                  <a:pt x="139039" y="267614"/>
                </a:lnTo>
                <a:close/>
              </a:path>
              <a:path w="229235" h="267970">
                <a:moveTo>
                  <a:pt x="212044" y="249032"/>
                </a:moveTo>
                <a:lnTo>
                  <a:pt x="139039" y="249032"/>
                </a:lnTo>
                <a:lnTo>
                  <a:pt x="166631" y="247134"/>
                </a:lnTo>
                <a:lnTo>
                  <a:pt x="187575" y="241370"/>
                </a:lnTo>
                <a:lnTo>
                  <a:pt x="200910" y="232123"/>
                </a:lnTo>
                <a:lnTo>
                  <a:pt x="205676" y="219772"/>
                </a:lnTo>
                <a:lnTo>
                  <a:pt x="200910" y="207294"/>
                </a:lnTo>
                <a:lnTo>
                  <a:pt x="187575" y="197960"/>
                </a:lnTo>
                <a:lnTo>
                  <a:pt x="166631" y="192110"/>
                </a:lnTo>
                <a:lnTo>
                  <a:pt x="139039" y="190085"/>
                </a:lnTo>
                <a:lnTo>
                  <a:pt x="211728" y="190085"/>
                </a:lnTo>
                <a:lnTo>
                  <a:pt x="222896" y="199469"/>
                </a:lnTo>
                <a:lnTo>
                  <a:pt x="229170" y="219772"/>
                </a:lnTo>
                <a:lnTo>
                  <a:pt x="222896" y="239952"/>
                </a:lnTo>
                <a:lnTo>
                  <a:pt x="212044" y="249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3881544" y="7190168"/>
            <a:ext cx="222885" cy="269240"/>
          </a:xfrm>
          <a:custGeom>
            <a:avLst/>
            <a:gdLst/>
            <a:ahLst/>
            <a:cxnLst/>
            <a:rect l="l" t="t" r="r" b="b"/>
            <a:pathLst>
              <a:path w="222885" h="269240">
                <a:moveTo>
                  <a:pt x="222762" y="268895"/>
                </a:moveTo>
                <a:lnTo>
                  <a:pt x="199055" y="268895"/>
                </a:lnTo>
                <a:lnTo>
                  <a:pt x="199055" y="0"/>
                </a:lnTo>
                <a:lnTo>
                  <a:pt x="222762" y="0"/>
                </a:lnTo>
                <a:lnTo>
                  <a:pt x="222762" y="268895"/>
                </a:lnTo>
                <a:close/>
              </a:path>
              <a:path w="222885" h="269240">
                <a:moveTo>
                  <a:pt x="14950" y="212510"/>
                </a:moveTo>
                <a:lnTo>
                  <a:pt x="0" y="192648"/>
                </a:lnTo>
                <a:lnTo>
                  <a:pt x="28265" y="173225"/>
                </a:lnTo>
                <a:lnTo>
                  <a:pt x="51525" y="144592"/>
                </a:lnTo>
                <a:lnTo>
                  <a:pt x="67337" y="109872"/>
                </a:lnTo>
                <a:lnTo>
                  <a:pt x="73257" y="72189"/>
                </a:lnTo>
                <a:lnTo>
                  <a:pt x="73257" y="23280"/>
                </a:lnTo>
                <a:lnTo>
                  <a:pt x="96964" y="23280"/>
                </a:lnTo>
                <a:lnTo>
                  <a:pt x="96964" y="72189"/>
                </a:lnTo>
                <a:lnTo>
                  <a:pt x="102664" y="108454"/>
                </a:lnTo>
                <a:lnTo>
                  <a:pt x="109106" y="122167"/>
                </a:lnTo>
                <a:lnTo>
                  <a:pt x="85324" y="122167"/>
                </a:lnTo>
                <a:lnTo>
                  <a:pt x="73532" y="151135"/>
                </a:lnTo>
                <a:lnTo>
                  <a:pt x="57305" y="176589"/>
                </a:lnTo>
                <a:lnTo>
                  <a:pt x="37494" y="197418"/>
                </a:lnTo>
                <a:lnTo>
                  <a:pt x="14950" y="212510"/>
                </a:lnTo>
                <a:close/>
              </a:path>
              <a:path w="222885" h="269240">
                <a:moveTo>
                  <a:pt x="155058" y="207171"/>
                </a:moveTo>
                <a:lnTo>
                  <a:pt x="133079" y="192958"/>
                </a:lnTo>
                <a:lnTo>
                  <a:pt x="113543" y="173399"/>
                </a:lnTo>
                <a:lnTo>
                  <a:pt x="97331" y="149475"/>
                </a:lnTo>
                <a:lnTo>
                  <a:pt x="85324" y="122167"/>
                </a:lnTo>
                <a:lnTo>
                  <a:pt x="109106" y="122167"/>
                </a:lnTo>
                <a:lnTo>
                  <a:pt x="118376" y="141896"/>
                </a:lnTo>
                <a:lnTo>
                  <a:pt x="141536" y="169531"/>
                </a:lnTo>
                <a:lnTo>
                  <a:pt x="169581" y="188376"/>
                </a:lnTo>
                <a:lnTo>
                  <a:pt x="155058" y="2071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4233041" y="7215371"/>
            <a:ext cx="81800" cy="218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4445287" y="7190382"/>
            <a:ext cx="225425" cy="262890"/>
          </a:xfrm>
          <a:custGeom>
            <a:avLst/>
            <a:gdLst/>
            <a:ahLst/>
            <a:cxnLst/>
            <a:rect l="l" t="t" r="r" b="b"/>
            <a:pathLst>
              <a:path w="225425" h="262890">
                <a:moveTo>
                  <a:pt x="218277" y="198414"/>
                </a:moveTo>
                <a:lnTo>
                  <a:pt x="194570" y="198414"/>
                </a:lnTo>
                <a:lnTo>
                  <a:pt x="194570" y="102517"/>
                </a:lnTo>
                <a:lnTo>
                  <a:pt x="134981" y="102517"/>
                </a:lnTo>
                <a:lnTo>
                  <a:pt x="134981" y="82655"/>
                </a:lnTo>
                <a:lnTo>
                  <a:pt x="194570" y="82655"/>
                </a:lnTo>
                <a:lnTo>
                  <a:pt x="194570" y="0"/>
                </a:lnTo>
                <a:lnTo>
                  <a:pt x="218277" y="0"/>
                </a:lnTo>
                <a:lnTo>
                  <a:pt x="218277" y="198414"/>
                </a:lnTo>
                <a:close/>
              </a:path>
              <a:path w="225425" h="262890">
                <a:moveTo>
                  <a:pt x="10251" y="167018"/>
                </a:moveTo>
                <a:lnTo>
                  <a:pt x="0" y="148010"/>
                </a:lnTo>
                <a:lnTo>
                  <a:pt x="42492" y="129418"/>
                </a:lnTo>
                <a:lnTo>
                  <a:pt x="76194" y="104760"/>
                </a:lnTo>
                <a:lnTo>
                  <a:pt x="99324" y="74816"/>
                </a:lnTo>
                <a:lnTo>
                  <a:pt x="110099" y="40366"/>
                </a:lnTo>
                <a:lnTo>
                  <a:pt x="13455" y="40366"/>
                </a:lnTo>
                <a:lnTo>
                  <a:pt x="13455" y="20503"/>
                </a:lnTo>
                <a:lnTo>
                  <a:pt x="136049" y="20503"/>
                </a:lnTo>
                <a:lnTo>
                  <a:pt x="127026" y="68985"/>
                </a:lnTo>
                <a:lnTo>
                  <a:pt x="101663" y="110260"/>
                </a:lnTo>
                <a:lnTo>
                  <a:pt x="62044" y="143284"/>
                </a:lnTo>
                <a:lnTo>
                  <a:pt x="10251" y="167018"/>
                </a:lnTo>
                <a:close/>
              </a:path>
              <a:path w="225425" h="262890">
                <a:moveTo>
                  <a:pt x="225112" y="262274"/>
                </a:moveTo>
                <a:lnTo>
                  <a:pt x="47414" y="262274"/>
                </a:lnTo>
                <a:lnTo>
                  <a:pt x="47414" y="178124"/>
                </a:lnTo>
                <a:lnTo>
                  <a:pt x="71548" y="178124"/>
                </a:lnTo>
                <a:lnTo>
                  <a:pt x="71548" y="242625"/>
                </a:lnTo>
                <a:lnTo>
                  <a:pt x="225112" y="242625"/>
                </a:lnTo>
                <a:lnTo>
                  <a:pt x="225112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4795930" y="7190168"/>
            <a:ext cx="211454" cy="269240"/>
          </a:xfrm>
          <a:custGeom>
            <a:avLst/>
            <a:gdLst/>
            <a:ahLst/>
            <a:cxnLst/>
            <a:rect l="l" t="t" r="r" b="b"/>
            <a:pathLst>
              <a:path w="211454" h="269240">
                <a:moveTo>
                  <a:pt x="211229" y="268895"/>
                </a:moveTo>
                <a:lnTo>
                  <a:pt x="187522" y="268895"/>
                </a:lnTo>
                <a:lnTo>
                  <a:pt x="187522" y="0"/>
                </a:lnTo>
                <a:lnTo>
                  <a:pt x="211229" y="0"/>
                </a:lnTo>
                <a:lnTo>
                  <a:pt x="211229" y="268895"/>
                </a:lnTo>
                <a:close/>
              </a:path>
              <a:path w="211454" h="269240">
                <a:moveTo>
                  <a:pt x="68558" y="207812"/>
                </a:moveTo>
                <a:lnTo>
                  <a:pt x="40907" y="201244"/>
                </a:lnTo>
                <a:lnTo>
                  <a:pt x="19222" y="182503"/>
                </a:lnTo>
                <a:lnTo>
                  <a:pt x="5065" y="153029"/>
                </a:lnTo>
                <a:lnTo>
                  <a:pt x="0" y="114264"/>
                </a:lnTo>
                <a:lnTo>
                  <a:pt x="5065" y="75620"/>
                </a:lnTo>
                <a:lnTo>
                  <a:pt x="19222" y="46186"/>
                </a:lnTo>
                <a:lnTo>
                  <a:pt x="40907" y="27404"/>
                </a:lnTo>
                <a:lnTo>
                  <a:pt x="68558" y="20717"/>
                </a:lnTo>
                <a:lnTo>
                  <a:pt x="96030" y="27404"/>
                </a:lnTo>
                <a:lnTo>
                  <a:pt x="112737" y="41861"/>
                </a:lnTo>
                <a:lnTo>
                  <a:pt x="68558" y="41861"/>
                </a:lnTo>
                <a:lnTo>
                  <a:pt x="50064" y="47137"/>
                </a:lnTo>
                <a:lnTo>
                  <a:pt x="35614" y="61804"/>
                </a:lnTo>
                <a:lnTo>
                  <a:pt x="26210" y="84600"/>
                </a:lnTo>
                <a:lnTo>
                  <a:pt x="22852" y="114264"/>
                </a:lnTo>
                <a:lnTo>
                  <a:pt x="26210" y="144048"/>
                </a:lnTo>
                <a:lnTo>
                  <a:pt x="35614" y="166885"/>
                </a:lnTo>
                <a:lnTo>
                  <a:pt x="50064" y="181511"/>
                </a:lnTo>
                <a:lnTo>
                  <a:pt x="68558" y="186667"/>
                </a:lnTo>
                <a:lnTo>
                  <a:pt x="112912" y="186667"/>
                </a:lnTo>
                <a:lnTo>
                  <a:pt x="96030" y="201244"/>
                </a:lnTo>
                <a:lnTo>
                  <a:pt x="68558" y="207812"/>
                </a:lnTo>
                <a:close/>
              </a:path>
              <a:path w="211454" h="269240">
                <a:moveTo>
                  <a:pt x="112912" y="186667"/>
                </a:moveTo>
                <a:lnTo>
                  <a:pt x="68558" y="186667"/>
                </a:lnTo>
                <a:lnTo>
                  <a:pt x="87020" y="181511"/>
                </a:lnTo>
                <a:lnTo>
                  <a:pt x="101396" y="166885"/>
                </a:lnTo>
                <a:lnTo>
                  <a:pt x="110727" y="144048"/>
                </a:lnTo>
                <a:lnTo>
                  <a:pt x="114051" y="114264"/>
                </a:lnTo>
                <a:lnTo>
                  <a:pt x="110727" y="84600"/>
                </a:lnTo>
                <a:lnTo>
                  <a:pt x="101396" y="61804"/>
                </a:lnTo>
                <a:lnTo>
                  <a:pt x="87020" y="47137"/>
                </a:lnTo>
                <a:lnTo>
                  <a:pt x="68558" y="41861"/>
                </a:lnTo>
                <a:lnTo>
                  <a:pt x="112737" y="41861"/>
                </a:lnTo>
                <a:lnTo>
                  <a:pt x="117735" y="46186"/>
                </a:lnTo>
                <a:lnTo>
                  <a:pt x="131991" y="75620"/>
                </a:lnTo>
                <a:lnTo>
                  <a:pt x="137117" y="114264"/>
                </a:lnTo>
                <a:lnTo>
                  <a:pt x="131991" y="153029"/>
                </a:lnTo>
                <a:lnTo>
                  <a:pt x="117735" y="182503"/>
                </a:lnTo>
                <a:lnTo>
                  <a:pt x="112912" y="1866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5052225" y="7190168"/>
            <a:ext cx="251460" cy="267970"/>
          </a:xfrm>
          <a:custGeom>
            <a:avLst/>
            <a:gdLst/>
            <a:ahLst/>
            <a:cxnLst/>
            <a:rect l="l" t="t" r="r" b="b"/>
            <a:pathLst>
              <a:path w="251460" h="267970">
                <a:moveTo>
                  <a:pt x="211015" y="163387"/>
                </a:moveTo>
                <a:lnTo>
                  <a:pt x="187308" y="163387"/>
                </a:lnTo>
                <a:lnTo>
                  <a:pt x="187308" y="0"/>
                </a:lnTo>
                <a:lnTo>
                  <a:pt x="211015" y="0"/>
                </a:lnTo>
                <a:lnTo>
                  <a:pt x="211015" y="70053"/>
                </a:lnTo>
                <a:lnTo>
                  <a:pt x="251382" y="70053"/>
                </a:lnTo>
                <a:lnTo>
                  <a:pt x="251382" y="89916"/>
                </a:lnTo>
                <a:lnTo>
                  <a:pt x="211015" y="89916"/>
                </a:lnTo>
                <a:lnTo>
                  <a:pt x="211015" y="163387"/>
                </a:lnTo>
                <a:close/>
              </a:path>
              <a:path w="251460" h="267970">
                <a:moveTo>
                  <a:pt x="12814" y="152922"/>
                </a:moveTo>
                <a:lnTo>
                  <a:pt x="0" y="133913"/>
                </a:lnTo>
                <a:lnTo>
                  <a:pt x="27545" y="119016"/>
                </a:lnTo>
                <a:lnTo>
                  <a:pt x="48802" y="97712"/>
                </a:lnTo>
                <a:lnTo>
                  <a:pt x="62531" y="71442"/>
                </a:lnTo>
                <a:lnTo>
                  <a:pt x="67490" y="41647"/>
                </a:lnTo>
                <a:lnTo>
                  <a:pt x="67490" y="13882"/>
                </a:lnTo>
                <a:lnTo>
                  <a:pt x="90771" y="13882"/>
                </a:lnTo>
                <a:lnTo>
                  <a:pt x="90771" y="43356"/>
                </a:lnTo>
                <a:lnTo>
                  <a:pt x="95716" y="69917"/>
                </a:lnTo>
                <a:lnTo>
                  <a:pt x="104084" y="84363"/>
                </a:lnTo>
                <a:lnTo>
                  <a:pt x="79771" y="84363"/>
                </a:lnTo>
                <a:lnTo>
                  <a:pt x="68859" y="106759"/>
                </a:lnTo>
                <a:lnTo>
                  <a:pt x="53741" y="126011"/>
                </a:lnTo>
                <a:lnTo>
                  <a:pt x="34900" y="141579"/>
                </a:lnTo>
                <a:lnTo>
                  <a:pt x="12814" y="152922"/>
                </a:lnTo>
                <a:close/>
              </a:path>
              <a:path w="251460" h="267970">
                <a:moveTo>
                  <a:pt x="144592" y="145447"/>
                </a:moveTo>
                <a:lnTo>
                  <a:pt x="123577" y="135242"/>
                </a:lnTo>
                <a:lnTo>
                  <a:pt x="105414" y="121312"/>
                </a:lnTo>
                <a:lnTo>
                  <a:pt x="90635" y="104179"/>
                </a:lnTo>
                <a:lnTo>
                  <a:pt x="79771" y="84363"/>
                </a:lnTo>
                <a:lnTo>
                  <a:pt x="104084" y="84363"/>
                </a:lnTo>
                <a:lnTo>
                  <a:pt x="109512" y="93734"/>
                </a:lnTo>
                <a:lnTo>
                  <a:pt x="130596" y="113186"/>
                </a:lnTo>
                <a:lnTo>
                  <a:pt x="157407" y="126652"/>
                </a:lnTo>
                <a:lnTo>
                  <a:pt x="144592" y="145447"/>
                </a:lnTo>
                <a:close/>
              </a:path>
              <a:path w="251460" h="267970">
                <a:moveTo>
                  <a:pt x="124943" y="267827"/>
                </a:moveTo>
                <a:lnTo>
                  <a:pt x="87690" y="264570"/>
                </a:lnTo>
                <a:lnTo>
                  <a:pt x="59668" y="255066"/>
                </a:lnTo>
                <a:lnTo>
                  <a:pt x="42018" y="239715"/>
                </a:lnTo>
                <a:lnTo>
                  <a:pt x="35881" y="218918"/>
                </a:lnTo>
                <a:lnTo>
                  <a:pt x="42018" y="198334"/>
                </a:lnTo>
                <a:lnTo>
                  <a:pt x="59668" y="183037"/>
                </a:lnTo>
                <a:lnTo>
                  <a:pt x="87690" y="173506"/>
                </a:lnTo>
                <a:lnTo>
                  <a:pt x="124943" y="170222"/>
                </a:lnTo>
                <a:lnTo>
                  <a:pt x="162006" y="173506"/>
                </a:lnTo>
                <a:lnTo>
                  <a:pt x="189818" y="183037"/>
                </a:lnTo>
                <a:lnTo>
                  <a:pt x="196895" y="189230"/>
                </a:lnTo>
                <a:lnTo>
                  <a:pt x="124943" y="189230"/>
                </a:lnTo>
                <a:lnTo>
                  <a:pt x="97582" y="191286"/>
                </a:lnTo>
                <a:lnTo>
                  <a:pt x="76968" y="197186"/>
                </a:lnTo>
                <a:lnTo>
                  <a:pt x="64003" y="206530"/>
                </a:lnTo>
                <a:lnTo>
                  <a:pt x="59588" y="218918"/>
                </a:lnTo>
                <a:lnTo>
                  <a:pt x="64003" y="231612"/>
                </a:lnTo>
                <a:lnTo>
                  <a:pt x="76968" y="241023"/>
                </a:lnTo>
                <a:lnTo>
                  <a:pt x="97582" y="246910"/>
                </a:lnTo>
                <a:lnTo>
                  <a:pt x="124943" y="249032"/>
                </a:lnTo>
                <a:lnTo>
                  <a:pt x="196688" y="249032"/>
                </a:lnTo>
                <a:lnTo>
                  <a:pt x="189818" y="255066"/>
                </a:lnTo>
                <a:lnTo>
                  <a:pt x="162006" y="264570"/>
                </a:lnTo>
                <a:lnTo>
                  <a:pt x="124943" y="267827"/>
                </a:lnTo>
                <a:close/>
              </a:path>
              <a:path w="251460" h="267970">
                <a:moveTo>
                  <a:pt x="196688" y="249032"/>
                </a:moveTo>
                <a:lnTo>
                  <a:pt x="124943" y="249032"/>
                </a:lnTo>
                <a:lnTo>
                  <a:pt x="152275" y="246910"/>
                </a:lnTo>
                <a:lnTo>
                  <a:pt x="172838" y="241023"/>
                </a:lnTo>
                <a:lnTo>
                  <a:pt x="185793" y="231612"/>
                </a:lnTo>
                <a:lnTo>
                  <a:pt x="190298" y="218918"/>
                </a:lnTo>
                <a:lnTo>
                  <a:pt x="185793" y="206530"/>
                </a:lnTo>
                <a:lnTo>
                  <a:pt x="172838" y="197186"/>
                </a:lnTo>
                <a:lnTo>
                  <a:pt x="152275" y="191286"/>
                </a:lnTo>
                <a:lnTo>
                  <a:pt x="124943" y="189230"/>
                </a:lnTo>
                <a:lnTo>
                  <a:pt x="196895" y="189230"/>
                </a:lnTo>
                <a:lnTo>
                  <a:pt x="207298" y="198334"/>
                </a:lnTo>
                <a:lnTo>
                  <a:pt x="213365" y="218918"/>
                </a:lnTo>
                <a:lnTo>
                  <a:pt x="207298" y="239715"/>
                </a:lnTo>
                <a:lnTo>
                  <a:pt x="196688" y="249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5399300" y="7190382"/>
            <a:ext cx="229235" cy="262890"/>
          </a:xfrm>
          <a:custGeom>
            <a:avLst/>
            <a:gdLst/>
            <a:ahLst/>
            <a:cxnLst/>
            <a:rect l="l" t="t" r="r" b="b"/>
            <a:pathLst>
              <a:path w="229235" h="262890">
                <a:moveTo>
                  <a:pt x="221481" y="196919"/>
                </a:moveTo>
                <a:lnTo>
                  <a:pt x="197774" y="196919"/>
                </a:lnTo>
                <a:lnTo>
                  <a:pt x="197774" y="93761"/>
                </a:lnTo>
                <a:lnTo>
                  <a:pt x="142457" y="93761"/>
                </a:lnTo>
                <a:lnTo>
                  <a:pt x="142457" y="74325"/>
                </a:lnTo>
                <a:lnTo>
                  <a:pt x="197774" y="74325"/>
                </a:lnTo>
                <a:lnTo>
                  <a:pt x="197774" y="0"/>
                </a:lnTo>
                <a:lnTo>
                  <a:pt x="221481" y="0"/>
                </a:lnTo>
                <a:lnTo>
                  <a:pt x="221481" y="196919"/>
                </a:lnTo>
                <a:close/>
              </a:path>
              <a:path w="229235" h="262890">
                <a:moveTo>
                  <a:pt x="152281" y="41434"/>
                </a:moveTo>
                <a:lnTo>
                  <a:pt x="7688" y="41434"/>
                </a:lnTo>
                <a:lnTo>
                  <a:pt x="7688" y="21785"/>
                </a:lnTo>
                <a:lnTo>
                  <a:pt x="152281" y="21785"/>
                </a:lnTo>
                <a:lnTo>
                  <a:pt x="152281" y="41434"/>
                </a:lnTo>
                <a:close/>
              </a:path>
              <a:path w="229235" h="262890">
                <a:moveTo>
                  <a:pt x="12387" y="162533"/>
                </a:moveTo>
                <a:lnTo>
                  <a:pt x="0" y="143097"/>
                </a:lnTo>
                <a:lnTo>
                  <a:pt x="27438" y="128931"/>
                </a:lnTo>
                <a:lnTo>
                  <a:pt x="49069" y="108417"/>
                </a:lnTo>
                <a:lnTo>
                  <a:pt x="63252" y="83299"/>
                </a:lnTo>
                <a:lnTo>
                  <a:pt x="68345" y="55316"/>
                </a:lnTo>
                <a:lnTo>
                  <a:pt x="68345" y="41434"/>
                </a:lnTo>
                <a:lnTo>
                  <a:pt x="92266" y="41434"/>
                </a:lnTo>
                <a:lnTo>
                  <a:pt x="92266" y="55316"/>
                </a:lnTo>
                <a:lnTo>
                  <a:pt x="97084" y="80802"/>
                </a:lnTo>
                <a:lnTo>
                  <a:pt x="105287" y="94935"/>
                </a:lnTo>
                <a:lnTo>
                  <a:pt x="80732" y="94935"/>
                </a:lnTo>
                <a:lnTo>
                  <a:pt x="69633" y="116881"/>
                </a:lnTo>
                <a:lnTo>
                  <a:pt x="54168" y="135862"/>
                </a:lnTo>
                <a:lnTo>
                  <a:pt x="34900" y="151280"/>
                </a:lnTo>
                <a:lnTo>
                  <a:pt x="12387" y="162533"/>
                </a:lnTo>
                <a:close/>
              </a:path>
              <a:path w="229235" h="262890">
                <a:moveTo>
                  <a:pt x="146087" y="156126"/>
                </a:moveTo>
                <a:lnTo>
                  <a:pt x="124718" y="145874"/>
                </a:lnTo>
                <a:lnTo>
                  <a:pt x="106402" y="131858"/>
                </a:lnTo>
                <a:lnTo>
                  <a:pt x="91590" y="114678"/>
                </a:lnTo>
                <a:lnTo>
                  <a:pt x="80732" y="94935"/>
                </a:lnTo>
                <a:lnTo>
                  <a:pt x="105287" y="94935"/>
                </a:lnTo>
                <a:lnTo>
                  <a:pt x="110633" y="104146"/>
                </a:lnTo>
                <a:lnTo>
                  <a:pt x="131551" y="123525"/>
                </a:lnTo>
                <a:lnTo>
                  <a:pt x="158475" y="137117"/>
                </a:lnTo>
                <a:lnTo>
                  <a:pt x="146087" y="156126"/>
                </a:lnTo>
                <a:close/>
              </a:path>
              <a:path w="229235" h="262890">
                <a:moveTo>
                  <a:pt x="228956" y="262274"/>
                </a:moveTo>
                <a:lnTo>
                  <a:pt x="49123" y="262274"/>
                </a:lnTo>
                <a:lnTo>
                  <a:pt x="49123" y="179192"/>
                </a:lnTo>
                <a:lnTo>
                  <a:pt x="72830" y="179192"/>
                </a:lnTo>
                <a:lnTo>
                  <a:pt x="72830" y="242625"/>
                </a:lnTo>
                <a:lnTo>
                  <a:pt x="228956" y="242625"/>
                </a:lnTo>
                <a:lnTo>
                  <a:pt x="228956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5740331" y="7190168"/>
            <a:ext cx="254000" cy="268605"/>
          </a:xfrm>
          <a:custGeom>
            <a:avLst/>
            <a:gdLst/>
            <a:ahLst/>
            <a:cxnLst/>
            <a:rect l="l" t="t" r="r" b="b"/>
            <a:pathLst>
              <a:path w="254000" h="268604">
                <a:moveTo>
                  <a:pt x="209948" y="268468"/>
                </a:moveTo>
                <a:lnTo>
                  <a:pt x="186240" y="268468"/>
                </a:lnTo>
                <a:lnTo>
                  <a:pt x="186240" y="0"/>
                </a:lnTo>
                <a:lnTo>
                  <a:pt x="209948" y="0"/>
                </a:lnTo>
                <a:lnTo>
                  <a:pt x="209948" y="112342"/>
                </a:lnTo>
                <a:lnTo>
                  <a:pt x="253518" y="112342"/>
                </a:lnTo>
                <a:lnTo>
                  <a:pt x="253518" y="132846"/>
                </a:lnTo>
                <a:lnTo>
                  <a:pt x="209948" y="132846"/>
                </a:lnTo>
                <a:lnTo>
                  <a:pt x="209948" y="268468"/>
                </a:lnTo>
                <a:close/>
              </a:path>
              <a:path w="254000" h="268604">
                <a:moveTo>
                  <a:pt x="143738" y="150145"/>
                </a:moveTo>
                <a:lnTo>
                  <a:pt x="120031" y="148223"/>
                </a:lnTo>
                <a:lnTo>
                  <a:pt x="124329" y="116775"/>
                </a:lnTo>
                <a:lnTo>
                  <a:pt x="126705" y="89823"/>
                </a:lnTo>
                <a:lnTo>
                  <a:pt x="127720" y="67295"/>
                </a:lnTo>
                <a:lnTo>
                  <a:pt x="127933" y="49123"/>
                </a:lnTo>
                <a:lnTo>
                  <a:pt x="15164" y="49123"/>
                </a:lnTo>
                <a:lnTo>
                  <a:pt x="15164" y="29687"/>
                </a:lnTo>
                <a:lnTo>
                  <a:pt x="151640" y="29687"/>
                </a:lnTo>
                <a:lnTo>
                  <a:pt x="151570" y="49123"/>
                </a:lnTo>
                <a:lnTo>
                  <a:pt x="151397" y="62324"/>
                </a:lnTo>
                <a:lnTo>
                  <a:pt x="150493" y="86232"/>
                </a:lnTo>
                <a:lnTo>
                  <a:pt x="148187" y="115506"/>
                </a:lnTo>
                <a:lnTo>
                  <a:pt x="143738" y="150145"/>
                </a:lnTo>
                <a:close/>
              </a:path>
              <a:path w="254000" h="268604">
                <a:moveTo>
                  <a:pt x="2990" y="209307"/>
                </a:moveTo>
                <a:lnTo>
                  <a:pt x="0" y="189444"/>
                </a:lnTo>
                <a:lnTo>
                  <a:pt x="57879" y="188696"/>
                </a:lnTo>
                <a:lnTo>
                  <a:pt x="57879" y="106362"/>
                </a:lnTo>
                <a:lnTo>
                  <a:pt x="81373" y="106362"/>
                </a:lnTo>
                <a:lnTo>
                  <a:pt x="81373" y="188056"/>
                </a:lnTo>
                <a:lnTo>
                  <a:pt x="169833" y="188056"/>
                </a:lnTo>
                <a:lnTo>
                  <a:pt x="170649" y="199482"/>
                </a:lnTo>
                <a:lnTo>
                  <a:pt x="127423" y="204742"/>
                </a:lnTo>
                <a:lnTo>
                  <a:pt x="83696" y="207758"/>
                </a:lnTo>
                <a:lnTo>
                  <a:pt x="41531" y="209093"/>
                </a:lnTo>
                <a:lnTo>
                  <a:pt x="2990" y="209307"/>
                </a:lnTo>
                <a:close/>
              </a:path>
              <a:path w="254000" h="268604">
                <a:moveTo>
                  <a:pt x="169833" y="188056"/>
                </a:moveTo>
                <a:lnTo>
                  <a:pt x="81373" y="188056"/>
                </a:lnTo>
                <a:lnTo>
                  <a:pt x="103727" y="187023"/>
                </a:lnTo>
                <a:lnTo>
                  <a:pt x="126051" y="185640"/>
                </a:lnTo>
                <a:lnTo>
                  <a:pt x="148035" y="183836"/>
                </a:lnTo>
                <a:lnTo>
                  <a:pt x="169368" y="181542"/>
                </a:lnTo>
                <a:lnTo>
                  <a:pt x="169833" y="1880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6011576" y="7190168"/>
            <a:ext cx="222885" cy="268605"/>
          </a:xfrm>
          <a:custGeom>
            <a:avLst/>
            <a:gdLst/>
            <a:ahLst/>
            <a:cxnLst/>
            <a:rect l="l" t="t" r="r" b="b"/>
            <a:pathLst>
              <a:path w="222885" h="268604">
                <a:moveTo>
                  <a:pt x="221481" y="159970"/>
                </a:moveTo>
                <a:lnTo>
                  <a:pt x="197774" y="159970"/>
                </a:lnTo>
                <a:lnTo>
                  <a:pt x="197774" y="89703"/>
                </a:lnTo>
                <a:lnTo>
                  <a:pt x="143524" y="89703"/>
                </a:lnTo>
                <a:lnTo>
                  <a:pt x="143524" y="70053"/>
                </a:lnTo>
                <a:lnTo>
                  <a:pt x="197774" y="70053"/>
                </a:lnTo>
                <a:lnTo>
                  <a:pt x="197774" y="0"/>
                </a:lnTo>
                <a:lnTo>
                  <a:pt x="221481" y="0"/>
                </a:lnTo>
                <a:lnTo>
                  <a:pt x="221481" y="159970"/>
                </a:lnTo>
                <a:close/>
              </a:path>
              <a:path w="222885" h="268604">
                <a:moveTo>
                  <a:pt x="152281" y="39298"/>
                </a:moveTo>
                <a:lnTo>
                  <a:pt x="7688" y="39298"/>
                </a:lnTo>
                <a:lnTo>
                  <a:pt x="7688" y="19649"/>
                </a:lnTo>
                <a:lnTo>
                  <a:pt x="152281" y="19649"/>
                </a:lnTo>
                <a:lnTo>
                  <a:pt x="152281" y="39298"/>
                </a:lnTo>
                <a:close/>
              </a:path>
              <a:path w="222885" h="268604">
                <a:moveTo>
                  <a:pt x="12387" y="157407"/>
                </a:moveTo>
                <a:lnTo>
                  <a:pt x="0" y="138612"/>
                </a:lnTo>
                <a:lnTo>
                  <a:pt x="27528" y="123942"/>
                </a:lnTo>
                <a:lnTo>
                  <a:pt x="49149" y="102945"/>
                </a:lnTo>
                <a:lnTo>
                  <a:pt x="63282" y="77462"/>
                </a:lnTo>
                <a:lnTo>
                  <a:pt x="68345" y="49336"/>
                </a:lnTo>
                <a:lnTo>
                  <a:pt x="68345" y="39298"/>
                </a:lnTo>
                <a:lnTo>
                  <a:pt x="92266" y="39298"/>
                </a:lnTo>
                <a:lnTo>
                  <a:pt x="92306" y="49336"/>
                </a:lnTo>
                <a:lnTo>
                  <a:pt x="97084" y="74789"/>
                </a:lnTo>
                <a:lnTo>
                  <a:pt x="105252" y="88848"/>
                </a:lnTo>
                <a:lnTo>
                  <a:pt x="80839" y="88848"/>
                </a:lnTo>
                <a:lnTo>
                  <a:pt x="69783" y="111109"/>
                </a:lnTo>
                <a:lnTo>
                  <a:pt x="54302" y="130376"/>
                </a:lnTo>
                <a:lnTo>
                  <a:pt x="34976" y="146019"/>
                </a:lnTo>
                <a:lnTo>
                  <a:pt x="12387" y="157407"/>
                </a:lnTo>
                <a:close/>
              </a:path>
              <a:path w="222885" h="268604">
                <a:moveTo>
                  <a:pt x="146087" y="149932"/>
                </a:moveTo>
                <a:lnTo>
                  <a:pt x="124780" y="139682"/>
                </a:lnTo>
                <a:lnTo>
                  <a:pt x="106495" y="125677"/>
                </a:lnTo>
                <a:lnTo>
                  <a:pt x="91695" y="108529"/>
                </a:lnTo>
                <a:lnTo>
                  <a:pt x="80839" y="88848"/>
                </a:lnTo>
                <a:lnTo>
                  <a:pt x="105252" y="88848"/>
                </a:lnTo>
                <a:lnTo>
                  <a:pt x="110633" y="98112"/>
                </a:lnTo>
                <a:lnTo>
                  <a:pt x="131551" y="117391"/>
                </a:lnTo>
                <a:lnTo>
                  <a:pt x="158475" y="130923"/>
                </a:lnTo>
                <a:lnTo>
                  <a:pt x="146087" y="149932"/>
                </a:lnTo>
                <a:close/>
              </a:path>
              <a:path w="222885" h="268604">
                <a:moveTo>
                  <a:pt x="132418" y="268255"/>
                </a:moveTo>
                <a:lnTo>
                  <a:pt x="94732" y="264801"/>
                </a:lnTo>
                <a:lnTo>
                  <a:pt x="66396" y="255039"/>
                </a:lnTo>
                <a:lnTo>
                  <a:pt x="48592" y="239391"/>
                </a:lnTo>
                <a:lnTo>
                  <a:pt x="42502" y="218277"/>
                </a:lnTo>
                <a:lnTo>
                  <a:pt x="48592" y="197133"/>
                </a:lnTo>
                <a:lnTo>
                  <a:pt x="66396" y="181435"/>
                </a:lnTo>
                <a:lnTo>
                  <a:pt x="94732" y="171664"/>
                </a:lnTo>
                <a:lnTo>
                  <a:pt x="132418" y="168300"/>
                </a:lnTo>
                <a:lnTo>
                  <a:pt x="169985" y="171664"/>
                </a:lnTo>
                <a:lnTo>
                  <a:pt x="198281" y="181435"/>
                </a:lnTo>
                <a:lnTo>
                  <a:pt x="204472" y="186881"/>
                </a:lnTo>
                <a:lnTo>
                  <a:pt x="132418" y="186881"/>
                </a:lnTo>
                <a:lnTo>
                  <a:pt x="104620" y="189023"/>
                </a:lnTo>
                <a:lnTo>
                  <a:pt x="83669" y="195211"/>
                </a:lnTo>
                <a:lnTo>
                  <a:pt x="70487" y="205082"/>
                </a:lnTo>
                <a:lnTo>
                  <a:pt x="65995" y="218277"/>
                </a:lnTo>
                <a:lnTo>
                  <a:pt x="70487" y="231345"/>
                </a:lnTo>
                <a:lnTo>
                  <a:pt x="83669" y="241130"/>
                </a:lnTo>
                <a:lnTo>
                  <a:pt x="104620" y="247230"/>
                </a:lnTo>
                <a:lnTo>
                  <a:pt x="132418" y="249246"/>
                </a:lnTo>
                <a:lnTo>
                  <a:pt x="204887" y="249246"/>
                </a:lnTo>
                <a:lnTo>
                  <a:pt x="198281" y="255039"/>
                </a:lnTo>
                <a:lnTo>
                  <a:pt x="169985" y="264801"/>
                </a:lnTo>
                <a:lnTo>
                  <a:pt x="132418" y="268255"/>
                </a:lnTo>
                <a:close/>
              </a:path>
              <a:path w="222885" h="268604">
                <a:moveTo>
                  <a:pt x="204887" y="249246"/>
                </a:moveTo>
                <a:lnTo>
                  <a:pt x="132418" y="249246"/>
                </a:lnTo>
                <a:lnTo>
                  <a:pt x="160097" y="247230"/>
                </a:lnTo>
                <a:lnTo>
                  <a:pt x="181008" y="241130"/>
                </a:lnTo>
                <a:lnTo>
                  <a:pt x="194229" y="231345"/>
                </a:lnTo>
                <a:lnTo>
                  <a:pt x="198841" y="218277"/>
                </a:lnTo>
                <a:lnTo>
                  <a:pt x="194229" y="205082"/>
                </a:lnTo>
                <a:lnTo>
                  <a:pt x="181008" y="195211"/>
                </a:lnTo>
                <a:lnTo>
                  <a:pt x="160097" y="189023"/>
                </a:lnTo>
                <a:lnTo>
                  <a:pt x="132418" y="186881"/>
                </a:lnTo>
                <a:lnTo>
                  <a:pt x="204472" y="186881"/>
                </a:lnTo>
                <a:lnTo>
                  <a:pt x="216125" y="197133"/>
                </a:lnTo>
                <a:lnTo>
                  <a:pt x="222335" y="218277"/>
                </a:lnTo>
                <a:lnTo>
                  <a:pt x="216125" y="239391"/>
                </a:lnTo>
                <a:lnTo>
                  <a:pt x="204887" y="249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6355303" y="7202770"/>
            <a:ext cx="245110" cy="255904"/>
          </a:xfrm>
          <a:custGeom>
            <a:avLst/>
            <a:gdLst/>
            <a:ahLst/>
            <a:cxnLst/>
            <a:rect l="l" t="t" r="r" b="b"/>
            <a:pathLst>
              <a:path w="245109" h="255904">
                <a:moveTo>
                  <a:pt x="216141" y="88635"/>
                </a:moveTo>
                <a:lnTo>
                  <a:pt x="30968" y="88635"/>
                </a:lnTo>
                <a:lnTo>
                  <a:pt x="30968" y="0"/>
                </a:lnTo>
                <a:lnTo>
                  <a:pt x="214433" y="0"/>
                </a:lnTo>
                <a:lnTo>
                  <a:pt x="214433" y="19008"/>
                </a:lnTo>
                <a:lnTo>
                  <a:pt x="54462" y="19008"/>
                </a:lnTo>
                <a:lnTo>
                  <a:pt x="54462" y="69413"/>
                </a:lnTo>
                <a:lnTo>
                  <a:pt x="216141" y="69413"/>
                </a:lnTo>
                <a:lnTo>
                  <a:pt x="216141" y="88635"/>
                </a:lnTo>
                <a:close/>
              </a:path>
              <a:path w="245109" h="255904">
                <a:moveTo>
                  <a:pt x="133913" y="120031"/>
                </a:moveTo>
                <a:lnTo>
                  <a:pt x="110847" y="120031"/>
                </a:lnTo>
                <a:lnTo>
                  <a:pt x="110847" y="88635"/>
                </a:lnTo>
                <a:lnTo>
                  <a:pt x="133913" y="88635"/>
                </a:lnTo>
                <a:lnTo>
                  <a:pt x="133913" y="120031"/>
                </a:lnTo>
                <a:close/>
              </a:path>
              <a:path w="245109" h="255904">
                <a:moveTo>
                  <a:pt x="244974" y="139253"/>
                </a:moveTo>
                <a:lnTo>
                  <a:pt x="0" y="139253"/>
                </a:lnTo>
                <a:lnTo>
                  <a:pt x="0" y="120031"/>
                </a:lnTo>
                <a:lnTo>
                  <a:pt x="244974" y="120031"/>
                </a:lnTo>
                <a:lnTo>
                  <a:pt x="244974" y="139253"/>
                </a:lnTo>
                <a:close/>
              </a:path>
              <a:path w="245109" h="255904">
                <a:moveTo>
                  <a:pt x="122167" y="255653"/>
                </a:moveTo>
                <a:lnTo>
                  <a:pt x="83265" y="252343"/>
                </a:lnTo>
                <a:lnTo>
                  <a:pt x="54115" y="242945"/>
                </a:lnTo>
                <a:lnTo>
                  <a:pt x="35817" y="227781"/>
                </a:lnTo>
                <a:lnTo>
                  <a:pt x="29473" y="207171"/>
                </a:lnTo>
                <a:lnTo>
                  <a:pt x="35817" y="186654"/>
                </a:lnTo>
                <a:lnTo>
                  <a:pt x="54115" y="171503"/>
                </a:lnTo>
                <a:lnTo>
                  <a:pt x="83265" y="162119"/>
                </a:lnTo>
                <a:lnTo>
                  <a:pt x="122167" y="158902"/>
                </a:lnTo>
                <a:lnTo>
                  <a:pt x="160914" y="162119"/>
                </a:lnTo>
                <a:lnTo>
                  <a:pt x="189951" y="171503"/>
                </a:lnTo>
                <a:lnTo>
                  <a:pt x="197160" y="177484"/>
                </a:lnTo>
                <a:lnTo>
                  <a:pt x="122167" y="177484"/>
                </a:lnTo>
                <a:lnTo>
                  <a:pt x="93313" y="179509"/>
                </a:lnTo>
                <a:lnTo>
                  <a:pt x="71709" y="185359"/>
                </a:lnTo>
                <a:lnTo>
                  <a:pt x="58193" y="194693"/>
                </a:lnTo>
                <a:lnTo>
                  <a:pt x="53608" y="207171"/>
                </a:lnTo>
                <a:lnTo>
                  <a:pt x="58193" y="219735"/>
                </a:lnTo>
                <a:lnTo>
                  <a:pt x="71709" y="229036"/>
                </a:lnTo>
                <a:lnTo>
                  <a:pt x="93313" y="234773"/>
                </a:lnTo>
                <a:lnTo>
                  <a:pt x="122167" y="236645"/>
                </a:lnTo>
                <a:lnTo>
                  <a:pt x="197540" y="236645"/>
                </a:lnTo>
                <a:lnTo>
                  <a:pt x="189951" y="242945"/>
                </a:lnTo>
                <a:lnTo>
                  <a:pt x="160914" y="252343"/>
                </a:lnTo>
                <a:lnTo>
                  <a:pt x="122167" y="255653"/>
                </a:lnTo>
                <a:close/>
              </a:path>
              <a:path w="245109" h="255904">
                <a:moveTo>
                  <a:pt x="197540" y="236645"/>
                </a:moveTo>
                <a:lnTo>
                  <a:pt x="122167" y="236645"/>
                </a:lnTo>
                <a:lnTo>
                  <a:pt x="150903" y="234773"/>
                </a:lnTo>
                <a:lnTo>
                  <a:pt x="172491" y="229036"/>
                </a:lnTo>
                <a:lnTo>
                  <a:pt x="186110" y="219735"/>
                </a:lnTo>
                <a:lnTo>
                  <a:pt x="190939" y="207171"/>
                </a:lnTo>
                <a:lnTo>
                  <a:pt x="186110" y="194693"/>
                </a:lnTo>
                <a:lnTo>
                  <a:pt x="172491" y="185359"/>
                </a:lnTo>
                <a:lnTo>
                  <a:pt x="150903" y="179509"/>
                </a:lnTo>
                <a:lnTo>
                  <a:pt x="122167" y="177484"/>
                </a:lnTo>
                <a:lnTo>
                  <a:pt x="197160" y="177484"/>
                </a:lnTo>
                <a:lnTo>
                  <a:pt x="208216" y="186654"/>
                </a:lnTo>
                <a:lnTo>
                  <a:pt x="214646" y="207171"/>
                </a:lnTo>
                <a:lnTo>
                  <a:pt x="208216" y="227781"/>
                </a:lnTo>
                <a:lnTo>
                  <a:pt x="197540" y="236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6621209" y="7190168"/>
            <a:ext cx="231140" cy="267970"/>
          </a:xfrm>
          <a:custGeom>
            <a:avLst/>
            <a:gdLst/>
            <a:ahLst/>
            <a:cxnLst/>
            <a:rect l="l" t="t" r="r" b="b"/>
            <a:pathLst>
              <a:path w="231140" h="267970">
                <a:moveTo>
                  <a:pt x="229383" y="73257"/>
                </a:moveTo>
                <a:lnTo>
                  <a:pt x="206957" y="73257"/>
                </a:lnTo>
                <a:lnTo>
                  <a:pt x="206957" y="0"/>
                </a:lnTo>
                <a:lnTo>
                  <a:pt x="229383" y="0"/>
                </a:lnTo>
                <a:lnTo>
                  <a:pt x="229383" y="73257"/>
                </a:lnTo>
                <a:close/>
              </a:path>
              <a:path w="231140" h="267970">
                <a:moveTo>
                  <a:pt x="170863" y="160397"/>
                </a:moveTo>
                <a:lnTo>
                  <a:pt x="148650" y="160397"/>
                </a:lnTo>
                <a:lnTo>
                  <a:pt x="148650" y="5339"/>
                </a:lnTo>
                <a:lnTo>
                  <a:pt x="170863" y="5339"/>
                </a:lnTo>
                <a:lnTo>
                  <a:pt x="170863" y="73257"/>
                </a:lnTo>
                <a:lnTo>
                  <a:pt x="229383" y="73257"/>
                </a:lnTo>
                <a:lnTo>
                  <a:pt x="229383" y="92906"/>
                </a:lnTo>
                <a:lnTo>
                  <a:pt x="170863" y="92906"/>
                </a:lnTo>
                <a:lnTo>
                  <a:pt x="170863" y="160397"/>
                </a:lnTo>
                <a:close/>
              </a:path>
              <a:path w="231140" h="267970">
                <a:moveTo>
                  <a:pt x="229383" y="170008"/>
                </a:moveTo>
                <a:lnTo>
                  <a:pt x="206957" y="170008"/>
                </a:lnTo>
                <a:lnTo>
                  <a:pt x="206957" y="92906"/>
                </a:lnTo>
                <a:lnTo>
                  <a:pt x="229383" y="92906"/>
                </a:lnTo>
                <a:lnTo>
                  <a:pt x="229383" y="170008"/>
                </a:lnTo>
                <a:close/>
              </a:path>
              <a:path w="231140" h="267970">
                <a:moveTo>
                  <a:pt x="80946" y="32250"/>
                </a:moveTo>
                <a:lnTo>
                  <a:pt x="57452" y="32250"/>
                </a:lnTo>
                <a:lnTo>
                  <a:pt x="57452" y="1922"/>
                </a:lnTo>
                <a:lnTo>
                  <a:pt x="80946" y="1922"/>
                </a:lnTo>
                <a:lnTo>
                  <a:pt x="80946" y="32250"/>
                </a:lnTo>
                <a:close/>
              </a:path>
              <a:path w="231140" h="267970">
                <a:moveTo>
                  <a:pt x="137758" y="51258"/>
                </a:moveTo>
                <a:lnTo>
                  <a:pt x="0" y="51258"/>
                </a:lnTo>
                <a:lnTo>
                  <a:pt x="0" y="32250"/>
                </a:lnTo>
                <a:lnTo>
                  <a:pt x="137758" y="32250"/>
                </a:lnTo>
                <a:lnTo>
                  <a:pt x="137758" y="51258"/>
                </a:lnTo>
                <a:close/>
              </a:path>
              <a:path w="231140" h="267970">
                <a:moveTo>
                  <a:pt x="68985" y="157194"/>
                </a:moveTo>
                <a:lnTo>
                  <a:pt x="45775" y="153956"/>
                </a:lnTo>
                <a:lnTo>
                  <a:pt x="27631" y="144753"/>
                </a:lnTo>
                <a:lnTo>
                  <a:pt x="15854" y="130343"/>
                </a:lnTo>
                <a:lnTo>
                  <a:pt x="11746" y="111488"/>
                </a:lnTo>
                <a:lnTo>
                  <a:pt x="15854" y="92509"/>
                </a:lnTo>
                <a:lnTo>
                  <a:pt x="27631" y="78036"/>
                </a:lnTo>
                <a:lnTo>
                  <a:pt x="45775" y="68809"/>
                </a:lnTo>
                <a:lnTo>
                  <a:pt x="68985" y="65568"/>
                </a:lnTo>
                <a:lnTo>
                  <a:pt x="92416" y="68809"/>
                </a:lnTo>
                <a:lnTo>
                  <a:pt x="110660" y="78036"/>
                </a:lnTo>
                <a:lnTo>
                  <a:pt x="114976" y="83295"/>
                </a:lnTo>
                <a:lnTo>
                  <a:pt x="68985" y="83295"/>
                </a:lnTo>
                <a:lnTo>
                  <a:pt x="54335" y="85328"/>
                </a:lnTo>
                <a:lnTo>
                  <a:pt x="42929" y="91064"/>
                </a:lnTo>
                <a:lnTo>
                  <a:pt x="35527" y="99964"/>
                </a:lnTo>
                <a:lnTo>
                  <a:pt x="32891" y="111488"/>
                </a:lnTo>
                <a:lnTo>
                  <a:pt x="35527" y="122887"/>
                </a:lnTo>
                <a:lnTo>
                  <a:pt x="42929" y="131724"/>
                </a:lnTo>
                <a:lnTo>
                  <a:pt x="54335" y="137437"/>
                </a:lnTo>
                <a:lnTo>
                  <a:pt x="68985" y="139466"/>
                </a:lnTo>
                <a:lnTo>
                  <a:pt x="115017" y="139466"/>
                </a:lnTo>
                <a:lnTo>
                  <a:pt x="110660" y="144753"/>
                </a:lnTo>
                <a:lnTo>
                  <a:pt x="92416" y="153956"/>
                </a:lnTo>
                <a:lnTo>
                  <a:pt x="68985" y="157194"/>
                </a:lnTo>
                <a:close/>
              </a:path>
              <a:path w="231140" h="267970">
                <a:moveTo>
                  <a:pt x="115017" y="139466"/>
                </a:moveTo>
                <a:lnTo>
                  <a:pt x="68985" y="139466"/>
                </a:lnTo>
                <a:lnTo>
                  <a:pt x="83759" y="137437"/>
                </a:lnTo>
                <a:lnTo>
                  <a:pt x="95229" y="131724"/>
                </a:lnTo>
                <a:lnTo>
                  <a:pt x="102654" y="122887"/>
                </a:lnTo>
                <a:lnTo>
                  <a:pt x="105294" y="111488"/>
                </a:lnTo>
                <a:lnTo>
                  <a:pt x="102654" y="99964"/>
                </a:lnTo>
                <a:lnTo>
                  <a:pt x="95229" y="91064"/>
                </a:lnTo>
                <a:lnTo>
                  <a:pt x="83759" y="85328"/>
                </a:lnTo>
                <a:lnTo>
                  <a:pt x="68985" y="83295"/>
                </a:lnTo>
                <a:lnTo>
                  <a:pt x="114976" y="83295"/>
                </a:lnTo>
                <a:lnTo>
                  <a:pt x="122537" y="92509"/>
                </a:lnTo>
                <a:lnTo>
                  <a:pt x="126865" y="111488"/>
                </a:lnTo>
                <a:lnTo>
                  <a:pt x="122537" y="130343"/>
                </a:lnTo>
                <a:lnTo>
                  <a:pt x="115017" y="139466"/>
                </a:lnTo>
                <a:close/>
              </a:path>
              <a:path w="231140" h="267970">
                <a:moveTo>
                  <a:pt x="140748" y="267827"/>
                </a:moveTo>
                <a:lnTo>
                  <a:pt x="102758" y="264730"/>
                </a:lnTo>
                <a:lnTo>
                  <a:pt x="74378" y="255707"/>
                </a:lnTo>
                <a:lnTo>
                  <a:pt x="56651" y="241157"/>
                </a:lnTo>
                <a:lnTo>
                  <a:pt x="50618" y="221481"/>
                </a:lnTo>
                <a:lnTo>
                  <a:pt x="56651" y="201434"/>
                </a:lnTo>
                <a:lnTo>
                  <a:pt x="74378" y="186694"/>
                </a:lnTo>
                <a:lnTo>
                  <a:pt x="102758" y="177600"/>
                </a:lnTo>
                <a:lnTo>
                  <a:pt x="140748" y="174493"/>
                </a:lnTo>
                <a:lnTo>
                  <a:pt x="178618" y="177600"/>
                </a:lnTo>
                <a:lnTo>
                  <a:pt x="206957" y="186694"/>
                </a:lnTo>
                <a:lnTo>
                  <a:pt x="214648" y="193075"/>
                </a:lnTo>
                <a:lnTo>
                  <a:pt x="140748" y="193075"/>
                </a:lnTo>
                <a:lnTo>
                  <a:pt x="112646" y="194840"/>
                </a:lnTo>
                <a:lnTo>
                  <a:pt x="91652" y="200310"/>
                </a:lnTo>
                <a:lnTo>
                  <a:pt x="78546" y="209263"/>
                </a:lnTo>
                <a:lnTo>
                  <a:pt x="74111" y="221481"/>
                </a:lnTo>
                <a:lnTo>
                  <a:pt x="78546" y="233238"/>
                </a:lnTo>
                <a:lnTo>
                  <a:pt x="91652" y="242011"/>
                </a:lnTo>
                <a:lnTo>
                  <a:pt x="112646" y="247461"/>
                </a:lnTo>
                <a:lnTo>
                  <a:pt x="140748" y="249246"/>
                </a:lnTo>
                <a:lnTo>
                  <a:pt x="214847" y="249246"/>
                </a:lnTo>
                <a:lnTo>
                  <a:pt x="206957" y="255707"/>
                </a:lnTo>
                <a:lnTo>
                  <a:pt x="178618" y="264730"/>
                </a:lnTo>
                <a:lnTo>
                  <a:pt x="140748" y="267827"/>
                </a:lnTo>
                <a:close/>
              </a:path>
              <a:path w="231140" h="267970">
                <a:moveTo>
                  <a:pt x="214847" y="249246"/>
                </a:moveTo>
                <a:lnTo>
                  <a:pt x="140748" y="249246"/>
                </a:lnTo>
                <a:lnTo>
                  <a:pt x="168700" y="247461"/>
                </a:lnTo>
                <a:lnTo>
                  <a:pt x="189604" y="242011"/>
                </a:lnTo>
                <a:lnTo>
                  <a:pt x="202739" y="233238"/>
                </a:lnTo>
                <a:lnTo>
                  <a:pt x="207385" y="221481"/>
                </a:lnTo>
                <a:lnTo>
                  <a:pt x="202739" y="209263"/>
                </a:lnTo>
                <a:lnTo>
                  <a:pt x="189604" y="200310"/>
                </a:lnTo>
                <a:lnTo>
                  <a:pt x="168700" y="194840"/>
                </a:lnTo>
                <a:lnTo>
                  <a:pt x="140748" y="193075"/>
                </a:lnTo>
                <a:lnTo>
                  <a:pt x="214648" y="193075"/>
                </a:lnTo>
                <a:lnTo>
                  <a:pt x="224725" y="201434"/>
                </a:lnTo>
                <a:lnTo>
                  <a:pt x="230878" y="221481"/>
                </a:lnTo>
                <a:lnTo>
                  <a:pt x="224725" y="241157"/>
                </a:lnTo>
                <a:lnTo>
                  <a:pt x="214847" y="249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6970487" y="7190382"/>
            <a:ext cx="219710" cy="264795"/>
          </a:xfrm>
          <a:custGeom>
            <a:avLst/>
            <a:gdLst/>
            <a:ahLst/>
            <a:cxnLst/>
            <a:rect l="l" t="t" r="r" b="b"/>
            <a:pathLst>
              <a:path w="219709" h="264795">
                <a:moveTo>
                  <a:pt x="219559" y="153136"/>
                </a:moveTo>
                <a:lnTo>
                  <a:pt x="195851" y="153136"/>
                </a:lnTo>
                <a:lnTo>
                  <a:pt x="195851" y="89062"/>
                </a:lnTo>
                <a:lnTo>
                  <a:pt x="136263" y="89062"/>
                </a:lnTo>
                <a:lnTo>
                  <a:pt x="136263" y="69199"/>
                </a:lnTo>
                <a:lnTo>
                  <a:pt x="195851" y="69199"/>
                </a:lnTo>
                <a:lnTo>
                  <a:pt x="195851" y="0"/>
                </a:lnTo>
                <a:lnTo>
                  <a:pt x="219559" y="0"/>
                </a:lnTo>
                <a:lnTo>
                  <a:pt x="219559" y="153136"/>
                </a:lnTo>
                <a:close/>
              </a:path>
              <a:path w="219709" h="264795">
                <a:moveTo>
                  <a:pt x="10038" y="154844"/>
                </a:moveTo>
                <a:lnTo>
                  <a:pt x="0" y="136263"/>
                </a:lnTo>
                <a:lnTo>
                  <a:pt x="43531" y="119499"/>
                </a:lnTo>
                <a:lnTo>
                  <a:pt x="77222" y="96898"/>
                </a:lnTo>
                <a:lnTo>
                  <a:pt x="99879" y="69151"/>
                </a:lnTo>
                <a:lnTo>
                  <a:pt x="110313" y="36949"/>
                </a:lnTo>
                <a:lnTo>
                  <a:pt x="13882" y="36949"/>
                </a:lnTo>
                <a:lnTo>
                  <a:pt x="13882" y="17299"/>
                </a:lnTo>
                <a:lnTo>
                  <a:pt x="135622" y="17299"/>
                </a:lnTo>
                <a:lnTo>
                  <a:pt x="126782" y="64080"/>
                </a:lnTo>
                <a:lnTo>
                  <a:pt x="101743" y="103051"/>
                </a:lnTo>
                <a:lnTo>
                  <a:pt x="62248" y="133533"/>
                </a:lnTo>
                <a:lnTo>
                  <a:pt x="10038" y="154844"/>
                </a:lnTo>
                <a:close/>
              </a:path>
              <a:path w="219709" h="264795">
                <a:moveTo>
                  <a:pt x="219559" y="264410"/>
                </a:moveTo>
                <a:lnTo>
                  <a:pt x="45278" y="264410"/>
                </a:lnTo>
                <a:lnTo>
                  <a:pt x="45278" y="164455"/>
                </a:lnTo>
                <a:lnTo>
                  <a:pt x="219559" y="164455"/>
                </a:lnTo>
                <a:lnTo>
                  <a:pt x="219559" y="183464"/>
                </a:lnTo>
                <a:lnTo>
                  <a:pt x="68345" y="183464"/>
                </a:lnTo>
                <a:lnTo>
                  <a:pt x="68345" y="245188"/>
                </a:lnTo>
                <a:lnTo>
                  <a:pt x="219559" y="245188"/>
                </a:lnTo>
                <a:lnTo>
                  <a:pt x="219559" y="264410"/>
                </a:lnTo>
                <a:close/>
              </a:path>
              <a:path w="219709" h="264795">
                <a:moveTo>
                  <a:pt x="219559" y="245188"/>
                </a:moveTo>
                <a:lnTo>
                  <a:pt x="196065" y="245188"/>
                </a:lnTo>
                <a:lnTo>
                  <a:pt x="196065" y="183464"/>
                </a:lnTo>
                <a:lnTo>
                  <a:pt x="219559" y="183464"/>
                </a:lnTo>
                <a:lnTo>
                  <a:pt x="219559" y="2451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7234898" y="7203838"/>
            <a:ext cx="245110" cy="254635"/>
          </a:xfrm>
          <a:custGeom>
            <a:avLst/>
            <a:gdLst/>
            <a:ahLst/>
            <a:cxnLst/>
            <a:rect l="l" t="t" r="r" b="b"/>
            <a:pathLst>
              <a:path w="245109" h="254634">
                <a:moveTo>
                  <a:pt x="222762" y="19862"/>
                </a:moveTo>
                <a:lnTo>
                  <a:pt x="22425" y="19862"/>
                </a:lnTo>
                <a:lnTo>
                  <a:pt x="22425" y="0"/>
                </a:lnTo>
                <a:lnTo>
                  <a:pt x="222762" y="0"/>
                </a:lnTo>
                <a:lnTo>
                  <a:pt x="222762" y="19862"/>
                </a:lnTo>
                <a:close/>
              </a:path>
              <a:path w="245109" h="254634">
                <a:moveTo>
                  <a:pt x="22425" y="97819"/>
                </a:moveTo>
                <a:lnTo>
                  <a:pt x="13882" y="79024"/>
                </a:lnTo>
                <a:lnTo>
                  <a:pt x="47985" y="71777"/>
                </a:lnTo>
                <a:lnTo>
                  <a:pt x="77502" y="58854"/>
                </a:lnTo>
                <a:lnTo>
                  <a:pt x="98489" y="41225"/>
                </a:lnTo>
                <a:lnTo>
                  <a:pt x="107003" y="19862"/>
                </a:lnTo>
                <a:lnTo>
                  <a:pt x="137758" y="19862"/>
                </a:lnTo>
                <a:lnTo>
                  <a:pt x="146094" y="41135"/>
                </a:lnTo>
                <a:lnTo>
                  <a:pt x="148090" y="42822"/>
                </a:lnTo>
                <a:lnTo>
                  <a:pt x="122380" y="42822"/>
                </a:lnTo>
                <a:lnTo>
                  <a:pt x="106702" y="63264"/>
                </a:lnTo>
                <a:lnTo>
                  <a:pt x="83375" y="79491"/>
                </a:lnTo>
                <a:lnTo>
                  <a:pt x="54562" y="91133"/>
                </a:lnTo>
                <a:lnTo>
                  <a:pt x="22425" y="97819"/>
                </a:lnTo>
                <a:close/>
              </a:path>
              <a:path w="245109" h="254634">
                <a:moveTo>
                  <a:pt x="222335" y="97819"/>
                </a:moveTo>
                <a:lnTo>
                  <a:pt x="190183" y="91133"/>
                </a:lnTo>
                <a:lnTo>
                  <a:pt x="161345" y="79491"/>
                </a:lnTo>
                <a:lnTo>
                  <a:pt x="138013" y="63264"/>
                </a:lnTo>
                <a:lnTo>
                  <a:pt x="122380" y="42822"/>
                </a:lnTo>
                <a:lnTo>
                  <a:pt x="148090" y="42822"/>
                </a:lnTo>
                <a:lnTo>
                  <a:pt x="166965" y="58774"/>
                </a:lnTo>
                <a:lnTo>
                  <a:pt x="196565" y="71747"/>
                </a:lnTo>
                <a:lnTo>
                  <a:pt x="231092" y="79024"/>
                </a:lnTo>
                <a:lnTo>
                  <a:pt x="222335" y="97819"/>
                </a:lnTo>
                <a:close/>
              </a:path>
              <a:path w="245109" h="254634">
                <a:moveTo>
                  <a:pt x="244761" y="133700"/>
                </a:moveTo>
                <a:lnTo>
                  <a:pt x="0" y="133700"/>
                </a:lnTo>
                <a:lnTo>
                  <a:pt x="0" y="114051"/>
                </a:lnTo>
                <a:lnTo>
                  <a:pt x="244761" y="114051"/>
                </a:lnTo>
                <a:lnTo>
                  <a:pt x="244761" y="133700"/>
                </a:lnTo>
                <a:close/>
              </a:path>
              <a:path w="245109" h="254634">
                <a:moveTo>
                  <a:pt x="122167" y="254158"/>
                </a:moveTo>
                <a:lnTo>
                  <a:pt x="83265" y="250971"/>
                </a:lnTo>
                <a:lnTo>
                  <a:pt x="54115" y="241637"/>
                </a:lnTo>
                <a:lnTo>
                  <a:pt x="35817" y="226497"/>
                </a:lnTo>
                <a:lnTo>
                  <a:pt x="29473" y="205890"/>
                </a:lnTo>
                <a:lnTo>
                  <a:pt x="35817" y="185216"/>
                </a:lnTo>
                <a:lnTo>
                  <a:pt x="54115" y="169928"/>
                </a:lnTo>
                <a:lnTo>
                  <a:pt x="83265" y="160447"/>
                </a:lnTo>
                <a:lnTo>
                  <a:pt x="122167" y="157194"/>
                </a:lnTo>
                <a:lnTo>
                  <a:pt x="160914" y="160447"/>
                </a:lnTo>
                <a:lnTo>
                  <a:pt x="189951" y="169928"/>
                </a:lnTo>
                <a:lnTo>
                  <a:pt x="197192" y="175988"/>
                </a:lnTo>
                <a:lnTo>
                  <a:pt x="122167" y="175988"/>
                </a:lnTo>
                <a:lnTo>
                  <a:pt x="93313" y="178078"/>
                </a:lnTo>
                <a:lnTo>
                  <a:pt x="71709" y="183891"/>
                </a:lnTo>
                <a:lnTo>
                  <a:pt x="58193" y="193228"/>
                </a:lnTo>
                <a:lnTo>
                  <a:pt x="53608" y="205890"/>
                </a:lnTo>
                <a:lnTo>
                  <a:pt x="58193" y="218300"/>
                </a:lnTo>
                <a:lnTo>
                  <a:pt x="71709" y="227488"/>
                </a:lnTo>
                <a:lnTo>
                  <a:pt x="93313" y="233191"/>
                </a:lnTo>
                <a:lnTo>
                  <a:pt x="122167" y="235150"/>
                </a:lnTo>
                <a:lnTo>
                  <a:pt x="197777" y="235150"/>
                </a:lnTo>
                <a:lnTo>
                  <a:pt x="189951" y="241637"/>
                </a:lnTo>
                <a:lnTo>
                  <a:pt x="160914" y="250971"/>
                </a:lnTo>
                <a:lnTo>
                  <a:pt x="122167" y="254158"/>
                </a:lnTo>
                <a:close/>
              </a:path>
              <a:path w="245109" h="254634">
                <a:moveTo>
                  <a:pt x="197777" y="235150"/>
                </a:moveTo>
                <a:lnTo>
                  <a:pt x="122167" y="235150"/>
                </a:lnTo>
                <a:lnTo>
                  <a:pt x="150903" y="233191"/>
                </a:lnTo>
                <a:lnTo>
                  <a:pt x="172491" y="227488"/>
                </a:lnTo>
                <a:lnTo>
                  <a:pt x="186110" y="218300"/>
                </a:lnTo>
                <a:lnTo>
                  <a:pt x="190939" y="205890"/>
                </a:lnTo>
                <a:lnTo>
                  <a:pt x="186110" y="193228"/>
                </a:lnTo>
                <a:lnTo>
                  <a:pt x="172491" y="183891"/>
                </a:lnTo>
                <a:lnTo>
                  <a:pt x="150903" y="178078"/>
                </a:lnTo>
                <a:lnTo>
                  <a:pt x="122167" y="175988"/>
                </a:lnTo>
                <a:lnTo>
                  <a:pt x="197192" y="175988"/>
                </a:lnTo>
                <a:lnTo>
                  <a:pt x="208216" y="185216"/>
                </a:lnTo>
                <a:lnTo>
                  <a:pt x="214646" y="205890"/>
                </a:lnTo>
                <a:lnTo>
                  <a:pt x="208216" y="226497"/>
                </a:lnTo>
                <a:lnTo>
                  <a:pt x="197777" y="235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7790" y="4615812"/>
            <a:ext cx="7812238" cy="4375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68591" y="3366493"/>
            <a:ext cx="370205" cy="417195"/>
          </a:xfrm>
          <a:custGeom>
            <a:avLst/>
            <a:gdLst/>
            <a:ahLst/>
            <a:cxnLst/>
            <a:rect l="l" t="t" r="r" b="b"/>
            <a:pathLst>
              <a:path w="370204" h="417195">
                <a:moveTo>
                  <a:pt x="182308" y="417004"/>
                </a:moveTo>
                <a:lnTo>
                  <a:pt x="132226" y="413442"/>
                </a:lnTo>
                <a:lnTo>
                  <a:pt x="88639" y="401078"/>
                </a:lnTo>
                <a:lnTo>
                  <a:pt x="57835" y="377399"/>
                </a:lnTo>
                <a:lnTo>
                  <a:pt x="46101" y="339890"/>
                </a:lnTo>
                <a:lnTo>
                  <a:pt x="46834" y="329242"/>
                </a:lnTo>
                <a:lnTo>
                  <a:pt x="71404" y="289440"/>
                </a:lnTo>
                <a:lnTo>
                  <a:pt x="109070" y="271629"/>
                </a:lnTo>
                <a:lnTo>
                  <a:pt x="157005" y="264085"/>
                </a:lnTo>
                <a:lnTo>
                  <a:pt x="182308" y="263194"/>
                </a:lnTo>
                <a:lnTo>
                  <a:pt x="195012" y="263417"/>
                </a:lnTo>
                <a:lnTo>
                  <a:pt x="244020" y="268865"/>
                </a:lnTo>
                <a:lnTo>
                  <a:pt x="284935" y="283900"/>
                </a:lnTo>
                <a:lnTo>
                  <a:pt x="306916" y="303009"/>
                </a:lnTo>
                <a:lnTo>
                  <a:pt x="182727" y="303009"/>
                </a:lnTo>
                <a:lnTo>
                  <a:pt x="174044" y="303140"/>
                </a:lnTo>
                <a:lnTo>
                  <a:pt x="134635" y="307776"/>
                </a:lnTo>
                <a:lnTo>
                  <a:pt x="98278" y="327875"/>
                </a:lnTo>
                <a:lnTo>
                  <a:pt x="95973" y="333603"/>
                </a:lnTo>
                <a:lnTo>
                  <a:pt x="95973" y="346735"/>
                </a:lnTo>
                <a:lnTo>
                  <a:pt x="127956" y="370654"/>
                </a:lnTo>
                <a:lnTo>
                  <a:pt x="165596" y="376666"/>
                </a:lnTo>
                <a:lnTo>
                  <a:pt x="182727" y="377190"/>
                </a:lnTo>
                <a:lnTo>
                  <a:pt x="306917" y="377190"/>
                </a:lnTo>
                <a:lnTo>
                  <a:pt x="306781" y="377399"/>
                </a:lnTo>
                <a:lnTo>
                  <a:pt x="275767" y="401078"/>
                </a:lnTo>
                <a:lnTo>
                  <a:pt x="232181" y="413442"/>
                </a:lnTo>
                <a:lnTo>
                  <a:pt x="195012" y="416781"/>
                </a:lnTo>
                <a:lnTo>
                  <a:pt x="182308" y="417004"/>
                </a:lnTo>
                <a:close/>
              </a:path>
              <a:path w="370204" h="417195">
                <a:moveTo>
                  <a:pt x="306917" y="377190"/>
                </a:moveTo>
                <a:lnTo>
                  <a:pt x="182727" y="377190"/>
                </a:lnTo>
                <a:lnTo>
                  <a:pt x="191227" y="377059"/>
                </a:lnTo>
                <a:lnTo>
                  <a:pt x="199543" y="376666"/>
                </a:lnTo>
                <a:lnTo>
                  <a:pt x="243078" y="368598"/>
                </a:lnTo>
                <a:lnTo>
                  <a:pt x="268643" y="333184"/>
                </a:lnTo>
                <a:lnTo>
                  <a:pt x="266268" y="327526"/>
                </a:lnTo>
                <a:lnTo>
                  <a:pt x="229928" y="307776"/>
                </a:lnTo>
                <a:lnTo>
                  <a:pt x="191044" y="303140"/>
                </a:lnTo>
                <a:lnTo>
                  <a:pt x="182727" y="303009"/>
                </a:lnTo>
                <a:lnTo>
                  <a:pt x="306916" y="303009"/>
                </a:lnTo>
                <a:lnTo>
                  <a:pt x="311915" y="310723"/>
                </a:lnTo>
                <a:lnTo>
                  <a:pt x="315582" y="319616"/>
                </a:lnTo>
                <a:lnTo>
                  <a:pt x="317782" y="329478"/>
                </a:lnTo>
                <a:lnTo>
                  <a:pt x="318516" y="340309"/>
                </a:lnTo>
                <a:lnTo>
                  <a:pt x="317782" y="350956"/>
                </a:lnTo>
                <a:lnTo>
                  <a:pt x="315582" y="360687"/>
                </a:lnTo>
                <a:lnTo>
                  <a:pt x="311915" y="369502"/>
                </a:lnTo>
                <a:lnTo>
                  <a:pt x="306917" y="377190"/>
                </a:lnTo>
                <a:close/>
              </a:path>
              <a:path w="370204" h="417195">
                <a:moveTo>
                  <a:pt x="109385" y="243916"/>
                </a:moveTo>
                <a:lnTo>
                  <a:pt x="64056" y="237014"/>
                </a:lnTo>
                <a:lnTo>
                  <a:pt x="28603" y="215522"/>
                </a:lnTo>
                <a:lnTo>
                  <a:pt x="11001" y="179270"/>
                </a:lnTo>
                <a:lnTo>
                  <a:pt x="10477" y="170154"/>
                </a:lnTo>
                <a:lnTo>
                  <a:pt x="10988" y="161026"/>
                </a:lnTo>
                <a:lnTo>
                  <a:pt x="28236" y="124472"/>
                </a:lnTo>
                <a:lnTo>
                  <a:pt x="63637" y="103164"/>
                </a:lnTo>
                <a:lnTo>
                  <a:pt x="109385" y="95973"/>
                </a:lnTo>
                <a:lnTo>
                  <a:pt x="118945" y="96262"/>
                </a:lnTo>
                <a:lnTo>
                  <a:pt x="163658" y="106294"/>
                </a:lnTo>
                <a:lnTo>
                  <a:pt x="196099" y="130549"/>
                </a:lnTo>
                <a:lnTo>
                  <a:pt x="197348" y="132435"/>
                </a:lnTo>
                <a:lnTo>
                  <a:pt x="102120" y="132435"/>
                </a:lnTo>
                <a:lnTo>
                  <a:pt x="95345" y="133273"/>
                </a:lnTo>
                <a:lnTo>
                  <a:pt x="58394" y="158559"/>
                </a:lnTo>
                <a:lnTo>
                  <a:pt x="56997" y="164007"/>
                </a:lnTo>
                <a:lnTo>
                  <a:pt x="56997" y="176301"/>
                </a:lnTo>
                <a:lnTo>
                  <a:pt x="95345" y="206267"/>
                </a:lnTo>
                <a:lnTo>
                  <a:pt x="102120" y="207035"/>
                </a:lnTo>
                <a:lnTo>
                  <a:pt x="196904" y="207035"/>
                </a:lnTo>
                <a:lnTo>
                  <a:pt x="195497" y="209052"/>
                </a:lnTo>
                <a:lnTo>
                  <a:pt x="162872" y="233543"/>
                </a:lnTo>
                <a:lnTo>
                  <a:pt x="118749" y="243628"/>
                </a:lnTo>
                <a:lnTo>
                  <a:pt x="109385" y="243916"/>
                </a:lnTo>
                <a:close/>
              </a:path>
              <a:path w="370204" h="417195">
                <a:moveTo>
                  <a:pt x="196904" y="207035"/>
                </a:moveTo>
                <a:lnTo>
                  <a:pt x="116649" y="207035"/>
                </a:lnTo>
                <a:lnTo>
                  <a:pt x="123494" y="206267"/>
                </a:lnTo>
                <a:lnTo>
                  <a:pt x="136347" y="203193"/>
                </a:lnTo>
                <a:lnTo>
                  <a:pt x="162610" y="176301"/>
                </a:lnTo>
                <a:lnTo>
                  <a:pt x="162610" y="164007"/>
                </a:lnTo>
                <a:lnTo>
                  <a:pt x="123494" y="133273"/>
                </a:lnTo>
                <a:lnTo>
                  <a:pt x="116649" y="132435"/>
                </a:lnTo>
                <a:lnTo>
                  <a:pt x="197348" y="132435"/>
                </a:lnTo>
                <a:lnTo>
                  <a:pt x="208711" y="170154"/>
                </a:lnTo>
                <a:lnTo>
                  <a:pt x="208174" y="179086"/>
                </a:lnTo>
                <a:lnTo>
                  <a:pt x="206563" y="187442"/>
                </a:lnTo>
                <a:lnTo>
                  <a:pt x="203879" y="195222"/>
                </a:lnTo>
                <a:lnTo>
                  <a:pt x="200120" y="202425"/>
                </a:lnTo>
                <a:lnTo>
                  <a:pt x="196904" y="207035"/>
                </a:lnTo>
                <a:close/>
              </a:path>
              <a:path w="370204" h="417195">
                <a:moveTo>
                  <a:pt x="304406" y="253555"/>
                </a:moveTo>
                <a:lnTo>
                  <a:pt x="265709" y="253555"/>
                </a:lnTo>
                <a:lnTo>
                  <a:pt x="265709" y="8801"/>
                </a:lnTo>
                <a:lnTo>
                  <a:pt x="312648" y="8801"/>
                </a:lnTo>
                <a:lnTo>
                  <a:pt x="312648" y="62445"/>
                </a:lnTo>
                <a:lnTo>
                  <a:pt x="370065" y="62445"/>
                </a:lnTo>
                <a:lnTo>
                  <a:pt x="370065" y="102679"/>
                </a:lnTo>
                <a:lnTo>
                  <a:pt x="312648" y="102679"/>
                </a:lnTo>
                <a:lnTo>
                  <a:pt x="312648" y="158000"/>
                </a:lnTo>
                <a:lnTo>
                  <a:pt x="370065" y="158000"/>
                </a:lnTo>
                <a:lnTo>
                  <a:pt x="370065" y="198234"/>
                </a:lnTo>
                <a:lnTo>
                  <a:pt x="312648" y="198234"/>
                </a:lnTo>
                <a:lnTo>
                  <a:pt x="312648" y="245173"/>
                </a:lnTo>
                <a:lnTo>
                  <a:pt x="312369" y="249085"/>
                </a:lnTo>
                <a:lnTo>
                  <a:pt x="310972" y="251460"/>
                </a:lnTo>
                <a:lnTo>
                  <a:pt x="305943" y="253136"/>
                </a:lnTo>
                <a:lnTo>
                  <a:pt x="304406" y="253555"/>
                </a:lnTo>
                <a:close/>
              </a:path>
              <a:path w="370204" h="417195">
                <a:moveTo>
                  <a:pt x="132854" y="44005"/>
                </a:moveTo>
                <a:lnTo>
                  <a:pt x="84239" y="44005"/>
                </a:lnTo>
                <a:lnTo>
                  <a:pt x="84239" y="0"/>
                </a:lnTo>
                <a:lnTo>
                  <a:pt x="132854" y="0"/>
                </a:lnTo>
                <a:lnTo>
                  <a:pt x="132854" y="44005"/>
                </a:lnTo>
                <a:close/>
              </a:path>
              <a:path w="370204" h="417195">
                <a:moveTo>
                  <a:pt x="217093" y="81724"/>
                </a:moveTo>
                <a:lnTo>
                  <a:pt x="0" y="81724"/>
                </a:lnTo>
                <a:lnTo>
                  <a:pt x="0" y="44005"/>
                </a:lnTo>
                <a:lnTo>
                  <a:pt x="217093" y="44005"/>
                </a:lnTo>
                <a:lnTo>
                  <a:pt x="217093" y="81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57097" y="3366493"/>
            <a:ext cx="377190" cy="408305"/>
          </a:xfrm>
          <a:custGeom>
            <a:avLst/>
            <a:gdLst/>
            <a:ahLst/>
            <a:cxnLst/>
            <a:rect l="l" t="t" r="r" b="b"/>
            <a:pathLst>
              <a:path w="377189" h="408304">
                <a:moveTo>
                  <a:pt x="190690" y="238887"/>
                </a:moveTo>
                <a:lnTo>
                  <a:pt x="143751" y="234276"/>
                </a:lnTo>
                <a:lnTo>
                  <a:pt x="101631" y="220446"/>
                </a:lnTo>
                <a:lnTo>
                  <a:pt x="66414" y="191148"/>
                </a:lnTo>
                <a:lnTo>
                  <a:pt x="59931" y="167220"/>
                </a:lnTo>
                <a:lnTo>
                  <a:pt x="60664" y="158105"/>
                </a:lnTo>
                <a:lnTo>
                  <a:pt x="85182" y="121905"/>
                </a:lnTo>
                <a:lnTo>
                  <a:pt x="122220" y="103884"/>
                </a:lnTo>
                <a:lnTo>
                  <a:pt x="167587" y="95345"/>
                </a:lnTo>
                <a:lnTo>
                  <a:pt x="190690" y="94297"/>
                </a:lnTo>
                <a:lnTo>
                  <a:pt x="202228" y="94572"/>
                </a:lnTo>
                <a:lnTo>
                  <a:pt x="248342" y="101199"/>
                </a:lnTo>
                <a:lnTo>
                  <a:pt x="287803" y="117203"/>
                </a:lnTo>
                <a:lnTo>
                  <a:pt x="306669" y="132435"/>
                </a:lnTo>
                <a:lnTo>
                  <a:pt x="190690" y="132435"/>
                </a:lnTo>
                <a:lnTo>
                  <a:pt x="183906" y="132566"/>
                </a:lnTo>
                <a:lnTo>
                  <a:pt x="142140" y="138970"/>
                </a:lnTo>
                <a:lnTo>
                  <a:pt x="108546" y="161353"/>
                </a:lnTo>
                <a:lnTo>
                  <a:pt x="108546" y="172808"/>
                </a:lnTo>
                <a:lnTo>
                  <a:pt x="141721" y="194645"/>
                </a:lnTo>
                <a:lnTo>
                  <a:pt x="183722" y="201443"/>
                </a:lnTo>
                <a:lnTo>
                  <a:pt x="190690" y="201587"/>
                </a:lnTo>
                <a:lnTo>
                  <a:pt x="306827" y="201587"/>
                </a:lnTo>
                <a:lnTo>
                  <a:pt x="302996" y="205489"/>
                </a:lnTo>
                <a:lnTo>
                  <a:pt x="269297" y="225410"/>
                </a:lnTo>
                <a:lnTo>
                  <a:pt x="225384" y="236411"/>
                </a:lnTo>
                <a:lnTo>
                  <a:pt x="202228" y="238611"/>
                </a:lnTo>
                <a:lnTo>
                  <a:pt x="190690" y="238887"/>
                </a:lnTo>
                <a:close/>
              </a:path>
              <a:path w="377189" h="408304">
                <a:moveTo>
                  <a:pt x="306827" y="201587"/>
                </a:moveTo>
                <a:lnTo>
                  <a:pt x="190690" y="201587"/>
                </a:lnTo>
                <a:lnTo>
                  <a:pt x="197841" y="201443"/>
                </a:lnTo>
                <a:lnTo>
                  <a:pt x="205044" y="201010"/>
                </a:lnTo>
                <a:lnTo>
                  <a:pt x="246221" y="192576"/>
                </a:lnTo>
                <a:lnTo>
                  <a:pt x="273672" y="172808"/>
                </a:lnTo>
                <a:lnTo>
                  <a:pt x="273672" y="161074"/>
                </a:lnTo>
                <a:lnTo>
                  <a:pt x="240078" y="138853"/>
                </a:lnTo>
                <a:lnTo>
                  <a:pt x="197841" y="132566"/>
                </a:lnTo>
                <a:lnTo>
                  <a:pt x="190690" y="132435"/>
                </a:lnTo>
                <a:lnTo>
                  <a:pt x="306669" y="132435"/>
                </a:lnTo>
                <a:lnTo>
                  <a:pt x="321030" y="167220"/>
                </a:lnTo>
                <a:lnTo>
                  <a:pt x="320297" y="176126"/>
                </a:lnTo>
                <a:lnTo>
                  <a:pt x="318096" y="184404"/>
                </a:lnTo>
                <a:lnTo>
                  <a:pt x="314429" y="192052"/>
                </a:lnTo>
                <a:lnTo>
                  <a:pt x="309295" y="199072"/>
                </a:lnTo>
                <a:lnTo>
                  <a:pt x="306827" y="201587"/>
                </a:lnTo>
                <a:close/>
              </a:path>
              <a:path w="377189" h="408304">
                <a:moveTo>
                  <a:pt x="213321" y="43586"/>
                </a:moveTo>
                <a:lnTo>
                  <a:pt x="165544" y="43586"/>
                </a:lnTo>
                <a:lnTo>
                  <a:pt x="165544" y="0"/>
                </a:lnTo>
                <a:lnTo>
                  <a:pt x="213321" y="0"/>
                </a:lnTo>
                <a:lnTo>
                  <a:pt x="213321" y="43586"/>
                </a:lnTo>
                <a:close/>
              </a:path>
              <a:path w="377189" h="408304">
                <a:moveTo>
                  <a:pt x="340728" y="82981"/>
                </a:moveTo>
                <a:lnTo>
                  <a:pt x="38976" y="82981"/>
                </a:lnTo>
                <a:lnTo>
                  <a:pt x="38976" y="43586"/>
                </a:lnTo>
                <a:lnTo>
                  <a:pt x="340728" y="43586"/>
                </a:lnTo>
                <a:lnTo>
                  <a:pt x="340728" y="82981"/>
                </a:lnTo>
                <a:close/>
              </a:path>
              <a:path w="377189" h="408304">
                <a:moveTo>
                  <a:pt x="369646" y="294208"/>
                </a:moveTo>
                <a:lnTo>
                  <a:pt x="0" y="294208"/>
                </a:lnTo>
                <a:lnTo>
                  <a:pt x="0" y="254393"/>
                </a:lnTo>
                <a:lnTo>
                  <a:pt x="377190" y="254393"/>
                </a:lnTo>
                <a:lnTo>
                  <a:pt x="377190" y="285826"/>
                </a:lnTo>
                <a:lnTo>
                  <a:pt x="376910" y="289737"/>
                </a:lnTo>
                <a:lnTo>
                  <a:pt x="375653" y="292112"/>
                </a:lnTo>
                <a:lnTo>
                  <a:pt x="371182" y="293789"/>
                </a:lnTo>
                <a:lnTo>
                  <a:pt x="369646" y="294208"/>
                </a:lnTo>
                <a:close/>
              </a:path>
              <a:path w="377189" h="408304">
                <a:moveTo>
                  <a:pt x="205359" y="408203"/>
                </a:moveTo>
                <a:lnTo>
                  <a:pt x="165125" y="408203"/>
                </a:lnTo>
                <a:lnTo>
                  <a:pt x="165125" y="294208"/>
                </a:lnTo>
                <a:lnTo>
                  <a:pt x="212902" y="294208"/>
                </a:lnTo>
                <a:lnTo>
                  <a:pt x="212902" y="399821"/>
                </a:lnTo>
                <a:lnTo>
                  <a:pt x="212623" y="403733"/>
                </a:lnTo>
                <a:lnTo>
                  <a:pt x="211366" y="406107"/>
                </a:lnTo>
                <a:lnTo>
                  <a:pt x="206895" y="407784"/>
                </a:lnTo>
                <a:lnTo>
                  <a:pt x="205359" y="4082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68387" y="3375713"/>
            <a:ext cx="367665" cy="402590"/>
          </a:xfrm>
          <a:custGeom>
            <a:avLst/>
            <a:gdLst/>
            <a:ahLst/>
            <a:cxnLst/>
            <a:rect l="l" t="t" r="r" b="b"/>
            <a:pathLst>
              <a:path w="367664" h="402589">
                <a:moveTo>
                  <a:pt x="305244" y="209550"/>
                </a:moveTo>
                <a:lnTo>
                  <a:pt x="264033" y="209550"/>
                </a:lnTo>
                <a:lnTo>
                  <a:pt x="264033" y="0"/>
                </a:lnTo>
                <a:lnTo>
                  <a:pt x="311391" y="0"/>
                </a:lnTo>
                <a:lnTo>
                  <a:pt x="311391" y="71666"/>
                </a:lnTo>
                <a:lnTo>
                  <a:pt x="367550" y="71666"/>
                </a:lnTo>
                <a:lnTo>
                  <a:pt x="367550" y="111899"/>
                </a:lnTo>
                <a:lnTo>
                  <a:pt x="311391" y="111899"/>
                </a:lnTo>
                <a:lnTo>
                  <a:pt x="311391" y="203403"/>
                </a:lnTo>
                <a:lnTo>
                  <a:pt x="310553" y="205359"/>
                </a:lnTo>
                <a:lnTo>
                  <a:pt x="307200" y="208711"/>
                </a:lnTo>
                <a:lnTo>
                  <a:pt x="305244" y="209550"/>
                </a:lnTo>
                <a:close/>
              </a:path>
              <a:path w="367664" h="402589">
                <a:moveTo>
                  <a:pt x="180073" y="204101"/>
                </a:moveTo>
                <a:lnTo>
                  <a:pt x="18021" y="204101"/>
                </a:lnTo>
                <a:lnTo>
                  <a:pt x="11874" y="201656"/>
                </a:lnTo>
                <a:lnTo>
                  <a:pt x="2374" y="191877"/>
                </a:lnTo>
                <a:lnTo>
                  <a:pt x="111" y="186220"/>
                </a:lnTo>
                <a:lnTo>
                  <a:pt x="0" y="7543"/>
                </a:lnTo>
                <a:lnTo>
                  <a:pt x="46101" y="7543"/>
                </a:lnTo>
                <a:lnTo>
                  <a:pt x="46101" y="69151"/>
                </a:lnTo>
                <a:lnTo>
                  <a:pt x="198653" y="69151"/>
                </a:lnTo>
                <a:lnTo>
                  <a:pt x="198653" y="105613"/>
                </a:lnTo>
                <a:lnTo>
                  <a:pt x="46101" y="105613"/>
                </a:lnTo>
                <a:lnTo>
                  <a:pt x="46101" y="166243"/>
                </a:lnTo>
                <a:lnTo>
                  <a:pt x="47498" y="167640"/>
                </a:lnTo>
                <a:lnTo>
                  <a:pt x="198653" y="167640"/>
                </a:lnTo>
                <a:lnTo>
                  <a:pt x="198653" y="186220"/>
                </a:lnTo>
                <a:lnTo>
                  <a:pt x="196138" y="192227"/>
                </a:lnTo>
                <a:lnTo>
                  <a:pt x="186080" y="201726"/>
                </a:lnTo>
                <a:lnTo>
                  <a:pt x="180073" y="204101"/>
                </a:lnTo>
                <a:close/>
              </a:path>
              <a:path w="367664" h="402589">
                <a:moveTo>
                  <a:pt x="198653" y="69151"/>
                </a:moveTo>
                <a:lnTo>
                  <a:pt x="152552" y="69151"/>
                </a:lnTo>
                <a:lnTo>
                  <a:pt x="152552" y="7543"/>
                </a:lnTo>
                <a:lnTo>
                  <a:pt x="198653" y="7543"/>
                </a:lnTo>
                <a:lnTo>
                  <a:pt x="198653" y="69151"/>
                </a:lnTo>
                <a:close/>
              </a:path>
              <a:path w="367664" h="402589">
                <a:moveTo>
                  <a:pt x="198653" y="167640"/>
                </a:moveTo>
                <a:lnTo>
                  <a:pt x="151155" y="167640"/>
                </a:lnTo>
                <a:lnTo>
                  <a:pt x="152552" y="166243"/>
                </a:lnTo>
                <a:lnTo>
                  <a:pt x="152552" y="105613"/>
                </a:lnTo>
                <a:lnTo>
                  <a:pt x="198653" y="105613"/>
                </a:lnTo>
                <a:lnTo>
                  <a:pt x="198653" y="167640"/>
                </a:lnTo>
                <a:close/>
              </a:path>
              <a:path w="367664" h="402589">
                <a:moveTo>
                  <a:pt x="315302" y="402336"/>
                </a:moveTo>
                <a:lnTo>
                  <a:pt x="77952" y="402336"/>
                </a:lnTo>
                <a:lnTo>
                  <a:pt x="66767" y="400764"/>
                </a:lnTo>
                <a:lnTo>
                  <a:pt x="58778" y="396049"/>
                </a:lnTo>
                <a:lnTo>
                  <a:pt x="53985" y="388191"/>
                </a:lnTo>
                <a:lnTo>
                  <a:pt x="52387" y="377190"/>
                </a:lnTo>
                <a:lnTo>
                  <a:pt x="52387" y="297980"/>
                </a:lnTo>
                <a:lnTo>
                  <a:pt x="263055" y="297980"/>
                </a:lnTo>
                <a:lnTo>
                  <a:pt x="264452" y="296583"/>
                </a:lnTo>
                <a:lnTo>
                  <a:pt x="264452" y="267804"/>
                </a:lnTo>
                <a:lnTo>
                  <a:pt x="52387" y="267804"/>
                </a:lnTo>
                <a:lnTo>
                  <a:pt x="52387" y="230505"/>
                </a:lnTo>
                <a:lnTo>
                  <a:pt x="312229" y="230505"/>
                </a:lnTo>
                <a:lnTo>
                  <a:pt x="312229" y="316280"/>
                </a:lnTo>
                <a:lnTo>
                  <a:pt x="309784" y="322427"/>
                </a:lnTo>
                <a:lnTo>
                  <a:pt x="300005" y="331368"/>
                </a:lnTo>
                <a:lnTo>
                  <a:pt x="293928" y="333603"/>
                </a:lnTo>
                <a:lnTo>
                  <a:pt x="100164" y="333603"/>
                </a:lnTo>
                <a:lnTo>
                  <a:pt x="100164" y="362800"/>
                </a:lnTo>
                <a:lnTo>
                  <a:pt x="101561" y="364197"/>
                </a:lnTo>
                <a:lnTo>
                  <a:pt x="321449" y="364197"/>
                </a:lnTo>
                <a:lnTo>
                  <a:pt x="321449" y="396189"/>
                </a:lnTo>
                <a:lnTo>
                  <a:pt x="320611" y="398145"/>
                </a:lnTo>
                <a:lnTo>
                  <a:pt x="317258" y="401497"/>
                </a:lnTo>
                <a:lnTo>
                  <a:pt x="315302" y="402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44739" y="3375713"/>
            <a:ext cx="356235" cy="399415"/>
          </a:xfrm>
          <a:custGeom>
            <a:avLst/>
            <a:gdLst/>
            <a:ahLst/>
            <a:cxnLst/>
            <a:rect l="l" t="t" r="r" b="b"/>
            <a:pathLst>
              <a:path w="356235" h="399414">
                <a:moveTo>
                  <a:pt x="338912" y="289598"/>
                </a:moveTo>
                <a:lnTo>
                  <a:pt x="297561" y="289598"/>
                </a:lnTo>
                <a:lnTo>
                  <a:pt x="297561" y="130759"/>
                </a:lnTo>
                <a:lnTo>
                  <a:pt x="210388" y="130759"/>
                </a:lnTo>
                <a:lnTo>
                  <a:pt x="210388" y="90106"/>
                </a:lnTo>
                <a:lnTo>
                  <a:pt x="297561" y="90106"/>
                </a:lnTo>
                <a:lnTo>
                  <a:pt x="297561" y="0"/>
                </a:lnTo>
                <a:lnTo>
                  <a:pt x="346176" y="0"/>
                </a:lnTo>
                <a:lnTo>
                  <a:pt x="346176" y="281216"/>
                </a:lnTo>
                <a:lnTo>
                  <a:pt x="345897" y="284848"/>
                </a:lnTo>
                <a:lnTo>
                  <a:pt x="344709" y="287153"/>
                </a:lnTo>
                <a:lnTo>
                  <a:pt x="340518" y="289109"/>
                </a:lnTo>
                <a:lnTo>
                  <a:pt x="338912" y="289598"/>
                </a:lnTo>
                <a:close/>
              </a:path>
              <a:path w="356235" h="399414">
                <a:moveTo>
                  <a:pt x="233019" y="50711"/>
                </a:moveTo>
                <a:lnTo>
                  <a:pt x="25984" y="50711"/>
                </a:lnTo>
                <a:lnTo>
                  <a:pt x="25984" y="12153"/>
                </a:lnTo>
                <a:lnTo>
                  <a:pt x="233019" y="12153"/>
                </a:lnTo>
                <a:lnTo>
                  <a:pt x="233019" y="50711"/>
                </a:lnTo>
                <a:close/>
              </a:path>
              <a:path w="356235" h="399414">
                <a:moveTo>
                  <a:pt x="30175" y="244335"/>
                </a:moveTo>
                <a:lnTo>
                  <a:pt x="0" y="213741"/>
                </a:lnTo>
                <a:lnTo>
                  <a:pt x="11106" y="208724"/>
                </a:lnTo>
                <a:lnTo>
                  <a:pt x="21793" y="203315"/>
                </a:lnTo>
                <a:lnTo>
                  <a:pt x="59826" y="178222"/>
                </a:lnTo>
                <a:lnTo>
                  <a:pt x="87329" y="150299"/>
                </a:lnTo>
                <a:lnTo>
                  <a:pt x="103871" y="114492"/>
                </a:lnTo>
                <a:lnTo>
                  <a:pt x="104355" y="107708"/>
                </a:lnTo>
                <a:lnTo>
                  <a:pt x="104355" y="50711"/>
                </a:lnTo>
                <a:lnTo>
                  <a:pt x="152971" y="50711"/>
                </a:lnTo>
                <a:lnTo>
                  <a:pt x="152971" y="107708"/>
                </a:lnTo>
                <a:lnTo>
                  <a:pt x="153600" y="115776"/>
                </a:lnTo>
                <a:lnTo>
                  <a:pt x="174345" y="152761"/>
                </a:lnTo>
                <a:lnTo>
                  <a:pt x="190903" y="167640"/>
                </a:lnTo>
                <a:lnTo>
                  <a:pt x="130340" y="167640"/>
                </a:lnTo>
                <a:lnTo>
                  <a:pt x="102808" y="195772"/>
                </a:lnTo>
                <a:lnTo>
                  <a:pt x="70251" y="222018"/>
                </a:lnTo>
                <a:lnTo>
                  <a:pt x="36540" y="241611"/>
                </a:lnTo>
                <a:lnTo>
                  <a:pt x="30175" y="244335"/>
                </a:lnTo>
                <a:close/>
              </a:path>
              <a:path w="356235" h="399414">
                <a:moveTo>
                  <a:pt x="222542" y="234276"/>
                </a:moveTo>
                <a:lnTo>
                  <a:pt x="184613" y="214212"/>
                </a:lnTo>
                <a:lnTo>
                  <a:pt x="149199" y="187337"/>
                </a:lnTo>
                <a:lnTo>
                  <a:pt x="130340" y="167640"/>
                </a:lnTo>
                <a:lnTo>
                  <a:pt x="190903" y="167640"/>
                </a:lnTo>
                <a:lnTo>
                  <a:pt x="195863" y="171451"/>
                </a:lnTo>
                <a:lnTo>
                  <a:pt x="203839" y="177017"/>
                </a:lnTo>
                <a:lnTo>
                  <a:pt x="237367" y="195772"/>
                </a:lnTo>
                <a:lnTo>
                  <a:pt x="252717" y="202844"/>
                </a:lnTo>
                <a:lnTo>
                  <a:pt x="222542" y="234276"/>
                </a:lnTo>
                <a:close/>
              </a:path>
              <a:path w="356235" h="399414">
                <a:moveTo>
                  <a:pt x="350088" y="399402"/>
                </a:moveTo>
                <a:lnTo>
                  <a:pt x="100164" y="399402"/>
                </a:lnTo>
                <a:lnTo>
                  <a:pt x="94227" y="396957"/>
                </a:lnTo>
                <a:lnTo>
                  <a:pt x="83889" y="387178"/>
                </a:lnTo>
                <a:lnTo>
                  <a:pt x="81305" y="381101"/>
                </a:lnTo>
                <a:lnTo>
                  <a:pt x="81305" y="268224"/>
                </a:lnTo>
                <a:lnTo>
                  <a:pt x="129921" y="268224"/>
                </a:lnTo>
                <a:lnTo>
                  <a:pt x="129921" y="356374"/>
                </a:lnTo>
                <a:lnTo>
                  <a:pt x="130340" y="357422"/>
                </a:lnTo>
                <a:lnTo>
                  <a:pt x="132016" y="358819"/>
                </a:lnTo>
                <a:lnTo>
                  <a:pt x="132854" y="359168"/>
                </a:lnTo>
                <a:lnTo>
                  <a:pt x="356235" y="359168"/>
                </a:lnTo>
                <a:lnTo>
                  <a:pt x="356235" y="393255"/>
                </a:lnTo>
                <a:lnTo>
                  <a:pt x="355396" y="395211"/>
                </a:lnTo>
                <a:lnTo>
                  <a:pt x="352044" y="398564"/>
                </a:lnTo>
                <a:lnTo>
                  <a:pt x="350088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61058" y="3375713"/>
            <a:ext cx="367665" cy="407034"/>
          </a:xfrm>
          <a:custGeom>
            <a:avLst/>
            <a:gdLst/>
            <a:ahLst/>
            <a:cxnLst/>
            <a:rect l="l" t="t" r="r" b="b"/>
            <a:pathLst>
              <a:path w="367664" h="407035">
                <a:moveTo>
                  <a:pt x="175602" y="406946"/>
                </a:moveTo>
                <a:lnTo>
                  <a:pt x="133221" y="403855"/>
                </a:lnTo>
                <a:lnTo>
                  <a:pt x="96144" y="394111"/>
                </a:lnTo>
                <a:lnTo>
                  <a:pt x="59250" y="370785"/>
                </a:lnTo>
                <a:lnTo>
                  <a:pt x="41058" y="331219"/>
                </a:lnTo>
                <a:lnTo>
                  <a:pt x="40652" y="322707"/>
                </a:lnTo>
                <a:lnTo>
                  <a:pt x="41058" y="314180"/>
                </a:lnTo>
                <a:lnTo>
                  <a:pt x="59368" y="274222"/>
                </a:lnTo>
                <a:lnTo>
                  <a:pt x="96262" y="250582"/>
                </a:lnTo>
                <a:lnTo>
                  <a:pt x="133221" y="240668"/>
                </a:lnTo>
                <a:lnTo>
                  <a:pt x="175602" y="237210"/>
                </a:lnTo>
                <a:lnTo>
                  <a:pt x="182046" y="237302"/>
                </a:lnTo>
                <a:lnTo>
                  <a:pt x="225894" y="242056"/>
                </a:lnTo>
                <a:lnTo>
                  <a:pt x="262566" y="253345"/>
                </a:lnTo>
                <a:lnTo>
                  <a:pt x="294104" y="276186"/>
                </a:lnTo>
                <a:lnTo>
                  <a:pt x="176022" y="276186"/>
                </a:lnTo>
                <a:lnTo>
                  <a:pt x="168805" y="276317"/>
                </a:lnTo>
                <a:lnTo>
                  <a:pt x="130968" y="281216"/>
                </a:lnTo>
                <a:lnTo>
                  <a:pt x="95345" y="300075"/>
                </a:lnTo>
                <a:lnTo>
                  <a:pt x="86753" y="313486"/>
                </a:lnTo>
                <a:lnTo>
                  <a:pt x="86753" y="331927"/>
                </a:lnTo>
                <a:lnTo>
                  <a:pt x="117138" y="359168"/>
                </a:lnTo>
                <a:lnTo>
                  <a:pt x="161405" y="367498"/>
                </a:lnTo>
                <a:lnTo>
                  <a:pt x="176022" y="367969"/>
                </a:lnTo>
                <a:lnTo>
                  <a:pt x="295082" y="367969"/>
                </a:lnTo>
                <a:lnTo>
                  <a:pt x="292374" y="371191"/>
                </a:lnTo>
                <a:lnTo>
                  <a:pt x="255480" y="394229"/>
                </a:lnTo>
                <a:lnTo>
                  <a:pt x="218351" y="403855"/>
                </a:lnTo>
                <a:lnTo>
                  <a:pt x="182046" y="406867"/>
                </a:lnTo>
                <a:lnTo>
                  <a:pt x="175602" y="406946"/>
                </a:lnTo>
                <a:close/>
              </a:path>
              <a:path w="367664" h="407035">
                <a:moveTo>
                  <a:pt x="295082" y="367969"/>
                </a:moveTo>
                <a:lnTo>
                  <a:pt x="176022" y="367969"/>
                </a:lnTo>
                <a:lnTo>
                  <a:pt x="183055" y="367851"/>
                </a:lnTo>
                <a:lnTo>
                  <a:pt x="190323" y="367498"/>
                </a:lnTo>
                <a:lnTo>
                  <a:pt x="234486" y="359168"/>
                </a:lnTo>
                <a:lnTo>
                  <a:pt x="264871" y="331927"/>
                </a:lnTo>
                <a:lnTo>
                  <a:pt x="264871" y="313486"/>
                </a:lnTo>
                <a:lnTo>
                  <a:pt x="234486" y="285826"/>
                </a:lnTo>
                <a:lnTo>
                  <a:pt x="190323" y="276710"/>
                </a:lnTo>
                <a:lnTo>
                  <a:pt x="176022" y="276186"/>
                </a:lnTo>
                <a:lnTo>
                  <a:pt x="294104" y="276186"/>
                </a:lnTo>
                <a:lnTo>
                  <a:pt x="310566" y="314180"/>
                </a:lnTo>
                <a:lnTo>
                  <a:pt x="310972" y="322707"/>
                </a:lnTo>
                <a:lnTo>
                  <a:pt x="310566" y="331219"/>
                </a:lnTo>
                <a:lnTo>
                  <a:pt x="296932" y="365769"/>
                </a:lnTo>
                <a:lnTo>
                  <a:pt x="295082" y="367969"/>
                </a:lnTo>
                <a:close/>
              </a:path>
              <a:path w="367664" h="407035">
                <a:moveTo>
                  <a:pt x="304406" y="229666"/>
                </a:moveTo>
                <a:lnTo>
                  <a:pt x="263613" y="229666"/>
                </a:lnTo>
                <a:lnTo>
                  <a:pt x="263613" y="0"/>
                </a:lnTo>
                <a:lnTo>
                  <a:pt x="310553" y="0"/>
                </a:lnTo>
                <a:lnTo>
                  <a:pt x="310553" y="84239"/>
                </a:lnTo>
                <a:lnTo>
                  <a:pt x="367550" y="84239"/>
                </a:lnTo>
                <a:lnTo>
                  <a:pt x="367550" y="124472"/>
                </a:lnTo>
                <a:lnTo>
                  <a:pt x="310553" y="124472"/>
                </a:lnTo>
                <a:lnTo>
                  <a:pt x="310553" y="223520"/>
                </a:lnTo>
                <a:lnTo>
                  <a:pt x="309714" y="225475"/>
                </a:lnTo>
                <a:lnTo>
                  <a:pt x="306362" y="228828"/>
                </a:lnTo>
                <a:lnTo>
                  <a:pt x="304406" y="229666"/>
                </a:lnTo>
                <a:close/>
              </a:path>
              <a:path w="367664" h="407035">
                <a:moveTo>
                  <a:pt x="180073" y="214579"/>
                </a:moveTo>
                <a:lnTo>
                  <a:pt x="18021" y="214579"/>
                </a:lnTo>
                <a:lnTo>
                  <a:pt x="11874" y="212134"/>
                </a:lnTo>
                <a:lnTo>
                  <a:pt x="2374" y="202355"/>
                </a:lnTo>
                <a:lnTo>
                  <a:pt x="111" y="196697"/>
                </a:lnTo>
                <a:lnTo>
                  <a:pt x="0" y="5448"/>
                </a:lnTo>
                <a:lnTo>
                  <a:pt x="46101" y="5448"/>
                </a:lnTo>
                <a:lnTo>
                  <a:pt x="46101" y="74599"/>
                </a:lnTo>
                <a:lnTo>
                  <a:pt x="198653" y="74599"/>
                </a:lnTo>
                <a:lnTo>
                  <a:pt x="198653" y="113157"/>
                </a:lnTo>
                <a:lnTo>
                  <a:pt x="46101" y="113157"/>
                </a:lnTo>
                <a:lnTo>
                  <a:pt x="46101" y="174205"/>
                </a:lnTo>
                <a:lnTo>
                  <a:pt x="47498" y="175602"/>
                </a:lnTo>
                <a:lnTo>
                  <a:pt x="198653" y="175602"/>
                </a:lnTo>
                <a:lnTo>
                  <a:pt x="198653" y="196697"/>
                </a:lnTo>
                <a:lnTo>
                  <a:pt x="196138" y="202704"/>
                </a:lnTo>
                <a:lnTo>
                  <a:pt x="186080" y="212204"/>
                </a:lnTo>
                <a:lnTo>
                  <a:pt x="180073" y="214579"/>
                </a:lnTo>
                <a:close/>
              </a:path>
              <a:path w="367664" h="407035">
                <a:moveTo>
                  <a:pt x="198653" y="74599"/>
                </a:moveTo>
                <a:lnTo>
                  <a:pt x="152552" y="74599"/>
                </a:lnTo>
                <a:lnTo>
                  <a:pt x="152552" y="5448"/>
                </a:lnTo>
                <a:lnTo>
                  <a:pt x="198653" y="5448"/>
                </a:lnTo>
                <a:lnTo>
                  <a:pt x="198653" y="74599"/>
                </a:lnTo>
                <a:close/>
              </a:path>
              <a:path w="367664" h="407035">
                <a:moveTo>
                  <a:pt x="198653" y="175602"/>
                </a:moveTo>
                <a:lnTo>
                  <a:pt x="151155" y="175602"/>
                </a:lnTo>
                <a:lnTo>
                  <a:pt x="152552" y="174205"/>
                </a:lnTo>
                <a:lnTo>
                  <a:pt x="152552" y="113157"/>
                </a:lnTo>
                <a:lnTo>
                  <a:pt x="198653" y="113157"/>
                </a:lnTo>
                <a:lnTo>
                  <a:pt x="198653" y="1756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43697" y="3366493"/>
            <a:ext cx="370205" cy="417195"/>
          </a:xfrm>
          <a:custGeom>
            <a:avLst/>
            <a:gdLst/>
            <a:ahLst/>
            <a:cxnLst/>
            <a:rect l="l" t="t" r="r" b="b"/>
            <a:pathLst>
              <a:path w="370204" h="417195">
                <a:moveTo>
                  <a:pt x="182308" y="417004"/>
                </a:moveTo>
                <a:lnTo>
                  <a:pt x="132226" y="413442"/>
                </a:lnTo>
                <a:lnTo>
                  <a:pt x="88639" y="401078"/>
                </a:lnTo>
                <a:lnTo>
                  <a:pt x="57835" y="377399"/>
                </a:lnTo>
                <a:lnTo>
                  <a:pt x="46101" y="339890"/>
                </a:lnTo>
                <a:lnTo>
                  <a:pt x="46834" y="329242"/>
                </a:lnTo>
                <a:lnTo>
                  <a:pt x="71404" y="289440"/>
                </a:lnTo>
                <a:lnTo>
                  <a:pt x="109070" y="271629"/>
                </a:lnTo>
                <a:lnTo>
                  <a:pt x="157005" y="264085"/>
                </a:lnTo>
                <a:lnTo>
                  <a:pt x="182308" y="263194"/>
                </a:lnTo>
                <a:lnTo>
                  <a:pt x="195012" y="263417"/>
                </a:lnTo>
                <a:lnTo>
                  <a:pt x="244020" y="268865"/>
                </a:lnTo>
                <a:lnTo>
                  <a:pt x="284935" y="283900"/>
                </a:lnTo>
                <a:lnTo>
                  <a:pt x="306916" y="303009"/>
                </a:lnTo>
                <a:lnTo>
                  <a:pt x="182727" y="303009"/>
                </a:lnTo>
                <a:lnTo>
                  <a:pt x="174044" y="303140"/>
                </a:lnTo>
                <a:lnTo>
                  <a:pt x="134635" y="307776"/>
                </a:lnTo>
                <a:lnTo>
                  <a:pt x="98278" y="327875"/>
                </a:lnTo>
                <a:lnTo>
                  <a:pt x="95973" y="333603"/>
                </a:lnTo>
                <a:lnTo>
                  <a:pt x="95973" y="346735"/>
                </a:lnTo>
                <a:lnTo>
                  <a:pt x="127956" y="370654"/>
                </a:lnTo>
                <a:lnTo>
                  <a:pt x="165596" y="376666"/>
                </a:lnTo>
                <a:lnTo>
                  <a:pt x="182727" y="377190"/>
                </a:lnTo>
                <a:lnTo>
                  <a:pt x="306917" y="377190"/>
                </a:lnTo>
                <a:lnTo>
                  <a:pt x="306781" y="377399"/>
                </a:lnTo>
                <a:lnTo>
                  <a:pt x="275767" y="401078"/>
                </a:lnTo>
                <a:lnTo>
                  <a:pt x="232181" y="413442"/>
                </a:lnTo>
                <a:lnTo>
                  <a:pt x="195012" y="416781"/>
                </a:lnTo>
                <a:lnTo>
                  <a:pt x="182308" y="417004"/>
                </a:lnTo>
                <a:close/>
              </a:path>
              <a:path w="370204" h="417195">
                <a:moveTo>
                  <a:pt x="306917" y="377190"/>
                </a:moveTo>
                <a:lnTo>
                  <a:pt x="182727" y="377190"/>
                </a:lnTo>
                <a:lnTo>
                  <a:pt x="191227" y="377059"/>
                </a:lnTo>
                <a:lnTo>
                  <a:pt x="199543" y="376666"/>
                </a:lnTo>
                <a:lnTo>
                  <a:pt x="243078" y="368598"/>
                </a:lnTo>
                <a:lnTo>
                  <a:pt x="268643" y="333184"/>
                </a:lnTo>
                <a:lnTo>
                  <a:pt x="266268" y="327526"/>
                </a:lnTo>
                <a:lnTo>
                  <a:pt x="229928" y="307776"/>
                </a:lnTo>
                <a:lnTo>
                  <a:pt x="191044" y="303140"/>
                </a:lnTo>
                <a:lnTo>
                  <a:pt x="182727" y="303009"/>
                </a:lnTo>
                <a:lnTo>
                  <a:pt x="306916" y="303009"/>
                </a:lnTo>
                <a:lnTo>
                  <a:pt x="311915" y="310723"/>
                </a:lnTo>
                <a:lnTo>
                  <a:pt x="315582" y="319616"/>
                </a:lnTo>
                <a:lnTo>
                  <a:pt x="317782" y="329478"/>
                </a:lnTo>
                <a:lnTo>
                  <a:pt x="318516" y="340309"/>
                </a:lnTo>
                <a:lnTo>
                  <a:pt x="317782" y="350956"/>
                </a:lnTo>
                <a:lnTo>
                  <a:pt x="315582" y="360687"/>
                </a:lnTo>
                <a:lnTo>
                  <a:pt x="311915" y="369502"/>
                </a:lnTo>
                <a:lnTo>
                  <a:pt x="306917" y="377190"/>
                </a:lnTo>
                <a:close/>
              </a:path>
              <a:path w="370204" h="417195">
                <a:moveTo>
                  <a:pt x="109385" y="243916"/>
                </a:moveTo>
                <a:lnTo>
                  <a:pt x="64056" y="237014"/>
                </a:lnTo>
                <a:lnTo>
                  <a:pt x="28603" y="215522"/>
                </a:lnTo>
                <a:lnTo>
                  <a:pt x="11001" y="179270"/>
                </a:lnTo>
                <a:lnTo>
                  <a:pt x="10477" y="170154"/>
                </a:lnTo>
                <a:lnTo>
                  <a:pt x="10988" y="161026"/>
                </a:lnTo>
                <a:lnTo>
                  <a:pt x="28236" y="124472"/>
                </a:lnTo>
                <a:lnTo>
                  <a:pt x="63637" y="103164"/>
                </a:lnTo>
                <a:lnTo>
                  <a:pt x="109385" y="95973"/>
                </a:lnTo>
                <a:lnTo>
                  <a:pt x="118945" y="96262"/>
                </a:lnTo>
                <a:lnTo>
                  <a:pt x="163658" y="106294"/>
                </a:lnTo>
                <a:lnTo>
                  <a:pt x="196099" y="130549"/>
                </a:lnTo>
                <a:lnTo>
                  <a:pt x="197348" y="132435"/>
                </a:lnTo>
                <a:lnTo>
                  <a:pt x="102120" y="132435"/>
                </a:lnTo>
                <a:lnTo>
                  <a:pt x="95345" y="133273"/>
                </a:lnTo>
                <a:lnTo>
                  <a:pt x="58394" y="158559"/>
                </a:lnTo>
                <a:lnTo>
                  <a:pt x="56997" y="164007"/>
                </a:lnTo>
                <a:lnTo>
                  <a:pt x="56997" y="176301"/>
                </a:lnTo>
                <a:lnTo>
                  <a:pt x="95345" y="206267"/>
                </a:lnTo>
                <a:lnTo>
                  <a:pt x="102120" y="207035"/>
                </a:lnTo>
                <a:lnTo>
                  <a:pt x="196904" y="207035"/>
                </a:lnTo>
                <a:lnTo>
                  <a:pt x="195497" y="209052"/>
                </a:lnTo>
                <a:lnTo>
                  <a:pt x="162872" y="233543"/>
                </a:lnTo>
                <a:lnTo>
                  <a:pt x="118749" y="243628"/>
                </a:lnTo>
                <a:lnTo>
                  <a:pt x="109385" y="243916"/>
                </a:lnTo>
                <a:close/>
              </a:path>
              <a:path w="370204" h="417195">
                <a:moveTo>
                  <a:pt x="196904" y="207035"/>
                </a:moveTo>
                <a:lnTo>
                  <a:pt x="116649" y="207035"/>
                </a:lnTo>
                <a:lnTo>
                  <a:pt x="123494" y="206267"/>
                </a:lnTo>
                <a:lnTo>
                  <a:pt x="136347" y="203193"/>
                </a:lnTo>
                <a:lnTo>
                  <a:pt x="162610" y="176301"/>
                </a:lnTo>
                <a:lnTo>
                  <a:pt x="162610" y="164007"/>
                </a:lnTo>
                <a:lnTo>
                  <a:pt x="123494" y="133273"/>
                </a:lnTo>
                <a:lnTo>
                  <a:pt x="116649" y="132435"/>
                </a:lnTo>
                <a:lnTo>
                  <a:pt x="197348" y="132435"/>
                </a:lnTo>
                <a:lnTo>
                  <a:pt x="208711" y="170154"/>
                </a:lnTo>
                <a:lnTo>
                  <a:pt x="208174" y="179086"/>
                </a:lnTo>
                <a:lnTo>
                  <a:pt x="206563" y="187442"/>
                </a:lnTo>
                <a:lnTo>
                  <a:pt x="203879" y="195222"/>
                </a:lnTo>
                <a:lnTo>
                  <a:pt x="200120" y="202425"/>
                </a:lnTo>
                <a:lnTo>
                  <a:pt x="196904" y="207035"/>
                </a:lnTo>
                <a:close/>
              </a:path>
              <a:path w="370204" h="417195">
                <a:moveTo>
                  <a:pt x="304406" y="253555"/>
                </a:moveTo>
                <a:lnTo>
                  <a:pt x="265709" y="253555"/>
                </a:lnTo>
                <a:lnTo>
                  <a:pt x="265709" y="8801"/>
                </a:lnTo>
                <a:lnTo>
                  <a:pt x="312648" y="8801"/>
                </a:lnTo>
                <a:lnTo>
                  <a:pt x="312648" y="62445"/>
                </a:lnTo>
                <a:lnTo>
                  <a:pt x="370065" y="62445"/>
                </a:lnTo>
                <a:lnTo>
                  <a:pt x="370065" y="102679"/>
                </a:lnTo>
                <a:lnTo>
                  <a:pt x="312648" y="102679"/>
                </a:lnTo>
                <a:lnTo>
                  <a:pt x="312648" y="158000"/>
                </a:lnTo>
                <a:lnTo>
                  <a:pt x="370065" y="158000"/>
                </a:lnTo>
                <a:lnTo>
                  <a:pt x="370065" y="198234"/>
                </a:lnTo>
                <a:lnTo>
                  <a:pt x="312648" y="198234"/>
                </a:lnTo>
                <a:lnTo>
                  <a:pt x="312648" y="245173"/>
                </a:lnTo>
                <a:lnTo>
                  <a:pt x="312369" y="249085"/>
                </a:lnTo>
                <a:lnTo>
                  <a:pt x="310972" y="251460"/>
                </a:lnTo>
                <a:lnTo>
                  <a:pt x="305943" y="253136"/>
                </a:lnTo>
                <a:lnTo>
                  <a:pt x="304406" y="253555"/>
                </a:lnTo>
                <a:close/>
              </a:path>
              <a:path w="370204" h="417195">
                <a:moveTo>
                  <a:pt x="132854" y="44005"/>
                </a:moveTo>
                <a:lnTo>
                  <a:pt x="84239" y="44005"/>
                </a:lnTo>
                <a:lnTo>
                  <a:pt x="84239" y="0"/>
                </a:lnTo>
                <a:lnTo>
                  <a:pt x="132854" y="0"/>
                </a:lnTo>
                <a:lnTo>
                  <a:pt x="132854" y="44005"/>
                </a:lnTo>
                <a:close/>
              </a:path>
              <a:path w="370204" h="417195">
                <a:moveTo>
                  <a:pt x="217093" y="81724"/>
                </a:moveTo>
                <a:lnTo>
                  <a:pt x="0" y="81724"/>
                </a:lnTo>
                <a:lnTo>
                  <a:pt x="0" y="44005"/>
                </a:lnTo>
                <a:lnTo>
                  <a:pt x="217093" y="44005"/>
                </a:lnTo>
                <a:lnTo>
                  <a:pt x="217093" y="81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65992" y="4916297"/>
            <a:ext cx="278765" cy="417195"/>
          </a:xfrm>
          <a:custGeom>
            <a:avLst/>
            <a:gdLst/>
            <a:ahLst/>
            <a:cxnLst/>
            <a:rect l="l" t="t" r="r" b="b"/>
            <a:pathLst>
              <a:path w="278764" h="417195">
                <a:moveTo>
                  <a:pt x="271610" y="417067"/>
                </a:moveTo>
                <a:lnTo>
                  <a:pt x="15070" y="417067"/>
                </a:lnTo>
                <a:lnTo>
                  <a:pt x="10583" y="415035"/>
                </a:lnTo>
                <a:lnTo>
                  <a:pt x="2116" y="406907"/>
                </a:lnTo>
                <a:lnTo>
                  <a:pt x="0" y="401997"/>
                </a:lnTo>
                <a:lnTo>
                  <a:pt x="0" y="343915"/>
                </a:lnTo>
                <a:lnTo>
                  <a:pt x="20150" y="305646"/>
                </a:lnTo>
                <a:lnTo>
                  <a:pt x="167354" y="180260"/>
                </a:lnTo>
                <a:lnTo>
                  <a:pt x="176752" y="171497"/>
                </a:lnTo>
                <a:lnTo>
                  <a:pt x="202353" y="140123"/>
                </a:lnTo>
                <a:lnTo>
                  <a:pt x="213359" y="109897"/>
                </a:lnTo>
                <a:lnTo>
                  <a:pt x="213359" y="93979"/>
                </a:lnTo>
                <a:lnTo>
                  <a:pt x="184488" y="56472"/>
                </a:lnTo>
                <a:lnTo>
                  <a:pt x="148335" y="50291"/>
                </a:lnTo>
                <a:lnTo>
                  <a:pt x="136567" y="50461"/>
                </a:lnTo>
                <a:lnTo>
                  <a:pt x="86058" y="54467"/>
                </a:lnTo>
                <a:lnTo>
                  <a:pt x="45973" y="61261"/>
                </a:lnTo>
                <a:lnTo>
                  <a:pt x="14731" y="69595"/>
                </a:lnTo>
                <a:lnTo>
                  <a:pt x="14731" y="18795"/>
                </a:lnTo>
                <a:lnTo>
                  <a:pt x="57403" y="7873"/>
                </a:lnTo>
                <a:lnTo>
                  <a:pt x="105505" y="1492"/>
                </a:lnTo>
                <a:lnTo>
                  <a:pt x="147827" y="0"/>
                </a:lnTo>
                <a:lnTo>
                  <a:pt x="160099" y="523"/>
                </a:lnTo>
                <a:lnTo>
                  <a:pt x="205533" y="8096"/>
                </a:lnTo>
                <a:lnTo>
                  <a:pt x="241649" y="26177"/>
                </a:lnTo>
                <a:lnTo>
                  <a:pt x="265112" y="56578"/>
                </a:lnTo>
                <a:lnTo>
                  <a:pt x="271779" y="88391"/>
                </a:lnTo>
                <a:lnTo>
                  <a:pt x="271779" y="101091"/>
                </a:lnTo>
                <a:lnTo>
                  <a:pt x="263175" y="141636"/>
                </a:lnTo>
                <a:lnTo>
                  <a:pt x="241744" y="178879"/>
                </a:lnTo>
                <a:lnTo>
                  <a:pt x="213883" y="209851"/>
                </a:lnTo>
                <a:lnTo>
                  <a:pt x="74506" y="327321"/>
                </a:lnTo>
                <a:lnTo>
                  <a:pt x="70442" y="331554"/>
                </a:lnTo>
                <a:lnTo>
                  <a:pt x="66717" y="335957"/>
                </a:lnTo>
                <a:lnTo>
                  <a:pt x="64685" y="338920"/>
                </a:lnTo>
                <a:lnTo>
                  <a:pt x="61298" y="345355"/>
                </a:lnTo>
                <a:lnTo>
                  <a:pt x="60451" y="348826"/>
                </a:lnTo>
                <a:lnTo>
                  <a:pt x="60451" y="367791"/>
                </a:lnTo>
                <a:lnTo>
                  <a:pt x="61806" y="368807"/>
                </a:lnTo>
                <a:lnTo>
                  <a:pt x="278383" y="368807"/>
                </a:lnTo>
                <a:lnTo>
                  <a:pt x="278383" y="409109"/>
                </a:lnTo>
                <a:lnTo>
                  <a:pt x="277452" y="411564"/>
                </a:lnTo>
                <a:lnTo>
                  <a:pt x="273727" y="415967"/>
                </a:lnTo>
                <a:lnTo>
                  <a:pt x="271610" y="4170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997208" y="5279009"/>
            <a:ext cx="58419" cy="56515"/>
          </a:xfrm>
          <a:custGeom>
            <a:avLst/>
            <a:gdLst/>
            <a:ahLst/>
            <a:cxnLst/>
            <a:rect l="l" t="t" r="r" b="b"/>
            <a:pathLst>
              <a:path w="58419" h="56514">
                <a:moveTo>
                  <a:pt x="57911" y="56387"/>
                </a:moveTo>
                <a:lnTo>
                  <a:pt x="0" y="56387"/>
                </a:lnTo>
                <a:lnTo>
                  <a:pt x="0" y="0"/>
                </a:lnTo>
                <a:lnTo>
                  <a:pt x="57911" y="0"/>
                </a:lnTo>
                <a:lnTo>
                  <a:pt x="57911" y="563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232336" y="4905629"/>
            <a:ext cx="457834" cy="484505"/>
          </a:xfrm>
          <a:custGeom>
            <a:avLst/>
            <a:gdLst/>
            <a:ahLst/>
            <a:cxnLst/>
            <a:rect l="l" t="t" r="r" b="b"/>
            <a:pathLst>
              <a:path w="457835" h="484504">
                <a:moveTo>
                  <a:pt x="448563" y="253999"/>
                </a:moveTo>
                <a:lnTo>
                  <a:pt x="0" y="253999"/>
                </a:lnTo>
                <a:lnTo>
                  <a:pt x="0" y="205739"/>
                </a:lnTo>
                <a:lnTo>
                  <a:pt x="457707" y="205739"/>
                </a:lnTo>
                <a:lnTo>
                  <a:pt x="457707" y="243839"/>
                </a:lnTo>
                <a:lnTo>
                  <a:pt x="457369" y="248581"/>
                </a:lnTo>
                <a:lnTo>
                  <a:pt x="455845" y="251459"/>
                </a:lnTo>
                <a:lnTo>
                  <a:pt x="450426" y="253491"/>
                </a:lnTo>
                <a:lnTo>
                  <a:pt x="448563" y="253999"/>
                </a:lnTo>
                <a:close/>
              </a:path>
              <a:path w="457835" h="484504">
                <a:moveTo>
                  <a:pt x="229615" y="484123"/>
                </a:moveTo>
                <a:lnTo>
                  <a:pt x="190404" y="482631"/>
                </a:lnTo>
                <a:lnTo>
                  <a:pt x="126650" y="470693"/>
                </a:lnTo>
                <a:lnTo>
                  <a:pt x="82772" y="446912"/>
                </a:lnTo>
                <a:lnTo>
                  <a:pt x="60674" y="411860"/>
                </a:lnTo>
                <a:lnTo>
                  <a:pt x="57911" y="390143"/>
                </a:lnTo>
                <a:lnTo>
                  <a:pt x="60197" y="370633"/>
                </a:lnTo>
                <a:lnTo>
                  <a:pt x="94487" y="324865"/>
                </a:lnTo>
                <a:lnTo>
                  <a:pt x="139445" y="305752"/>
                </a:lnTo>
                <a:lnTo>
                  <a:pt x="201167" y="296671"/>
                </a:lnTo>
                <a:lnTo>
                  <a:pt x="201167" y="253999"/>
                </a:lnTo>
                <a:lnTo>
                  <a:pt x="258063" y="253999"/>
                </a:lnTo>
                <a:lnTo>
                  <a:pt x="258063" y="296671"/>
                </a:lnTo>
                <a:lnTo>
                  <a:pt x="291004" y="299957"/>
                </a:lnTo>
                <a:lnTo>
                  <a:pt x="344217" y="314054"/>
                </a:lnTo>
                <a:lnTo>
                  <a:pt x="380380" y="337994"/>
                </a:lnTo>
                <a:lnTo>
                  <a:pt x="383274" y="341883"/>
                </a:lnTo>
                <a:lnTo>
                  <a:pt x="229615" y="341883"/>
                </a:lnTo>
                <a:lnTo>
                  <a:pt x="202136" y="342756"/>
                </a:lnTo>
                <a:lnTo>
                  <a:pt x="159083" y="349741"/>
                </a:lnTo>
                <a:lnTo>
                  <a:pt x="123126" y="371411"/>
                </a:lnTo>
                <a:lnTo>
                  <a:pt x="116331" y="390143"/>
                </a:lnTo>
                <a:lnTo>
                  <a:pt x="118014" y="400272"/>
                </a:lnTo>
                <a:lnTo>
                  <a:pt x="158749" y="429735"/>
                </a:lnTo>
                <a:lnTo>
                  <a:pt x="201929" y="436085"/>
                </a:lnTo>
                <a:lnTo>
                  <a:pt x="229615" y="436879"/>
                </a:lnTo>
                <a:lnTo>
                  <a:pt x="383807" y="436879"/>
                </a:lnTo>
                <a:lnTo>
                  <a:pt x="376094" y="445912"/>
                </a:lnTo>
                <a:lnTo>
                  <a:pt x="356869" y="459485"/>
                </a:lnTo>
                <a:lnTo>
                  <a:pt x="332438" y="470264"/>
                </a:lnTo>
                <a:lnTo>
                  <a:pt x="303085" y="477964"/>
                </a:lnTo>
                <a:lnTo>
                  <a:pt x="268811" y="482583"/>
                </a:lnTo>
                <a:lnTo>
                  <a:pt x="229615" y="484123"/>
                </a:lnTo>
                <a:close/>
              </a:path>
              <a:path w="457835" h="484504">
                <a:moveTo>
                  <a:pt x="383807" y="436879"/>
                </a:moveTo>
                <a:lnTo>
                  <a:pt x="229615" y="436879"/>
                </a:lnTo>
                <a:lnTo>
                  <a:pt x="257301" y="436070"/>
                </a:lnTo>
                <a:lnTo>
                  <a:pt x="280923" y="433641"/>
                </a:lnTo>
                <a:lnTo>
                  <a:pt x="327755" y="416956"/>
                </a:lnTo>
                <a:lnTo>
                  <a:pt x="342899" y="390143"/>
                </a:lnTo>
                <a:lnTo>
                  <a:pt x="341217" y="380380"/>
                </a:lnTo>
                <a:lnTo>
                  <a:pt x="300481" y="349741"/>
                </a:lnTo>
                <a:lnTo>
                  <a:pt x="257301" y="342756"/>
                </a:lnTo>
                <a:lnTo>
                  <a:pt x="229615" y="341883"/>
                </a:lnTo>
                <a:lnTo>
                  <a:pt x="383274" y="341883"/>
                </a:lnTo>
                <a:lnTo>
                  <a:pt x="391731" y="353250"/>
                </a:lnTo>
                <a:lnTo>
                  <a:pt x="398541" y="370633"/>
                </a:lnTo>
                <a:lnTo>
                  <a:pt x="400811" y="390143"/>
                </a:lnTo>
                <a:lnTo>
                  <a:pt x="398065" y="411241"/>
                </a:lnTo>
                <a:lnTo>
                  <a:pt x="389826" y="429831"/>
                </a:lnTo>
                <a:lnTo>
                  <a:pt x="383807" y="436879"/>
                </a:lnTo>
                <a:close/>
              </a:path>
              <a:path w="457835" h="484504">
                <a:moveTo>
                  <a:pt x="396239" y="45719"/>
                </a:moveTo>
                <a:lnTo>
                  <a:pt x="65531" y="45719"/>
                </a:lnTo>
                <a:lnTo>
                  <a:pt x="65531" y="0"/>
                </a:lnTo>
                <a:lnTo>
                  <a:pt x="396239" y="0"/>
                </a:lnTo>
                <a:lnTo>
                  <a:pt x="396239" y="45719"/>
                </a:lnTo>
                <a:close/>
              </a:path>
              <a:path w="457835" h="484504">
                <a:moveTo>
                  <a:pt x="68071" y="182879"/>
                </a:moveTo>
                <a:lnTo>
                  <a:pt x="35559" y="143255"/>
                </a:lnTo>
                <a:lnTo>
                  <a:pt x="67024" y="134032"/>
                </a:lnTo>
                <a:lnTo>
                  <a:pt x="94868" y="124142"/>
                </a:lnTo>
                <a:lnTo>
                  <a:pt x="139699" y="102361"/>
                </a:lnTo>
                <a:lnTo>
                  <a:pt x="172211" y="77787"/>
                </a:lnTo>
                <a:lnTo>
                  <a:pt x="197103" y="45719"/>
                </a:lnTo>
                <a:lnTo>
                  <a:pt x="265683" y="45719"/>
                </a:lnTo>
                <a:lnTo>
                  <a:pt x="288924" y="77342"/>
                </a:lnTo>
                <a:lnTo>
                  <a:pt x="305193" y="90931"/>
                </a:lnTo>
                <a:lnTo>
                  <a:pt x="230631" y="90931"/>
                </a:lnTo>
                <a:lnTo>
                  <a:pt x="197865" y="121919"/>
                </a:lnTo>
                <a:lnTo>
                  <a:pt x="156209" y="147827"/>
                </a:lnTo>
                <a:lnTo>
                  <a:pt x="110997" y="168401"/>
                </a:lnTo>
                <a:lnTo>
                  <a:pt x="78184" y="179879"/>
                </a:lnTo>
                <a:lnTo>
                  <a:pt x="68071" y="182879"/>
                </a:lnTo>
                <a:close/>
              </a:path>
              <a:path w="457835" h="484504">
                <a:moveTo>
                  <a:pt x="394207" y="182879"/>
                </a:moveTo>
                <a:lnTo>
                  <a:pt x="350265" y="168147"/>
                </a:lnTo>
                <a:lnTo>
                  <a:pt x="305053" y="147065"/>
                </a:lnTo>
                <a:lnTo>
                  <a:pt x="263651" y="120903"/>
                </a:lnTo>
                <a:lnTo>
                  <a:pt x="230631" y="90931"/>
                </a:lnTo>
                <a:lnTo>
                  <a:pt x="305193" y="90931"/>
                </a:lnTo>
                <a:lnTo>
                  <a:pt x="321563" y="102107"/>
                </a:lnTo>
                <a:lnTo>
                  <a:pt x="342550" y="113633"/>
                </a:lnTo>
                <a:lnTo>
                  <a:pt x="366902" y="124332"/>
                </a:lnTo>
                <a:lnTo>
                  <a:pt x="394620" y="134207"/>
                </a:lnTo>
                <a:lnTo>
                  <a:pt x="425703" y="143255"/>
                </a:lnTo>
                <a:lnTo>
                  <a:pt x="394207" y="182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24588" y="4896485"/>
            <a:ext cx="405130" cy="483870"/>
          </a:xfrm>
          <a:custGeom>
            <a:avLst/>
            <a:gdLst/>
            <a:ahLst/>
            <a:cxnLst/>
            <a:rect l="l" t="t" r="r" b="b"/>
            <a:pathLst>
              <a:path w="405130" h="483870">
                <a:moveTo>
                  <a:pt x="397425" y="483615"/>
                </a:moveTo>
                <a:lnTo>
                  <a:pt x="347979" y="483615"/>
                </a:lnTo>
                <a:lnTo>
                  <a:pt x="347979" y="0"/>
                </a:lnTo>
                <a:lnTo>
                  <a:pt x="404875" y="0"/>
                </a:lnTo>
                <a:lnTo>
                  <a:pt x="404875" y="476165"/>
                </a:lnTo>
                <a:lnTo>
                  <a:pt x="403859" y="478535"/>
                </a:lnTo>
                <a:lnTo>
                  <a:pt x="399795" y="482599"/>
                </a:lnTo>
                <a:lnTo>
                  <a:pt x="397425" y="483615"/>
                </a:lnTo>
                <a:close/>
              </a:path>
              <a:path w="405130" h="483870">
                <a:moveTo>
                  <a:pt x="29971" y="409447"/>
                </a:moveTo>
                <a:lnTo>
                  <a:pt x="0" y="368299"/>
                </a:lnTo>
                <a:lnTo>
                  <a:pt x="14541" y="364585"/>
                </a:lnTo>
                <a:lnTo>
                  <a:pt x="29717" y="360044"/>
                </a:lnTo>
                <a:lnTo>
                  <a:pt x="78454" y="341486"/>
                </a:lnTo>
                <a:lnTo>
                  <a:pt x="124459" y="315721"/>
                </a:lnTo>
                <a:lnTo>
                  <a:pt x="162464" y="282527"/>
                </a:lnTo>
                <a:lnTo>
                  <a:pt x="187197" y="241553"/>
                </a:lnTo>
                <a:lnTo>
                  <a:pt x="192531" y="78231"/>
                </a:lnTo>
                <a:lnTo>
                  <a:pt x="192531" y="74845"/>
                </a:lnTo>
                <a:lnTo>
                  <a:pt x="190669" y="73151"/>
                </a:lnTo>
                <a:lnTo>
                  <a:pt x="12699" y="73151"/>
                </a:lnTo>
                <a:lnTo>
                  <a:pt x="12699" y="24383"/>
                </a:lnTo>
                <a:lnTo>
                  <a:pt x="229785" y="24383"/>
                </a:lnTo>
                <a:lnTo>
                  <a:pt x="236981" y="27516"/>
                </a:lnTo>
                <a:lnTo>
                  <a:pt x="248157" y="40047"/>
                </a:lnTo>
                <a:lnTo>
                  <a:pt x="250951" y="47243"/>
                </a:lnTo>
                <a:lnTo>
                  <a:pt x="250951" y="201675"/>
                </a:lnTo>
                <a:lnTo>
                  <a:pt x="245871" y="244284"/>
                </a:lnTo>
                <a:lnTo>
                  <a:pt x="230631" y="281685"/>
                </a:lnTo>
                <a:lnTo>
                  <a:pt x="207390" y="314197"/>
                </a:lnTo>
                <a:lnTo>
                  <a:pt x="178307" y="342137"/>
                </a:lnTo>
                <a:lnTo>
                  <a:pt x="144525" y="365505"/>
                </a:lnTo>
                <a:lnTo>
                  <a:pt x="107187" y="384301"/>
                </a:lnTo>
                <a:lnTo>
                  <a:pt x="68325" y="398843"/>
                </a:lnTo>
                <a:lnTo>
                  <a:pt x="49085" y="404637"/>
                </a:lnTo>
                <a:lnTo>
                  <a:pt x="29971" y="409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26492" y="4908677"/>
            <a:ext cx="157480" cy="464184"/>
          </a:xfrm>
          <a:custGeom>
            <a:avLst/>
            <a:gdLst/>
            <a:ahLst/>
            <a:cxnLst/>
            <a:rect l="l" t="t" r="r" b="b"/>
            <a:pathLst>
              <a:path w="157479" h="464185">
                <a:moveTo>
                  <a:pt x="157479" y="463803"/>
                </a:moveTo>
                <a:lnTo>
                  <a:pt x="89407" y="463803"/>
                </a:lnTo>
                <a:lnTo>
                  <a:pt x="81740" y="456929"/>
                </a:lnTo>
                <a:lnTo>
                  <a:pt x="50355" y="418972"/>
                </a:lnTo>
                <a:lnTo>
                  <a:pt x="29209" y="379729"/>
                </a:lnTo>
                <a:lnTo>
                  <a:pt x="12493" y="331485"/>
                </a:lnTo>
                <a:lnTo>
                  <a:pt x="2032" y="274446"/>
                </a:lnTo>
                <a:lnTo>
                  <a:pt x="0" y="231647"/>
                </a:lnTo>
                <a:lnTo>
                  <a:pt x="412" y="211851"/>
                </a:lnTo>
                <a:lnTo>
                  <a:pt x="3714" y="173878"/>
                </a:lnTo>
                <a:lnTo>
                  <a:pt x="14541" y="121411"/>
                </a:lnTo>
                <a:lnTo>
                  <a:pt x="31368" y="75739"/>
                </a:lnTo>
                <a:lnTo>
                  <a:pt x="53085" y="37591"/>
                </a:lnTo>
                <a:lnTo>
                  <a:pt x="78660" y="7873"/>
                </a:lnTo>
                <a:lnTo>
                  <a:pt x="87883" y="0"/>
                </a:lnTo>
                <a:lnTo>
                  <a:pt x="156463" y="0"/>
                </a:lnTo>
                <a:lnTo>
                  <a:pt x="146907" y="8096"/>
                </a:lnTo>
                <a:lnTo>
                  <a:pt x="137540" y="17144"/>
                </a:lnTo>
                <a:lnTo>
                  <a:pt x="110743" y="49958"/>
                </a:lnTo>
                <a:lnTo>
                  <a:pt x="87883" y="90677"/>
                </a:lnTo>
                <a:lnTo>
                  <a:pt x="70310" y="138541"/>
                </a:lnTo>
                <a:lnTo>
                  <a:pt x="59499" y="192658"/>
                </a:lnTo>
                <a:lnTo>
                  <a:pt x="57403" y="231647"/>
                </a:lnTo>
                <a:lnTo>
                  <a:pt x="57975" y="251888"/>
                </a:lnTo>
                <a:lnTo>
                  <a:pt x="62547" y="290369"/>
                </a:lnTo>
                <a:lnTo>
                  <a:pt x="77025" y="342836"/>
                </a:lnTo>
                <a:lnTo>
                  <a:pt x="97615" y="388191"/>
                </a:lnTo>
                <a:lnTo>
                  <a:pt x="122427" y="425957"/>
                </a:lnTo>
                <a:lnTo>
                  <a:pt x="148812" y="455723"/>
                </a:lnTo>
                <a:lnTo>
                  <a:pt x="157479" y="46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00304" y="4921885"/>
            <a:ext cx="123189" cy="412750"/>
          </a:xfrm>
          <a:custGeom>
            <a:avLst/>
            <a:gdLst/>
            <a:ahLst/>
            <a:cxnLst/>
            <a:rect l="l" t="t" r="r" b="b"/>
            <a:pathLst>
              <a:path w="123189" h="412750">
                <a:moveTo>
                  <a:pt x="115485" y="412495"/>
                </a:moveTo>
                <a:lnTo>
                  <a:pt x="66039" y="412495"/>
                </a:lnTo>
                <a:lnTo>
                  <a:pt x="66039" y="51307"/>
                </a:lnTo>
                <a:lnTo>
                  <a:pt x="63499" y="49275"/>
                </a:lnTo>
                <a:lnTo>
                  <a:pt x="0" y="49275"/>
                </a:lnTo>
                <a:lnTo>
                  <a:pt x="0" y="0"/>
                </a:lnTo>
                <a:lnTo>
                  <a:pt x="102615" y="0"/>
                </a:lnTo>
                <a:lnTo>
                  <a:pt x="109812" y="2286"/>
                </a:lnTo>
                <a:lnTo>
                  <a:pt x="120311" y="11429"/>
                </a:lnTo>
                <a:lnTo>
                  <a:pt x="122935" y="18118"/>
                </a:lnTo>
                <a:lnTo>
                  <a:pt x="122935" y="403351"/>
                </a:lnTo>
                <a:lnTo>
                  <a:pt x="122089" y="406145"/>
                </a:lnTo>
                <a:lnTo>
                  <a:pt x="118702" y="411225"/>
                </a:lnTo>
                <a:lnTo>
                  <a:pt x="115485" y="4124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84275" y="4895977"/>
            <a:ext cx="382905" cy="484505"/>
          </a:xfrm>
          <a:custGeom>
            <a:avLst/>
            <a:gdLst/>
            <a:ahLst/>
            <a:cxnLst/>
            <a:rect l="l" t="t" r="r" b="b"/>
            <a:pathLst>
              <a:path w="382904" h="484504">
                <a:moveTo>
                  <a:pt x="362373" y="348995"/>
                </a:moveTo>
                <a:lnTo>
                  <a:pt x="312419" y="348995"/>
                </a:lnTo>
                <a:lnTo>
                  <a:pt x="312419" y="181355"/>
                </a:lnTo>
                <a:lnTo>
                  <a:pt x="170687" y="181355"/>
                </a:lnTo>
                <a:lnTo>
                  <a:pt x="170687" y="136143"/>
                </a:lnTo>
                <a:lnTo>
                  <a:pt x="312419" y="136143"/>
                </a:lnTo>
                <a:lnTo>
                  <a:pt x="312419" y="82803"/>
                </a:lnTo>
                <a:lnTo>
                  <a:pt x="170687" y="82803"/>
                </a:lnTo>
                <a:lnTo>
                  <a:pt x="170687" y="37083"/>
                </a:lnTo>
                <a:lnTo>
                  <a:pt x="312419" y="37083"/>
                </a:lnTo>
                <a:lnTo>
                  <a:pt x="312419" y="0"/>
                </a:lnTo>
                <a:lnTo>
                  <a:pt x="369823" y="0"/>
                </a:lnTo>
                <a:lnTo>
                  <a:pt x="369823" y="341545"/>
                </a:lnTo>
                <a:lnTo>
                  <a:pt x="368807" y="343915"/>
                </a:lnTo>
                <a:lnTo>
                  <a:pt x="364743" y="347979"/>
                </a:lnTo>
                <a:lnTo>
                  <a:pt x="362373" y="348995"/>
                </a:lnTo>
                <a:close/>
              </a:path>
              <a:path w="382904" h="484504">
                <a:moveTo>
                  <a:pt x="48386" y="283717"/>
                </a:moveTo>
                <a:lnTo>
                  <a:pt x="2878" y="268985"/>
                </a:lnTo>
                <a:lnTo>
                  <a:pt x="0" y="261789"/>
                </a:lnTo>
                <a:lnTo>
                  <a:pt x="0" y="8127"/>
                </a:lnTo>
                <a:lnTo>
                  <a:pt x="58419" y="8127"/>
                </a:lnTo>
                <a:lnTo>
                  <a:pt x="58446" y="232520"/>
                </a:lnTo>
                <a:lnTo>
                  <a:pt x="60113" y="234187"/>
                </a:lnTo>
                <a:lnTo>
                  <a:pt x="276859" y="234187"/>
                </a:lnTo>
                <a:lnTo>
                  <a:pt x="276859" y="266191"/>
                </a:lnTo>
                <a:lnTo>
                  <a:pt x="222853" y="273430"/>
                </a:lnTo>
                <a:lnTo>
                  <a:pt x="167576" y="278510"/>
                </a:lnTo>
                <a:lnTo>
                  <a:pt x="100774" y="282574"/>
                </a:lnTo>
                <a:lnTo>
                  <a:pt x="72135" y="283463"/>
                </a:lnTo>
                <a:lnTo>
                  <a:pt x="48386" y="283717"/>
                </a:lnTo>
                <a:close/>
              </a:path>
              <a:path w="382904" h="484504">
                <a:moveTo>
                  <a:pt x="276859" y="234187"/>
                </a:moveTo>
                <a:lnTo>
                  <a:pt x="60113" y="234187"/>
                </a:lnTo>
                <a:lnTo>
                  <a:pt x="87693" y="234171"/>
                </a:lnTo>
                <a:lnTo>
                  <a:pt x="112521" y="233616"/>
                </a:lnTo>
                <a:lnTo>
                  <a:pt x="164083" y="230885"/>
                </a:lnTo>
                <a:lnTo>
                  <a:pt x="218693" y="225742"/>
                </a:lnTo>
                <a:lnTo>
                  <a:pt x="276859" y="217931"/>
                </a:lnTo>
                <a:lnTo>
                  <a:pt x="276859" y="234187"/>
                </a:lnTo>
                <a:close/>
              </a:path>
              <a:path w="382904" h="484504">
                <a:moveTo>
                  <a:pt x="375073" y="484123"/>
                </a:moveTo>
                <a:lnTo>
                  <a:pt x="72643" y="484123"/>
                </a:lnTo>
                <a:lnTo>
                  <a:pt x="65447" y="481160"/>
                </a:lnTo>
                <a:lnTo>
                  <a:pt x="52916" y="469307"/>
                </a:lnTo>
                <a:lnTo>
                  <a:pt x="49783" y="461941"/>
                </a:lnTo>
                <a:lnTo>
                  <a:pt x="49783" y="328675"/>
                </a:lnTo>
                <a:lnTo>
                  <a:pt x="107187" y="328675"/>
                </a:lnTo>
                <a:lnTo>
                  <a:pt x="107187" y="432477"/>
                </a:lnTo>
                <a:lnTo>
                  <a:pt x="107695" y="433747"/>
                </a:lnTo>
                <a:lnTo>
                  <a:pt x="109727" y="435440"/>
                </a:lnTo>
                <a:lnTo>
                  <a:pt x="110743" y="435863"/>
                </a:lnTo>
                <a:lnTo>
                  <a:pt x="382523" y="435863"/>
                </a:lnTo>
                <a:lnTo>
                  <a:pt x="382523" y="476673"/>
                </a:lnTo>
                <a:lnTo>
                  <a:pt x="381507" y="479043"/>
                </a:lnTo>
                <a:lnTo>
                  <a:pt x="377443" y="483107"/>
                </a:lnTo>
                <a:lnTo>
                  <a:pt x="375073" y="484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380893" y="4895977"/>
            <a:ext cx="386715" cy="484505"/>
          </a:xfrm>
          <a:custGeom>
            <a:avLst/>
            <a:gdLst/>
            <a:ahLst/>
            <a:cxnLst/>
            <a:rect l="l" t="t" r="r" b="b"/>
            <a:pathLst>
              <a:path w="386714" h="484504">
                <a:moveTo>
                  <a:pt x="132587" y="381507"/>
                </a:moveTo>
                <a:lnTo>
                  <a:pt x="85724" y="373078"/>
                </a:lnTo>
                <a:lnTo>
                  <a:pt x="49910" y="348868"/>
                </a:lnTo>
                <a:lnTo>
                  <a:pt x="23907" y="312562"/>
                </a:lnTo>
                <a:lnTo>
                  <a:pt x="7619" y="266699"/>
                </a:lnTo>
                <a:lnTo>
                  <a:pt x="476" y="214407"/>
                </a:lnTo>
                <a:lnTo>
                  <a:pt x="0" y="196087"/>
                </a:lnTo>
                <a:lnTo>
                  <a:pt x="476" y="180054"/>
                </a:lnTo>
                <a:lnTo>
                  <a:pt x="7619" y="131571"/>
                </a:lnTo>
                <a:lnTo>
                  <a:pt x="23764" y="86232"/>
                </a:lnTo>
                <a:lnTo>
                  <a:pt x="49529" y="48704"/>
                </a:lnTo>
                <a:lnTo>
                  <a:pt x="85582" y="22494"/>
                </a:lnTo>
                <a:lnTo>
                  <a:pt x="132587" y="13207"/>
                </a:lnTo>
                <a:lnTo>
                  <a:pt x="149717" y="14239"/>
                </a:lnTo>
                <a:lnTo>
                  <a:pt x="193293" y="29717"/>
                </a:lnTo>
                <a:lnTo>
                  <a:pt x="225869" y="60055"/>
                </a:lnTo>
                <a:lnTo>
                  <a:pt x="228561" y="64007"/>
                </a:lnTo>
                <a:lnTo>
                  <a:pt x="132587" y="64007"/>
                </a:lnTo>
                <a:lnTo>
                  <a:pt x="123031" y="64833"/>
                </a:lnTo>
                <a:lnTo>
                  <a:pt x="85661" y="92074"/>
                </a:lnTo>
                <a:lnTo>
                  <a:pt x="67754" y="130809"/>
                </a:lnTo>
                <a:lnTo>
                  <a:pt x="59435" y="175005"/>
                </a:lnTo>
                <a:lnTo>
                  <a:pt x="58419" y="195579"/>
                </a:lnTo>
                <a:lnTo>
                  <a:pt x="58689" y="209105"/>
                </a:lnTo>
                <a:lnTo>
                  <a:pt x="62737" y="247395"/>
                </a:lnTo>
                <a:lnTo>
                  <a:pt x="76199" y="290321"/>
                </a:lnTo>
                <a:lnTo>
                  <a:pt x="106632" y="324564"/>
                </a:lnTo>
                <a:lnTo>
                  <a:pt x="132587" y="330707"/>
                </a:lnTo>
                <a:lnTo>
                  <a:pt x="230741" y="330707"/>
                </a:lnTo>
                <a:lnTo>
                  <a:pt x="225504" y="338042"/>
                </a:lnTo>
                <a:lnTo>
                  <a:pt x="192785" y="366521"/>
                </a:lnTo>
                <a:lnTo>
                  <a:pt x="149494" y="380571"/>
                </a:lnTo>
                <a:lnTo>
                  <a:pt x="132587" y="381507"/>
                </a:lnTo>
                <a:close/>
              </a:path>
              <a:path w="386714" h="484504">
                <a:moveTo>
                  <a:pt x="230741" y="330707"/>
                </a:moveTo>
                <a:lnTo>
                  <a:pt x="132587" y="330707"/>
                </a:lnTo>
                <a:lnTo>
                  <a:pt x="141700" y="330025"/>
                </a:lnTo>
                <a:lnTo>
                  <a:pt x="150240" y="327977"/>
                </a:lnTo>
                <a:lnTo>
                  <a:pt x="184086" y="299116"/>
                </a:lnTo>
                <a:lnTo>
                  <a:pt x="200120" y="259222"/>
                </a:lnTo>
                <a:lnTo>
                  <a:pt x="206978" y="209105"/>
                </a:lnTo>
                <a:lnTo>
                  <a:pt x="207263" y="195579"/>
                </a:lnTo>
                <a:lnTo>
                  <a:pt x="207009" y="185483"/>
                </a:lnTo>
                <a:lnTo>
                  <a:pt x="200850" y="141668"/>
                </a:lnTo>
                <a:lnTo>
                  <a:pt x="185102" y="100742"/>
                </a:lnTo>
                <a:lnTo>
                  <a:pt x="159162" y="71437"/>
                </a:lnTo>
                <a:lnTo>
                  <a:pt x="132587" y="64007"/>
                </a:lnTo>
                <a:lnTo>
                  <a:pt x="228561" y="64007"/>
                </a:lnTo>
                <a:lnTo>
                  <a:pt x="248348" y="100583"/>
                </a:lnTo>
                <a:lnTo>
                  <a:pt x="261397" y="147796"/>
                </a:lnTo>
                <a:lnTo>
                  <a:pt x="265683" y="196087"/>
                </a:lnTo>
                <a:lnTo>
                  <a:pt x="265207" y="214407"/>
                </a:lnTo>
                <a:lnTo>
                  <a:pt x="258063" y="266699"/>
                </a:lnTo>
                <a:lnTo>
                  <a:pt x="241776" y="312562"/>
                </a:lnTo>
                <a:lnTo>
                  <a:pt x="234187" y="325881"/>
                </a:lnTo>
                <a:lnTo>
                  <a:pt x="230741" y="330707"/>
                </a:lnTo>
                <a:close/>
              </a:path>
              <a:path w="386714" h="484504">
                <a:moveTo>
                  <a:pt x="379137" y="484123"/>
                </a:moveTo>
                <a:lnTo>
                  <a:pt x="328675" y="484123"/>
                </a:lnTo>
                <a:lnTo>
                  <a:pt x="328675" y="0"/>
                </a:lnTo>
                <a:lnTo>
                  <a:pt x="386587" y="0"/>
                </a:lnTo>
                <a:lnTo>
                  <a:pt x="386587" y="476673"/>
                </a:lnTo>
                <a:lnTo>
                  <a:pt x="385571" y="479043"/>
                </a:lnTo>
                <a:lnTo>
                  <a:pt x="381507" y="483107"/>
                </a:lnTo>
                <a:lnTo>
                  <a:pt x="379137" y="484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851300" y="4896485"/>
            <a:ext cx="405130" cy="483870"/>
          </a:xfrm>
          <a:custGeom>
            <a:avLst/>
            <a:gdLst/>
            <a:ahLst/>
            <a:cxnLst/>
            <a:rect l="l" t="t" r="r" b="b"/>
            <a:pathLst>
              <a:path w="405129" h="483870">
                <a:moveTo>
                  <a:pt x="281601" y="471931"/>
                </a:moveTo>
                <a:lnTo>
                  <a:pt x="232155" y="471931"/>
                </a:lnTo>
                <a:lnTo>
                  <a:pt x="232155" y="0"/>
                </a:lnTo>
                <a:lnTo>
                  <a:pt x="289051" y="0"/>
                </a:lnTo>
                <a:lnTo>
                  <a:pt x="289051" y="150875"/>
                </a:lnTo>
                <a:lnTo>
                  <a:pt x="404875" y="150875"/>
                </a:lnTo>
                <a:lnTo>
                  <a:pt x="404875" y="199135"/>
                </a:lnTo>
                <a:lnTo>
                  <a:pt x="289051" y="199135"/>
                </a:lnTo>
                <a:lnTo>
                  <a:pt x="289051" y="464481"/>
                </a:lnTo>
                <a:lnTo>
                  <a:pt x="288035" y="466851"/>
                </a:lnTo>
                <a:lnTo>
                  <a:pt x="283971" y="470915"/>
                </a:lnTo>
                <a:lnTo>
                  <a:pt x="281601" y="471931"/>
                </a:lnTo>
                <a:close/>
              </a:path>
              <a:path w="405129" h="483870">
                <a:moveTo>
                  <a:pt x="404875" y="150875"/>
                </a:moveTo>
                <a:lnTo>
                  <a:pt x="347471" y="150875"/>
                </a:lnTo>
                <a:lnTo>
                  <a:pt x="347471" y="0"/>
                </a:lnTo>
                <a:lnTo>
                  <a:pt x="404875" y="0"/>
                </a:lnTo>
                <a:lnTo>
                  <a:pt x="404875" y="150875"/>
                </a:lnTo>
                <a:close/>
              </a:path>
              <a:path w="405129" h="483870">
                <a:moveTo>
                  <a:pt x="397425" y="483615"/>
                </a:moveTo>
                <a:lnTo>
                  <a:pt x="347471" y="483615"/>
                </a:lnTo>
                <a:lnTo>
                  <a:pt x="347471" y="199135"/>
                </a:lnTo>
                <a:lnTo>
                  <a:pt x="404875" y="199135"/>
                </a:lnTo>
                <a:lnTo>
                  <a:pt x="404875" y="476165"/>
                </a:lnTo>
                <a:lnTo>
                  <a:pt x="403859" y="478535"/>
                </a:lnTo>
                <a:lnTo>
                  <a:pt x="399795" y="482599"/>
                </a:lnTo>
                <a:lnTo>
                  <a:pt x="397425" y="483615"/>
                </a:lnTo>
                <a:close/>
              </a:path>
              <a:path w="405129" h="483870">
                <a:moveTo>
                  <a:pt x="47688" y="365251"/>
                </a:moveTo>
                <a:lnTo>
                  <a:pt x="2878" y="350181"/>
                </a:lnTo>
                <a:lnTo>
                  <a:pt x="0" y="343069"/>
                </a:lnTo>
                <a:lnTo>
                  <a:pt x="0" y="16255"/>
                </a:lnTo>
                <a:lnTo>
                  <a:pt x="57403" y="16255"/>
                </a:lnTo>
                <a:lnTo>
                  <a:pt x="57403" y="313774"/>
                </a:lnTo>
                <a:lnTo>
                  <a:pt x="59097" y="315467"/>
                </a:lnTo>
                <a:lnTo>
                  <a:pt x="212851" y="315610"/>
                </a:lnTo>
                <a:lnTo>
                  <a:pt x="212851" y="347471"/>
                </a:lnTo>
                <a:lnTo>
                  <a:pt x="171703" y="355091"/>
                </a:lnTo>
                <a:lnTo>
                  <a:pt x="133365" y="359854"/>
                </a:lnTo>
                <a:lnTo>
                  <a:pt x="94106" y="363346"/>
                </a:lnTo>
                <a:lnTo>
                  <a:pt x="57896" y="365124"/>
                </a:lnTo>
                <a:lnTo>
                  <a:pt x="47688" y="365251"/>
                </a:lnTo>
                <a:close/>
              </a:path>
              <a:path w="405129" h="483870">
                <a:moveTo>
                  <a:pt x="212851" y="315610"/>
                </a:moveTo>
                <a:lnTo>
                  <a:pt x="78168" y="315610"/>
                </a:lnTo>
                <a:lnTo>
                  <a:pt x="94741" y="315023"/>
                </a:lnTo>
                <a:lnTo>
                  <a:pt x="112204" y="313705"/>
                </a:lnTo>
                <a:lnTo>
                  <a:pt x="130555" y="311657"/>
                </a:lnTo>
                <a:lnTo>
                  <a:pt x="169925" y="306260"/>
                </a:lnTo>
                <a:lnTo>
                  <a:pt x="212851" y="299719"/>
                </a:lnTo>
                <a:lnTo>
                  <a:pt x="212851" y="315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321708" y="4908677"/>
            <a:ext cx="157480" cy="464184"/>
          </a:xfrm>
          <a:custGeom>
            <a:avLst/>
            <a:gdLst/>
            <a:ahLst/>
            <a:cxnLst/>
            <a:rect l="l" t="t" r="r" b="b"/>
            <a:pathLst>
              <a:path w="157479" h="464185">
                <a:moveTo>
                  <a:pt x="68071" y="463803"/>
                </a:moveTo>
                <a:lnTo>
                  <a:pt x="0" y="463803"/>
                </a:lnTo>
                <a:lnTo>
                  <a:pt x="8667" y="455723"/>
                </a:lnTo>
                <a:lnTo>
                  <a:pt x="17398" y="446722"/>
                </a:lnTo>
                <a:lnTo>
                  <a:pt x="43735" y="414226"/>
                </a:lnTo>
                <a:lnTo>
                  <a:pt x="67309" y="373887"/>
                </a:lnTo>
                <a:lnTo>
                  <a:pt x="86026" y="326119"/>
                </a:lnTo>
                <a:lnTo>
                  <a:pt x="97789" y="271462"/>
                </a:lnTo>
                <a:lnTo>
                  <a:pt x="100075" y="231647"/>
                </a:lnTo>
                <a:lnTo>
                  <a:pt x="99552" y="211867"/>
                </a:lnTo>
                <a:lnTo>
                  <a:pt x="91693" y="155955"/>
                </a:lnTo>
                <a:lnTo>
                  <a:pt x="75977" y="105902"/>
                </a:lnTo>
                <a:lnTo>
                  <a:pt x="54419" y="62674"/>
                </a:lnTo>
                <a:lnTo>
                  <a:pt x="28638" y="27146"/>
                </a:lnTo>
                <a:lnTo>
                  <a:pt x="1015" y="0"/>
                </a:lnTo>
                <a:lnTo>
                  <a:pt x="69595" y="0"/>
                </a:lnTo>
                <a:lnTo>
                  <a:pt x="104393" y="37591"/>
                </a:lnTo>
                <a:lnTo>
                  <a:pt x="125968" y="75739"/>
                </a:lnTo>
                <a:lnTo>
                  <a:pt x="142557" y="121411"/>
                </a:lnTo>
                <a:lnTo>
                  <a:pt x="153622" y="173878"/>
                </a:lnTo>
                <a:lnTo>
                  <a:pt x="157051" y="211851"/>
                </a:lnTo>
                <a:lnTo>
                  <a:pt x="157479" y="231647"/>
                </a:lnTo>
                <a:lnTo>
                  <a:pt x="156956" y="252158"/>
                </a:lnTo>
                <a:lnTo>
                  <a:pt x="152765" y="291274"/>
                </a:lnTo>
                <a:lnTo>
                  <a:pt x="139572" y="344868"/>
                </a:lnTo>
                <a:lnTo>
                  <a:pt x="121110" y="391286"/>
                </a:lnTo>
                <a:lnTo>
                  <a:pt x="99059" y="429005"/>
                </a:lnTo>
                <a:lnTo>
                  <a:pt x="75723" y="456866"/>
                </a:lnTo>
                <a:lnTo>
                  <a:pt x="68071" y="46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29575" y="5099050"/>
            <a:ext cx="229235" cy="43180"/>
          </a:xfrm>
          <a:custGeom>
            <a:avLst/>
            <a:gdLst/>
            <a:ahLst/>
            <a:cxnLst/>
            <a:rect l="l" t="t" r="r" b="b"/>
            <a:pathLst>
              <a:path w="229235" h="43179">
                <a:moveTo>
                  <a:pt x="0" y="0"/>
                </a:moveTo>
                <a:lnTo>
                  <a:pt x="229107" y="0"/>
                </a:lnTo>
                <a:lnTo>
                  <a:pt x="229107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729575" y="5142229"/>
            <a:ext cx="228600" cy="2540"/>
          </a:xfrm>
          <a:custGeom>
            <a:avLst/>
            <a:gdLst/>
            <a:ahLst/>
            <a:cxnLst/>
            <a:rect l="l" t="t" r="r" b="b"/>
            <a:pathLst>
              <a:path w="228600" h="2539">
                <a:moveTo>
                  <a:pt x="0" y="0"/>
                </a:moveTo>
                <a:lnTo>
                  <a:pt x="228472" y="0"/>
                </a:lnTo>
                <a:lnTo>
                  <a:pt x="22847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729575" y="5144770"/>
            <a:ext cx="226060" cy="3810"/>
          </a:xfrm>
          <a:custGeom>
            <a:avLst/>
            <a:gdLst/>
            <a:ahLst/>
            <a:cxnLst/>
            <a:rect l="l" t="t" r="r" b="b"/>
            <a:pathLst>
              <a:path w="226060" h="3810">
                <a:moveTo>
                  <a:pt x="0" y="0"/>
                </a:moveTo>
                <a:lnTo>
                  <a:pt x="225806" y="0"/>
                </a:lnTo>
                <a:lnTo>
                  <a:pt x="225806" y="3809"/>
                </a:lnTo>
                <a:lnTo>
                  <a:pt x="0" y="38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729575" y="5148579"/>
            <a:ext cx="222250" cy="1270"/>
          </a:xfrm>
          <a:custGeom>
            <a:avLst/>
            <a:gdLst/>
            <a:ahLst/>
            <a:cxnLst/>
            <a:rect l="l" t="t" r="r" b="b"/>
            <a:pathLst>
              <a:path w="222250" h="1270">
                <a:moveTo>
                  <a:pt x="0" y="0"/>
                </a:moveTo>
                <a:lnTo>
                  <a:pt x="222250" y="0"/>
                </a:lnTo>
                <a:lnTo>
                  <a:pt x="222250" y="1270"/>
                </a:lnTo>
                <a:lnTo>
                  <a:pt x="0" y="12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59762" y="4880737"/>
            <a:ext cx="461009" cy="501015"/>
          </a:xfrm>
          <a:custGeom>
            <a:avLst/>
            <a:gdLst/>
            <a:ahLst/>
            <a:cxnLst/>
            <a:rect l="l" t="t" r="r" b="b"/>
            <a:pathLst>
              <a:path w="461009" h="501014">
                <a:moveTo>
                  <a:pt x="105155" y="327659"/>
                </a:moveTo>
                <a:lnTo>
                  <a:pt x="0" y="327659"/>
                </a:lnTo>
                <a:lnTo>
                  <a:pt x="0" y="281939"/>
                </a:lnTo>
                <a:lnTo>
                  <a:pt x="122935" y="281939"/>
                </a:lnTo>
                <a:lnTo>
                  <a:pt x="122935" y="252475"/>
                </a:lnTo>
                <a:lnTo>
                  <a:pt x="83819" y="244601"/>
                </a:lnTo>
                <a:lnTo>
                  <a:pt x="46974" y="224440"/>
                </a:lnTo>
                <a:lnTo>
                  <a:pt x="26352" y="185721"/>
                </a:lnTo>
                <a:lnTo>
                  <a:pt x="25907" y="177799"/>
                </a:lnTo>
                <a:lnTo>
                  <a:pt x="26527" y="168449"/>
                </a:lnTo>
                <a:lnTo>
                  <a:pt x="47578" y="130746"/>
                </a:lnTo>
                <a:lnTo>
                  <a:pt x="81279" y="111950"/>
                </a:lnTo>
                <a:lnTo>
                  <a:pt x="126936" y="102742"/>
                </a:lnTo>
                <a:lnTo>
                  <a:pt x="152907" y="101599"/>
                </a:lnTo>
                <a:lnTo>
                  <a:pt x="165909" y="101885"/>
                </a:lnTo>
                <a:lnTo>
                  <a:pt x="213629" y="108759"/>
                </a:lnTo>
                <a:lnTo>
                  <a:pt x="251020" y="125158"/>
                </a:lnTo>
                <a:lnTo>
                  <a:pt x="269598" y="143255"/>
                </a:lnTo>
                <a:lnTo>
                  <a:pt x="152907" y="143255"/>
                </a:lnTo>
                <a:lnTo>
                  <a:pt x="138863" y="143827"/>
                </a:lnTo>
                <a:lnTo>
                  <a:pt x="95107" y="157083"/>
                </a:lnTo>
                <a:lnTo>
                  <a:pt x="83819" y="177799"/>
                </a:lnTo>
                <a:lnTo>
                  <a:pt x="85091" y="185721"/>
                </a:lnTo>
                <a:lnTo>
                  <a:pt x="126174" y="210121"/>
                </a:lnTo>
                <a:lnTo>
                  <a:pt x="152907" y="212343"/>
                </a:lnTo>
                <a:lnTo>
                  <a:pt x="269615" y="212343"/>
                </a:lnTo>
                <a:lnTo>
                  <a:pt x="268112" y="214629"/>
                </a:lnTo>
                <a:lnTo>
                  <a:pt x="236473" y="238886"/>
                </a:lnTo>
                <a:lnTo>
                  <a:pt x="199961" y="250062"/>
                </a:lnTo>
                <a:lnTo>
                  <a:pt x="179323" y="252983"/>
                </a:lnTo>
                <a:lnTo>
                  <a:pt x="179323" y="281431"/>
                </a:lnTo>
                <a:lnTo>
                  <a:pt x="312927" y="281431"/>
                </a:lnTo>
                <a:lnTo>
                  <a:pt x="312927" y="302259"/>
                </a:lnTo>
                <a:lnTo>
                  <a:pt x="267080" y="320611"/>
                </a:lnTo>
                <a:lnTo>
                  <a:pt x="220979" y="325373"/>
                </a:lnTo>
                <a:lnTo>
                  <a:pt x="167131" y="327088"/>
                </a:lnTo>
                <a:lnTo>
                  <a:pt x="105155" y="327659"/>
                </a:lnTo>
                <a:close/>
              </a:path>
              <a:path w="461009" h="501014">
                <a:moveTo>
                  <a:pt x="269615" y="212343"/>
                </a:moveTo>
                <a:lnTo>
                  <a:pt x="152907" y="212343"/>
                </a:lnTo>
                <a:lnTo>
                  <a:pt x="160146" y="212200"/>
                </a:lnTo>
                <a:lnTo>
                  <a:pt x="167131" y="211772"/>
                </a:lnTo>
                <a:lnTo>
                  <a:pt x="209126" y="200575"/>
                </a:lnTo>
                <a:lnTo>
                  <a:pt x="223011" y="183557"/>
                </a:lnTo>
                <a:lnTo>
                  <a:pt x="223011" y="172381"/>
                </a:lnTo>
                <a:lnTo>
                  <a:pt x="188806" y="147065"/>
                </a:lnTo>
                <a:lnTo>
                  <a:pt x="152907" y="143255"/>
                </a:lnTo>
                <a:lnTo>
                  <a:pt x="269598" y="143255"/>
                </a:lnTo>
                <a:lnTo>
                  <a:pt x="279907" y="177799"/>
                </a:lnTo>
                <a:lnTo>
                  <a:pt x="279431" y="186181"/>
                </a:lnTo>
                <a:lnTo>
                  <a:pt x="278002" y="194055"/>
                </a:lnTo>
                <a:lnTo>
                  <a:pt x="275621" y="201421"/>
                </a:lnTo>
                <a:lnTo>
                  <a:pt x="272287" y="208279"/>
                </a:lnTo>
                <a:lnTo>
                  <a:pt x="269615" y="212343"/>
                </a:lnTo>
                <a:close/>
              </a:path>
              <a:path w="461009" h="501014">
                <a:moveTo>
                  <a:pt x="312927" y="281431"/>
                </a:moveTo>
                <a:lnTo>
                  <a:pt x="179323" y="281431"/>
                </a:lnTo>
                <a:lnTo>
                  <a:pt x="191325" y="281114"/>
                </a:lnTo>
                <a:lnTo>
                  <a:pt x="202437" y="280669"/>
                </a:lnTo>
                <a:lnTo>
                  <a:pt x="247094" y="276828"/>
                </a:lnTo>
                <a:lnTo>
                  <a:pt x="312927" y="264667"/>
                </a:lnTo>
                <a:lnTo>
                  <a:pt x="312927" y="281431"/>
                </a:lnTo>
                <a:close/>
              </a:path>
              <a:path w="461009" h="501014">
                <a:moveTo>
                  <a:pt x="387265" y="500887"/>
                </a:moveTo>
                <a:lnTo>
                  <a:pt x="339343" y="500887"/>
                </a:lnTo>
                <a:lnTo>
                  <a:pt x="339343" y="401489"/>
                </a:lnTo>
                <a:lnTo>
                  <a:pt x="337650" y="399795"/>
                </a:lnTo>
                <a:lnTo>
                  <a:pt x="61467" y="399795"/>
                </a:lnTo>
                <a:lnTo>
                  <a:pt x="61467" y="352551"/>
                </a:lnTo>
                <a:lnTo>
                  <a:pt x="372194" y="352551"/>
                </a:lnTo>
                <a:lnTo>
                  <a:pt x="379475" y="355430"/>
                </a:lnTo>
                <a:lnTo>
                  <a:pt x="391667" y="366945"/>
                </a:lnTo>
                <a:lnTo>
                  <a:pt x="394715" y="374226"/>
                </a:lnTo>
                <a:lnTo>
                  <a:pt x="394715" y="493437"/>
                </a:lnTo>
                <a:lnTo>
                  <a:pt x="393699" y="495807"/>
                </a:lnTo>
                <a:lnTo>
                  <a:pt x="389635" y="499871"/>
                </a:lnTo>
                <a:lnTo>
                  <a:pt x="387265" y="500887"/>
                </a:lnTo>
                <a:close/>
              </a:path>
              <a:path w="461009" h="501014">
                <a:moveTo>
                  <a:pt x="384725" y="326135"/>
                </a:moveTo>
                <a:lnTo>
                  <a:pt x="335279" y="326135"/>
                </a:lnTo>
                <a:lnTo>
                  <a:pt x="335279" y="15747"/>
                </a:lnTo>
                <a:lnTo>
                  <a:pt x="392175" y="15747"/>
                </a:lnTo>
                <a:lnTo>
                  <a:pt x="392175" y="158495"/>
                </a:lnTo>
                <a:lnTo>
                  <a:pt x="460755" y="158495"/>
                </a:lnTo>
                <a:lnTo>
                  <a:pt x="460755" y="207771"/>
                </a:lnTo>
                <a:lnTo>
                  <a:pt x="392175" y="207771"/>
                </a:lnTo>
                <a:lnTo>
                  <a:pt x="392175" y="318685"/>
                </a:lnTo>
                <a:lnTo>
                  <a:pt x="391159" y="321055"/>
                </a:lnTo>
                <a:lnTo>
                  <a:pt x="387095" y="325119"/>
                </a:lnTo>
                <a:lnTo>
                  <a:pt x="384725" y="326135"/>
                </a:lnTo>
                <a:close/>
              </a:path>
              <a:path w="461009" h="501014">
                <a:moveTo>
                  <a:pt x="181355" y="47751"/>
                </a:moveTo>
                <a:lnTo>
                  <a:pt x="121919" y="47751"/>
                </a:lnTo>
                <a:lnTo>
                  <a:pt x="121919" y="0"/>
                </a:lnTo>
                <a:lnTo>
                  <a:pt x="181355" y="0"/>
                </a:lnTo>
                <a:lnTo>
                  <a:pt x="181355" y="47751"/>
                </a:lnTo>
                <a:close/>
              </a:path>
              <a:path w="461009" h="501014">
                <a:moveTo>
                  <a:pt x="293623" y="92963"/>
                </a:moveTo>
                <a:lnTo>
                  <a:pt x="9651" y="92963"/>
                </a:lnTo>
                <a:lnTo>
                  <a:pt x="9651" y="47751"/>
                </a:lnTo>
                <a:lnTo>
                  <a:pt x="293623" y="47751"/>
                </a:lnTo>
                <a:lnTo>
                  <a:pt x="293623" y="929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621026" y="4896485"/>
            <a:ext cx="469265" cy="493395"/>
          </a:xfrm>
          <a:custGeom>
            <a:avLst/>
            <a:gdLst/>
            <a:ahLst/>
            <a:cxnLst/>
            <a:rect l="l" t="t" r="r" b="b"/>
            <a:pathLst>
              <a:path w="469265" h="493395">
                <a:moveTo>
                  <a:pt x="282447" y="61467"/>
                </a:moveTo>
                <a:lnTo>
                  <a:pt x="31495" y="61467"/>
                </a:lnTo>
                <a:lnTo>
                  <a:pt x="31495" y="14731"/>
                </a:lnTo>
                <a:lnTo>
                  <a:pt x="282447" y="14731"/>
                </a:lnTo>
                <a:lnTo>
                  <a:pt x="282447" y="61467"/>
                </a:lnTo>
                <a:close/>
              </a:path>
              <a:path w="469265" h="493395">
                <a:moveTo>
                  <a:pt x="36575" y="272795"/>
                </a:moveTo>
                <a:lnTo>
                  <a:pt x="0" y="235711"/>
                </a:lnTo>
                <a:lnTo>
                  <a:pt x="13461" y="229647"/>
                </a:lnTo>
                <a:lnTo>
                  <a:pt x="26415" y="223138"/>
                </a:lnTo>
                <a:lnTo>
                  <a:pt x="62071" y="201056"/>
                </a:lnTo>
                <a:lnTo>
                  <a:pt x="98853" y="167973"/>
                </a:lnTo>
                <a:lnTo>
                  <a:pt x="121205" y="132905"/>
                </a:lnTo>
                <a:lnTo>
                  <a:pt x="126491" y="107187"/>
                </a:lnTo>
                <a:lnTo>
                  <a:pt x="126491" y="61467"/>
                </a:lnTo>
                <a:lnTo>
                  <a:pt x="185419" y="61467"/>
                </a:lnTo>
                <a:lnTo>
                  <a:pt x="185419" y="107187"/>
                </a:lnTo>
                <a:lnTo>
                  <a:pt x="186181" y="116966"/>
                </a:lnTo>
                <a:lnTo>
                  <a:pt x="204072" y="153479"/>
                </a:lnTo>
                <a:lnTo>
                  <a:pt x="231757" y="180339"/>
                </a:lnTo>
                <a:lnTo>
                  <a:pt x="157987" y="180339"/>
                </a:lnTo>
                <a:lnTo>
                  <a:pt x="125475" y="214407"/>
                </a:lnTo>
                <a:lnTo>
                  <a:pt x="93583" y="240013"/>
                </a:lnTo>
                <a:lnTo>
                  <a:pt x="60293" y="261365"/>
                </a:lnTo>
                <a:lnTo>
                  <a:pt x="44291" y="269493"/>
                </a:lnTo>
                <a:lnTo>
                  <a:pt x="36575" y="272795"/>
                </a:lnTo>
                <a:close/>
              </a:path>
              <a:path w="469265" h="493395">
                <a:moveTo>
                  <a:pt x="269747" y="260603"/>
                </a:moveTo>
                <a:lnTo>
                  <a:pt x="231457" y="241061"/>
                </a:lnTo>
                <a:lnTo>
                  <a:pt x="194436" y="215137"/>
                </a:lnTo>
                <a:lnTo>
                  <a:pt x="163036" y="186181"/>
                </a:lnTo>
                <a:lnTo>
                  <a:pt x="157987" y="180339"/>
                </a:lnTo>
                <a:lnTo>
                  <a:pt x="231757" y="180339"/>
                </a:lnTo>
                <a:lnTo>
                  <a:pt x="237045" y="184451"/>
                </a:lnTo>
                <a:lnTo>
                  <a:pt x="246633" y="191198"/>
                </a:lnTo>
                <a:lnTo>
                  <a:pt x="287210" y="213931"/>
                </a:lnTo>
                <a:lnTo>
                  <a:pt x="305815" y="222503"/>
                </a:lnTo>
                <a:lnTo>
                  <a:pt x="269747" y="260603"/>
                </a:lnTo>
                <a:close/>
              </a:path>
              <a:path w="469265" h="493395">
                <a:moveTo>
                  <a:pt x="241807" y="493267"/>
                </a:moveTo>
                <a:lnTo>
                  <a:pt x="199501" y="490807"/>
                </a:lnTo>
                <a:lnTo>
                  <a:pt x="154241" y="480821"/>
                </a:lnTo>
                <a:lnTo>
                  <a:pt x="113664" y="460882"/>
                </a:lnTo>
                <a:lnTo>
                  <a:pt x="86105" y="428243"/>
                </a:lnTo>
                <a:lnTo>
                  <a:pt x="78231" y="391159"/>
                </a:lnTo>
                <a:lnTo>
                  <a:pt x="78724" y="380825"/>
                </a:lnTo>
                <a:lnTo>
                  <a:pt x="95313" y="338962"/>
                </a:lnTo>
                <a:lnTo>
                  <a:pt x="129000" y="311387"/>
                </a:lnTo>
                <a:lnTo>
                  <a:pt x="172211" y="295401"/>
                </a:lnTo>
                <a:lnTo>
                  <a:pt x="217376" y="288527"/>
                </a:lnTo>
                <a:lnTo>
                  <a:pt x="241807" y="287527"/>
                </a:lnTo>
                <a:lnTo>
                  <a:pt x="249618" y="287638"/>
                </a:lnTo>
                <a:lnTo>
                  <a:pt x="293623" y="291718"/>
                </a:lnTo>
                <a:lnTo>
                  <a:pt x="338629" y="303593"/>
                </a:lnTo>
                <a:lnTo>
                  <a:pt x="377189" y="326135"/>
                </a:lnTo>
                <a:lnTo>
                  <a:pt x="385445" y="334771"/>
                </a:lnTo>
                <a:lnTo>
                  <a:pt x="242315" y="334771"/>
                </a:lnTo>
                <a:lnTo>
                  <a:pt x="233568" y="334930"/>
                </a:lnTo>
                <a:lnTo>
                  <a:pt x="187705" y="340867"/>
                </a:lnTo>
                <a:lnTo>
                  <a:pt x="150082" y="358647"/>
                </a:lnTo>
                <a:lnTo>
                  <a:pt x="134111" y="391159"/>
                </a:lnTo>
                <a:lnTo>
                  <a:pt x="134762" y="399160"/>
                </a:lnTo>
                <a:lnTo>
                  <a:pt x="163290" y="432021"/>
                </a:lnTo>
                <a:lnTo>
                  <a:pt x="205993" y="443737"/>
                </a:lnTo>
                <a:lnTo>
                  <a:pt x="242315" y="446023"/>
                </a:lnTo>
                <a:lnTo>
                  <a:pt x="386631" y="446023"/>
                </a:lnTo>
                <a:lnTo>
                  <a:pt x="383349" y="449928"/>
                </a:lnTo>
                <a:lnTo>
                  <a:pt x="347217" y="474471"/>
                </a:lnTo>
                <a:lnTo>
                  <a:pt x="302767" y="487886"/>
                </a:lnTo>
                <a:lnTo>
                  <a:pt x="257809" y="492886"/>
                </a:lnTo>
                <a:lnTo>
                  <a:pt x="249618" y="493172"/>
                </a:lnTo>
                <a:lnTo>
                  <a:pt x="241807" y="493267"/>
                </a:lnTo>
                <a:close/>
              </a:path>
              <a:path w="469265" h="493395">
                <a:moveTo>
                  <a:pt x="386631" y="446023"/>
                </a:moveTo>
                <a:lnTo>
                  <a:pt x="242315" y="446023"/>
                </a:lnTo>
                <a:lnTo>
                  <a:pt x="250840" y="445880"/>
                </a:lnTo>
                <a:lnTo>
                  <a:pt x="259651" y="445452"/>
                </a:lnTo>
                <a:lnTo>
                  <a:pt x="304990" y="438165"/>
                </a:lnTo>
                <a:lnTo>
                  <a:pt x="339597" y="418591"/>
                </a:lnTo>
                <a:lnTo>
                  <a:pt x="350011" y="391159"/>
                </a:lnTo>
                <a:lnTo>
                  <a:pt x="349360" y="383158"/>
                </a:lnTo>
                <a:lnTo>
                  <a:pt x="320833" y="350011"/>
                </a:lnTo>
                <a:lnTo>
                  <a:pt x="278129" y="337311"/>
                </a:lnTo>
                <a:lnTo>
                  <a:pt x="242315" y="334771"/>
                </a:lnTo>
                <a:lnTo>
                  <a:pt x="385445" y="334771"/>
                </a:lnTo>
                <a:lnTo>
                  <a:pt x="403923" y="371157"/>
                </a:lnTo>
                <a:lnTo>
                  <a:pt x="405891" y="391159"/>
                </a:lnTo>
                <a:lnTo>
                  <a:pt x="405399" y="401494"/>
                </a:lnTo>
                <a:lnTo>
                  <a:pt x="388873" y="443356"/>
                </a:lnTo>
                <a:lnTo>
                  <a:pt x="386631" y="446023"/>
                </a:lnTo>
                <a:close/>
              </a:path>
              <a:path w="469265" h="493395">
                <a:moveTo>
                  <a:pt x="393869" y="279399"/>
                </a:moveTo>
                <a:lnTo>
                  <a:pt x="343915" y="279399"/>
                </a:lnTo>
                <a:lnTo>
                  <a:pt x="343915" y="0"/>
                </a:lnTo>
                <a:lnTo>
                  <a:pt x="401319" y="0"/>
                </a:lnTo>
                <a:lnTo>
                  <a:pt x="401319" y="103123"/>
                </a:lnTo>
                <a:lnTo>
                  <a:pt x="468883" y="103123"/>
                </a:lnTo>
                <a:lnTo>
                  <a:pt x="468883" y="150875"/>
                </a:lnTo>
                <a:lnTo>
                  <a:pt x="401319" y="150875"/>
                </a:lnTo>
                <a:lnTo>
                  <a:pt x="401319" y="271949"/>
                </a:lnTo>
                <a:lnTo>
                  <a:pt x="400303" y="274319"/>
                </a:lnTo>
                <a:lnTo>
                  <a:pt x="396239" y="278383"/>
                </a:lnTo>
                <a:lnTo>
                  <a:pt x="393869" y="279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357073" y="5645799"/>
            <a:ext cx="4703445" cy="354330"/>
          </a:xfrm>
          <a:custGeom>
            <a:avLst/>
            <a:gdLst/>
            <a:ahLst/>
            <a:cxnLst/>
            <a:rect l="l" t="t" r="r" b="b"/>
            <a:pathLst>
              <a:path w="4703445" h="354329">
                <a:moveTo>
                  <a:pt x="4702969" y="353859"/>
                </a:moveTo>
                <a:lnTo>
                  <a:pt x="0" y="353859"/>
                </a:lnTo>
                <a:lnTo>
                  <a:pt x="0" y="0"/>
                </a:lnTo>
                <a:lnTo>
                  <a:pt x="4702969" y="0"/>
                </a:lnTo>
                <a:lnTo>
                  <a:pt x="4702969" y="353859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585673" y="5999658"/>
            <a:ext cx="2771775" cy="2751455"/>
          </a:xfrm>
          <a:custGeom>
            <a:avLst/>
            <a:gdLst/>
            <a:ahLst/>
            <a:cxnLst/>
            <a:rect l="l" t="t" r="r" b="b"/>
            <a:pathLst>
              <a:path w="2771775" h="2751454">
                <a:moveTo>
                  <a:pt x="2771399" y="2751332"/>
                </a:moveTo>
                <a:lnTo>
                  <a:pt x="0" y="2751332"/>
                </a:lnTo>
                <a:lnTo>
                  <a:pt x="0" y="0"/>
                </a:lnTo>
                <a:lnTo>
                  <a:pt x="2771399" y="0"/>
                </a:lnTo>
                <a:lnTo>
                  <a:pt x="2771399" y="27513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357073" y="5999658"/>
            <a:ext cx="4703445" cy="2751455"/>
          </a:xfrm>
          <a:custGeom>
            <a:avLst/>
            <a:gdLst/>
            <a:ahLst/>
            <a:cxnLst/>
            <a:rect l="l" t="t" r="r" b="b"/>
            <a:pathLst>
              <a:path w="4703445" h="2751454">
                <a:moveTo>
                  <a:pt x="4702969" y="2751332"/>
                </a:moveTo>
                <a:lnTo>
                  <a:pt x="0" y="2751332"/>
                </a:lnTo>
                <a:lnTo>
                  <a:pt x="0" y="0"/>
                </a:lnTo>
                <a:lnTo>
                  <a:pt x="4702969" y="0"/>
                </a:lnTo>
                <a:lnTo>
                  <a:pt x="4702969" y="27513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724695" y="5697052"/>
            <a:ext cx="184268" cy="2106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1580911" y="5641036"/>
          <a:ext cx="7489190" cy="3115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1140"/>
                <a:gridCol w="4702810"/>
              </a:tblGrid>
              <a:tr h="3538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706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704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704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  <a:tr h="6355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87878"/>
                      </a:solidFill>
                      <a:prstDash val="solid"/>
                    </a:lnL>
                    <a:lnR w="9525">
                      <a:solidFill>
                        <a:srgbClr val="787878"/>
                      </a:solidFill>
                      <a:prstDash val="solid"/>
                    </a:lnR>
                    <a:lnT w="9525">
                      <a:solidFill>
                        <a:srgbClr val="787878"/>
                      </a:solidFill>
                      <a:prstDash val="solid"/>
                    </a:lnT>
                    <a:lnB w="9525">
                      <a:solidFill>
                        <a:srgbClr val="78787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/>
          <p:cNvSpPr/>
          <p:nvPr/>
        </p:nvSpPr>
        <p:spPr>
          <a:xfrm>
            <a:off x="6515166" y="5697277"/>
            <a:ext cx="167803" cy="2045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787618" y="6239202"/>
            <a:ext cx="156831" cy="19093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990130" y="6237939"/>
            <a:ext cx="156831" cy="19535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822908" y="6239202"/>
            <a:ext cx="160831" cy="19093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025631" y="6241518"/>
            <a:ext cx="171988" cy="18946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292566" y="6239202"/>
            <a:ext cx="179566" cy="19177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492763" y="6239202"/>
            <a:ext cx="160620" cy="19114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756961" y="6239202"/>
            <a:ext cx="161041" cy="19177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956105" y="6241518"/>
            <a:ext cx="171988" cy="19177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219188" y="6233729"/>
            <a:ext cx="183777" cy="19956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428016" y="6239202"/>
            <a:ext cx="156620" cy="19093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557687" y="6945571"/>
            <a:ext cx="157999" cy="19031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756812" y="6940115"/>
            <a:ext cx="160307" cy="19576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017929" y="6945571"/>
            <a:ext cx="168910" cy="19241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217684" y="6940115"/>
            <a:ext cx="164923" cy="20017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253182" y="6947879"/>
            <a:ext cx="171428" cy="19115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458392" y="6944312"/>
            <a:ext cx="156320" cy="19345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716898" y="7017122"/>
            <a:ext cx="50165" cy="48895"/>
          </a:xfrm>
          <a:custGeom>
            <a:avLst/>
            <a:gdLst/>
            <a:ahLst/>
            <a:cxnLst/>
            <a:rect l="l" t="t" r="r" b="b"/>
            <a:pathLst>
              <a:path w="50164" h="48895">
                <a:moveTo>
                  <a:pt x="25179" y="48889"/>
                </a:moveTo>
                <a:lnTo>
                  <a:pt x="15314" y="46942"/>
                </a:lnTo>
                <a:lnTo>
                  <a:pt x="7317" y="41650"/>
                </a:lnTo>
                <a:lnTo>
                  <a:pt x="1957" y="33841"/>
                </a:lnTo>
                <a:lnTo>
                  <a:pt x="0" y="24339"/>
                </a:lnTo>
                <a:lnTo>
                  <a:pt x="1957" y="14959"/>
                </a:lnTo>
                <a:lnTo>
                  <a:pt x="7317" y="7212"/>
                </a:lnTo>
                <a:lnTo>
                  <a:pt x="15314" y="1944"/>
                </a:lnTo>
                <a:lnTo>
                  <a:pt x="25179" y="0"/>
                </a:lnTo>
                <a:lnTo>
                  <a:pt x="34890" y="1944"/>
                </a:lnTo>
                <a:lnTo>
                  <a:pt x="42752" y="7212"/>
                </a:lnTo>
                <a:lnTo>
                  <a:pt x="48017" y="14959"/>
                </a:lnTo>
                <a:lnTo>
                  <a:pt x="49938" y="24339"/>
                </a:lnTo>
                <a:lnTo>
                  <a:pt x="48017" y="33841"/>
                </a:lnTo>
                <a:lnTo>
                  <a:pt x="42752" y="41650"/>
                </a:lnTo>
                <a:lnTo>
                  <a:pt x="34890" y="46942"/>
                </a:lnTo>
                <a:lnTo>
                  <a:pt x="25179" y="48889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857482" y="6947879"/>
            <a:ext cx="171428" cy="19115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058285" y="6945571"/>
            <a:ext cx="163034" cy="19220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313382" y="7010617"/>
            <a:ext cx="186115" cy="6966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584220" y="6938857"/>
            <a:ext cx="168910" cy="18863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785654" y="6945571"/>
            <a:ext cx="168910" cy="19345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046677" y="7017122"/>
            <a:ext cx="50165" cy="48895"/>
          </a:xfrm>
          <a:custGeom>
            <a:avLst/>
            <a:gdLst/>
            <a:ahLst/>
            <a:cxnLst/>
            <a:rect l="l" t="t" r="r" b="b"/>
            <a:pathLst>
              <a:path w="50165" h="48895">
                <a:moveTo>
                  <a:pt x="25179" y="48889"/>
                </a:moveTo>
                <a:lnTo>
                  <a:pt x="15314" y="46942"/>
                </a:lnTo>
                <a:lnTo>
                  <a:pt x="7317" y="41650"/>
                </a:lnTo>
                <a:lnTo>
                  <a:pt x="1957" y="33841"/>
                </a:lnTo>
                <a:lnTo>
                  <a:pt x="0" y="24339"/>
                </a:lnTo>
                <a:lnTo>
                  <a:pt x="1957" y="14959"/>
                </a:lnTo>
                <a:lnTo>
                  <a:pt x="7317" y="7212"/>
                </a:lnTo>
                <a:lnTo>
                  <a:pt x="15314" y="1944"/>
                </a:lnTo>
                <a:lnTo>
                  <a:pt x="25179" y="0"/>
                </a:lnTo>
                <a:lnTo>
                  <a:pt x="34890" y="1944"/>
                </a:lnTo>
                <a:lnTo>
                  <a:pt x="42752" y="7212"/>
                </a:lnTo>
                <a:lnTo>
                  <a:pt x="48017" y="14959"/>
                </a:lnTo>
                <a:lnTo>
                  <a:pt x="49938" y="24339"/>
                </a:lnTo>
                <a:lnTo>
                  <a:pt x="48017" y="33841"/>
                </a:lnTo>
                <a:lnTo>
                  <a:pt x="42752" y="41650"/>
                </a:lnTo>
                <a:lnTo>
                  <a:pt x="34890" y="46942"/>
                </a:lnTo>
                <a:lnTo>
                  <a:pt x="25179" y="48889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193765" y="6945571"/>
            <a:ext cx="156110" cy="19031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388694" y="6947879"/>
            <a:ext cx="171428" cy="19345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650977" y="7017122"/>
            <a:ext cx="50165" cy="48895"/>
          </a:xfrm>
          <a:custGeom>
            <a:avLst/>
            <a:gdLst/>
            <a:ahLst/>
            <a:cxnLst/>
            <a:rect l="l" t="t" r="r" b="b"/>
            <a:pathLst>
              <a:path w="50165" h="48895">
                <a:moveTo>
                  <a:pt x="25179" y="48889"/>
                </a:moveTo>
                <a:lnTo>
                  <a:pt x="15314" y="46942"/>
                </a:lnTo>
                <a:lnTo>
                  <a:pt x="7317" y="41650"/>
                </a:lnTo>
                <a:lnTo>
                  <a:pt x="1957" y="33841"/>
                </a:lnTo>
                <a:lnTo>
                  <a:pt x="0" y="24339"/>
                </a:lnTo>
                <a:lnTo>
                  <a:pt x="1957" y="14959"/>
                </a:lnTo>
                <a:lnTo>
                  <a:pt x="7317" y="7212"/>
                </a:lnTo>
                <a:lnTo>
                  <a:pt x="15314" y="1944"/>
                </a:lnTo>
                <a:lnTo>
                  <a:pt x="25179" y="0"/>
                </a:lnTo>
                <a:lnTo>
                  <a:pt x="34890" y="1944"/>
                </a:lnTo>
                <a:lnTo>
                  <a:pt x="42752" y="7212"/>
                </a:lnTo>
                <a:lnTo>
                  <a:pt x="48017" y="14959"/>
                </a:lnTo>
                <a:lnTo>
                  <a:pt x="49938" y="24339"/>
                </a:lnTo>
                <a:lnTo>
                  <a:pt x="48017" y="33841"/>
                </a:lnTo>
                <a:lnTo>
                  <a:pt x="42752" y="41650"/>
                </a:lnTo>
                <a:lnTo>
                  <a:pt x="34890" y="46942"/>
                </a:lnTo>
                <a:lnTo>
                  <a:pt x="25179" y="48889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788623" y="6945571"/>
            <a:ext cx="375798" cy="192477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791301" y="7650104"/>
            <a:ext cx="156110" cy="1903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983292" y="7650104"/>
            <a:ext cx="185696" cy="19471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363017" y="7643390"/>
            <a:ext cx="171428" cy="20017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561513" y="7650104"/>
            <a:ext cx="185696" cy="191151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819273" y="7715150"/>
            <a:ext cx="186115" cy="6966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088222" y="7650104"/>
            <a:ext cx="160307" cy="19031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289656" y="7650104"/>
            <a:ext cx="163034" cy="19220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491299" y="7648845"/>
            <a:ext cx="163874" cy="19345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697348" y="7650104"/>
            <a:ext cx="158418" cy="190312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955180" y="7652411"/>
            <a:ext cx="171428" cy="193459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221341" y="7648845"/>
            <a:ext cx="159677" cy="19241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421935" y="7650104"/>
            <a:ext cx="157159" cy="19220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684940" y="7648845"/>
            <a:ext cx="160726" cy="195977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886374" y="7648845"/>
            <a:ext cx="156320" cy="1947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790775" y="8319378"/>
            <a:ext cx="153673" cy="19093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986341" y="8320641"/>
            <a:ext cx="171988" cy="19514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625045" y="8319378"/>
            <a:ext cx="158515" cy="19093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833662" y="8322959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60" h="20320">
                <a:moveTo>
                  <a:pt x="0" y="0"/>
                </a:moveTo>
                <a:lnTo>
                  <a:pt x="149674" y="0"/>
                </a:lnTo>
                <a:lnTo>
                  <a:pt x="14967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4833662" y="8343279"/>
            <a:ext cx="23495" cy="64769"/>
          </a:xfrm>
          <a:custGeom>
            <a:avLst/>
            <a:gdLst/>
            <a:ahLst/>
            <a:cxnLst/>
            <a:rect l="l" t="t" r="r" b="b"/>
            <a:pathLst>
              <a:path w="23495" h="64770">
                <a:moveTo>
                  <a:pt x="0" y="0"/>
                </a:moveTo>
                <a:lnTo>
                  <a:pt x="22945" y="0"/>
                </a:lnTo>
                <a:lnTo>
                  <a:pt x="22945" y="64770"/>
                </a:lnTo>
                <a:lnTo>
                  <a:pt x="0" y="6477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833662" y="8408048"/>
            <a:ext cx="151765" cy="20320"/>
          </a:xfrm>
          <a:custGeom>
            <a:avLst/>
            <a:gdLst/>
            <a:ahLst/>
            <a:cxnLst/>
            <a:rect l="l" t="t" r="r" b="b"/>
            <a:pathLst>
              <a:path w="151764" h="20320">
                <a:moveTo>
                  <a:pt x="0" y="0"/>
                </a:moveTo>
                <a:lnTo>
                  <a:pt x="151147" y="0"/>
                </a:lnTo>
                <a:lnTo>
                  <a:pt x="151147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897658" y="8428369"/>
            <a:ext cx="22860" cy="53340"/>
          </a:xfrm>
          <a:custGeom>
            <a:avLst/>
            <a:gdLst/>
            <a:ahLst/>
            <a:cxnLst/>
            <a:rect l="l" t="t" r="r" b="b"/>
            <a:pathLst>
              <a:path w="22860" h="53340">
                <a:moveTo>
                  <a:pt x="0" y="0"/>
                </a:moveTo>
                <a:lnTo>
                  <a:pt x="22735" y="0"/>
                </a:lnTo>
                <a:lnTo>
                  <a:pt x="22735" y="53339"/>
                </a:lnTo>
                <a:lnTo>
                  <a:pt x="0" y="533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823768" y="8481709"/>
            <a:ext cx="169545" cy="20320"/>
          </a:xfrm>
          <a:custGeom>
            <a:avLst/>
            <a:gdLst/>
            <a:ahLst/>
            <a:cxnLst/>
            <a:rect l="l" t="t" r="r" b="b"/>
            <a:pathLst>
              <a:path w="169545" h="20320">
                <a:moveTo>
                  <a:pt x="0" y="0"/>
                </a:moveTo>
                <a:lnTo>
                  <a:pt x="169462" y="0"/>
                </a:lnTo>
                <a:lnTo>
                  <a:pt x="169462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092176" y="8319378"/>
            <a:ext cx="156620" cy="19093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293215" y="8319378"/>
            <a:ext cx="154726" cy="19093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497622" y="8319378"/>
            <a:ext cx="152410" cy="190934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752995" y="8319168"/>
            <a:ext cx="171988" cy="191986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958876" y="8318115"/>
            <a:ext cx="161252" cy="196618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159284" y="8319378"/>
            <a:ext cx="183355" cy="190934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422087" y="8319378"/>
            <a:ext cx="162094" cy="19177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6625231" y="8319378"/>
            <a:ext cx="157673" cy="192829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6887472" y="8313904"/>
            <a:ext cx="183566" cy="196407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7225344" y="8319378"/>
            <a:ext cx="23495" cy="20955"/>
          </a:xfrm>
          <a:custGeom>
            <a:avLst/>
            <a:gdLst/>
            <a:ahLst/>
            <a:cxnLst/>
            <a:rect l="l" t="t" r="r" b="b"/>
            <a:pathLst>
              <a:path w="23495" h="20954">
                <a:moveTo>
                  <a:pt x="22945" y="20630"/>
                </a:moveTo>
                <a:lnTo>
                  <a:pt x="0" y="20630"/>
                </a:lnTo>
                <a:lnTo>
                  <a:pt x="0" y="0"/>
                </a:lnTo>
                <a:lnTo>
                  <a:pt x="22945" y="0"/>
                </a:lnTo>
                <a:lnTo>
                  <a:pt x="22945" y="2063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7093984" y="8321688"/>
            <a:ext cx="92710" cy="17780"/>
          </a:xfrm>
          <a:custGeom>
            <a:avLst/>
            <a:gdLst/>
            <a:ahLst/>
            <a:cxnLst/>
            <a:rect l="l" t="t" r="r" b="b"/>
            <a:pathLst>
              <a:path w="92709" h="17779">
                <a:moveTo>
                  <a:pt x="0" y="0"/>
                </a:moveTo>
                <a:lnTo>
                  <a:pt x="92414" y="0"/>
                </a:lnTo>
                <a:lnTo>
                  <a:pt x="92414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7093984" y="8339469"/>
            <a:ext cx="154305" cy="2540"/>
          </a:xfrm>
          <a:custGeom>
            <a:avLst/>
            <a:gdLst/>
            <a:ahLst/>
            <a:cxnLst/>
            <a:rect l="l" t="t" r="r" b="b"/>
            <a:pathLst>
              <a:path w="154304" h="2540">
                <a:moveTo>
                  <a:pt x="0" y="0"/>
                </a:moveTo>
                <a:lnTo>
                  <a:pt x="154305" y="0"/>
                </a:lnTo>
                <a:lnTo>
                  <a:pt x="154305" y="2539"/>
                </a:lnTo>
                <a:lnTo>
                  <a:pt x="0" y="25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7093984" y="8342009"/>
            <a:ext cx="22860" cy="63500"/>
          </a:xfrm>
          <a:custGeom>
            <a:avLst/>
            <a:gdLst/>
            <a:ahLst/>
            <a:cxnLst/>
            <a:rect l="l" t="t" r="r" b="b"/>
            <a:pathLst>
              <a:path w="22859" h="63500">
                <a:moveTo>
                  <a:pt x="0" y="0"/>
                </a:moveTo>
                <a:lnTo>
                  <a:pt x="22314" y="0"/>
                </a:lnTo>
                <a:lnTo>
                  <a:pt x="22314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7093984" y="8405509"/>
            <a:ext cx="92710" cy="19050"/>
          </a:xfrm>
          <a:custGeom>
            <a:avLst/>
            <a:gdLst/>
            <a:ahLst/>
            <a:cxnLst/>
            <a:rect l="l" t="t" r="r" b="b"/>
            <a:pathLst>
              <a:path w="92709" h="19050">
                <a:moveTo>
                  <a:pt x="0" y="0"/>
                </a:moveTo>
                <a:lnTo>
                  <a:pt x="92414" y="0"/>
                </a:lnTo>
                <a:lnTo>
                  <a:pt x="9241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7163875" y="8342009"/>
            <a:ext cx="84455" cy="17780"/>
          </a:xfrm>
          <a:custGeom>
            <a:avLst/>
            <a:gdLst/>
            <a:ahLst/>
            <a:cxnLst/>
            <a:rect l="l" t="t" r="r" b="b"/>
            <a:pathLst>
              <a:path w="84454" h="17779">
                <a:moveTo>
                  <a:pt x="0" y="0"/>
                </a:moveTo>
                <a:lnTo>
                  <a:pt x="84415" y="0"/>
                </a:lnTo>
                <a:lnTo>
                  <a:pt x="84415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163875" y="8359788"/>
            <a:ext cx="22860" cy="26670"/>
          </a:xfrm>
          <a:custGeom>
            <a:avLst/>
            <a:gdLst/>
            <a:ahLst/>
            <a:cxnLst/>
            <a:rect l="l" t="t" r="r" b="b"/>
            <a:pathLst>
              <a:path w="22859" h="26670">
                <a:moveTo>
                  <a:pt x="0" y="0"/>
                </a:moveTo>
                <a:lnTo>
                  <a:pt x="22524" y="0"/>
                </a:lnTo>
                <a:lnTo>
                  <a:pt x="22524" y="26669"/>
                </a:lnTo>
                <a:lnTo>
                  <a:pt x="0" y="2666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7163875" y="8386459"/>
            <a:ext cx="84455" cy="19050"/>
          </a:xfrm>
          <a:custGeom>
            <a:avLst/>
            <a:gdLst/>
            <a:ahLst/>
            <a:cxnLst/>
            <a:rect l="l" t="t" r="r" b="b"/>
            <a:pathLst>
              <a:path w="84454" h="19050">
                <a:moveTo>
                  <a:pt x="0" y="0"/>
                </a:moveTo>
                <a:lnTo>
                  <a:pt x="84415" y="0"/>
                </a:lnTo>
                <a:lnTo>
                  <a:pt x="8441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7225344" y="8405509"/>
            <a:ext cx="23495" cy="46990"/>
          </a:xfrm>
          <a:custGeom>
            <a:avLst/>
            <a:gdLst/>
            <a:ahLst/>
            <a:cxnLst/>
            <a:rect l="l" t="t" r="r" b="b"/>
            <a:pathLst>
              <a:path w="23495" h="46990">
                <a:moveTo>
                  <a:pt x="0" y="0"/>
                </a:moveTo>
                <a:lnTo>
                  <a:pt x="22945" y="0"/>
                </a:lnTo>
                <a:lnTo>
                  <a:pt x="22945" y="46990"/>
                </a:lnTo>
                <a:lnTo>
                  <a:pt x="0" y="4699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7225344" y="8359796"/>
            <a:ext cx="23495" cy="26670"/>
          </a:xfrm>
          <a:custGeom>
            <a:avLst/>
            <a:gdLst/>
            <a:ahLst/>
            <a:cxnLst/>
            <a:rect l="l" t="t" r="r" b="b"/>
            <a:pathLst>
              <a:path w="23495" h="26670">
                <a:moveTo>
                  <a:pt x="22945" y="26314"/>
                </a:moveTo>
                <a:lnTo>
                  <a:pt x="0" y="26314"/>
                </a:lnTo>
                <a:lnTo>
                  <a:pt x="0" y="0"/>
                </a:lnTo>
                <a:lnTo>
                  <a:pt x="22945" y="0"/>
                </a:lnTo>
                <a:lnTo>
                  <a:pt x="22945" y="2631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7105563" y="8446148"/>
            <a:ext cx="23495" cy="45720"/>
          </a:xfrm>
          <a:custGeom>
            <a:avLst/>
            <a:gdLst/>
            <a:ahLst/>
            <a:cxnLst/>
            <a:rect l="l" t="t" r="r" b="b"/>
            <a:pathLst>
              <a:path w="23495" h="45720">
                <a:moveTo>
                  <a:pt x="0" y="0"/>
                </a:moveTo>
                <a:lnTo>
                  <a:pt x="22945" y="0"/>
                </a:lnTo>
                <a:lnTo>
                  <a:pt x="22945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7105563" y="8491869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4" h="19050">
                <a:moveTo>
                  <a:pt x="0" y="0"/>
                </a:moveTo>
                <a:lnTo>
                  <a:pt x="146095" y="0"/>
                </a:lnTo>
                <a:lnTo>
                  <a:pt x="14609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7362387" y="8469894"/>
            <a:ext cx="27305" cy="55244"/>
          </a:xfrm>
          <a:custGeom>
            <a:avLst/>
            <a:gdLst/>
            <a:ahLst/>
            <a:cxnLst/>
            <a:rect l="l" t="t" r="r" b="b"/>
            <a:pathLst>
              <a:path w="27304" h="55245">
                <a:moveTo>
                  <a:pt x="0" y="54943"/>
                </a:moveTo>
                <a:lnTo>
                  <a:pt x="0" y="43365"/>
                </a:lnTo>
                <a:lnTo>
                  <a:pt x="9262" y="42944"/>
                </a:lnTo>
                <a:lnTo>
                  <a:pt x="13683" y="37892"/>
                </a:lnTo>
                <a:lnTo>
                  <a:pt x="13683" y="27787"/>
                </a:lnTo>
                <a:lnTo>
                  <a:pt x="842" y="27787"/>
                </a:lnTo>
                <a:lnTo>
                  <a:pt x="842" y="0"/>
                </a:lnTo>
                <a:lnTo>
                  <a:pt x="26735" y="0"/>
                </a:lnTo>
                <a:lnTo>
                  <a:pt x="26735" y="29892"/>
                </a:lnTo>
                <a:lnTo>
                  <a:pt x="24955" y="40023"/>
                </a:lnTo>
                <a:lnTo>
                  <a:pt x="19761" y="47628"/>
                </a:lnTo>
                <a:lnTo>
                  <a:pt x="11370" y="52628"/>
                </a:lnTo>
                <a:lnTo>
                  <a:pt x="0" y="5494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7491221" y="8319378"/>
            <a:ext cx="164620" cy="191776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7695207" y="8322747"/>
            <a:ext cx="169462" cy="179145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7962316" y="8319378"/>
            <a:ext cx="154726" cy="190934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8165249" y="8319378"/>
            <a:ext cx="154305" cy="194092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8422017" y="8319378"/>
            <a:ext cx="183777" cy="192829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8632108" y="8319378"/>
            <a:ext cx="152410" cy="190934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7790" y="4615812"/>
            <a:ext cx="7812238" cy="4375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68591" y="3366493"/>
            <a:ext cx="370205" cy="417195"/>
          </a:xfrm>
          <a:custGeom>
            <a:avLst/>
            <a:gdLst/>
            <a:ahLst/>
            <a:cxnLst/>
            <a:rect l="l" t="t" r="r" b="b"/>
            <a:pathLst>
              <a:path w="370204" h="417195">
                <a:moveTo>
                  <a:pt x="182308" y="417004"/>
                </a:moveTo>
                <a:lnTo>
                  <a:pt x="132226" y="413442"/>
                </a:lnTo>
                <a:lnTo>
                  <a:pt x="88639" y="401078"/>
                </a:lnTo>
                <a:lnTo>
                  <a:pt x="57835" y="377399"/>
                </a:lnTo>
                <a:lnTo>
                  <a:pt x="46101" y="339890"/>
                </a:lnTo>
                <a:lnTo>
                  <a:pt x="46834" y="329242"/>
                </a:lnTo>
                <a:lnTo>
                  <a:pt x="71404" y="289440"/>
                </a:lnTo>
                <a:lnTo>
                  <a:pt x="109070" y="271629"/>
                </a:lnTo>
                <a:lnTo>
                  <a:pt x="157005" y="264085"/>
                </a:lnTo>
                <a:lnTo>
                  <a:pt x="182308" y="263194"/>
                </a:lnTo>
                <a:lnTo>
                  <a:pt x="195012" y="263417"/>
                </a:lnTo>
                <a:lnTo>
                  <a:pt x="244020" y="268865"/>
                </a:lnTo>
                <a:lnTo>
                  <a:pt x="284935" y="283900"/>
                </a:lnTo>
                <a:lnTo>
                  <a:pt x="306916" y="303009"/>
                </a:lnTo>
                <a:lnTo>
                  <a:pt x="182727" y="303009"/>
                </a:lnTo>
                <a:lnTo>
                  <a:pt x="174044" y="303140"/>
                </a:lnTo>
                <a:lnTo>
                  <a:pt x="134635" y="307776"/>
                </a:lnTo>
                <a:lnTo>
                  <a:pt x="98278" y="327875"/>
                </a:lnTo>
                <a:lnTo>
                  <a:pt x="95973" y="333603"/>
                </a:lnTo>
                <a:lnTo>
                  <a:pt x="95973" y="346735"/>
                </a:lnTo>
                <a:lnTo>
                  <a:pt x="127956" y="370654"/>
                </a:lnTo>
                <a:lnTo>
                  <a:pt x="165596" y="376666"/>
                </a:lnTo>
                <a:lnTo>
                  <a:pt x="182727" y="377190"/>
                </a:lnTo>
                <a:lnTo>
                  <a:pt x="306917" y="377190"/>
                </a:lnTo>
                <a:lnTo>
                  <a:pt x="306781" y="377399"/>
                </a:lnTo>
                <a:lnTo>
                  <a:pt x="275767" y="401078"/>
                </a:lnTo>
                <a:lnTo>
                  <a:pt x="232181" y="413442"/>
                </a:lnTo>
                <a:lnTo>
                  <a:pt x="195012" y="416781"/>
                </a:lnTo>
                <a:lnTo>
                  <a:pt x="182308" y="417004"/>
                </a:lnTo>
                <a:close/>
              </a:path>
              <a:path w="370204" h="417195">
                <a:moveTo>
                  <a:pt x="306917" y="377190"/>
                </a:moveTo>
                <a:lnTo>
                  <a:pt x="182727" y="377190"/>
                </a:lnTo>
                <a:lnTo>
                  <a:pt x="191227" y="377059"/>
                </a:lnTo>
                <a:lnTo>
                  <a:pt x="199543" y="376666"/>
                </a:lnTo>
                <a:lnTo>
                  <a:pt x="243078" y="368598"/>
                </a:lnTo>
                <a:lnTo>
                  <a:pt x="268643" y="333184"/>
                </a:lnTo>
                <a:lnTo>
                  <a:pt x="266268" y="327526"/>
                </a:lnTo>
                <a:lnTo>
                  <a:pt x="229928" y="307776"/>
                </a:lnTo>
                <a:lnTo>
                  <a:pt x="191044" y="303140"/>
                </a:lnTo>
                <a:lnTo>
                  <a:pt x="182727" y="303009"/>
                </a:lnTo>
                <a:lnTo>
                  <a:pt x="306916" y="303009"/>
                </a:lnTo>
                <a:lnTo>
                  <a:pt x="311915" y="310723"/>
                </a:lnTo>
                <a:lnTo>
                  <a:pt x="315582" y="319616"/>
                </a:lnTo>
                <a:lnTo>
                  <a:pt x="317782" y="329478"/>
                </a:lnTo>
                <a:lnTo>
                  <a:pt x="318516" y="340309"/>
                </a:lnTo>
                <a:lnTo>
                  <a:pt x="317782" y="350956"/>
                </a:lnTo>
                <a:lnTo>
                  <a:pt x="315582" y="360687"/>
                </a:lnTo>
                <a:lnTo>
                  <a:pt x="311915" y="369502"/>
                </a:lnTo>
                <a:lnTo>
                  <a:pt x="306917" y="377190"/>
                </a:lnTo>
                <a:close/>
              </a:path>
              <a:path w="370204" h="417195">
                <a:moveTo>
                  <a:pt x="109385" y="243916"/>
                </a:moveTo>
                <a:lnTo>
                  <a:pt x="64056" y="237014"/>
                </a:lnTo>
                <a:lnTo>
                  <a:pt x="28603" y="215522"/>
                </a:lnTo>
                <a:lnTo>
                  <a:pt x="11001" y="179270"/>
                </a:lnTo>
                <a:lnTo>
                  <a:pt x="10477" y="170154"/>
                </a:lnTo>
                <a:lnTo>
                  <a:pt x="10988" y="161026"/>
                </a:lnTo>
                <a:lnTo>
                  <a:pt x="28236" y="124472"/>
                </a:lnTo>
                <a:lnTo>
                  <a:pt x="63637" y="103164"/>
                </a:lnTo>
                <a:lnTo>
                  <a:pt x="109385" y="95973"/>
                </a:lnTo>
                <a:lnTo>
                  <a:pt x="118945" y="96262"/>
                </a:lnTo>
                <a:lnTo>
                  <a:pt x="163658" y="106294"/>
                </a:lnTo>
                <a:lnTo>
                  <a:pt x="196099" y="130549"/>
                </a:lnTo>
                <a:lnTo>
                  <a:pt x="197348" y="132435"/>
                </a:lnTo>
                <a:lnTo>
                  <a:pt x="102120" y="132435"/>
                </a:lnTo>
                <a:lnTo>
                  <a:pt x="95345" y="133273"/>
                </a:lnTo>
                <a:lnTo>
                  <a:pt x="58394" y="158559"/>
                </a:lnTo>
                <a:lnTo>
                  <a:pt x="56997" y="164007"/>
                </a:lnTo>
                <a:lnTo>
                  <a:pt x="56997" y="176301"/>
                </a:lnTo>
                <a:lnTo>
                  <a:pt x="95345" y="206267"/>
                </a:lnTo>
                <a:lnTo>
                  <a:pt x="102120" y="207035"/>
                </a:lnTo>
                <a:lnTo>
                  <a:pt x="196904" y="207035"/>
                </a:lnTo>
                <a:lnTo>
                  <a:pt x="195497" y="209052"/>
                </a:lnTo>
                <a:lnTo>
                  <a:pt x="162872" y="233543"/>
                </a:lnTo>
                <a:lnTo>
                  <a:pt x="118749" y="243628"/>
                </a:lnTo>
                <a:lnTo>
                  <a:pt x="109385" y="243916"/>
                </a:lnTo>
                <a:close/>
              </a:path>
              <a:path w="370204" h="417195">
                <a:moveTo>
                  <a:pt x="196904" y="207035"/>
                </a:moveTo>
                <a:lnTo>
                  <a:pt x="116649" y="207035"/>
                </a:lnTo>
                <a:lnTo>
                  <a:pt x="123494" y="206267"/>
                </a:lnTo>
                <a:lnTo>
                  <a:pt x="136347" y="203193"/>
                </a:lnTo>
                <a:lnTo>
                  <a:pt x="162610" y="176301"/>
                </a:lnTo>
                <a:lnTo>
                  <a:pt x="162610" y="164007"/>
                </a:lnTo>
                <a:lnTo>
                  <a:pt x="123494" y="133273"/>
                </a:lnTo>
                <a:lnTo>
                  <a:pt x="116649" y="132435"/>
                </a:lnTo>
                <a:lnTo>
                  <a:pt x="197348" y="132435"/>
                </a:lnTo>
                <a:lnTo>
                  <a:pt x="208711" y="170154"/>
                </a:lnTo>
                <a:lnTo>
                  <a:pt x="208174" y="179086"/>
                </a:lnTo>
                <a:lnTo>
                  <a:pt x="206563" y="187442"/>
                </a:lnTo>
                <a:lnTo>
                  <a:pt x="203879" y="195222"/>
                </a:lnTo>
                <a:lnTo>
                  <a:pt x="200120" y="202425"/>
                </a:lnTo>
                <a:lnTo>
                  <a:pt x="196904" y="207035"/>
                </a:lnTo>
                <a:close/>
              </a:path>
              <a:path w="370204" h="417195">
                <a:moveTo>
                  <a:pt x="304406" y="253555"/>
                </a:moveTo>
                <a:lnTo>
                  <a:pt x="265709" y="253555"/>
                </a:lnTo>
                <a:lnTo>
                  <a:pt x="265709" y="8801"/>
                </a:lnTo>
                <a:lnTo>
                  <a:pt x="312648" y="8801"/>
                </a:lnTo>
                <a:lnTo>
                  <a:pt x="312648" y="62445"/>
                </a:lnTo>
                <a:lnTo>
                  <a:pt x="370065" y="62445"/>
                </a:lnTo>
                <a:lnTo>
                  <a:pt x="370065" y="102679"/>
                </a:lnTo>
                <a:lnTo>
                  <a:pt x="312648" y="102679"/>
                </a:lnTo>
                <a:lnTo>
                  <a:pt x="312648" y="158000"/>
                </a:lnTo>
                <a:lnTo>
                  <a:pt x="370065" y="158000"/>
                </a:lnTo>
                <a:lnTo>
                  <a:pt x="370065" y="198234"/>
                </a:lnTo>
                <a:lnTo>
                  <a:pt x="312648" y="198234"/>
                </a:lnTo>
                <a:lnTo>
                  <a:pt x="312648" y="245173"/>
                </a:lnTo>
                <a:lnTo>
                  <a:pt x="312369" y="249085"/>
                </a:lnTo>
                <a:lnTo>
                  <a:pt x="310972" y="251460"/>
                </a:lnTo>
                <a:lnTo>
                  <a:pt x="305943" y="253136"/>
                </a:lnTo>
                <a:lnTo>
                  <a:pt x="304406" y="253555"/>
                </a:lnTo>
                <a:close/>
              </a:path>
              <a:path w="370204" h="417195">
                <a:moveTo>
                  <a:pt x="132854" y="44005"/>
                </a:moveTo>
                <a:lnTo>
                  <a:pt x="84239" y="44005"/>
                </a:lnTo>
                <a:lnTo>
                  <a:pt x="84239" y="0"/>
                </a:lnTo>
                <a:lnTo>
                  <a:pt x="132854" y="0"/>
                </a:lnTo>
                <a:lnTo>
                  <a:pt x="132854" y="44005"/>
                </a:lnTo>
                <a:close/>
              </a:path>
              <a:path w="370204" h="417195">
                <a:moveTo>
                  <a:pt x="217093" y="81724"/>
                </a:moveTo>
                <a:lnTo>
                  <a:pt x="0" y="81724"/>
                </a:lnTo>
                <a:lnTo>
                  <a:pt x="0" y="44005"/>
                </a:lnTo>
                <a:lnTo>
                  <a:pt x="217093" y="44005"/>
                </a:lnTo>
                <a:lnTo>
                  <a:pt x="217093" y="81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57097" y="3366493"/>
            <a:ext cx="377190" cy="408305"/>
          </a:xfrm>
          <a:custGeom>
            <a:avLst/>
            <a:gdLst/>
            <a:ahLst/>
            <a:cxnLst/>
            <a:rect l="l" t="t" r="r" b="b"/>
            <a:pathLst>
              <a:path w="377189" h="408304">
                <a:moveTo>
                  <a:pt x="190690" y="238887"/>
                </a:moveTo>
                <a:lnTo>
                  <a:pt x="143751" y="234276"/>
                </a:lnTo>
                <a:lnTo>
                  <a:pt x="101631" y="220446"/>
                </a:lnTo>
                <a:lnTo>
                  <a:pt x="66414" y="191148"/>
                </a:lnTo>
                <a:lnTo>
                  <a:pt x="59931" y="167220"/>
                </a:lnTo>
                <a:lnTo>
                  <a:pt x="60664" y="158105"/>
                </a:lnTo>
                <a:lnTo>
                  <a:pt x="85182" y="121905"/>
                </a:lnTo>
                <a:lnTo>
                  <a:pt x="122220" y="103884"/>
                </a:lnTo>
                <a:lnTo>
                  <a:pt x="167587" y="95345"/>
                </a:lnTo>
                <a:lnTo>
                  <a:pt x="190690" y="94297"/>
                </a:lnTo>
                <a:lnTo>
                  <a:pt x="202228" y="94572"/>
                </a:lnTo>
                <a:lnTo>
                  <a:pt x="248342" y="101199"/>
                </a:lnTo>
                <a:lnTo>
                  <a:pt x="287803" y="117203"/>
                </a:lnTo>
                <a:lnTo>
                  <a:pt x="306669" y="132435"/>
                </a:lnTo>
                <a:lnTo>
                  <a:pt x="190690" y="132435"/>
                </a:lnTo>
                <a:lnTo>
                  <a:pt x="183906" y="132566"/>
                </a:lnTo>
                <a:lnTo>
                  <a:pt x="142140" y="138970"/>
                </a:lnTo>
                <a:lnTo>
                  <a:pt x="108546" y="161353"/>
                </a:lnTo>
                <a:lnTo>
                  <a:pt x="108546" y="172808"/>
                </a:lnTo>
                <a:lnTo>
                  <a:pt x="141721" y="194645"/>
                </a:lnTo>
                <a:lnTo>
                  <a:pt x="183722" y="201443"/>
                </a:lnTo>
                <a:lnTo>
                  <a:pt x="190690" y="201587"/>
                </a:lnTo>
                <a:lnTo>
                  <a:pt x="306827" y="201587"/>
                </a:lnTo>
                <a:lnTo>
                  <a:pt x="302996" y="205489"/>
                </a:lnTo>
                <a:lnTo>
                  <a:pt x="269297" y="225410"/>
                </a:lnTo>
                <a:lnTo>
                  <a:pt x="225384" y="236411"/>
                </a:lnTo>
                <a:lnTo>
                  <a:pt x="202228" y="238611"/>
                </a:lnTo>
                <a:lnTo>
                  <a:pt x="190690" y="238887"/>
                </a:lnTo>
                <a:close/>
              </a:path>
              <a:path w="377189" h="408304">
                <a:moveTo>
                  <a:pt x="306827" y="201587"/>
                </a:moveTo>
                <a:lnTo>
                  <a:pt x="190690" y="201587"/>
                </a:lnTo>
                <a:lnTo>
                  <a:pt x="197841" y="201443"/>
                </a:lnTo>
                <a:lnTo>
                  <a:pt x="205044" y="201010"/>
                </a:lnTo>
                <a:lnTo>
                  <a:pt x="246221" y="192576"/>
                </a:lnTo>
                <a:lnTo>
                  <a:pt x="273672" y="172808"/>
                </a:lnTo>
                <a:lnTo>
                  <a:pt x="273672" y="161074"/>
                </a:lnTo>
                <a:lnTo>
                  <a:pt x="240078" y="138853"/>
                </a:lnTo>
                <a:lnTo>
                  <a:pt x="197841" y="132566"/>
                </a:lnTo>
                <a:lnTo>
                  <a:pt x="190690" y="132435"/>
                </a:lnTo>
                <a:lnTo>
                  <a:pt x="306669" y="132435"/>
                </a:lnTo>
                <a:lnTo>
                  <a:pt x="321030" y="167220"/>
                </a:lnTo>
                <a:lnTo>
                  <a:pt x="320297" y="176126"/>
                </a:lnTo>
                <a:lnTo>
                  <a:pt x="318096" y="184404"/>
                </a:lnTo>
                <a:lnTo>
                  <a:pt x="314429" y="192052"/>
                </a:lnTo>
                <a:lnTo>
                  <a:pt x="309295" y="199072"/>
                </a:lnTo>
                <a:lnTo>
                  <a:pt x="306827" y="201587"/>
                </a:lnTo>
                <a:close/>
              </a:path>
              <a:path w="377189" h="408304">
                <a:moveTo>
                  <a:pt x="213321" y="43586"/>
                </a:moveTo>
                <a:lnTo>
                  <a:pt x="165544" y="43586"/>
                </a:lnTo>
                <a:lnTo>
                  <a:pt x="165544" y="0"/>
                </a:lnTo>
                <a:lnTo>
                  <a:pt x="213321" y="0"/>
                </a:lnTo>
                <a:lnTo>
                  <a:pt x="213321" y="43586"/>
                </a:lnTo>
                <a:close/>
              </a:path>
              <a:path w="377189" h="408304">
                <a:moveTo>
                  <a:pt x="340728" y="82981"/>
                </a:moveTo>
                <a:lnTo>
                  <a:pt x="38976" y="82981"/>
                </a:lnTo>
                <a:lnTo>
                  <a:pt x="38976" y="43586"/>
                </a:lnTo>
                <a:lnTo>
                  <a:pt x="340728" y="43586"/>
                </a:lnTo>
                <a:lnTo>
                  <a:pt x="340728" y="82981"/>
                </a:lnTo>
                <a:close/>
              </a:path>
              <a:path w="377189" h="408304">
                <a:moveTo>
                  <a:pt x="369646" y="294208"/>
                </a:moveTo>
                <a:lnTo>
                  <a:pt x="0" y="294208"/>
                </a:lnTo>
                <a:lnTo>
                  <a:pt x="0" y="254393"/>
                </a:lnTo>
                <a:lnTo>
                  <a:pt x="377190" y="254393"/>
                </a:lnTo>
                <a:lnTo>
                  <a:pt x="377190" y="285826"/>
                </a:lnTo>
                <a:lnTo>
                  <a:pt x="376910" y="289737"/>
                </a:lnTo>
                <a:lnTo>
                  <a:pt x="375653" y="292112"/>
                </a:lnTo>
                <a:lnTo>
                  <a:pt x="371182" y="293789"/>
                </a:lnTo>
                <a:lnTo>
                  <a:pt x="369646" y="294208"/>
                </a:lnTo>
                <a:close/>
              </a:path>
              <a:path w="377189" h="408304">
                <a:moveTo>
                  <a:pt x="205359" y="408203"/>
                </a:moveTo>
                <a:lnTo>
                  <a:pt x="165125" y="408203"/>
                </a:lnTo>
                <a:lnTo>
                  <a:pt x="165125" y="294208"/>
                </a:lnTo>
                <a:lnTo>
                  <a:pt x="212902" y="294208"/>
                </a:lnTo>
                <a:lnTo>
                  <a:pt x="212902" y="399821"/>
                </a:lnTo>
                <a:lnTo>
                  <a:pt x="212623" y="403733"/>
                </a:lnTo>
                <a:lnTo>
                  <a:pt x="211366" y="406107"/>
                </a:lnTo>
                <a:lnTo>
                  <a:pt x="206895" y="407784"/>
                </a:lnTo>
                <a:lnTo>
                  <a:pt x="205359" y="4082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68387" y="3375713"/>
            <a:ext cx="367665" cy="402590"/>
          </a:xfrm>
          <a:custGeom>
            <a:avLst/>
            <a:gdLst/>
            <a:ahLst/>
            <a:cxnLst/>
            <a:rect l="l" t="t" r="r" b="b"/>
            <a:pathLst>
              <a:path w="367664" h="402589">
                <a:moveTo>
                  <a:pt x="305244" y="209550"/>
                </a:moveTo>
                <a:lnTo>
                  <a:pt x="264033" y="209550"/>
                </a:lnTo>
                <a:lnTo>
                  <a:pt x="264033" y="0"/>
                </a:lnTo>
                <a:lnTo>
                  <a:pt x="311391" y="0"/>
                </a:lnTo>
                <a:lnTo>
                  <a:pt x="311391" y="71666"/>
                </a:lnTo>
                <a:lnTo>
                  <a:pt x="367550" y="71666"/>
                </a:lnTo>
                <a:lnTo>
                  <a:pt x="367550" y="111899"/>
                </a:lnTo>
                <a:lnTo>
                  <a:pt x="311391" y="111899"/>
                </a:lnTo>
                <a:lnTo>
                  <a:pt x="311391" y="203403"/>
                </a:lnTo>
                <a:lnTo>
                  <a:pt x="310553" y="205359"/>
                </a:lnTo>
                <a:lnTo>
                  <a:pt x="307200" y="208711"/>
                </a:lnTo>
                <a:lnTo>
                  <a:pt x="305244" y="209550"/>
                </a:lnTo>
                <a:close/>
              </a:path>
              <a:path w="367664" h="402589">
                <a:moveTo>
                  <a:pt x="180073" y="204101"/>
                </a:moveTo>
                <a:lnTo>
                  <a:pt x="18021" y="204101"/>
                </a:lnTo>
                <a:lnTo>
                  <a:pt x="11874" y="201656"/>
                </a:lnTo>
                <a:lnTo>
                  <a:pt x="2374" y="191877"/>
                </a:lnTo>
                <a:lnTo>
                  <a:pt x="111" y="186220"/>
                </a:lnTo>
                <a:lnTo>
                  <a:pt x="0" y="7543"/>
                </a:lnTo>
                <a:lnTo>
                  <a:pt x="46101" y="7543"/>
                </a:lnTo>
                <a:lnTo>
                  <a:pt x="46101" y="69151"/>
                </a:lnTo>
                <a:lnTo>
                  <a:pt x="198653" y="69151"/>
                </a:lnTo>
                <a:lnTo>
                  <a:pt x="198653" y="105613"/>
                </a:lnTo>
                <a:lnTo>
                  <a:pt x="46101" y="105613"/>
                </a:lnTo>
                <a:lnTo>
                  <a:pt x="46101" y="166243"/>
                </a:lnTo>
                <a:lnTo>
                  <a:pt x="47498" y="167640"/>
                </a:lnTo>
                <a:lnTo>
                  <a:pt x="198653" y="167640"/>
                </a:lnTo>
                <a:lnTo>
                  <a:pt x="198653" y="186220"/>
                </a:lnTo>
                <a:lnTo>
                  <a:pt x="196138" y="192227"/>
                </a:lnTo>
                <a:lnTo>
                  <a:pt x="186080" y="201726"/>
                </a:lnTo>
                <a:lnTo>
                  <a:pt x="180073" y="204101"/>
                </a:lnTo>
                <a:close/>
              </a:path>
              <a:path w="367664" h="402589">
                <a:moveTo>
                  <a:pt x="198653" y="69151"/>
                </a:moveTo>
                <a:lnTo>
                  <a:pt x="152552" y="69151"/>
                </a:lnTo>
                <a:lnTo>
                  <a:pt x="152552" y="7543"/>
                </a:lnTo>
                <a:lnTo>
                  <a:pt x="198653" y="7543"/>
                </a:lnTo>
                <a:lnTo>
                  <a:pt x="198653" y="69151"/>
                </a:lnTo>
                <a:close/>
              </a:path>
              <a:path w="367664" h="402589">
                <a:moveTo>
                  <a:pt x="198653" y="167640"/>
                </a:moveTo>
                <a:lnTo>
                  <a:pt x="151155" y="167640"/>
                </a:lnTo>
                <a:lnTo>
                  <a:pt x="152552" y="166243"/>
                </a:lnTo>
                <a:lnTo>
                  <a:pt x="152552" y="105613"/>
                </a:lnTo>
                <a:lnTo>
                  <a:pt x="198653" y="105613"/>
                </a:lnTo>
                <a:lnTo>
                  <a:pt x="198653" y="167640"/>
                </a:lnTo>
                <a:close/>
              </a:path>
              <a:path w="367664" h="402589">
                <a:moveTo>
                  <a:pt x="315302" y="402336"/>
                </a:moveTo>
                <a:lnTo>
                  <a:pt x="77952" y="402336"/>
                </a:lnTo>
                <a:lnTo>
                  <a:pt x="66767" y="400764"/>
                </a:lnTo>
                <a:lnTo>
                  <a:pt x="58778" y="396049"/>
                </a:lnTo>
                <a:lnTo>
                  <a:pt x="53985" y="388191"/>
                </a:lnTo>
                <a:lnTo>
                  <a:pt x="52387" y="377190"/>
                </a:lnTo>
                <a:lnTo>
                  <a:pt x="52387" y="297980"/>
                </a:lnTo>
                <a:lnTo>
                  <a:pt x="263055" y="297980"/>
                </a:lnTo>
                <a:lnTo>
                  <a:pt x="264452" y="296583"/>
                </a:lnTo>
                <a:lnTo>
                  <a:pt x="264452" y="267804"/>
                </a:lnTo>
                <a:lnTo>
                  <a:pt x="52387" y="267804"/>
                </a:lnTo>
                <a:lnTo>
                  <a:pt x="52387" y="230505"/>
                </a:lnTo>
                <a:lnTo>
                  <a:pt x="312229" y="230505"/>
                </a:lnTo>
                <a:lnTo>
                  <a:pt x="312229" y="316280"/>
                </a:lnTo>
                <a:lnTo>
                  <a:pt x="309784" y="322427"/>
                </a:lnTo>
                <a:lnTo>
                  <a:pt x="300005" y="331368"/>
                </a:lnTo>
                <a:lnTo>
                  <a:pt x="293928" y="333603"/>
                </a:lnTo>
                <a:lnTo>
                  <a:pt x="100164" y="333603"/>
                </a:lnTo>
                <a:lnTo>
                  <a:pt x="100164" y="362800"/>
                </a:lnTo>
                <a:lnTo>
                  <a:pt x="101561" y="364197"/>
                </a:lnTo>
                <a:lnTo>
                  <a:pt x="321449" y="364197"/>
                </a:lnTo>
                <a:lnTo>
                  <a:pt x="321449" y="396189"/>
                </a:lnTo>
                <a:lnTo>
                  <a:pt x="320611" y="398145"/>
                </a:lnTo>
                <a:lnTo>
                  <a:pt x="317258" y="401497"/>
                </a:lnTo>
                <a:lnTo>
                  <a:pt x="315302" y="402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44739" y="3375713"/>
            <a:ext cx="356235" cy="399415"/>
          </a:xfrm>
          <a:custGeom>
            <a:avLst/>
            <a:gdLst/>
            <a:ahLst/>
            <a:cxnLst/>
            <a:rect l="l" t="t" r="r" b="b"/>
            <a:pathLst>
              <a:path w="356235" h="399414">
                <a:moveTo>
                  <a:pt x="338912" y="289598"/>
                </a:moveTo>
                <a:lnTo>
                  <a:pt x="297561" y="289598"/>
                </a:lnTo>
                <a:lnTo>
                  <a:pt x="297561" y="130759"/>
                </a:lnTo>
                <a:lnTo>
                  <a:pt x="210388" y="130759"/>
                </a:lnTo>
                <a:lnTo>
                  <a:pt x="210388" y="90106"/>
                </a:lnTo>
                <a:lnTo>
                  <a:pt x="297561" y="90106"/>
                </a:lnTo>
                <a:lnTo>
                  <a:pt x="297561" y="0"/>
                </a:lnTo>
                <a:lnTo>
                  <a:pt x="346176" y="0"/>
                </a:lnTo>
                <a:lnTo>
                  <a:pt x="346176" y="281216"/>
                </a:lnTo>
                <a:lnTo>
                  <a:pt x="345897" y="284848"/>
                </a:lnTo>
                <a:lnTo>
                  <a:pt x="344709" y="287153"/>
                </a:lnTo>
                <a:lnTo>
                  <a:pt x="340518" y="289109"/>
                </a:lnTo>
                <a:lnTo>
                  <a:pt x="338912" y="289598"/>
                </a:lnTo>
                <a:close/>
              </a:path>
              <a:path w="356235" h="399414">
                <a:moveTo>
                  <a:pt x="233019" y="50711"/>
                </a:moveTo>
                <a:lnTo>
                  <a:pt x="25984" y="50711"/>
                </a:lnTo>
                <a:lnTo>
                  <a:pt x="25984" y="12153"/>
                </a:lnTo>
                <a:lnTo>
                  <a:pt x="233019" y="12153"/>
                </a:lnTo>
                <a:lnTo>
                  <a:pt x="233019" y="50711"/>
                </a:lnTo>
                <a:close/>
              </a:path>
              <a:path w="356235" h="399414">
                <a:moveTo>
                  <a:pt x="30175" y="244335"/>
                </a:moveTo>
                <a:lnTo>
                  <a:pt x="0" y="213741"/>
                </a:lnTo>
                <a:lnTo>
                  <a:pt x="11106" y="208724"/>
                </a:lnTo>
                <a:lnTo>
                  <a:pt x="21793" y="203315"/>
                </a:lnTo>
                <a:lnTo>
                  <a:pt x="59826" y="178222"/>
                </a:lnTo>
                <a:lnTo>
                  <a:pt x="87329" y="150299"/>
                </a:lnTo>
                <a:lnTo>
                  <a:pt x="103871" y="114492"/>
                </a:lnTo>
                <a:lnTo>
                  <a:pt x="104355" y="107708"/>
                </a:lnTo>
                <a:lnTo>
                  <a:pt x="104355" y="50711"/>
                </a:lnTo>
                <a:lnTo>
                  <a:pt x="152971" y="50711"/>
                </a:lnTo>
                <a:lnTo>
                  <a:pt x="152971" y="107708"/>
                </a:lnTo>
                <a:lnTo>
                  <a:pt x="153600" y="115776"/>
                </a:lnTo>
                <a:lnTo>
                  <a:pt x="174345" y="152761"/>
                </a:lnTo>
                <a:lnTo>
                  <a:pt x="190903" y="167640"/>
                </a:lnTo>
                <a:lnTo>
                  <a:pt x="130340" y="167640"/>
                </a:lnTo>
                <a:lnTo>
                  <a:pt x="102808" y="195772"/>
                </a:lnTo>
                <a:lnTo>
                  <a:pt x="70251" y="222018"/>
                </a:lnTo>
                <a:lnTo>
                  <a:pt x="36540" y="241611"/>
                </a:lnTo>
                <a:lnTo>
                  <a:pt x="30175" y="244335"/>
                </a:lnTo>
                <a:close/>
              </a:path>
              <a:path w="356235" h="399414">
                <a:moveTo>
                  <a:pt x="222542" y="234276"/>
                </a:moveTo>
                <a:lnTo>
                  <a:pt x="184613" y="214212"/>
                </a:lnTo>
                <a:lnTo>
                  <a:pt x="149199" y="187337"/>
                </a:lnTo>
                <a:lnTo>
                  <a:pt x="130340" y="167640"/>
                </a:lnTo>
                <a:lnTo>
                  <a:pt x="190903" y="167640"/>
                </a:lnTo>
                <a:lnTo>
                  <a:pt x="195863" y="171451"/>
                </a:lnTo>
                <a:lnTo>
                  <a:pt x="203839" y="177017"/>
                </a:lnTo>
                <a:lnTo>
                  <a:pt x="237367" y="195772"/>
                </a:lnTo>
                <a:lnTo>
                  <a:pt x="252717" y="202844"/>
                </a:lnTo>
                <a:lnTo>
                  <a:pt x="222542" y="234276"/>
                </a:lnTo>
                <a:close/>
              </a:path>
              <a:path w="356235" h="399414">
                <a:moveTo>
                  <a:pt x="350088" y="399402"/>
                </a:moveTo>
                <a:lnTo>
                  <a:pt x="100164" y="399402"/>
                </a:lnTo>
                <a:lnTo>
                  <a:pt x="94227" y="396957"/>
                </a:lnTo>
                <a:lnTo>
                  <a:pt x="83889" y="387178"/>
                </a:lnTo>
                <a:lnTo>
                  <a:pt x="81305" y="381101"/>
                </a:lnTo>
                <a:lnTo>
                  <a:pt x="81305" y="268224"/>
                </a:lnTo>
                <a:lnTo>
                  <a:pt x="129921" y="268224"/>
                </a:lnTo>
                <a:lnTo>
                  <a:pt x="129921" y="356374"/>
                </a:lnTo>
                <a:lnTo>
                  <a:pt x="130340" y="357422"/>
                </a:lnTo>
                <a:lnTo>
                  <a:pt x="132016" y="358819"/>
                </a:lnTo>
                <a:lnTo>
                  <a:pt x="132854" y="359168"/>
                </a:lnTo>
                <a:lnTo>
                  <a:pt x="356235" y="359168"/>
                </a:lnTo>
                <a:lnTo>
                  <a:pt x="356235" y="393255"/>
                </a:lnTo>
                <a:lnTo>
                  <a:pt x="355396" y="395211"/>
                </a:lnTo>
                <a:lnTo>
                  <a:pt x="352044" y="398564"/>
                </a:lnTo>
                <a:lnTo>
                  <a:pt x="350088" y="39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61058" y="3375713"/>
            <a:ext cx="367665" cy="407034"/>
          </a:xfrm>
          <a:custGeom>
            <a:avLst/>
            <a:gdLst/>
            <a:ahLst/>
            <a:cxnLst/>
            <a:rect l="l" t="t" r="r" b="b"/>
            <a:pathLst>
              <a:path w="367664" h="407035">
                <a:moveTo>
                  <a:pt x="175602" y="406946"/>
                </a:moveTo>
                <a:lnTo>
                  <a:pt x="133221" y="403855"/>
                </a:lnTo>
                <a:lnTo>
                  <a:pt x="96144" y="394111"/>
                </a:lnTo>
                <a:lnTo>
                  <a:pt x="59250" y="370785"/>
                </a:lnTo>
                <a:lnTo>
                  <a:pt x="41058" y="331219"/>
                </a:lnTo>
                <a:lnTo>
                  <a:pt x="40652" y="322707"/>
                </a:lnTo>
                <a:lnTo>
                  <a:pt x="41058" y="314180"/>
                </a:lnTo>
                <a:lnTo>
                  <a:pt x="59368" y="274222"/>
                </a:lnTo>
                <a:lnTo>
                  <a:pt x="96262" y="250582"/>
                </a:lnTo>
                <a:lnTo>
                  <a:pt x="133221" y="240668"/>
                </a:lnTo>
                <a:lnTo>
                  <a:pt x="175602" y="237210"/>
                </a:lnTo>
                <a:lnTo>
                  <a:pt x="182046" y="237302"/>
                </a:lnTo>
                <a:lnTo>
                  <a:pt x="225894" y="242056"/>
                </a:lnTo>
                <a:lnTo>
                  <a:pt x="262566" y="253345"/>
                </a:lnTo>
                <a:lnTo>
                  <a:pt x="294104" y="276186"/>
                </a:lnTo>
                <a:lnTo>
                  <a:pt x="176022" y="276186"/>
                </a:lnTo>
                <a:lnTo>
                  <a:pt x="168805" y="276317"/>
                </a:lnTo>
                <a:lnTo>
                  <a:pt x="130968" y="281216"/>
                </a:lnTo>
                <a:lnTo>
                  <a:pt x="95345" y="300075"/>
                </a:lnTo>
                <a:lnTo>
                  <a:pt x="86753" y="313486"/>
                </a:lnTo>
                <a:lnTo>
                  <a:pt x="86753" y="331927"/>
                </a:lnTo>
                <a:lnTo>
                  <a:pt x="117138" y="359168"/>
                </a:lnTo>
                <a:lnTo>
                  <a:pt x="161405" y="367498"/>
                </a:lnTo>
                <a:lnTo>
                  <a:pt x="176022" y="367969"/>
                </a:lnTo>
                <a:lnTo>
                  <a:pt x="295082" y="367969"/>
                </a:lnTo>
                <a:lnTo>
                  <a:pt x="292374" y="371191"/>
                </a:lnTo>
                <a:lnTo>
                  <a:pt x="255480" y="394229"/>
                </a:lnTo>
                <a:lnTo>
                  <a:pt x="218351" y="403855"/>
                </a:lnTo>
                <a:lnTo>
                  <a:pt x="182046" y="406867"/>
                </a:lnTo>
                <a:lnTo>
                  <a:pt x="175602" y="406946"/>
                </a:lnTo>
                <a:close/>
              </a:path>
              <a:path w="367664" h="407035">
                <a:moveTo>
                  <a:pt x="295082" y="367969"/>
                </a:moveTo>
                <a:lnTo>
                  <a:pt x="176022" y="367969"/>
                </a:lnTo>
                <a:lnTo>
                  <a:pt x="183055" y="367851"/>
                </a:lnTo>
                <a:lnTo>
                  <a:pt x="190323" y="367498"/>
                </a:lnTo>
                <a:lnTo>
                  <a:pt x="234486" y="359168"/>
                </a:lnTo>
                <a:lnTo>
                  <a:pt x="264871" y="331927"/>
                </a:lnTo>
                <a:lnTo>
                  <a:pt x="264871" y="313486"/>
                </a:lnTo>
                <a:lnTo>
                  <a:pt x="234486" y="285826"/>
                </a:lnTo>
                <a:lnTo>
                  <a:pt x="190323" y="276710"/>
                </a:lnTo>
                <a:lnTo>
                  <a:pt x="176022" y="276186"/>
                </a:lnTo>
                <a:lnTo>
                  <a:pt x="294104" y="276186"/>
                </a:lnTo>
                <a:lnTo>
                  <a:pt x="310566" y="314180"/>
                </a:lnTo>
                <a:lnTo>
                  <a:pt x="310972" y="322707"/>
                </a:lnTo>
                <a:lnTo>
                  <a:pt x="310566" y="331219"/>
                </a:lnTo>
                <a:lnTo>
                  <a:pt x="296932" y="365769"/>
                </a:lnTo>
                <a:lnTo>
                  <a:pt x="295082" y="367969"/>
                </a:lnTo>
                <a:close/>
              </a:path>
              <a:path w="367664" h="407035">
                <a:moveTo>
                  <a:pt x="304406" y="229666"/>
                </a:moveTo>
                <a:lnTo>
                  <a:pt x="263613" y="229666"/>
                </a:lnTo>
                <a:lnTo>
                  <a:pt x="263613" y="0"/>
                </a:lnTo>
                <a:lnTo>
                  <a:pt x="310553" y="0"/>
                </a:lnTo>
                <a:lnTo>
                  <a:pt x="310553" y="84239"/>
                </a:lnTo>
                <a:lnTo>
                  <a:pt x="367550" y="84239"/>
                </a:lnTo>
                <a:lnTo>
                  <a:pt x="367550" y="124472"/>
                </a:lnTo>
                <a:lnTo>
                  <a:pt x="310553" y="124472"/>
                </a:lnTo>
                <a:lnTo>
                  <a:pt x="310553" y="223520"/>
                </a:lnTo>
                <a:lnTo>
                  <a:pt x="309714" y="225475"/>
                </a:lnTo>
                <a:lnTo>
                  <a:pt x="306362" y="228828"/>
                </a:lnTo>
                <a:lnTo>
                  <a:pt x="304406" y="229666"/>
                </a:lnTo>
                <a:close/>
              </a:path>
              <a:path w="367664" h="407035">
                <a:moveTo>
                  <a:pt x="180073" y="214579"/>
                </a:moveTo>
                <a:lnTo>
                  <a:pt x="18021" y="214579"/>
                </a:lnTo>
                <a:lnTo>
                  <a:pt x="11874" y="212134"/>
                </a:lnTo>
                <a:lnTo>
                  <a:pt x="2374" y="202355"/>
                </a:lnTo>
                <a:lnTo>
                  <a:pt x="111" y="196697"/>
                </a:lnTo>
                <a:lnTo>
                  <a:pt x="0" y="5448"/>
                </a:lnTo>
                <a:lnTo>
                  <a:pt x="46101" y="5448"/>
                </a:lnTo>
                <a:lnTo>
                  <a:pt x="46101" y="74599"/>
                </a:lnTo>
                <a:lnTo>
                  <a:pt x="198653" y="74599"/>
                </a:lnTo>
                <a:lnTo>
                  <a:pt x="198653" y="113157"/>
                </a:lnTo>
                <a:lnTo>
                  <a:pt x="46101" y="113157"/>
                </a:lnTo>
                <a:lnTo>
                  <a:pt x="46101" y="174205"/>
                </a:lnTo>
                <a:lnTo>
                  <a:pt x="47498" y="175602"/>
                </a:lnTo>
                <a:lnTo>
                  <a:pt x="198653" y="175602"/>
                </a:lnTo>
                <a:lnTo>
                  <a:pt x="198653" y="196697"/>
                </a:lnTo>
                <a:lnTo>
                  <a:pt x="196138" y="202704"/>
                </a:lnTo>
                <a:lnTo>
                  <a:pt x="186080" y="212204"/>
                </a:lnTo>
                <a:lnTo>
                  <a:pt x="180073" y="214579"/>
                </a:lnTo>
                <a:close/>
              </a:path>
              <a:path w="367664" h="407035">
                <a:moveTo>
                  <a:pt x="198653" y="74599"/>
                </a:moveTo>
                <a:lnTo>
                  <a:pt x="152552" y="74599"/>
                </a:lnTo>
                <a:lnTo>
                  <a:pt x="152552" y="5448"/>
                </a:lnTo>
                <a:lnTo>
                  <a:pt x="198653" y="5448"/>
                </a:lnTo>
                <a:lnTo>
                  <a:pt x="198653" y="74599"/>
                </a:lnTo>
                <a:close/>
              </a:path>
              <a:path w="367664" h="407035">
                <a:moveTo>
                  <a:pt x="198653" y="175602"/>
                </a:moveTo>
                <a:lnTo>
                  <a:pt x="151155" y="175602"/>
                </a:lnTo>
                <a:lnTo>
                  <a:pt x="152552" y="174205"/>
                </a:lnTo>
                <a:lnTo>
                  <a:pt x="152552" y="113157"/>
                </a:lnTo>
                <a:lnTo>
                  <a:pt x="198653" y="113157"/>
                </a:lnTo>
                <a:lnTo>
                  <a:pt x="198653" y="1756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43697" y="3366493"/>
            <a:ext cx="370205" cy="417195"/>
          </a:xfrm>
          <a:custGeom>
            <a:avLst/>
            <a:gdLst/>
            <a:ahLst/>
            <a:cxnLst/>
            <a:rect l="l" t="t" r="r" b="b"/>
            <a:pathLst>
              <a:path w="370204" h="417195">
                <a:moveTo>
                  <a:pt x="182308" y="417004"/>
                </a:moveTo>
                <a:lnTo>
                  <a:pt x="132226" y="413442"/>
                </a:lnTo>
                <a:lnTo>
                  <a:pt x="88639" y="401078"/>
                </a:lnTo>
                <a:lnTo>
                  <a:pt x="57835" y="377399"/>
                </a:lnTo>
                <a:lnTo>
                  <a:pt x="46101" y="339890"/>
                </a:lnTo>
                <a:lnTo>
                  <a:pt x="46834" y="329242"/>
                </a:lnTo>
                <a:lnTo>
                  <a:pt x="71404" y="289440"/>
                </a:lnTo>
                <a:lnTo>
                  <a:pt x="109070" y="271629"/>
                </a:lnTo>
                <a:lnTo>
                  <a:pt x="157005" y="264085"/>
                </a:lnTo>
                <a:lnTo>
                  <a:pt x="182308" y="263194"/>
                </a:lnTo>
                <a:lnTo>
                  <a:pt x="195012" y="263417"/>
                </a:lnTo>
                <a:lnTo>
                  <a:pt x="244020" y="268865"/>
                </a:lnTo>
                <a:lnTo>
                  <a:pt x="284935" y="283900"/>
                </a:lnTo>
                <a:lnTo>
                  <a:pt x="306916" y="303009"/>
                </a:lnTo>
                <a:lnTo>
                  <a:pt x="182727" y="303009"/>
                </a:lnTo>
                <a:lnTo>
                  <a:pt x="174044" y="303140"/>
                </a:lnTo>
                <a:lnTo>
                  <a:pt x="134635" y="307776"/>
                </a:lnTo>
                <a:lnTo>
                  <a:pt x="98278" y="327875"/>
                </a:lnTo>
                <a:lnTo>
                  <a:pt x="95973" y="333603"/>
                </a:lnTo>
                <a:lnTo>
                  <a:pt x="95973" y="346735"/>
                </a:lnTo>
                <a:lnTo>
                  <a:pt x="127956" y="370654"/>
                </a:lnTo>
                <a:lnTo>
                  <a:pt x="165596" y="376666"/>
                </a:lnTo>
                <a:lnTo>
                  <a:pt x="182727" y="377190"/>
                </a:lnTo>
                <a:lnTo>
                  <a:pt x="306917" y="377190"/>
                </a:lnTo>
                <a:lnTo>
                  <a:pt x="306781" y="377399"/>
                </a:lnTo>
                <a:lnTo>
                  <a:pt x="275767" y="401078"/>
                </a:lnTo>
                <a:lnTo>
                  <a:pt x="232181" y="413442"/>
                </a:lnTo>
                <a:lnTo>
                  <a:pt x="195012" y="416781"/>
                </a:lnTo>
                <a:lnTo>
                  <a:pt x="182308" y="417004"/>
                </a:lnTo>
                <a:close/>
              </a:path>
              <a:path w="370204" h="417195">
                <a:moveTo>
                  <a:pt x="306917" y="377190"/>
                </a:moveTo>
                <a:lnTo>
                  <a:pt x="182727" y="377190"/>
                </a:lnTo>
                <a:lnTo>
                  <a:pt x="191227" y="377059"/>
                </a:lnTo>
                <a:lnTo>
                  <a:pt x="199543" y="376666"/>
                </a:lnTo>
                <a:lnTo>
                  <a:pt x="243078" y="368598"/>
                </a:lnTo>
                <a:lnTo>
                  <a:pt x="268643" y="333184"/>
                </a:lnTo>
                <a:lnTo>
                  <a:pt x="266268" y="327526"/>
                </a:lnTo>
                <a:lnTo>
                  <a:pt x="229928" y="307776"/>
                </a:lnTo>
                <a:lnTo>
                  <a:pt x="191044" y="303140"/>
                </a:lnTo>
                <a:lnTo>
                  <a:pt x="182727" y="303009"/>
                </a:lnTo>
                <a:lnTo>
                  <a:pt x="306916" y="303009"/>
                </a:lnTo>
                <a:lnTo>
                  <a:pt x="311915" y="310723"/>
                </a:lnTo>
                <a:lnTo>
                  <a:pt x="315582" y="319616"/>
                </a:lnTo>
                <a:lnTo>
                  <a:pt x="317782" y="329478"/>
                </a:lnTo>
                <a:lnTo>
                  <a:pt x="318516" y="340309"/>
                </a:lnTo>
                <a:lnTo>
                  <a:pt x="317782" y="350956"/>
                </a:lnTo>
                <a:lnTo>
                  <a:pt x="315582" y="360687"/>
                </a:lnTo>
                <a:lnTo>
                  <a:pt x="311915" y="369502"/>
                </a:lnTo>
                <a:lnTo>
                  <a:pt x="306917" y="377190"/>
                </a:lnTo>
                <a:close/>
              </a:path>
              <a:path w="370204" h="417195">
                <a:moveTo>
                  <a:pt x="109385" y="243916"/>
                </a:moveTo>
                <a:lnTo>
                  <a:pt x="64056" y="237014"/>
                </a:lnTo>
                <a:lnTo>
                  <a:pt x="28603" y="215522"/>
                </a:lnTo>
                <a:lnTo>
                  <a:pt x="11001" y="179270"/>
                </a:lnTo>
                <a:lnTo>
                  <a:pt x="10477" y="170154"/>
                </a:lnTo>
                <a:lnTo>
                  <a:pt x="10988" y="161026"/>
                </a:lnTo>
                <a:lnTo>
                  <a:pt x="28236" y="124472"/>
                </a:lnTo>
                <a:lnTo>
                  <a:pt x="63637" y="103164"/>
                </a:lnTo>
                <a:lnTo>
                  <a:pt x="109385" y="95973"/>
                </a:lnTo>
                <a:lnTo>
                  <a:pt x="118945" y="96262"/>
                </a:lnTo>
                <a:lnTo>
                  <a:pt x="163658" y="106294"/>
                </a:lnTo>
                <a:lnTo>
                  <a:pt x="196099" y="130549"/>
                </a:lnTo>
                <a:lnTo>
                  <a:pt x="197348" y="132435"/>
                </a:lnTo>
                <a:lnTo>
                  <a:pt x="102120" y="132435"/>
                </a:lnTo>
                <a:lnTo>
                  <a:pt x="95345" y="133273"/>
                </a:lnTo>
                <a:lnTo>
                  <a:pt x="58394" y="158559"/>
                </a:lnTo>
                <a:lnTo>
                  <a:pt x="56997" y="164007"/>
                </a:lnTo>
                <a:lnTo>
                  <a:pt x="56997" y="176301"/>
                </a:lnTo>
                <a:lnTo>
                  <a:pt x="95345" y="206267"/>
                </a:lnTo>
                <a:lnTo>
                  <a:pt x="102120" y="207035"/>
                </a:lnTo>
                <a:lnTo>
                  <a:pt x="196904" y="207035"/>
                </a:lnTo>
                <a:lnTo>
                  <a:pt x="195497" y="209052"/>
                </a:lnTo>
                <a:lnTo>
                  <a:pt x="162872" y="233543"/>
                </a:lnTo>
                <a:lnTo>
                  <a:pt x="118749" y="243628"/>
                </a:lnTo>
                <a:lnTo>
                  <a:pt x="109385" y="243916"/>
                </a:lnTo>
                <a:close/>
              </a:path>
              <a:path w="370204" h="417195">
                <a:moveTo>
                  <a:pt x="196904" y="207035"/>
                </a:moveTo>
                <a:lnTo>
                  <a:pt x="116649" y="207035"/>
                </a:lnTo>
                <a:lnTo>
                  <a:pt x="123494" y="206267"/>
                </a:lnTo>
                <a:lnTo>
                  <a:pt x="136347" y="203193"/>
                </a:lnTo>
                <a:lnTo>
                  <a:pt x="162610" y="176301"/>
                </a:lnTo>
                <a:lnTo>
                  <a:pt x="162610" y="164007"/>
                </a:lnTo>
                <a:lnTo>
                  <a:pt x="123494" y="133273"/>
                </a:lnTo>
                <a:lnTo>
                  <a:pt x="116649" y="132435"/>
                </a:lnTo>
                <a:lnTo>
                  <a:pt x="197348" y="132435"/>
                </a:lnTo>
                <a:lnTo>
                  <a:pt x="208711" y="170154"/>
                </a:lnTo>
                <a:lnTo>
                  <a:pt x="208174" y="179086"/>
                </a:lnTo>
                <a:lnTo>
                  <a:pt x="206563" y="187442"/>
                </a:lnTo>
                <a:lnTo>
                  <a:pt x="203879" y="195222"/>
                </a:lnTo>
                <a:lnTo>
                  <a:pt x="200120" y="202425"/>
                </a:lnTo>
                <a:lnTo>
                  <a:pt x="196904" y="207035"/>
                </a:lnTo>
                <a:close/>
              </a:path>
              <a:path w="370204" h="417195">
                <a:moveTo>
                  <a:pt x="304406" y="253555"/>
                </a:moveTo>
                <a:lnTo>
                  <a:pt x="265709" y="253555"/>
                </a:lnTo>
                <a:lnTo>
                  <a:pt x="265709" y="8801"/>
                </a:lnTo>
                <a:lnTo>
                  <a:pt x="312648" y="8801"/>
                </a:lnTo>
                <a:lnTo>
                  <a:pt x="312648" y="62445"/>
                </a:lnTo>
                <a:lnTo>
                  <a:pt x="370065" y="62445"/>
                </a:lnTo>
                <a:lnTo>
                  <a:pt x="370065" y="102679"/>
                </a:lnTo>
                <a:lnTo>
                  <a:pt x="312648" y="102679"/>
                </a:lnTo>
                <a:lnTo>
                  <a:pt x="312648" y="158000"/>
                </a:lnTo>
                <a:lnTo>
                  <a:pt x="370065" y="158000"/>
                </a:lnTo>
                <a:lnTo>
                  <a:pt x="370065" y="198234"/>
                </a:lnTo>
                <a:lnTo>
                  <a:pt x="312648" y="198234"/>
                </a:lnTo>
                <a:lnTo>
                  <a:pt x="312648" y="245173"/>
                </a:lnTo>
                <a:lnTo>
                  <a:pt x="312369" y="249085"/>
                </a:lnTo>
                <a:lnTo>
                  <a:pt x="310972" y="251460"/>
                </a:lnTo>
                <a:lnTo>
                  <a:pt x="305943" y="253136"/>
                </a:lnTo>
                <a:lnTo>
                  <a:pt x="304406" y="253555"/>
                </a:lnTo>
                <a:close/>
              </a:path>
              <a:path w="370204" h="417195">
                <a:moveTo>
                  <a:pt x="132854" y="44005"/>
                </a:moveTo>
                <a:lnTo>
                  <a:pt x="84239" y="44005"/>
                </a:lnTo>
                <a:lnTo>
                  <a:pt x="84239" y="0"/>
                </a:lnTo>
                <a:lnTo>
                  <a:pt x="132854" y="0"/>
                </a:lnTo>
                <a:lnTo>
                  <a:pt x="132854" y="44005"/>
                </a:lnTo>
                <a:close/>
              </a:path>
              <a:path w="370204" h="417195">
                <a:moveTo>
                  <a:pt x="217093" y="81724"/>
                </a:moveTo>
                <a:lnTo>
                  <a:pt x="0" y="81724"/>
                </a:lnTo>
                <a:lnTo>
                  <a:pt x="0" y="44005"/>
                </a:lnTo>
                <a:lnTo>
                  <a:pt x="217093" y="44005"/>
                </a:lnTo>
                <a:lnTo>
                  <a:pt x="217093" y="81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72088" y="4917599"/>
            <a:ext cx="267970" cy="422909"/>
          </a:xfrm>
          <a:custGeom>
            <a:avLst/>
            <a:gdLst/>
            <a:ahLst/>
            <a:cxnLst/>
            <a:rect l="l" t="t" r="r" b="b"/>
            <a:pathLst>
              <a:path w="267969" h="422910">
                <a:moveTo>
                  <a:pt x="112267" y="422369"/>
                </a:moveTo>
                <a:lnTo>
                  <a:pt x="70357" y="419829"/>
                </a:lnTo>
                <a:lnTo>
                  <a:pt x="11006" y="408315"/>
                </a:lnTo>
                <a:lnTo>
                  <a:pt x="0" y="405097"/>
                </a:lnTo>
                <a:lnTo>
                  <a:pt x="0" y="354298"/>
                </a:lnTo>
                <a:lnTo>
                  <a:pt x="9567" y="357515"/>
                </a:lnTo>
                <a:lnTo>
                  <a:pt x="24722" y="361579"/>
                </a:lnTo>
                <a:lnTo>
                  <a:pt x="65023" y="369030"/>
                </a:lnTo>
                <a:lnTo>
                  <a:pt x="109219" y="371570"/>
                </a:lnTo>
                <a:lnTo>
                  <a:pt x="118348" y="371300"/>
                </a:lnTo>
                <a:lnTo>
                  <a:pt x="162750" y="361791"/>
                </a:lnTo>
                <a:lnTo>
                  <a:pt x="197262" y="338137"/>
                </a:lnTo>
                <a:lnTo>
                  <a:pt x="211327" y="299942"/>
                </a:lnTo>
                <a:lnTo>
                  <a:pt x="211327" y="284702"/>
                </a:lnTo>
                <a:lnTo>
                  <a:pt x="194690" y="245586"/>
                </a:lnTo>
                <a:lnTo>
                  <a:pt x="160353" y="226536"/>
                </a:lnTo>
                <a:lnTo>
                  <a:pt x="113283" y="220186"/>
                </a:lnTo>
                <a:lnTo>
                  <a:pt x="26415" y="220186"/>
                </a:lnTo>
                <a:lnTo>
                  <a:pt x="26415" y="170910"/>
                </a:lnTo>
                <a:lnTo>
                  <a:pt x="116331" y="170910"/>
                </a:lnTo>
                <a:lnTo>
                  <a:pt x="124158" y="170687"/>
                </a:lnTo>
                <a:lnTo>
                  <a:pt x="167687" y="159877"/>
                </a:lnTo>
                <a:lnTo>
                  <a:pt x="195643" y="131619"/>
                </a:lnTo>
                <a:lnTo>
                  <a:pt x="199643" y="109950"/>
                </a:lnTo>
                <a:lnTo>
                  <a:pt x="199643" y="100298"/>
                </a:lnTo>
                <a:lnTo>
                  <a:pt x="181736" y="66643"/>
                </a:lnTo>
                <a:lnTo>
                  <a:pt x="140969" y="49752"/>
                </a:lnTo>
                <a:lnTo>
                  <a:pt x="110235" y="46958"/>
                </a:lnTo>
                <a:lnTo>
                  <a:pt x="101314" y="47116"/>
                </a:lnTo>
                <a:lnTo>
                  <a:pt x="56641" y="52165"/>
                </a:lnTo>
                <a:lnTo>
                  <a:pt x="17610" y="60081"/>
                </a:lnTo>
                <a:lnTo>
                  <a:pt x="6095" y="63214"/>
                </a:lnTo>
                <a:lnTo>
                  <a:pt x="6095" y="14446"/>
                </a:lnTo>
                <a:lnTo>
                  <a:pt x="52339" y="4825"/>
                </a:lnTo>
                <a:lnTo>
                  <a:pt x="94932" y="349"/>
                </a:lnTo>
                <a:lnTo>
                  <a:pt x="110347" y="0"/>
                </a:lnTo>
                <a:lnTo>
                  <a:pt x="126491" y="222"/>
                </a:lnTo>
                <a:lnTo>
                  <a:pt x="164687" y="4794"/>
                </a:lnTo>
                <a:lnTo>
                  <a:pt x="209311" y="18716"/>
                </a:lnTo>
                <a:lnTo>
                  <a:pt x="241458" y="44084"/>
                </a:lnTo>
                <a:lnTo>
                  <a:pt x="256904" y="83788"/>
                </a:lnTo>
                <a:lnTo>
                  <a:pt x="257555" y="96234"/>
                </a:lnTo>
                <a:lnTo>
                  <a:pt x="257555" y="122819"/>
                </a:lnTo>
                <a:lnTo>
                  <a:pt x="235711" y="166592"/>
                </a:lnTo>
                <a:lnTo>
                  <a:pt x="204723" y="190214"/>
                </a:lnTo>
                <a:lnTo>
                  <a:pt x="210327" y="192928"/>
                </a:lnTo>
                <a:lnTo>
                  <a:pt x="243046" y="216979"/>
                </a:lnTo>
                <a:lnTo>
                  <a:pt x="264572" y="256254"/>
                </a:lnTo>
                <a:lnTo>
                  <a:pt x="267715" y="282162"/>
                </a:lnTo>
                <a:lnTo>
                  <a:pt x="267715" y="301466"/>
                </a:lnTo>
                <a:lnTo>
                  <a:pt x="260143" y="346852"/>
                </a:lnTo>
                <a:lnTo>
                  <a:pt x="238632" y="380015"/>
                </a:lnTo>
                <a:lnTo>
                  <a:pt x="207279" y="403050"/>
                </a:lnTo>
                <a:lnTo>
                  <a:pt x="168655" y="416527"/>
                </a:lnTo>
                <a:lnTo>
                  <a:pt x="126460" y="422004"/>
                </a:lnTo>
                <a:lnTo>
                  <a:pt x="112267" y="4223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997208" y="5279009"/>
            <a:ext cx="58419" cy="56515"/>
          </a:xfrm>
          <a:custGeom>
            <a:avLst/>
            <a:gdLst/>
            <a:ahLst/>
            <a:cxnLst/>
            <a:rect l="l" t="t" r="r" b="b"/>
            <a:pathLst>
              <a:path w="58419" h="56514">
                <a:moveTo>
                  <a:pt x="57911" y="56387"/>
                </a:moveTo>
                <a:lnTo>
                  <a:pt x="0" y="56387"/>
                </a:lnTo>
                <a:lnTo>
                  <a:pt x="0" y="0"/>
                </a:lnTo>
                <a:lnTo>
                  <a:pt x="57911" y="0"/>
                </a:lnTo>
                <a:lnTo>
                  <a:pt x="57911" y="563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221160" y="4896485"/>
            <a:ext cx="469265" cy="493395"/>
          </a:xfrm>
          <a:custGeom>
            <a:avLst/>
            <a:gdLst/>
            <a:ahLst/>
            <a:cxnLst/>
            <a:rect l="l" t="t" r="r" b="b"/>
            <a:pathLst>
              <a:path w="469264" h="493395">
                <a:moveTo>
                  <a:pt x="282447" y="61467"/>
                </a:moveTo>
                <a:lnTo>
                  <a:pt x="31495" y="61467"/>
                </a:lnTo>
                <a:lnTo>
                  <a:pt x="31495" y="14731"/>
                </a:lnTo>
                <a:lnTo>
                  <a:pt x="282447" y="14731"/>
                </a:lnTo>
                <a:lnTo>
                  <a:pt x="282447" y="61467"/>
                </a:lnTo>
                <a:close/>
              </a:path>
              <a:path w="469264" h="493395">
                <a:moveTo>
                  <a:pt x="36575" y="272795"/>
                </a:moveTo>
                <a:lnTo>
                  <a:pt x="0" y="235711"/>
                </a:lnTo>
                <a:lnTo>
                  <a:pt x="13461" y="229647"/>
                </a:lnTo>
                <a:lnTo>
                  <a:pt x="26415" y="223138"/>
                </a:lnTo>
                <a:lnTo>
                  <a:pt x="62071" y="201056"/>
                </a:lnTo>
                <a:lnTo>
                  <a:pt x="98853" y="167973"/>
                </a:lnTo>
                <a:lnTo>
                  <a:pt x="121205" y="132905"/>
                </a:lnTo>
                <a:lnTo>
                  <a:pt x="126491" y="107187"/>
                </a:lnTo>
                <a:lnTo>
                  <a:pt x="126491" y="61467"/>
                </a:lnTo>
                <a:lnTo>
                  <a:pt x="185419" y="61467"/>
                </a:lnTo>
                <a:lnTo>
                  <a:pt x="185419" y="107187"/>
                </a:lnTo>
                <a:lnTo>
                  <a:pt x="186181" y="116966"/>
                </a:lnTo>
                <a:lnTo>
                  <a:pt x="204072" y="153479"/>
                </a:lnTo>
                <a:lnTo>
                  <a:pt x="231757" y="180339"/>
                </a:lnTo>
                <a:lnTo>
                  <a:pt x="157987" y="180339"/>
                </a:lnTo>
                <a:lnTo>
                  <a:pt x="125475" y="214407"/>
                </a:lnTo>
                <a:lnTo>
                  <a:pt x="93583" y="240013"/>
                </a:lnTo>
                <a:lnTo>
                  <a:pt x="60293" y="261365"/>
                </a:lnTo>
                <a:lnTo>
                  <a:pt x="44291" y="269493"/>
                </a:lnTo>
                <a:lnTo>
                  <a:pt x="36575" y="272795"/>
                </a:lnTo>
                <a:close/>
              </a:path>
              <a:path w="469264" h="493395">
                <a:moveTo>
                  <a:pt x="269747" y="260603"/>
                </a:moveTo>
                <a:lnTo>
                  <a:pt x="231457" y="241061"/>
                </a:lnTo>
                <a:lnTo>
                  <a:pt x="194436" y="215137"/>
                </a:lnTo>
                <a:lnTo>
                  <a:pt x="163036" y="186181"/>
                </a:lnTo>
                <a:lnTo>
                  <a:pt x="157987" y="180339"/>
                </a:lnTo>
                <a:lnTo>
                  <a:pt x="231757" y="180339"/>
                </a:lnTo>
                <a:lnTo>
                  <a:pt x="237045" y="184451"/>
                </a:lnTo>
                <a:lnTo>
                  <a:pt x="246633" y="191198"/>
                </a:lnTo>
                <a:lnTo>
                  <a:pt x="287210" y="213931"/>
                </a:lnTo>
                <a:lnTo>
                  <a:pt x="305815" y="222503"/>
                </a:lnTo>
                <a:lnTo>
                  <a:pt x="269747" y="260603"/>
                </a:lnTo>
                <a:close/>
              </a:path>
              <a:path w="469264" h="493395">
                <a:moveTo>
                  <a:pt x="241807" y="493267"/>
                </a:moveTo>
                <a:lnTo>
                  <a:pt x="199501" y="490807"/>
                </a:lnTo>
                <a:lnTo>
                  <a:pt x="154241" y="480821"/>
                </a:lnTo>
                <a:lnTo>
                  <a:pt x="113664" y="460882"/>
                </a:lnTo>
                <a:lnTo>
                  <a:pt x="86105" y="428243"/>
                </a:lnTo>
                <a:lnTo>
                  <a:pt x="78231" y="391159"/>
                </a:lnTo>
                <a:lnTo>
                  <a:pt x="78724" y="380825"/>
                </a:lnTo>
                <a:lnTo>
                  <a:pt x="95313" y="338962"/>
                </a:lnTo>
                <a:lnTo>
                  <a:pt x="129000" y="311387"/>
                </a:lnTo>
                <a:lnTo>
                  <a:pt x="172211" y="295401"/>
                </a:lnTo>
                <a:lnTo>
                  <a:pt x="217376" y="288527"/>
                </a:lnTo>
                <a:lnTo>
                  <a:pt x="241807" y="287527"/>
                </a:lnTo>
                <a:lnTo>
                  <a:pt x="249618" y="287638"/>
                </a:lnTo>
                <a:lnTo>
                  <a:pt x="293623" y="291718"/>
                </a:lnTo>
                <a:lnTo>
                  <a:pt x="338629" y="303593"/>
                </a:lnTo>
                <a:lnTo>
                  <a:pt x="377189" y="326135"/>
                </a:lnTo>
                <a:lnTo>
                  <a:pt x="385445" y="334771"/>
                </a:lnTo>
                <a:lnTo>
                  <a:pt x="242315" y="334771"/>
                </a:lnTo>
                <a:lnTo>
                  <a:pt x="233568" y="334930"/>
                </a:lnTo>
                <a:lnTo>
                  <a:pt x="187705" y="340867"/>
                </a:lnTo>
                <a:lnTo>
                  <a:pt x="150082" y="358647"/>
                </a:lnTo>
                <a:lnTo>
                  <a:pt x="134111" y="391159"/>
                </a:lnTo>
                <a:lnTo>
                  <a:pt x="134762" y="399160"/>
                </a:lnTo>
                <a:lnTo>
                  <a:pt x="163290" y="432021"/>
                </a:lnTo>
                <a:lnTo>
                  <a:pt x="205993" y="443737"/>
                </a:lnTo>
                <a:lnTo>
                  <a:pt x="242315" y="446023"/>
                </a:lnTo>
                <a:lnTo>
                  <a:pt x="386631" y="446023"/>
                </a:lnTo>
                <a:lnTo>
                  <a:pt x="383349" y="449928"/>
                </a:lnTo>
                <a:lnTo>
                  <a:pt x="347217" y="474471"/>
                </a:lnTo>
                <a:lnTo>
                  <a:pt x="302767" y="487886"/>
                </a:lnTo>
                <a:lnTo>
                  <a:pt x="257809" y="492886"/>
                </a:lnTo>
                <a:lnTo>
                  <a:pt x="249618" y="493172"/>
                </a:lnTo>
                <a:lnTo>
                  <a:pt x="241807" y="493267"/>
                </a:lnTo>
                <a:close/>
              </a:path>
              <a:path w="469264" h="493395">
                <a:moveTo>
                  <a:pt x="386631" y="446023"/>
                </a:moveTo>
                <a:lnTo>
                  <a:pt x="242315" y="446023"/>
                </a:lnTo>
                <a:lnTo>
                  <a:pt x="250840" y="445880"/>
                </a:lnTo>
                <a:lnTo>
                  <a:pt x="259651" y="445452"/>
                </a:lnTo>
                <a:lnTo>
                  <a:pt x="304990" y="438165"/>
                </a:lnTo>
                <a:lnTo>
                  <a:pt x="339597" y="418591"/>
                </a:lnTo>
                <a:lnTo>
                  <a:pt x="350011" y="391159"/>
                </a:lnTo>
                <a:lnTo>
                  <a:pt x="349360" y="383158"/>
                </a:lnTo>
                <a:lnTo>
                  <a:pt x="320833" y="350011"/>
                </a:lnTo>
                <a:lnTo>
                  <a:pt x="278129" y="337311"/>
                </a:lnTo>
                <a:lnTo>
                  <a:pt x="242315" y="334771"/>
                </a:lnTo>
                <a:lnTo>
                  <a:pt x="385445" y="334771"/>
                </a:lnTo>
                <a:lnTo>
                  <a:pt x="403923" y="371157"/>
                </a:lnTo>
                <a:lnTo>
                  <a:pt x="405891" y="391159"/>
                </a:lnTo>
                <a:lnTo>
                  <a:pt x="405399" y="401494"/>
                </a:lnTo>
                <a:lnTo>
                  <a:pt x="388873" y="443356"/>
                </a:lnTo>
                <a:lnTo>
                  <a:pt x="386631" y="446023"/>
                </a:lnTo>
                <a:close/>
              </a:path>
              <a:path w="469264" h="493395">
                <a:moveTo>
                  <a:pt x="393869" y="279399"/>
                </a:moveTo>
                <a:lnTo>
                  <a:pt x="343915" y="279399"/>
                </a:lnTo>
                <a:lnTo>
                  <a:pt x="343915" y="0"/>
                </a:lnTo>
                <a:lnTo>
                  <a:pt x="401319" y="0"/>
                </a:lnTo>
                <a:lnTo>
                  <a:pt x="401319" y="103123"/>
                </a:lnTo>
                <a:lnTo>
                  <a:pt x="468883" y="103123"/>
                </a:lnTo>
                <a:lnTo>
                  <a:pt x="468883" y="150875"/>
                </a:lnTo>
                <a:lnTo>
                  <a:pt x="401319" y="150875"/>
                </a:lnTo>
                <a:lnTo>
                  <a:pt x="401319" y="271949"/>
                </a:lnTo>
                <a:lnTo>
                  <a:pt x="400303" y="274319"/>
                </a:lnTo>
                <a:lnTo>
                  <a:pt x="396239" y="278383"/>
                </a:lnTo>
                <a:lnTo>
                  <a:pt x="393869" y="279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24588" y="4896485"/>
            <a:ext cx="405130" cy="483870"/>
          </a:xfrm>
          <a:custGeom>
            <a:avLst/>
            <a:gdLst/>
            <a:ahLst/>
            <a:cxnLst/>
            <a:rect l="l" t="t" r="r" b="b"/>
            <a:pathLst>
              <a:path w="405130" h="483870">
                <a:moveTo>
                  <a:pt x="397425" y="483615"/>
                </a:moveTo>
                <a:lnTo>
                  <a:pt x="347979" y="483615"/>
                </a:lnTo>
                <a:lnTo>
                  <a:pt x="347979" y="0"/>
                </a:lnTo>
                <a:lnTo>
                  <a:pt x="404875" y="0"/>
                </a:lnTo>
                <a:lnTo>
                  <a:pt x="404875" y="476165"/>
                </a:lnTo>
                <a:lnTo>
                  <a:pt x="403859" y="478535"/>
                </a:lnTo>
                <a:lnTo>
                  <a:pt x="399795" y="482599"/>
                </a:lnTo>
                <a:lnTo>
                  <a:pt x="397425" y="483615"/>
                </a:lnTo>
                <a:close/>
              </a:path>
              <a:path w="405130" h="483870">
                <a:moveTo>
                  <a:pt x="29971" y="409447"/>
                </a:moveTo>
                <a:lnTo>
                  <a:pt x="0" y="368299"/>
                </a:lnTo>
                <a:lnTo>
                  <a:pt x="14541" y="364585"/>
                </a:lnTo>
                <a:lnTo>
                  <a:pt x="29717" y="360044"/>
                </a:lnTo>
                <a:lnTo>
                  <a:pt x="78454" y="341486"/>
                </a:lnTo>
                <a:lnTo>
                  <a:pt x="124459" y="315721"/>
                </a:lnTo>
                <a:lnTo>
                  <a:pt x="162464" y="282527"/>
                </a:lnTo>
                <a:lnTo>
                  <a:pt x="187197" y="241553"/>
                </a:lnTo>
                <a:lnTo>
                  <a:pt x="192531" y="78231"/>
                </a:lnTo>
                <a:lnTo>
                  <a:pt x="192531" y="74845"/>
                </a:lnTo>
                <a:lnTo>
                  <a:pt x="190669" y="73151"/>
                </a:lnTo>
                <a:lnTo>
                  <a:pt x="12699" y="73151"/>
                </a:lnTo>
                <a:lnTo>
                  <a:pt x="12699" y="24383"/>
                </a:lnTo>
                <a:lnTo>
                  <a:pt x="229785" y="24383"/>
                </a:lnTo>
                <a:lnTo>
                  <a:pt x="236981" y="27516"/>
                </a:lnTo>
                <a:lnTo>
                  <a:pt x="248157" y="40047"/>
                </a:lnTo>
                <a:lnTo>
                  <a:pt x="250951" y="47243"/>
                </a:lnTo>
                <a:lnTo>
                  <a:pt x="250951" y="201675"/>
                </a:lnTo>
                <a:lnTo>
                  <a:pt x="245871" y="244284"/>
                </a:lnTo>
                <a:lnTo>
                  <a:pt x="230631" y="281685"/>
                </a:lnTo>
                <a:lnTo>
                  <a:pt x="207390" y="314197"/>
                </a:lnTo>
                <a:lnTo>
                  <a:pt x="178307" y="342137"/>
                </a:lnTo>
                <a:lnTo>
                  <a:pt x="144525" y="365505"/>
                </a:lnTo>
                <a:lnTo>
                  <a:pt x="107187" y="384301"/>
                </a:lnTo>
                <a:lnTo>
                  <a:pt x="68325" y="398843"/>
                </a:lnTo>
                <a:lnTo>
                  <a:pt x="49085" y="404637"/>
                </a:lnTo>
                <a:lnTo>
                  <a:pt x="29971" y="409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363952" y="5099050"/>
            <a:ext cx="229235" cy="43180"/>
          </a:xfrm>
          <a:custGeom>
            <a:avLst/>
            <a:gdLst/>
            <a:ahLst/>
            <a:cxnLst/>
            <a:rect l="l" t="t" r="r" b="b"/>
            <a:pathLst>
              <a:path w="229235" h="43179">
                <a:moveTo>
                  <a:pt x="0" y="0"/>
                </a:moveTo>
                <a:lnTo>
                  <a:pt x="229107" y="0"/>
                </a:lnTo>
                <a:lnTo>
                  <a:pt x="229107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63952" y="5142229"/>
            <a:ext cx="228600" cy="2540"/>
          </a:xfrm>
          <a:custGeom>
            <a:avLst/>
            <a:gdLst/>
            <a:ahLst/>
            <a:cxnLst/>
            <a:rect l="l" t="t" r="r" b="b"/>
            <a:pathLst>
              <a:path w="228600" h="2539">
                <a:moveTo>
                  <a:pt x="0" y="0"/>
                </a:moveTo>
                <a:lnTo>
                  <a:pt x="228472" y="0"/>
                </a:lnTo>
                <a:lnTo>
                  <a:pt x="22847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363952" y="5144770"/>
            <a:ext cx="226060" cy="3810"/>
          </a:xfrm>
          <a:custGeom>
            <a:avLst/>
            <a:gdLst/>
            <a:ahLst/>
            <a:cxnLst/>
            <a:rect l="l" t="t" r="r" b="b"/>
            <a:pathLst>
              <a:path w="226060" h="3810">
                <a:moveTo>
                  <a:pt x="0" y="0"/>
                </a:moveTo>
                <a:lnTo>
                  <a:pt x="225806" y="0"/>
                </a:lnTo>
                <a:lnTo>
                  <a:pt x="225806" y="3809"/>
                </a:lnTo>
                <a:lnTo>
                  <a:pt x="0" y="38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363952" y="5148579"/>
            <a:ext cx="222250" cy="1270"/>
          </a:xfrm>
          <a:custGeom>
            <a:avLst/>
            <a:gdLst/>
            <a:ahLst/>
            <a:cxnLst/>
            <a:rect l="l" t="t" r="r" b="b"/>
            <a:pathLst>
              <a:path w="222250" h="1270">
                <a:moveTo>
                  <a:pt x="0" y="0"/>
                </a:moveTo>
                <a:lnTo>
                  <a:pt x="222250" y="0"/>
                </a:lnTo>
                <a:lnTo>
                  <a:pt x="222250" y="1270"/>
                </a:lnTo>
                <a:lnTo>
                  <a:pt x="0" y="12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794795" y="4907153"/>
            <a:ext cx="457200" cy="473709"/>
          </a:xfrm>
          <a:custGeom>
            <a:avLst/>
            <a:gdLst/>
            <a:ahLst/>
            <a:cxnLst/>
            <a:rect l="l" t="t" r="r" b="b"/>
            <a:pathLst>
              <a:path w="457200" h="473710">
                <a:moveTo>
                  <a:pt x="245025" y="473455"/>
                </a:moveTo>
                <a:lnTo>
                  <a:pt x="194563" y="473455"/>
                </a:lnTo>
                <a:lnTo>
                  <a:pt x="194563" y="272287"/>
                </a:lnTo>
                <a:lnTo>
                  <a:pt x="0" y="272287"/>
                </a:lnTo>
                <a:lnTo>
                  <a:pt x="0" y="223519"/>
                </a:lnTo>
                <a:lnTo>
                  <a:pt x="318515" y="223519"/>
                </a:lnTo>
                <a:lnTo>
                  <a:pt x="321436" y="212264"/>
                </a:lnTo>
                <a:lnTo>
                  <a:pt x="328675" y="174497"/>
                </a:lnTo>
                <a:lnTo>
                  <a:pt x="332739" y="125475"/>
                </a:lnTo>
                <a:lnTo>
                  <a:pt x="332739" y="49953"/>
                </a:lnTo>
                <a:lnTo>
                  <a:pt x="331046" y="48259"/>
                </a:lnTo>
                <a:lnTo>
                  <a:pt x="56895" y="48259"/>
                </a:lnTo>
                <a:lnTo>
                  <a:pt x="56895" y="0"/>
                </a:lnTo>
                <a:lnTo>
                  <a:pt x="368469" y="0"/>
                </a:lnTo>
                <a:lnTo>
                  <a:pt x="375835" y="2963"/>
                </a:lnTo>
                <a:lnTo>
                  <a:pt x="387688" y="14816"/>
                </a:lnTo>
                <a:lnTo>
                  <a:pt x="390651" y="22013"/>
                </a:lnTo>
                <a:lnTo>
                  <a:pt x="390651" y="130047"/>
                </a:lnTo>
                <a:lnTo>
                  <a:pt x="385317" y="172973"/>
                </a:lnTo>
                <a:lnTo>
                  <a:pt x="375242" y="216069"/>
                </a:lnTo>
                <a:lnTo>
                  <a:pt x="372871" y="223519"/>
                </a:lnTo>
                <a:lnTo>
                  <a:pt x="457199" y="223519"/>
                </a:lnTo>
                <a:lnTo>
                  <a:pt x="457199" y="264837"/>
                </a:lnTo>
                <a:lnTo>
                  <a:pt x="456183" y="267207"/>
                </a:lnTo>
                <a:lnTo>
                  <a:pt x="452119" y="271271"/>
                </a:lnTo>
                <a:lnTo>
                  <a:pt x="449749" y="272287"/>
                </a:lnTo>
                <a:lnTo>
                  <a:pt x="252475" y="272287"/>
                </a:lnTo>
                <a:lnTo>
                  <a:pt x="252475" y="466005"/>
                </a:lnTo>
                <a:lnTo>
                  <a:pt x="251459" y="468375"/>
                </a:lnTo>
                <a:lnTo>
                  <a:pt x="247395" y="472439"/>
                </a:lnTo>
                <a:lnTo>
                  <a:pt x="245025" y="4734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67236" y="4921377"/>
            <a:ext cx="457200" cy="396875"/>
          </a:xfrm>
          <a:custGeom>
            <a:avLst/>
            <a:gdLst/>
            <a:ahLst/>
            <a:cxnLst/>
            <a:rect l="l" t="t" r="r" b="b"/>
            <a:pathLst>
              <a:path w="457200" h="396875">
                <a:moveTo>
                  <a:pt x="395731" y="48767"/>
                </a:moveTo>
                <a:lnTo>
                  <a:pt x="65023" y="48767"/>
                </a:lnTo>
                <a:lnTo>
                  <a:pt x="65023" y="0"/>
                </a:lnTo>
                <a:lnTo>
                  <a:pt x="395731" y="0"/>
                </a:lnTo>
                <a:lnTo>
                  <a:pt x="395731" y="48767"/>
                </a:lnTo>
                <a:close/>
              </a:path>
              <a:path w="457200" h="396875">
                <a:moveTo>
                  <a:pt x="57403" y="255523"/>
                </a:moveTo>
                <a:lnTo>
                  <a:pt x="20319" y="215899"/>
                </a:lnTo>
                <a:lnTo>
                  <a:pt x="33654" y="211010"/>
                </a:lnTo>
                <a:lnTo>
                  <a:pt x="47243" y="205485"/>
                </a:lnTo>
                <a:lnTo>
                  <a:pt x="89169" y="185150"/>
                </a:lnTo>
                <a:lnTo>
                  <a:pt x="128269" y="159765"/>
                </a:lnTo>
                <a:lnTo>
                  <a:pt x="161811" y="129793"/>
                </a:lnTo>
                <a:lnTo>
                  <a:pt x="187134" y="95884"/>
                </a:lnTo>
                <a:lnTo>
                  <a:pt x="198966" y="55625"/>
                </a:lnTo>
                <a:lnTo>
                  <a:pt x="199135" y="51815"/>
                </a:lnTo>
                <a:lnTo>
                  <a:pt x="199135" y="48767"/>
                </a:lnTo>
                <a:lnTo>
                  <a:pt x="260095" y="48767"/>
                </a:lnTo>
                <a:lnTo>
                  <a:pt x="260434" y="51477"/>
                </a:lnTo>
                <a:lnTo>
                  <a:pt x="260688" y="54863"/>
                </a:lnTo>
                <a:lnTo>
                  <a:pt x="261027" y="62991"/>
                </a:lnTo>
                <a:lnTo>
                  <a:pt x="261450" y="66378"/>
                </a:lnTo>
                <a:lnTo>
                  <a:pt x="279606" y="106521"/>
                </a:lnTo>
                <a:lnTo>
                  <a:pt x="298964" y="129539"/>
                </a:lnTo>
                <a:lnTo>
                  <a:pt x="230123" y="129539"/>
                </a:lnTo>
                <a:lnTo>
                  <a:pt x="205406" y="159115"/>
                </a:lnTo>
                <a:lnTo>
                  <a:pt x="173545" y="187832"/>
                </a:lnTo>
                <a:lnTo>
                  <a:pt x="138398" y="213756"/>
                </a:lnTo>
                <a:lnTo>
                  <a:pt x="102107" y="235711"/>
                </a:lnTo>
                <a:lnTo>
                  <a:pt x="67817" y="251809"/>
                </a:lnTo>
                <a:lnTo>
                  <a:pt x="57403" y="255523"/>
                </a:lnTo>
                <a:close/>
              </a:path>
              <a:path w="457200" h="396875">
                <a:moveTo>
                  <a:pt x="403859" y="254507"/>
                </a:moveTo>
                <a:lnTo>
                  <a:pt x="356869" y="234695"/>
                </a:lnTo>
                <a:lnTo>
                  <a:pt x="320627" y="212597"/>
                </a:lnTo>
                <a:lnTo>
                  <a:pt x="286194" y="186435"/>
                </a:lnTo>
                <a:lnTo>
                  <a:pt x="255031" y="158019"/>
                </a:lnTo>
                <a:lnTo>
                  <a:pt x="230123" y="129539"/>
                </a:lnTo>
                <a:lnTo>
                  <a:pt x="298964" y="129539"/>
                </a:lnTo>
                <a:lnTo>
                  <a:pt x="299212" y="129809"/>
                </a:lnTo>
                <a:lnTo>
                  <a:pt x="310324" y="140715"/>
                </a:lnTo>
                <a:lnTo>
                  <a:pt x="347868" y="170354"/>
                </a:lnTo>
                <a:lnTo>
                  <a:pt x="388873" y="194309"/>
                </a:lnTo>
                <a:lnTo>
                  <a:pt x="428164" y="211407"/>
                </a:lnTo>
                <a:lnTo>
                  <a:pt x="439927" y="215391"/>
                </a:lnTo>
                <a:lnTo>
                  <a:pt x="403859" y="254507"/>
                </a:lnTo>
                <a:close/>
              </a:path>
              <a:path w="457200" h="396875">
                <a:moveTo>
                  <a:pt x="258571" y="347471"/>
                </a:moveTo>
                <a:lnTo>
                  <a:pt x="200151" y="347471"/>
                </a:lnTo>
                <a:lnTo>
                  <a:pt x="200151" y="227583"/>
                </a:lnTo>
                <a:lnTo>
                  <a:pt x="258571" y="227583"/>
                </a:lnTo>
                <a:lnTo>
                  <a:pt x="258571" y="347471"/>
                </a:lnTo>
                <a:close/>
              </a:path>
              <a:path w="457200" h="396875">
                <a:moveTo>
                  <a:pt x="448394" y="396747"/>
                </a:moveTo>
                <a:lnTo>
                  <a:pt x="0" y="396747"/>
                </a:lnTo>
                <a:lnTo>
                  <a:pt x="0" y="347471"/>
                </a:lnTo>
                <a:lnTo>
                  <a:pt x="457199" y="347471"/>
                </a:lnTo>
                <a:lnTo>
                  <a:pt x="457199" y="386587"/>
                </a:lnTo>
                <a:lnTo>
                  <a:pt x="456861" y="390990"/>
                </a:lnTo>
                <a:lnTo>
                  <a:pt x="455421" y="393784"/>
                </a:lnTo>
                <a:lnTo>
                  <a:pt x="450341" y="396155"/>
                </a:lnTo>
                <a:lnTo>
                  <a:pt x="448394" y="396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870531" y="4896485"/>
            <a:ext cx="431800" cy="484505"/>
          </a:xfrm>
          <a:custGeom>
            <a:avLst/>
            <a:gdLst/>
            <a:ahLst/>
            <a:cxnLst/>
            <a:rect l="l" t="t" r="r" b="b"/>
            <a:pathLst>
              <a:path w="431800" h="484504">
                <a:moveTo>
                  <a:pt x="410802" y="351027"/>
                </a:moveTo>
                <a:lnTo>
                  <a:pt x="360679" y="351027"/>
                </a:lnTo>
                <a:lnTo>
                  <a:pt x="360679" y="158495"/>
                </a:lnTo>
                <a:lnTo>
                  <a:pt x="255015" y="158495"/>
                </a:lnTo>
                <a:lnTo>
                  <a:pt x="255015" y="109219"/>
                </a:lnTo>
                <a:lnTo>
                  <a:pt x="360679" y="109219"/>
                </a:lnTo>
                <a:lnTo>
                  <a:pt x="360679" y="0"/>
                </a:lnTo>
                <a:lnTo>
                  <a:pt x="419607" y="0"/>
                </a:lnTo>
                <a:lnTo>
                  <a:pt x="419607" y="340867"/>
                </a:lnTo>
                <a:lnTo>
                  <a:pt x="419269" y="345270"/>
                </a:lnTo>
                <a:lnTo>
                  <a:pt x="417829" y="348064"/>
                </a:lnTo>
                <a:lnTo>
                  <a:pt x="412749" y="350435"/>
                </a:lnTo>
                <a:lnTo>
                  <a:pt x="410802" y="351027"/>
                </a:lnTo>
                <a:close/>
              </a:path>
              <a:path w="431800" h="484504">
                <a:moveTo>
                  <a:pt x="282447" y="61467"/>
                </a:moveTo>
                <a:lnTo>
                  <a:pt x="31495" y="61467"/>
                </a:lnTo>
                <a:lnTo>
                  <a:pt x="31495" y="14731"/>
                </a:lnTo>
                <a:lnTo>
                  <a:pt x="282447" y="14731"/>
                </a:lnTo>
                <a:lnTo>
                  <a:pt x="282447" y="61467"/>
                </a:lnTo>
                <a:close/>
              </a:path>
              <a:path w="431800" h="484504">
                <a:moveTo>
                  <a:pt x="36575" y="296163"/>
                </a:moveTo>
                <a:lnTo>
                  <a:pt x="0" y="259079"/>
                </a:lnTo>
                <a:lnTo>
                  <a:pt x="13461" y="252999"/>
                </a:lnTo>
                <a:lnTo>
                  <a:pt x="26415" y="246443"/>
                </a:lnTo>
                <a:lnTo>
                  <a:pt x="62071" y="224059"/>
                </a:lnTo>
                <a:lnTo>
                  <a:pt x="98853" y="190833"/>
                </a:lnTo>
                <a:lnTo>
                  <a:pt x="121205" y="155797"/>
                </a:lnTo>
                <a:lnTo>
                  <a:pt x="126491" y="130555"/>
                </a:lnTo>
                <a:lnTo>
                  <a:pt x="126491" y="61467"/>
                </a:lnTo>
                <a:lnTo>
                  <a:pt x="185419" y="61467"/>
                </a:lnTo>
                <a:lnTo>
                  <a:pt x="185419" y="130555"/>
                </a:lnTo>
                <a:lnTo>
                  <a:pt x="186181" y="140334"/>
                </a:lnTo>
                <a:lnTo>
                  <a:pt x="204088" y="176847"/>
                </a:lnTo>
                <a:lnTo>
                  <a:pt x="231397" y="203199"/>
                </a:lnTo>
                <a:lnTo>
                  <a:pt x="157987" y="203199"/>
                </a:lnTo>
                <a:lnTo>
                  <a:pt x="124616" y="237299"/>
                </a:lnTo>
                <a:lnTo>
                  <a:pt x="93297" y="263239"/>
                </a:lnTo>
                <a:lnTo>
                  <a:pt x="60293" y="284733"/>
                </a:lnTo>
                <a:lnTo>
                  <a:pt x="44291" y="292861"/>
                </a:lnTo>
                <a:lnTo>
                  <a:pt x="36575" y="296163"/>
                </a:lnTo>
                <a:close/>
              </a:path>
              <a:path w="431800" h="484504">
                <a:moveTo>
                  <a:pt x="269747" y="283971"/>
                </a:moveTo>
                <a:lnTo>
                  <a:pt x="231457" y="264429"/>
                </a:lnTo>
                <a:lnTo>
                  <a:pt x="194436" y="238505"/>
                </a:lnTo>
                <a:lnTo>
                  <a:pt x="163036" y="209264"/>
                </a:lnTo>
                <a:lnTo>
                  <a:pt x="157987" y="203199"/>
                </a:lnTo>
                <a:lnTo>
                  <a:pt x="231397" y="203199"/>
                </a:lnTo>
                <a:lnTo>
                  <a:pt x="237410" y="207819"/>
                </a:lnTo>
                <a:lnTo>
                  <a:pt x="247078" y="214566"/>
                </a:lnTo>
                <a:lnTo>
                  <a:pt x="287718" y="237299"/>
                </a:lnTo>
                <a:lnTo>
                  <a:pt x="306323" y="245871"/>
                </a:lnTo>
                <a:lnTo>
                  <a:pt x="269747" y="283971"/>
                </a:lnTo>
                <a:close/>
              </a:path>
              <a:path w="431800" h="484504">
                <a:moveTo>
                  <a:pt x="424349" y="484123"/>
                </a:moveTo>
                <a:lnTo>
                  <a:pt x="121411" y="484123"/>
                </a:lnTo>
                <a:lnTo>
                  <a:pt x="114215" y="481160"/>
                </a:lnTo>
                <a:lnTo>
                  <a:pt x="101684" y="469307"/>
                </a:lnTo>
                <a:lnTo>
                  <a:pt x="98551" y="461941"/>
                </a:lnTo>
                <a:lnTo>
                  <a:pt x="98551" y="325119"/>
                </a:lnTo>
                <a:lnTo>
                  <a:pt x="157479" y="325119"/>
                </a:lnTo>
                <a:lnTo>
                  <a:pt x="157479" y="431969"/>
                </a:lnTo>
                <a:lnTo>
                  <a:pt x="157987" y="433239"/>
                </a:lnTo>
                <a:lnTo>
                  <a:pt x="160019" y="434932"/>
                </a:lnTo>
                <a:lnTo>
                  <a:pt x="161035" y="435355"/>
                </a:lnTo>
                <a:lnTo>
                  <a:pt x="431799" y="435355"/>
                </a:lnTo>
                <a:lnTo>
                  <a:pt x="431799" y="476673"/>
                </a:lnTo>
                <a:lnTo>
                  <a:pt x="430783" y="479043"/>
                </a:lnTo>
                <a:lnTo>
                  <a:pt x="426719" y="483107"/>
                </a:lnTo>
                <a:lnTo>
                  <a:pt x="424349" y="484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351607" y="4880737"/>
            <a:ext cx="457834" cy="500380"/>
          </a:xfrm>
          <a:custGeom>
            <a:avLst/>
            <a:gdLst/>
            <a:ahLst/>
            <a:cxnLst/>
            <a:rect l="l" t="t" r="r" b="b"/>
            <a:pathLst>
              <a:path w="457835" h="500379">
                <a:moveTo>
                  <a:pt x="176783" y="301751"/>
                </a:moveTo>
                <a:lnTo>
                  <a:pt x="118871" y="301751"/>
                </a:lnTo>
                <a:lnTo>
                  <a:pt x="118871" y="263143"/>
                </a:lnTo>
                <a:lnTo>
                  <a:pt x="108426" y="261651"/>
                </a:lnTo>
                <a:lnTo>
                  <a:pt x="71167" y="251253"/>
                </a:lnTo>
                <a:lnTo>
                  <a:pt x="37528" y="228663"/>
                </a:lnTo>
                <a:lnTo>
                  <a:pt x="21843" y="186943"/>
                </a:lnTo>
                <a:lnTo>
                  <a:pt x="22466" y="177577"/>
                </a:lnTo>
                <a:lnTo>
                  <a:pt x="43497" y="139826"/>
                </a:lnTo>
                <a:lnTo>
                  <a:pt x="77723" y="120141"/>
                </a:lnTo>
                <a:lnTo>
                  <a:pt x="123824" y="110426"/>
                </a:lnTo>
                <a:lnTo>
                  <a:pt x="149859" y="109219"/>
                </a:lnTo>
                <a:lnTo>
                  <a:pt x="163099" y="109521"/>
                </a:lnTo>
                <a:lnTo>
                  <a:pt x="211505" y="116776"/>
                </a:lnTo>
                <a:lnTo>
                  <a:pt x="248967" y="133667"/>
                </a:lnTo>
                <a:lnTo>
                  <a:pt x="269120" y="154939"/>
                </a:lnTo>
                <a:lnTo>
                  <a:pt x="149859" y="154939"/>
                </a:lnTo>
                <a:lnTo>
                  <a:pt x="143287" y="155035"/>
                </a:lnTo>
                <a:lnTo>
                  <a:pt x="94741" y="164337"/>
                </a:lnTo>
                <a:lnTo>
                  <a:pt x="79247" y="180847"/>
                </a:lnTo>
                <a:lnTo>
                  <a:pt x="79247" y="193039"/>
                </a:lnTo>
                <a:lnTo>
                  <a:pt x="115485" y="216407"/>
                </a:lnTo>
                <a:lnTo>
                  <a:pt x="149859" y="218947"/>
                </a:lnTo>
                <a:lnTo>
                  <a:pt x="268926" y="218947"/>
                </a:lnTo>
                <a:lnTo>
                  <a:pt x="266080" y="223297"/>
                </a:lnTo>
                <a:lnTo>
                  <a:pt x="234441" y="248538"/>
                </a:lnTo>
                <a:lnTo>
                  <a:pt x="197802" y="260603"/>
                </a:lnTo>
                <a:lnTo>
                  <a:pt x="176783" y="263651"/>
                </a:lnTo>
                <a:lnTo>
                  <a:pt x="176783" y="301751"/>
                </a:lnTo>
                <a:close/>
              </a:path>
              <a:path w="457835" h="500379">
                <a:moveTo>
                  <a:pt x="268926" y="218947"/>
                </a:moveTo>
                <a:lnTo>
                  <a:pt x="149859" y="218947"/>
                </a:lnTo>
                <a:lnTo>
                  <a:pt x="156209" y="218852"/>
                </a:lnTo>
                <a:lnTo>
                  <a:pt x="162559" y="218566"/>
                </a:lnTo>
                <a:lnTo>
                  <a:pt x="204893" y="209549"/>
                </a:lnTo>
                <a:lnTo>
                  <a:pt x="220979" y="193039"/>
                </a:lnTo>
                <a:lnTo>
                  <a:pt x="220979" y="180847"/>
                </a:lnTo>
                <a:lnTo>
                  <a:pt x="183726" y="157479"/>
                </a:lnTo>
                <a:lnTo>
                  <a:pt x="149859" y="154939"/>
                </a:lnTo>
                <a:lnTo>
                  <a:pt x="269120" y="154939"/>
                </a:lnTo>
                <a:lnTo>
                  <a:pt x="272303" y="160559"/>
                </a:lnTo>
                <a:lnTo>
                  <a:pt x="275412" y="168846"/>
                </a:lnTo>
                <a:lnTo>
                  <a:pt x="277257" y="177593"/>
                </a:lnTo>
                <a:lnTo>
                  <a:pt x="277875" y="186943"/>
                </a:lnTo>
                <a:lnTo>
                  <a:pt x="277399" y="195103"/>
                </a:lnTo>
                <a:lnTo>
                  <a:pt x="275970" y="202818"/>
                </a:lnTo>
                <a:lnTo>
                  <a:pt x="273589" y="210089"/>
                </a:lnTo>
                <a:lnTo>
                  <a:pt x="270255" y="216915"/>
                </a:lnTo>
                <a:lnTo>
                  <a:pt x="268926" y="218947"/>
                </a:lnTo>
                <a:close/>
              </a:path>
              <a:path w="457835" h="500379">
                <a:moveTo>
                  <a:pt x="105155" y="348487"/>
                </a:moveTo>
                <a:lnTo>
                  <a:pt x="0" y="348487"/>
                </a:lnTo>
                <a:lnTo>
                  <a:pt x="0" y="301751"/>
                </a:lnTo>
                <a:lnTo>
                  <a:pt x="176783" y="301751"/>
                </a:lnTo>
                <a:lnTo>
                  <a:pt x="189309" y="301434"/>
                </a:lnTo>
                <a:lnTo>
                  <a:pt x="231060" y="298926"/>
                </a:lnTo>
                <a:lnTo>
                  <a:pt x="271779" y="294004"/>
                </a:lnTo>
                <a:lnTo>
                  <a:pt x="314959" y="286003"/>
                </a:lnTo>
                <a:lnTo>
                  <a:pt x="314959" y="323595"/>
                </a:lnTo>
                <a:lnTo>
                  <a:pt x="271779" y="341629"/>
                </a:lnTo>
                <a:lnTo>
                  <a:pt x="224281" y="346455"/>
                </a:lnTo>
                <a:lnTo>
                  <a:pt x="182752" y="348027"/>
                </a:lnTo>
                <a:lnTo>
                  <a:pt x="105155" y="348487"/>
                </a:lnTo>
                <a:close/>
              </a:path>
              <a:path w="457835" h="500379">
                <a:moveTo>
                  <a:pt x="178307" y="47751"/>
                </a:moveTo>
                <a:lnTo>
                  <a:pt x="118871" y="47751"/>
                </a:lnTo>
                <a:lnTo>
                  <a:pt x="118871" y="0"/>
                </a:lnTo>
                <a:lnTo>
                  <a:pt x="178307" y="0"/>
                </a:lnTo>
                <a:lnTo>
                  <a:pt x="178307" y="47751"/>
                </a:lnTo>
                <a:close/>
              </a:path>
              <a:path w="457835" h="500379">
                <a:moveTo>
                  <a:pt x="383709" y="385571"/>
                </a:moveTo>
                <a:lnTo>
                  <a:pt x="334263" y="385571"/>
                </a:lnTo>
                <a:lnTo>
                  <a:pt x="334263" y="29971"/>
                </a:lnTo>
                <a:lnTo>
                  <a:pt x="391159" y="29971"/>
                </a:lnTo>
                <a:lnTo>
                  <a:pt x="391159" y="183387"/>
                </a:lnTo>
                <a:lnTo>
                  <a:pt x="457707" y="183387"/>
                </a:lnTo>
                <a:lnTo>
                  <a:pt x="457707" y="231647"/>
                </a:lnTo>
                <a:lnTo>
                  <a:pt x="391159" y="231647"/>
                </a:lnTo>
                <a:lnTo>
                  <a:pt x="391159" y="378121"/>
                </a:lnTo>
                <a:lnTo>
                  <a:pt x="390143" y="380491"/>
                </a:lnTo>
                <a:lnTo>
                  <a:pt x="386079" y="384555"/>
                </a:lnTo>
                <a:lnTo>
                  <a:pt x="383709" y="385571"/>
                </a:lnTo>
                <a:close/>
              </a:path>
              <a:path w="457835" h="500379">
                <a:moveTo>
                  <a:pt x="290575" y="96519"/>
                </a:moveTo>
                <a:lnTo>
                  <a:pt x="6603" y="96519"/>
                </a:lnTo>
                <a:lnTo>
                  <a:pt x="6603" y="47751"/>
                </a:lnTo>
                <a:lnTo>
                  <a:pt x="290575" y="47751"/>
                </a:lnTo>
                <a:lnTo>
                  <a:pt x="290575" y="96519"/>
                </a:lnTo>
                <a:close/>
              </a:path>
              <a:path w="457835" h="500379">
                <a:moveTo>
                  <a:pt x="397933" y="500379"/>
                </a:moveTo>
                <a:lnTo>
                  <a:pt x="92963" y="500379"/>
                </a:lnTo>
                <a:lnTo>
                  <a:pt x="85767" y="497416"/>
                </a:lnTo>
                <a:lnTo>
                  <a:pt x="73236" y="485563"/>
                </a:lnTo>
                <a:lnTo>
                  <a:pt x="70103" y="478197"/>
                </a:lnTo>
                <a:lnTo>
                  <a:pt x="70103" y="371347"/>
                </a:lnTo>
                <a:lnTo>
                  <a:pt x="127507" y="371347"/>
                </a:lnTo>
                <a:lnTo>
                  <a:pt x="127507" y="449241"/>
                </a:lnTo>
                <a:lnTo>
                  <a:pt x="128015" y="450511"/>
                </a:lnTo>
                <a:lnTo>
                  <a:pt x="130047" y="452204"/>
                </a:lnTo>
                <a:lnTo>
                  <a:pt x="131063" y="452627"/>
                </a:lnTo>
                <a:lnTo>
                  <a:pt x="405383" y="452627"/>
                </a:lnTo>
                <a:lnTo>
                  <a:pt x="405383" y="492929"/>
                </a:lnTo>
                <a:lnTo>
                  <a:pt x="404367" y="495299"/>
                </a:lnTo>
                <a:lnTo>
                  <a:pt x="400303" y="499363"/>
                </a:lnTo>
                <a:lnTo>
                  <a:pt x="397933" y="5003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31674" y="6008665"/>
            <a:ext cx="224790" cy="21590"/>
          </a:xfrm>
          <a:custGeom>
            <a:avLst/>
            <a:gdLst/>
            <a:ahLst/>
            <a:cxnLst/>
            <a:rect l="l" t="t" r="r" b="b"/>
            <a:pathLst>
              <a:path w="224789" h="21589">
                <a:moveTo>
                  <a:pt x="224524" y="21339"/>
                </a:moveTo>
                <a:lnTo>
                  <a:pt x="0" y="21339"/>
                </a:lnTo>
                <a:lnTo>
                  <a:pt x="0" y="0"/>
                </a:lnTo>
                <a:lnTo>
                  <a:pt x="224524" y="0"/>
                </a:lnTo>
                <a:lnTo>
                  <a:pt x="224524" y="21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709674" y="5905225"/>
            <a:ext cx="244475" cy="254635"/>
          </a:xfrm>
          <a:custGeom>
            <a:avLst/>
            <a:gdLst/>
            <a:ahLst/>
            <a:cxnLst/>
            <a:rect l="l" t="t" r="r" b="b"/>
            <a:pathLst>
              <a:path w="244475" h="254635">
                <a:moveTo>
                  <a:pt x="205676" y="93974"/>
                </a:moveTo>
                <a:lnTo>
                  <a:pt x="182396" y="91411"/>
                </a:lnTo>
                <a:lnTo>
                  <a:pt x="186594" y="71929"/>
                </a:lnTo>
                <a:lnTo>
                  <a:pt x="188750" y="54569"/>
                </a:lnTo>
                <a:lnTo>
                  <a:pt x="189544" y="38490"/>
                </a:lnTo>
                <a:lnTo>
                  <a:pt x="189658" y="19435"/>
                </a:lnTo>
                <a:lnTo>
                  <a:pt x="29046" y="19435"/>
                </a:lnTo>
                <a:lnTo>
                  <a:pt x="29046" y="0"/>
                </a:lnTo>
                <a:lnTo>
                  <a:pt x="213151" y="0"/>
                </a:lnTo>
                <a:lnTo>
                  <a:pt x="213034" y="39161"/>
                </a:lnTo>
                <a:lnTo>
                  <a:pt x="212217" y="56091"/>
                </a:lnTo>
                <a:lnTo>
                  <a:pt x="209998" y="74181"/>
                </a:lnTo>
                <a:lnTo>
                  <a:pt x="205676" y="93974"/>
                </a:lnTo>
                <a:close/>
              </a:path>
              <a:path w="244475" h="254635">
                <a:moveTo>
                  <a:pt x="124516" y="111488"/>
                </a:moveTo>
                <a:lnTo>
                  <a:pt x="101236" y="111488"/>
                </a:lnTo>
                <a:lnTo>
                  <a:pt x="101236" y="59588"/>
                </a:lnTo>
                <a:lnTo>
                  <a:pt x="124516" y="59588"/>
                </a:lnTo>
                <a:lnTo>
                  <a:pt x="124516" y="111488"/>
                </a:lnTo>
                <a:close/>
              </a:path>
              <a:path w="244475" h="254635">
                <a:moveTo>
                  <a:pt x="244334" y="130923"/>
                </a:moveTo>
                <a:lnTo>
                  <a:pt x="0" y="130923"/>
                </a:lnTo>
                <a:lnTo>
                  <a:pt x="0" y="111488"/>
                </a:lnTo>
                <a:lnTo>
                  <a:pt x="244334" y="111488"/>
                </a:lnTo>
                <a:lnTo>
                  <a:pt x="244334" y="130923"/>
                </a:lnTo>
                <a:close/>
              </a:path>
              <a:path w="244475" h="254635">
                <a:moveTo>
                  <a:pt x="121099" y="254158"/>
                </a:moveTo>
                <a:lnTo>
                  <a:pt x="82177" y="250841"/>
                </a:lnTo>
                <a:lnTo>
                  <a:pt x="52567" y="241237"/>
                </a:lnTo>
                <a:lnTo>
                  <a:pt x="33728" y="225866"/>
                </a:lnTo>
                <a:lnTo>
                  <a:pt x="27124" y="205249"/>
                </a:lnTo>
                <a:lnTo>
                  <a:pt x="33728" y="184385"/>
                </a:lnTo>
                <a:lnTo>
                  <a:pt x="52567" y="168887"/>
                </a:lnTo>
                <a:lnTo>
                  <a:pt x="82177" y="159236"/>
                </a:lnTo>
                <a:lnTo>
                  <a:pt x="121099" y="155912"/>
                </a:lnTo>
                <a:lnTo>
                  <a:pt x="160147" y="159236"/>
                </a:lnTo>
                <a:lnTo>
                  <a:pt x="189844" y="168887"/>
                </a:lnTo>
                <a:lnTo>
                  <a:pt x="196169" y="174066"/>
                </a:lnTo>
                <a:lnTo>
                  <a:pt x="121099" y="174066"/>
                </a:lnTo>
                <a:lnTo>
                  <a:pt x="92069" y="176326"/>
                </a:lnTo>
                <a:lnTo>
                  <a:pt x="69866" y="182529"/>
                </a:lnTo>
                <a:lnTo>
                  <a:pt x="55714" y="192297"/>
                </a:lnTo>
                <a:lnTo>
                  <a:pt x="50831" y="205249"/>
                </a:lnTo>
                <a:lnTo>
                  <a:pt x="55714" y="217793"/>
                </a:lnTo>
                <a:lnTo>
                  <a:pt x="69866" y="227274"/>
                </a:lnTo>
                <a:lnTo>
                  <a:pt x="92069" y="233271"/>
                </a:lnTo>
                <a:lnTo>
                  <a:pt x="121099" y="235363"/>
                </a:lnTo>
                <a:lnTo>
                  <a:pt x="197076" y="235363"/>
                </a:lnTo>
                <a:lnTo>
                  <a:pt x="189844" y="241237"/>
                </a:lnTo>
                <a:lnTo>
                  <a:pt x="160147" y="250841"/>
                </a:lnTo>
                <a:lnTo>
                  <a:pt x="121099" y="254158"/>
                </a:lnTo>
                <a:close/>
              </a:path>
              <a:path w="244475" h="254635">
                <a:moveTo>
                  <a:pt x="197076" y="235363"/>
                </a:moveTo>
                <a:lnTo>
                  <a:pt x="121099" y="235363"/>
                </a:lnTo>
                <a:lnTo>
                  <a:pt x="150226" y="233271"/>
                </a:lnTo>
                <a:lnTo>
                  <a:pt x="172464" y="227274"/>
                </a:lnTo>
                <a:lnTo>
                  <a:pt x="186694" y="217793"/>
                </a:lnTo>
                <a:lnTo>
                  <a:pt x="191793" y="205249"/>
                </a:lnTo>
                <a:lnTo>
                  <a:pt x="186694" y="192297"/>
                </a:lnTo>
                <a:lnTo>
                  <a:pt x="172464" y="182529"/>
                </a:lnTo>
                <a:lnTo>
                  <a:pt x="150226" y="176326"/>
                </a:lnTo>
                <a:lnTo>
                  <a:pt x="121099" y="174066"/>
                </a:lnTo>
                <a:lnTo>
                  <a:pt x="196169" y="174066"/>
                </a:lnTo>
                <a:lnTo>
                  <a:pt x="208770" y="184385"/>
                </a:lnTo>
                <a:lnTo>
                  <a:pt x="215501" y="205249"/>
                </a:lnTo>
                <a:lnTo>
                  <a:pt x="208770" y="225866"/>
                </a:lnTo>
                <a:lnTo>
                  <a:pt x="197076" y="2353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977074" y="5905225"/>
            <a:ext cx="244475" cy="254635"/>
          </a:xfrm>
          <a:custGeom>
            <a:avLst/>
            <a:gdLst/>
            <a:ahLst/>
            <a:cxnLst/>
            <a:rect l="l" t="t" r="r" b="b"/>
            <a:pathLst>
              <a:path w="244475" h="254635">
                <a:moveTo>
                  <a:pt x="205676" y="93974"/>
                </a:moveTo>
                <a:lnTo>
                  <a:pt x="182396" y="91411"/>
                </a:lnTo>
                <a:lnTo>
                  <a:pt x="186594" y="71929"/>
                </a:lnTo>
                <a:lnTo>
                  <a:pt x="188750" y="54569"/>
                </a:lnTo>
                <a:lnTo>
                  <a:pt x="189544" y="38490"/>
                </a:lnTo>
                <a:lnTo>
                  <a:pt x="189658" y="19435"/>
                </a:lnTo>
                <a:lnTo>
                  <a:pt x="29046" y="19435"/>
                </a:lnTo>
                <a:lnTo>
                  <a:pt x="29046" y="0"/>
                </a:lnTo>
                <a:lnTo>
                  <a:pt x="213151" y="0"/>
                </a:lnTo>
                <a:lnTo>
                  <a:pt x="213034" y="39161"/>
                </a:lnTo>
                <a:lnTo>
                  <a:pt x="212217" y="56091"/>
                </a:lnTo>
                <a:lnTo>
                  <a:pt x="209998" y="74181"/>
                </a:lnTo>
                <a:lnTo>
                  <a:pt x="205676" y="93974"/>
                </a:lnTo>
                <a:close/>
              </a:path>
              <a:path w="244475" h="254635">
                <a:moveTo>
                  <a:pt x="124516" y="111488"/>
                </a:moveTo>
                <a:lnTo>
                  <a:pt x="101236" y="111488"/>
                </a:lnTo>
                <a:lnTo>
                  <a:pt x="101236" y="59588"/>
                </a:lnTo>
                <a:lnTo>
                  <a:pt x="124516" y="59588"/>
                </a:lnTo>
                <a:lnTo>
                  <a:pt x="124516" y="111488"/>
                </a:lnTo>
                <a:close/>
              </a:path>
              <a:path w="244475" h="254635">
                <a:moveTo>
                  <a:pt x="244334" y="130923"/>
                </a:moveTo>
                <a:lnTo>
                  <a:pt x="0" y="130923"/>
                </a:lnTo>
                <a:lnTo>
                  <a:pt x="0" y="111488"/>
                </a:lnTo>
                <a:lnTo>
                  <a:pt x="244334" y="111488"/>
                </a:lnTo>
                <a:lnTo>
                  <a:pt x="244334" y="130923"/>
                </a:lnTo>
                <a:close/>
              </a:path>
              <a:path w="244475" h="254635">
                <a:moveTo>
                  <a:pt x="121099" y="254158"/>
                </a:moveTo>
                <a:lnTo>
                  <a:pt x="82177" y="250841"/>
                </a:lnTo>
                <a:lnTo>
                  <a:pt x="52567" y="241237"/>
                </a:lnTo>
                <a:lnTo>
                  <a:pt x="33728" y="225866"/>
                </a:lnTo>
                <a:lnTo>
                  <a:pt x="27124" y="205249"/>
                </a:lnTo>
                <a:lnTo>
                  <a:pt x="33728" y="184385"/>
                </a:lnTo>
                <a:lnTo>
                  <a:pt x="52567" y="168887"/>
                </a:lnTo>
                <a:lnTo>
                  <a:pt x="82177" y="159236"/>
                </a:lnTo>
                <a:lnTo>
                  <a:pt x="121099" y="155912"/>
                </a:lnTo>
                <a:lnTo>
                  <a:pt x="160147" y="159236"/>
                </a:lnTo>
                <a:lnTo>
                  <a:pt x="189844" y="168887"/>
                </a:lnTo>
                <a:lnTo>
                  <a:pt x="196169" y="174066"/>
                </a:lnTo>
                <a:lnTo>
                  <a:pt x="121099" y="174066"/>
                </a:lnTo>
                <a:lnTo>
                  <a:pt x="92069" y="176326"/>
                </a:lnTo>
                <a:lnTo>
                  <a:pt x="69866" y="182529"/>
                </a:lnTo>
                <a:lnTo>
                  <a:pt x="55714" y="192297"/>
                </a:lnTo>
                <a:lnTo>
                  <a:pt x="50831" y="205249"/>
                </a:lnTo>
                <a:lnTo>
                  <a:pt x="55714" y="217793"/>
                </a:lnTo>
                <a:lnTo>
                  <a:pt x="69866" y="227274"/>
                </a:lnTo>
                <a:lnTo>
                  <a:pt x="92069" y="233271"/>
                </a:lnTo>
                <a:lnTo>
                  <a:pt x="121099" y="235363"/>
                </a:lnTo>
                <a:lnTo>
                  <a:pt x="197076" y="235363"/>
                </a:lnTo>
                <a:lnTo>
                  <a:pt x="189844" y="241237"/>
                </a:lnTo>
                <a:lnTo>
                  <a:pt x="160147" y="250841"/>
                </a:lnTo>
                <a:lnTo>
                  <a:pt x="121099" y="254158"/>
                </a:lnTo>
                <a:close/>
              </a:path>
              <a:path w="244475" h="254635">
                <a:moveTo>
                  <a:pt x="197076" y="235363"/>
                </a:moveTo>
                <a:lnTo>
                  <a:pt x="121099" y="235363"/>
                </a:lnTo>
                <a:lnTo>
                  <a:pt x="150226" y="233271"/>
                </a:lnTo>
                <a:lnTo>
                  <a:pt x="172464" y="227274"/>
                </a:lnTo>
                <a:lnTo>
                  <a:pt x="186694" y="217793"/>
                </a:lnTo>
                <a:lnTo>
                  <a:pt x="191793" y="205249"/>
                </a:lnTo>
                <a:lnTo>
                  <a:pt x="186694" y="192297"/>
                </a:lnTo>
                <a:lnTo>
                  <a:pt x="172464" y="182529"/>
                </a:lnTo>
                <a:lnTo>
                  <a:pt x="150226" y="176326"/>
                </a:lnTo>
                <a:lnTo>
                  <a:pt x="121099" y="174066"/>
                </a:lnTo>
                <a:lnTo>
                  <a:pt x="196169" y="174066"/>
                </a:lnTo>
                <a:lnTo>
                  <a:pt x="208770" y="184385"/>
                </a:lnTo>
                <a:lnTo>
                  <a:pt x="215501" y="205249"/>
                </a:lnTo>
                <a:lnTo>
                  <a:pt x="208770" y="225866"/>
                </a:lnTo>
                <a:lnTo>
                  <a:pt x="197076" y="2353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25878" y="5891770"/>
            <a:ext cx="226060" cy="262890"/>
          </a:xfrm>
          <a:custGeom>
            <a:avLst/>
            <a:gdLst/>
            <a:ahLst/>
            <a:cxnLst/>
            <a:rect l="l" t="t" r="r" b="b"/>
            <a:pathLst>
              <a:path w="226060" h="262889">
                <a:moveTo>
                  <a:pt x="218277" y="42075"/>
                </a:moveTo>
                <a:lnTo>
                  <a:pt x="194570" y="42075"/>
                </a:lnTo>
                <a:lnTo>
                  <a:pt x="194570" y="0"/>
                </a:lnTo>
                <a:lnTo>
                  <a:pt x="218277" y="0"/>
                </a:lnTo>
                <a:lnTo>
                  <a:pt x="218277" y="42075"/>
                </a:lnTo>
                <a:close/>
              </a:path>
              <a:path w="226060" h="262889">
                <a:moveTo>
                  <a:pt x="69626" y="151213"/>
                </a:moveTo>
                <a:lnTo>
                  <a:pt x="41778" y="146261"/>
                </a:lnTo>
                <a:lnTo>
                  <a:pt x="19675" y="132418"/>
                </a:lnTo>
                <a:lnTo>
                  <a:pt x="5142" y="111207"/>
                </a:lnTo>
                <a:lnTo>
                  <a:pt x="0" y="84150"/>
                </a:lnTo>
                <a:lnTo>
                  <a:pt x="5142" y="57088"/>
                </a:lnTo>
                <a:lnTo>
                  <a:pt x="19675" y="35854"/>
                </a:lnTo>
                <a:lnTo>
                  <a:pt x="41778" y="21948"/>
                </a:lnTo>
                <a:lnTo>
                  <a:pt x="69626" y="16872"/>
                </a:lnTo>
                <a:lnTo>
                  <a:pt x="86105" y="18663"/>
                </a:lnTo>
                <a:lnTo>
                  <a:pt x="101022" y="23667"/>
                </a:lnTo>
                <a:lnTo>
                  <a:pt x="114017" y="31574"/>
                </a:lnTo>
                <a:lnTo>
                  <a:pt x="120590" y="38017"/>
                </a:lnTo>
                <a:lnTo>
                  <a:pt x="69626" y="38017"/>
                </a:lnTo>
                <a:lnTo>
                  <a:pt x="50751" y="41561"/>
                </a:lnTo>
                <a:lnTo>
                  <a:pt x="35881" y="51152"/>
                </a:lnTo>
                <a:lnTo>
                  <a:pt x="26136" y="65708"/>
                </a:lnTo>
                <a:lnTo>
                  <a:pt x="22639" y="84150"/>
                </a:lnTo>
                <a:lnTo>
                  <a:pt x="26136" y="102711"/>
                </a:lnTo>
                <a:lnTo>
                  <a:pt x="35881" y="117308"/>
                </a:lnTo>
                <a:lnTo>
                  <a:pt x="50751" y="126859"/>
                </a:lnTo>
                <a:lnTo>
                  <a:pt x="69626" y="130283"/>
                </a:lnTo>
                <a:lnTo>
                  <a:pt x="120544" y="130283"/>
                </a:lnTo>
                <a:lnTo>
                  <a:pt x="114363" y="136436"/>
                </a:lnTo>
                <a:lnTo>
                  <a:pt x="101303" y="144432"/>
                </a:lnTo>
                <a:lnTo>
                  <a:pt x="86260" y="149465"/>
                </a:lnTo>
                <a:lnTo>
                  <a:pt x="69626" y="151213"/>
                </a:lnTo>
                <a:close/>
              </a:path>
              <a:path w="226060" h="262889">
                <a:moveTo>
                  <a:pt x="120544" y="130283"/>
                </a:moveTo>
                <a:lnTo>
                  <a:pt x="69626" y="130283"/>
                </a:lnTo>
                <a:lnTo>
                  <a:pt x="88074" y="126859"/>
                </a:lnTo>
                <a:lnTo>
                  <a:pt x="102838" y="117308"/>
                </a:lnTo>
                <a:lnTo>
                  <a:pt x="112636" y="102711"/>
                </a:lnTo>
                <a:lnTo>
                  <a:pt x="116186" y="84150"/>
                </a:lnTo>
                <a:lnTo>
                  <a:pt x="112636" y="65708"/>
                </a:lnTo>
                <a:lnTo>
                  <a:pt x="102838" y="51152"/>
                </a:lnTo>
                <a:lnTo>
                  <a:pt x="88074" y="41561"/>
                </a:lnTo>
                <a:lnTo>
                  <a:pt x="69626" y="38017"/>
                </a:lnTo>
                <a:lnTo>
                  <a:pt x="120590" y="38017"/>
                </a:lnTo>
                <a:lnTo>
                  <a:pt x="124730" y="42075"/>
                </a:lnTo>
                <a:lnTo>
                  <a:pt x="218277" y="42075"/>
                </a:lnTo>
                <a:lnTo>
                  <a:pt x="218277" y="61724"/>
                </a:lnTo>
                <a:lnTo>
                  <a:pt x="135409" y="61724"/>
                </a:lnTo>
                <a:lnTo>
                  <a:pt x="137758" y="68665"/>
                </a:lnTo>
                <a:lnTo>
                  <a:pt x="139039" y="76140"/>
                </a:lnTo>
                <a:lnTo>
                  <a:pt x="139039" y="91945"/>
                </a:lnTo>
                <a:lnTo>
                  <a:pt x="137758" y="99314"/>
                </a:lnTo>
                <a:lnTo>
                  <a:pt x="135515" y="106148"/>
                </a:lnTo>
                <a:lnTo>
                  <a:pt x="218277" y="106148"/>
                </a:lnTo>
                <a:lnTo>
                  <a:pt x="218277" y="125797"/>
                </a:lnTo>
                <a:lnTo>
                  <a:pt x="125050" y="125797"/>
                </a:lnTo>
                <a:lnTo>
                  <a:pt x="120544" y="130283"/>
                </a:lnTo>
                <a:close/>
              </a:path>
              <a:path w="226060" h="262889">
                <a:moveTo>
                  <a:pt x="218277" y="106148"/>
                </a:moveTo>
                <a:lnTo>
                  <a:pt x="194570" y="106148"/>
                </a:lnTo>
                <a:lnTo>
                  <a:pt x="194570" y="61724"/>
                </a:lnTo>
                <a:lnTo>
                  <a:pt x="218277" y="61724"/>
                </a:lnTo>
                <a:lnTo>
                  <a:pt x="218277" y="106148"/>
                </a:lnTo>
                <a:close/>
              </a:path>
              <a:path w="226060" h="262889">
                <a:moveTo>
                  <a:pt x="218277" y="198414"/>
                </a:moveTo>
                <a:lnTo>
                  <a:pt x="194570" y="198414"/>
                </a:lnTo>
                <a:lnTo>
                  <a:pt x="194570" y="125797"/>
                </a:lnTo>
                <a:lnTo>
                  <a:pt x="218277" y="125797"/>
                </a:lnTo>
                <a:lnTo>
                  <a:pt x="218277" y="198414"/>
                </a:lnTo>
                <a:close/>
              </a:path>
              <a:path w="226060" h="262889">
                <a:moveTo>
                  <a:pt x="225752" y="262274"/>
                </a:moveTo>
                <a:lnTo>
                  <a:pt x="45919" y="262274"/>
                </a:lnTo>
                <a:lnTo>
                  <a:pt x="45919" y="177697"/>
                </a:lnTo>
                <a:lnTo>
                  <a:pt x="69626" y="177697"/>
                </a:lnTo>
                <a:lnTo>
                  <a:pt x="69626" y="242625"/>
                </a:lnTo>
                <a:lnTo>
                  <a:pt x="225752" y="242625"/>
                </a:lnTo>
                <a:lnTo>
                  <a:pt x="225752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588794" y="5891556"/>
            <a:ext cx="230504" cy="268605"/>
          </a:xfrm>
          <a:custGeom>
            <a:avLst/>
            <a:gdLst/>
            <a:ahLst/>
            <a:cxnLst/>
            <a:rect l="l" t="t" r="r" b="b"/>
            <a:pathLst>
              <a:path w="230505" h="268604">
                <a:moveTo>
                  <a:pt x="230024" y="268468"/>
                </a:moveTo>
                <a:lnTo>
                  <a:pt x="207385" y="268468"/>
                </a:lnTo>
                <a:lnTo>
                  <a:pt x="207385" y="0"/>
                </a:lnTo>
                <a:lnTo>
                  <a:pt x="230024" y="0"/>
                </a:lnTo>
                <a:lnTo>
                  <a:pt x="230024" y="268468"/>
                </a:lnTo>
                <a:close/>
              </a:path>
              <a:path w="230505" h="268604">
                <a:moveTo>
                  <a:pt x="175775" y="74752"/>
                </a:moveTo>
                <a:lnTo>
                  <a:pt x="152922" y="74752"/>
                </a:lnTo>
                <a:lnTo>
                  <a:pt x="152922" y="7261"/>
                </a:lnTo>
                <a:lnTo>
                  <a:pt x="175775" y="7261"/>
                </a:lnTo>
                <a:lnTo>
                  <a:pt x="175775" y="74752"/>
                </a:lnTo>
                <a:close/>
              </a:path>
              <a:path w="230505" h="268604">
                <a:moveTo>
                  <a:pt x="14309" y="210375"/>
                </a:moveTo>
                <a:lnTo>
                  <a:pt x="0" y="193288"/>
                </a:lnTo>
                <a:lnTo>
                  <a:pt x="38354" y="164832"/>
                </a:lnTo>
                <a:lnTo>
                  <a:pt x="66236" y="131751"/>
                </a:lnTo>
                <a:lnTo>
                  <a:pt x="84066" y="94625"/>
                </a:lnTo>
                <a:lnTo>
                  <a:pt x="92266" y="54035"/>
                </a:lnTo>
                <a:lnTo>
                  <a:pt x="11960" y="54035"/>
                </a:lnTo>
                <a:lnTo>
                  <a:pt x="11960" y="34172"/>
                </a:lnTo>
                <a:lnTo>
                  <a:pt x="115759" y="34172"/>
                </a:lnTo>
                <a:lnTo>
                  <a:pt x="115537" y="44462"/>
                </a:lnTo>
                <a:lnTo>
                  <a:pt x="114865" y="54662"/>
                </a:lnTo>
                <a:lnTo>
                  <a:pt x="113732" y="64762"/>
                </a:lnTo>
                <a:lnTo>
                  <a:pt x="112128" y="74752"/>
                </a:lnTo>
                <a:lnTo>
                  <a:pt x="175775" y="74752"/>
                </a:lnTo>
                <a:lnTo>
                  <a:pt x="175775" y="94401"/>
                </a:lnTo>
                <a:lnTo>
                  <a:pt x="107536" y="94401"/>
                </a:lnTo>
                <a:lnTo>
                  <a:pt x="94562" y="127449"/>
                </a:lnTo>
                <a:lnTo>
                  <a:pt x="75019" y="158075"/>
                </a:lnTo>
                <a:lnTo>
                  <a:pt x="48429" y="185856"/>
                </a:lnTo>
                <a:lnTo>
                  <a:pt x="14309" y="210375"/>
                </a:lnTo>
                <a:close/>
              </a:path>
              <a:path w="230505" h="268604">
                <a:moveTo>
                  <a:pt x="175775" y="254799"/>
                </a:moveTo>
                <a:lnTo>
                  <a:pt x="152922" y="254799"/>
                </a:lnTo>
                <a:lnTo>
                  <a:pt x="152922" y="161679"/>
                </a:lnTo>
                <a:lnTo>
                  <a:pt x="103158" y="161679"/>
                </a:lnTo>
                <a:lnTo>
                  <a:pt x="103158" y="142029"/>
                </a:lnTo>
                <a:lnTo>
                  <a:pt x="152922" y="142029"/>
                </a:lnTo>
                <a:lnTo>
                  <a:pt x="152922" y="94401"/>
                </a:lnTo>
                <a:lnTo>
                  <a:pt x="175775" y="94401"/>
                </a:lnTo>
                <a:lnTo>
                  <a:pt x="175775" y="254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76643" y="5920835"/>
            <a:ext cx="47625" cy="198120"/>
          </a:xfrm>
          <a:custGeom>
            <a:avLst/>
            <a:gdLst/>
            <a:ahLst/>
            <a:cxnLst/>
            <a:rect l="l" t="t" r="r" b="b"/>
            <a:pathLst>
              <a:path w="47625" h="198120">
                <a:moveTo>
                  <a:pt x="23503" y="46389"/>
                </a:moveTo>
                <a:lnTo>
                  <a:pt x="14612" y="44765"/>
                </a:lnTo>
                <a:lnTo>
                  <a:pt x="7113" y="40126"/>
                </a:lnTo>
                <a:lnTo>
                  <a:pt x="1932" y="32820"/>
                </a:lnTo>
                <a:lnTo>
                  <a:pt x="0" y="23194"/>
                </a:lnTo>
                <a:lnTo>
                  <a:pt x="1932" y="13568"/>
                </a:lnTo>
                <a:lnTo>
                  <a:pt x="7113" y="6262"/>
                </a:lnTo>
                <a:lnTo>
                  <a:pt x="14612" y="1623"/>
                </a:lnTo>
                <a:lnTo>
                  <a:pt x="23503" y="0"/>
                </a:lnTo>
                <a:lnTo>
                  <a:pt x="32395" y="1623"/>
                </a:lnTo>
                <a:lnTo>
                  <a:pt x="39894" y="6262"/>
                </a:lnTo>
                <a:lnTo>
                  <a:pt x="45074" y="13568"/>
                </a:lnTo>
                <a:lnTo>
                  <a:pt x="47007" y="23194"/>
                </a:lnTo>
                <a:lnTo>
                  <a:pt x="45074" y="32820"/>
                </a:lnTo>
                <a:lnTo>
                  <a:pt x="39894" y="40126"/>
                </a:lnTo>
                <a:lnTo>
                  <a:pt x="32395" y="44765"/>
                </a:lnTo>
                <a:lnTo>
                  <a:pt x="23503" y="46389"/>
                </a:lnTo>
                <a:close/>
              </a:path>
              <a:path w="47625" h="198120">
                <a:moveTo>
                  <a:pt x="23503" y="197927"/>
                </a:moveTo>
                <a:lnTo>
                  <a:pt x="14612" y="196260"/>
                </a:lnTo>
                <a:lnTo>
                  <a:pt x="7113" y="191549"/>
                </a:lnTo>
                <a:lnTo>
                  <a:pt x="1932" y="184228"/>
                </a:lnTo>
                <a:lnTo>
                  <a:pt x="0" y="174733"/>
                </a:lnTo>
                <a:lnTo>
                  <a:pt x="1932" y="165059"/>
                </a:lnTo>
                <a:lnTo>
                  <a:pt x="7113" y="157646"/>
                </a:lnTo>
                <a:lnTo>
                  <a:pt x="14612" y="152901"/>
                </a:lnTo>
                <a:lnTo>
                  <a:pt x="23503" y="151229"/>
                </a:lnTo>
                <a:lnTo>
                  <a:pt x="32395" y="152901"/>
                </a:lnTo>
                <a:lnTo>
                  <a:pt x="39894" y="157646"/>
                </a:lnTo>
                <a:lnTo>
                  <a:pt x="45074" y="165059"/>
                </a:lnTo>
                <a:lnTo>
                  <a:pt x="47007" y="174733"/>
                </a:lnTo>
                <a:lnTo>
                  <a:pt x="45074" y="184228"/>
                </a:lnTo>
                <a:lnTo>
                  <a:pt x="39894" y="191549"/>
                </a:lnTo>
                <a:lnTo>
                  <a:pt x="32395" y="196260"/>
                </a:lnTo>
                <a:lnTo>
                  <a:pt x="23503" y="197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187669" y="5888990"/>
            <a:ext cx="64135" cy="21590"/>
          </a:xfrm>
          <a:custGeom>
            <a:avLst/>
            <a:gdLst/>
            <a:ahLst/>
            <a:cxnLst/>
            <a:rect l="l" t="t" r="r" b="b"/>
            <a:pathLst>
              <a:path w="64135" h="21589">
                <a:moveTo>
                  <a:pt x="0" y="0"/>
                </a:moveTo>
                <a:lnTo>
                  <a:pt x="64073" y="0"/>
                </a:lnTo>
                <a:lnTo>
                  <a:pt x="64073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187669" y="5910579"/>
            <a:ext cx="25400" cy="114300"/>
          </a:xfrm>
          <a:custGeom>
            <a:avLst/>
            <a:gdLst/>
            <a:ahLst/>
            <a:cxnLst/>
            <a:rect l="l" t="t" r="r" b="b"/>
            <a:pathLst>
              <a:path w="25400" h="114300">
                <a:moveTo>
                  <a:pt x="0" y="0"/>
                </a:moveTo>
                <a:lnTo>
                  <a:pt x="24775" y="0"/>
                </a:lnTo>
                <a:lnTo>
                  <a:pt x="24775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270965" y="5896896"/>
            <a:ext cx="245110" cy="262890"/>
          </a:xfrm>
          <a:custGeom>
            <a:avLst/>
            <a:gdLst/>
            <a:ahLst/>
            <a:cxnLst/>
            <a:rect l="l" t="t" r="r" b="b"/>
            <a:pathLst>
              <a:path w="245110" h="262889">
                <a:moveTo>
                  <a:pt x="216782" y="89275"/>
                </a:moveTo>
                <a:lnTo>
                  <a:pt x="33531" y="89275"/>
                </a:lnTo>
                <a:lnTo>
                  <a:pt x="33531" y="0"/>
                </a:lnTo>
                <a:lnTo>
                  <a:pt x="57025" y="0"/>
                </a:lnTo>
                <a:lnTo>
                  <a:pt x="57025" y="69840"/>
                </a:lnTo>
                <a:lnTo>
                  <a:pt x="216782" y="69840"/>
                </a:lnTo>
                <a:lnTo>
                  <a:pt x="216782" y="89275"/>
                </a:lnTo>
                <a:close/>
              </a:path>
              <a:path w="245110" h="262889">
                <a:moveTo>
                  <a:pt x="134127" y="124730"/>
                </a:moveTo>
                <a:lnTo>
                  <a:pt x="110847" y="124730"/>
                </a:lnTo>
                <a:lnTo>
                  <a:pt x="110847" y="89275"/>
                </a:lnTo>
                <a:lnTo>
                  <a:pt x="134127" y="89275"/>
                </a:lnTo>
                <a:lnTo>
                  <a:pt x="134127" y="124730"/>
                </a:lnTo>
                <a:close/>
              </a:path>
              <a:path w="245110" h="262889">
                <a:moveTo>
                  <a:pt x="244974" y="144592"/>
                </a:moveTo>
                <a:lnTo>
                  <a:pt x="0" y="144592"/>
                </a:lnTo>
                <a:lnTo>
                  <a:pt x="0" y="124730"/>
                </a:lnTo>
                <a:lnTo>
                  <a:pt x="244974" y="124730"/>
                </a:lnTo>
                <a:lnTo>
                  <a:pt x="244974" y="144592"/>
                </a:lnTo>
                <a:close/>
              </a:path>
              <a:path w="245110" h="262889">
                <a:moveTo>
                  <a:pt x="122167" y="262488"/>
                </a:moveTo>
                <a:lnTo>
                  <a:pt x="83265" y="259234"/>
                </a:lnTo>
                <a:lnTo>
                  <a:pt x="54115" y="249753"/>
                </a:lnTo>
                <a:lnTo>
                  <a:pt x="35817" y="234466"/>
                </a:lnTo>
                <a:lnTo>
                  <a:pt x="29473" y="213792"/>
                </a:lnTo>
                <a:lnTo>
                  <a:pt x="35817" y="192995"/>
                </a:lnTo>
                <a:lnTo>
                  <a:pt x="54115" y="177644"/>
                </a:lnTo>
                <a:lnTo>
                  <a:pt x="83265" y="168139"/>
                </a:lnTo>
                <a:lnTo>
                  <a:pt x="122167" y="164882"/>
                </a:lnTo>
                <a:lnTo>
                  <a:pt x="160914" y="168139"/>
                </a:lnTo>
                <a:lnTo>
                  <a:pt x="189951" y="177644"/>
                </a:lnTo>
                <a:lnTo>
                  <a:pt x="196876" y="183464"/>
                </a:lnTo>
                <a:lnTo>
                  <a:pt x="122167" y="183464"/>
                </a:lnTo>
                <a:lnTo>
                  <a:pt x="93313" y="185590"/>
                </a:lnTo>
                <a:lnTo>
                  <a:pt x="71709" y="191500"/>
                </a:lnTo>
                <a:lnTo>
                  <a:pt x="58193" y="200974"/>
                </a:lnTo>
                <a:lnTo>
                  <a:pt x="53608" y="213792"/>
                </a:lnTo>
                <a:lnTo>
                  <a:pt x="58193" y="226303"/>
                </a:lnTo>
                <a:lnTo>
                  <a:pt x="71709" y="235710"/>
                </a:lnTo>
                <a:lnTo>
                  <a:pt x="93313" y="241634"/>
                </a:lnTo>
                <a:lnTo>
                  <a:pt x="122167" y="243693"/>
                </a:lnTo>
                <a:lnTo>
                  <a:pt x="197192" y="243693"/>
                </a:lnTo>
                <a:lnTo>
                  <a:pt x="189951" y="249753"/>
                </a:lnTo>
                <a:lnTo>
                  <a:pt x="160914" y="259234"/>
                </a:lnTo>
                <a:lnTo>
                  <a:pt x="122167" y="262488"/>
                </a:lnTo>
                <a:close/>
              </a:path>
              <a:path w="245110" h="262889">
                <a:moveTo>
                  <a:pt x="197192" y="243693"/>
                </a:moveTo>
                <a:lnTo>
                  <a:pt x="122167" y="243693"/>
                </a:lnTo>
                <a:lnTo>
                  <a:pt x="150903" y="241634"/>
                </a:lnTo>
                <a:lnTo>
                  <a:pt x="172491" y="235710"/>
                </a:lnTo>
                <a:lnTo>
                  <a:pt x="186110" y="226303"/>
                </a:lnTo>
                <a:lnTo>
                  <a:pt x="190939" y="213792"/>
                </a:lnTo>
                <a:lnTo>
                  <a:pt x="186110" y="200974"/>
                </a:lnTo>
                <a:lnTo>
                  <a:pt x="172491" y="191500"/>
                </a:lnTo>
                <a:lnTo>
                  <a:pt x="150903" y="185590"/>
                </a:lnTo>
                <a:lnTo>
                  <a:pt x="122167" y="183464"/>
                </a:lnTo>
                <a:lnTo>
                  <a:pt x="196876" y="183464"/>
                </a:lnTo>
                <a:lnTo>
                  <a:pt x="208216" y="192995"/>
                </a:lnTo>
                <a:lnTo>
                  <a:pt x="214646" y="213792"/>
                </a:lnTo>
                <a:lnTo>
                  <a:pt x="208216" y="234466"/>
                </a:lnTo>
                <a:lnTo>
                  <a:pt x="197192" y="2436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542637" y="5891556"/>
            <a:ext cx="218440" cy="265430"/>
          </a:xfrm>
          <a:custGeom>
            <a:avLst/>
            <a:gdLst/>
            <a:ahLst/>
            <a:cxnLst/>
            <a:rect l="l" t="t" r="r" b="b"/>
            <a:pathLst>
              <a:path w="218439" h="265429">
                <a:moveTo>
                  <a:pt x="218277" y="64287"/>
                </a:moveTo>
                <a:lnTo>
                  <a:pt x="194570" y="64287"/>
                </a:lnTo>
                <a:lnTo>
                  <a:pt x="194570" y="0"/>
                </a:lnTo>
                <a:lnTo>
                  <a:pt x="218277" y="0"/>
                </a:lnTo>
                <a:lnTo>
                  <a:pt x="218277" y="64287"/>
                </a:lnTo>
                <a:close/>
              </a:path>
              <a:path w="218439" h="265429">
                <a:moveTo>
                  <a:pt x="69626" y="136690"/>
                </a:moveTo>
                <a:lnTo>
                  <a:pt x="41507" y="132145"/>
                </a:lnTo>
                <a:lnTo>
                  <a:pt x="19435" y="119390"/>
                </a:lnTo>
                <a:lnTo>
                  <a:pt x="5052" y="99748"/>
                </a:lnTo>
                <a:lnTo>
                  <a:pt x="0" y="74539"/>
                </a:lnTo>
                <a:lnTo>
                  <a:pt x="5052" y="49423"/>
                </a:lnTo>
                <a:lnTo>
                  <a:pt x="19435" y="29794"/>
                </a:lnTo>
                <a:lnTo>
                  <a:pt x="41507" y="17052"/>
                </a:lnTo>
                <a:lnTo>
                  <a:pt x="69626" y="12601"/>
                </a:lnTo>
                <a:lnTo>
                  <a:pt x="94845" y="16231"/>
                </a:lnTo>
                <a:lnTo>
                  <a:pt x="115519" y="26750"/>
                </a:lnTo>
                <a:lnTo>
                  <a:pt x="120903" y="32677"/>
                </a:lnTo>
                <a:lnTo>
                  <a:pt x="69626" y="32677"/>
                </a:lnTo>
                <a:lnTo>
                  <a:pt x="50661" y="35644"/>
                </a:lnTo>
                <a:lnTo>
                  <a:pt x="35801" y="44237"/>
                </a:lnTo>
                <a:lnTo>
                  <a:pt x="26106" y="57516"/>
                </a:lnTo>
                <a:lnTo>
                  <a:pt x="22639" y="74539"/>
                </a:lnTo>
                <a:lnTo>
                  <a:pt x="26106" y="91385"/>
                </a:lnTo>
                <a:lnTo>
                  <a:pt x="35801" y="104707"/>
                </a:lnTo>
                <a:lnTo>
                  <a:pt x="50661" y="113463"/>
                </a:lnTo>
                <a:lnTo>
                  <a:pt x="69626" y="116614"/>
                </a:lnTo>
                <a:lnTo>
                  <a:pt x="120804" y="116614"/>
                </a:lnTo>
                <a:lnTo>
                  <a:pt x="115853" y="122167"/>
                </a:lnTo>
                <a:lnTo>
                  <a:pt x="95057" y="132892"/>
                </a:lnTo>
                <a:lnTo>
                  <a:pt x="69626" y="136690"/>
                </a:lnTo>
                <a:close/>
              </a:path>
              <a:path w="218439" h="265429">
                <a:moveTo>
                  <a:pt x="120804" y="116614"/>
                </a:moveTo>
                <a:lnTo>
                  <a:pt x="69626" y="116614"/>
                </a:lnTo>
                <a:lnTo>
                  <a:pt x="88344" y="113463"/>
                </a:lnTo>
                <a:lnTo>
                  <a:pt x="103078" y="104707"/>
                </a:lnTo>
                <a:lnTo>
                  <a:pt x="112726" y="91385"/>
                </a:lnTo>
                <a:lnTo>
                  <a:pt x="116186" y="74539"/>
                </a:lnTo>
                <a:lnTo>
                  <a:pt x="112726" y="57516"/>
                </a:lnTo>
                <a:lnTo>
                  <a:pt x="103078" y="44237"/>
                </a:lnTo>
                <a:lnTo>
                  <a:pt x="88344" y="35644"/>
                </a:lnTo>
                <a:lnTo>
                  <a:pt x="69626" y="32677"/>
                </a:lnTo>
                <a:lnTo>
                  <a:pt x="120903" y="32677"/>
                </a:lnTo>
                <a:lnTo>
                  <a:pt x="130386" y="43116"/>
                </a:lnTo>
                <a:lnTo>
                  <a:pt x="138185" y="64287"/>
                </a:lnTo>
                <a:lnTo>
                  <a:pt x="218277" y="64287"/>
                </a:lnTo>
                <a:lnTo>
                  <a:pt x="218277" y="83936"/>
                </a:lnTo>
                <a:lnTo>
                  <a:pt x="138292" y="83936"/>
                </a:lnTo>
                <a:lnTo>
                  <a:pt x="130701" y="105514"/>
                </a:lnTo>
                <a:lnTo>
                  <a:pt x="120804" y="116614"/>
                </a:lnTo>
                <a:close/>
              </a:path>
              <a:path w="218439" h="265429">
                <a:moveTo>
                  <a:pt x="218277" y="143952"/>
                </a:moveTo>
                <a:lnTo>
                  <a:pt x="194570" y="143952"/>
                </a:lnTo>
                <a:lnTo>
                  <a:pt x="194570" y="83936"/>
                </a:lnTo>
                <a:lnTo>
                  <a:pt x="218277" y="83936"/>
                </a:lnTo>
                <a:lnTo>
                  <a:pt x="218277" y="143952"/>
                </a:lnTo>
                <a:close/>
              </a:path>
              <a:path w="218439" h="265429">
                <a:moveTo>
                  <a:pt x="218277" y="264837"/>
                </a:moveTo>
                <a:lnTo>
                  <a:pt x="45278" y="264837"/>
                </a:lnTo>
                <a:lnTo>
                  <a:pt x="45278" y="157621"/>
                </a:lnTo>
                <a:lnTo>
                  <a:pt x="68985" y="157621"/>
                </a:lnTo>
                <a:lnTo>
                  <a:pt x="68985" y="191580"/>
                </a:lnTo>
                <a:lnTo>
                  <a:pt x="218277" y="191580"/>
                </a:lnTo>
                <a:lnTo>
                  <a:pt x="218277" y="210588"/>
                </a:lnTo>
                <a:lnTo>
                  <a:pt x="68985" y="210588"/>
                </a:lnTo>
                <a:lnTo>
                  <a:pt x="68985" y="245402"/>
                </a:lnTo>
                <a:lnTo>
                  <a:pt x="218277" y="245402"/>
                </a:lnTo>
                <a:lnTo>
                  <a:pt x="218277" y="264837"/>
                </a:lnTo>
                <a:close/>
              </a:path>
              <a:path w="218439" h="265429">
                <a:moveTo>
                  <a:pt x="218277" y="191580"/>
                </a:moveTo>
                <a:lnTo>
                  <a:pt x="194570" y="191580"/>
                </a:lnTo>
                <a:lnTo>
                  <a:pt x="194570" y="157621"/>
                </a:lnTo>
                <a:lnTo>
                  <a:pt x="218277" y="157621"/>
                </a:lnTo>
                <a:lnTo>
                  <a:pt x="218277" y="191580"/>
                </a:lnTo>
                <a:close/>
              </a:path>
              <a:path w="218439" h="265429">
                <a:moveTo>
                  <a:pt x="218277" y="245402"/>
                </a:moveTo>
                <a:lnTo>
                  <a:pt x="194570" y="245402"/>
                </a:lnTo>
                <a:lnTo>
                  <a:pt x="194570" y="210588"/>
                </a:lnTo>
                <a:lnTo>
                  <a:pt x="218277" y="210588"/>
                </a:lnTo>
                <a:lnTo>
                  <a:pt x="218277" y="245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807902" y="5969299"/>
            <a:ext cx="145020" cy="16958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976843" y="5891556"/>
            <a:ext cx="221615" cy="268605"/>
          </a:xfrm>
          <a:custGeom>
            <a:avLst/>
            <a:gdLst/>
            <a:ahLst/>
            <a:cxnLst/>
            <a:rect l="l" t="t" r="r" b="b"/>
            <a:pathLst>
              <a:path w="221614" h="268604">
                <a:moveTo>
                  <a:pt x="221267" y="268468"/>
                </a:moveTo>
                <a:lnTo>
                  <a:pt x="197560" y="268468"/>
                </a:lnTo>
                <a:lnTo>
                  <a:pt x="197560" y="0"/>
                </a:lnTo>
                <a:lnTo>
                  <a:pt x="221267" y="0"/>
                </a:lnTo>
                <a:lnTo>
                  <a:pt x="221267" y="268468"/>
                </a:lnTo>
                <a:close/>
              </a:path>
              <a:path w="221614" h="268604">
                <a:moveTo>
                  <a:pt x="159970" y="47414"/>
                </a:moveTo>
                <a:lnTo>
                  <a:pt x="8756" y="47414"/>
                </a:lnTo>
                <a:lnTo>
                  <a:pt x="8756" y="27551"/>
                </a:lnTo>
                <a:lnTo>
                  <a:pt x="159970" y="27551"/>
                </a:lnTo>
                <a:lnTo>
                  <a:pt x="159970" y="47414"/>
                </a:lnTo>
                <a:close/>
              </a:path>
              <a:path w="221614" h="268604">
                <a:moveTo>
                  <a:pt x="14096" y="216782"/>
                </a:moveTo>
                <a:lnTo>
                  <a:pt x="0" y="197987"/>
                </a:lnTo>
                <a:lnTo>
                  <a:pt x="27468" y="178702"/>
                </a:lnTo>
                <a:lnTo>
                  <a:pt x="50431" y="150706"/>
                </a:lnTo>
                <a:lnTo>
                  <a:pt x="66226" y="117465"/>
                </a:lnTo>
                <a:lnTo>
                  <a:pt x="72189" y="82441"/>
                </a:lnTo>
                <a:lnTo>
                  <a:pt x="72189" y="47414"/>
                </a:lnTo>
                <a:lnTo>
                  <a:pt x="96110" y="47414"/>
                </a:lnTo>
                <a:lnTo>
                  <a:pt x="96110" y="82441"/>
                </a:lnTo>
                <a:lnTo>
                  <a:pt x="101900" y="116250"/>
                </a:lnTo>
                <a:lnTo>
                  <a:pt x="107760" y="127933"/>
                </a:lnTo>
                <a:lnTo>
                  <a:pt x="84470" y="127933"/>
                </a:lnTo>
                <a:lnTo>
                  <a:pt x="72468" y="156232"/>
                </a:lnTo>
                <a:lnTo>
                  <a:pt x="56051" y="181328"/>
                </a:lnTo>
                <a:lnTo>
                  <a:pt x="36250" y="201938"/>
                </a:lnTo>
                <a:lnTo>
                  <a:pt x="14096" y="216782"/>
                </a:lnTo>
                <a:close/>
              </a:path>
              <a:path w="221614" h="268604">
                <a:moveTo>
                  <a:pt x="155485" y="210161"/>
                </a:moveTo>
                <a:lnTo>
                  <a:pt x="132916" y="196487"/>
                </a:lnTo>
                <a:lnTo>
                  <a:pt x="112929" y="177577"/>
                </a:lnTo>
                <a:lnTo>
                  <a:pt x="96467" y="154402"/>
                </a:lnTo>
                <a:lnTo>
                  <a:pt x="84470" y="127933"/>
                </a:lnTo>
                <a:lnTo>
                  <a:pt x="107760" y="127933"/>
                </a:lnTo>
                <a:lnTo>
                  <a:pt x="117601" y="147556"/>
                </a:lnTo>
                <a:lnTo>
                  <a:pt x="140711" y="173536"/>
                </a:lnTo>
                <a:lnTo>
                  <a:pt x="168727" y="191366"/>
                </a:lnTo>
                <a:lnTo>
                  <a:pt x="155485" y="210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280552" y="6027420"/>
            <a:ext cx="25400" cy="113030"/>
          </a:xfrm>
          <a:custGeom>
            <a:avLst/>
            <a:gdLst/>
            <a:ahLst/>
            <a:cxnLst/>
            <a:rect l="l" t="t" r="r" b="b"/>
            <a:pathLst>
              <a:path w="25400" h="113029">
                <a:moveTo>
                  <a:pt x="0" y="0"/>
                </a:moveTo>
                <a:lnTo>
                  <a:pt x="24775" y="0"/>
                </a:lnTo>
                <a:lnTo>
                  <a:pt x="24775" y="113030"/>
                </a:lnTo>
                <a:lnTo>
                  <a:pt x="0" y="1130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241253" y="6140450"/>
            <a:ext cx="64135" cy="22860"/>
          </a:xfrm>
          <a:custGeom>
            <a:avLst/>
            <a:gdLst/>
            <a:ahLst/>
            <a:cxnLst/>
            <a:rect l="l" t="t" r="r" b="b"/>
            <a:pathLst>
              <a:path w="64135" h="22860">
                <a:moveTo>
                  <a:pt x="0" y="0"/>
                </a:moveTo>
                <a:lnTo>
                  <a:pt x="64073" y="0"/>
                </a:lnTo>
                <a:lnTo>
                  <a:pt x="64073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426670" y="5902449"/>
            <a:ext cx="245110" cy="257175"/>
          </a:xfrm>
          <a:custGeom>
            <a:avLst/>
            <a:gdLst/>
            <a:ahLst/>
            <a:cxnLst/>
            <a:rect l="l" t="t" r="r" b="b"/>
            <a:pathLst>
              <a:path w="245110" h="257175">
                <a:moveTo>
                  <a:pt x="216141" y="91198"/>
                </a:moveTo>
                <a:lnTo>
                  <a:pt x="30968" y="91198"/>
                </a:lnTo>
                <a:lnTo>
                  <a:pt x="30968" y="0"/>
                </a:lnTo>
                <a:lnTo>
                  <a:pt x="214433" y="0"/>
                </a:lnTo>
                <a:lnTo>
                  <a:pt x="214433" y="19649"/>
                </a:lnTo>
                <a:lnTo>
                  <a:pt x="54462" y="19649"/>
                </a:lnTo>
                <a:lnTo>
                  <a:pt x="54462" y="71762"/>
                </a:lnTo>
                <a:lnTo>
                  <a:pt x="216141" y="71762"/>
                </a:lnTo>
                <a:lnTo>
                  <a:pt x="216141" y="91198"/>
                </a:lnTo>
                <a:close/>
              </a:path>
              <a:path w="245110" h="257175">
                <a:moveTo>
                  <a:pt x="244974" y="136690"/>
                </a:moveTo>
                <a:lnTo>
                  <a:pt x="0" y="136690"/>
                </a:lnTo>
                <a:lnTo>
                  <a:pt x="0" y="116827"/>
                </a:lnTo>
                <a:lnTo>
                  <a:pt x="244974" y="116827"/>
                </a:lnTo>
                <a:lnTo>
                  <a:pt x="244974" y="136690"/>
                </a:lnTo>
                <a:close/>
              </a:path>
              <a:path w="245110" h="257175">
                <a:moveTo>
                  <a:pt x="122167" y="256935"/>
                </a:moveTo>
                <a:lnTo>
                  <a:pt x="83265" y="253748"/>
                </a:lnTo>
                <a:lnTo>
                  <a:pt x="54115" y="244414"/>
                </a:lnTo>
                <a:lnTo>
                  <a:pt x="35817" y="229273"/>
                </a:lnTo>
                <a:lnTo>
                  <a:pt x="29473" y="208666"/>
                </a:lnTo>
                <a:lnTo>
                  <a:pt x="35817" y="188026"/>
                </a:lnTo>
                <a:lnTo>
                  <a:pt x="54115" y="172811"/>
                </a:lnTo>
                <a:lnTo>
                  <a:pt x="83265" y="163404"/>
                </a:lnTo>
                <a:lnTo>
                  <a:pt x="122167" y="160184"/>
                </a:lnTo>
                <a:lnTo>
                  <a:pt x="160914" y="163404"/>
                </a:lnTo>
                <a:lnTo>
                  <a:pt x="189951" y="172811"/>
                </a:lnTo>
                <a:lnTo>
                  <a:pt x="197098" y="178765"/>
                </a:lnTo>
                <a:lnTo>
                  <a:pt x="122167" y="178765"/>
                </a:lnTo>
                <a:lnTo>
                  <a:pt x="93313" y="180884"/>
                </a:lnTo>
                <a:lnTo>
                  <a:pt x="71709" y="186748"/>
                </a:lnTo>
                <a:lnTo>
                  <a:pt x="58193" y="196095"/>
                </a:lnTo>
                <a:lnTo>
                  <a:pt x="53608" y="208666"/>
                </a:lnTo>
                <a:lnTo>
                  <a:pt x="58193" y="221200"/>
                </a:lnTo>
                <a:lnTo>
                  <a:pt x="71709" y="230451"/>
                </a:lnTo>
                <a:lnTo>
                  <a:pt x="93313" y="236178"/>
                </a:lnTo>
                <a:lnTo>
                  <a:pt x="122167" y="238140"/>
                </a:lnTo>
                <a:lnTo>
                  <a:pt x="197519" y="238140"/>
                </a:lnTo>
                <a:lnTo>
                  <a:pt x="189951" y="244414"/>
                </a:lnTo>
                <a:lnTo>
                  <a:pt x="160914" y="253748"/>
                </a:lnTo>
                <a:lnTo>
                  <a:pt x="122167" y="256935"/>
                </a:lnTo>
                <a:close/>
              </a:path>
              <a:path w="245110" h="257175">
                <a:moveTo>
                  <a:pt x="197519" y="238140"/>
                </a:moveTo>
                <a:lnTo>
                  <a:pt x="122167" y="238140"/>
                </a:lnTo>
                <a:lnTo>
                  <a:pt x="150903" y="236178"/>
                </a:lnTo>
                <a:lnTo>
                  <a:pt x="172491" y="230451"/>
                </a:lnTo>
                <a:lnTo>
                  <a:pt x="186110" y="221200"/>
                </a:lnTo>
                <a:lnTo>
                  <a:pt x="190939" y="208666"/>
                </a:lnTo>
                <a:lnTo>
                  <a:pt x="186110" y="196095"/>
                </a:lnTo>
                <a:lnTo>
                  <a:pt x="172491" y="186748"/>
                </a:lnTo>
                <a:lnTo>
                  <a:pt x="150903" y="180884"/>
                </a:lnTo>
                <a:lnTo>
                  <a:pt x="122167" y="178765"/>
                </a:lnTo>
                <a:lnTo>
                  <a:pt x="197098" y="178765"/>
                </a:lnTo>
                <a:lnTo>
                  <a:pt x="208216" y="188026"/>
                </a:lnTo>
                <a:lnTo>
                  <a:pt x="214646" y="208666"/>
                </a:lnTo>
                <a:lnTo>
                  <a:pt x="208216" y="229273"/>
                </a:lnTo>
                <a:lnTo>
                  <a:pt x="197519" y="2381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774963" y="5891556"/>
            <a:ext cx="219075" cy="268605"/>
          </a:xfrm>
          <a:custGeom>
            <a:avLst/>
            <a:gdLst/>
            <a:ahLst/>
            <a:cxnLst/>
            <a:rect l="l" t="t" r="r" b="b"/>
            <a:pathLst>
              <a:path w="219075" h="268604">
                <a:moveTo>
                  <a:pt x="218491" y="268468"/>
                </a:moveTo>
                <a:lnTo>
                  <a:pt x="194783" y="268468"/>
                </a:lnTo>
                <a:lnTo>
                  <a:pt x="194783" y="0"/>
                </a:lnTo>
                <a:lnTo>
                  <a:pt x="218491" y="0"/>
                </a:lnTo>
                <a:lnTo>
                  <a:pt x="218491" y="268468"/>
                </a:lnTo>
                <a:close/>
              </a:path>
              <a:path w="219075" h="268604">
                <a:moveTo>
                  <a:pt x="12814" y="218064"/>
                </a:moveTo>
                <a:lnTo>
                  <a:pt x="0" y="198628"/>
                </a:lnTo>
                <a:lnTo>
                  <a:pt x="47853" y="169671"/>
                </a:lnTo>
                <a:lnTo>
                  <a:pt x="82721" y="134688"/>
                </a:lnTo>
                <a:lnTo>
                  <a:pt x="104955" y="94138"/>
                </a:lnTo>
                <a:lnTo>
                  <a:pt x="114905" y="48482"/>
                </a:lnTo>
                <a:lnTo>
                  <a:pt x="12387" y="48482"/>
                </a:lnTo>
                <a:lnTo>
                  <a:pt x="12387" y="29260"/>
                </a:lnTo>
                <a:lnTo>
                  <a:pt x="139039" y="29260"/>
                </a:lnTo>
                <a:lnTo>
                  <a:pt x="134482" y="74340"/>
                </a:lnTo>
                <a:lnTo>
                  <a:pt x="120473" y="116540"/>
                </a:lnTo>
                <a:lnTo>
                  <a:pt x="96120" y="155080"/>
                </a:lnTo>
                <a:lnTo>
                  <a:pt x="60531" y="189181"/>
                </a:lnTo>
                <a:lnTo>
                  <a:pt x="12814" y="2180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038947" y="5904798"/>
            <a:ext cx="245402" cy="2492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406594" y="5899886"/>
            <a:ext cx="198755" cy="19050"/>
          </a:xfrm>
          <a:custGeom>
            <a:avLst/>
            <a:gdLst/>
            <a:ahLst/>
            <a:cxnLst/>
            <a:rect l="l" t="t" r="r" b="b"/>
            <a:pathLst>
              <a:path w="198754" h="19050">
                <a:moveTo>
                  <a:pt x="198414" y="18581"/>
                </a:moveTo>
                <a:lnTo>
                  <a:pt x="0" y="18581"/>
                </a:lnTo>
                <a:lnTo>
                  <a:pt x="0" y="0"/>
                </a:lnTo>
                <a:lnTo>
                  <a:pt x="198414" y="0"/>
                </a:lnTo>
                <a:lnTo>
                  <a:pt x="198414" y="18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448028" y="5918467"/>
            <a:ext cx="23495" cy="52705"/>
          </a:xfrm>
          <a:custGeom>
            <a:avLst/>
            <a:gdLst/>
            <a:ahLst/>
            <a:cxnLst/>
            <a:rect l="l" t="t" r="r" b="b"/>
            <a:pathLst>
              <a:path w="23495" h="52704">
                <a:moveTo>
                  <a:pt x="23493" y="52113"/>
                </a:moveTo>
                <a:lnTo>
                  <a:pt x="0" y="52113"/>
                </a:lnTo>
                <a:lnTo>
                  <a:pt x="0" y="0"/>
                </a:lnTo>
                <a:lnTo>
                  <a:pt x="23493" y="0"/>
                </a:lnTo>
                <a:lnTo>
                  <a:pt x="23493" y="52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540080" y="5918467"/>
            <a:ext cx="24130" cy="52705"/>
          </a:xfrm>
          <a:custGeom>
            <a:avLst/>
            <a:gdLst/>
            <a:ahLst/>
            <a:cxnLst/>
            <a:rect l="l" t="t" r="r" b="b"/>
            <a:pathLst>
              <a:path w="24129" h="52704">
                <a:moveTo>
                  <a:pt x="23707" y="52113"/>
                </a:moveTo>
                <a:lnTo>
                  <a:pt x="0" y="52113"/>
                </a:lnTo>
                <a:lnTo>
                  <a:pt x="0" y="0"/>
                </a:lnTo>
                <a:lnTo>
                  <a:pt x="23707" y="0"/>
                </a:lnTo>
                <a:lnTo>
                  <a:pt x="23707" y="52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407448" y="5970580"/>
            <a:ext cx="196850" cy="18415"/>
          </a:xfrm>
          <a:custGeom>
            <a:avLst/>
            <a:gdLst/>
            <a:ahLst/>
            <a:cxnLst/>
            <a:rect l="l" t="t" r="r" b="b"/>
            <a:pathLst>
              <a:path w="196850" h="18414">
                <a:moveTo>
                  <a:pt x="196706" y="18367"/>
                </a:moveTo>
                <a:lnTo>
                  <a:pt x="0" y="18367"/>
                </a:lnTo>
                <a:lnTo>
                  <a:pt x="0" y="0"/>
                </a:lnTo>
                <a:lnTo>
                  <a:pt x="196706" y="0"/>
                </a:lnTo>
                <a:lnTo>
                  <a:pt x="196706" y="183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383741" y="6011588"/>
            <a:ext cx="245110" cy="19685"/>
          </a:xfrm>
          <a:custGeom>
            <a:avLst/>
            <a:gdLst/>
            <a:ahLst/>
            <a:cxnLst/>
            <a:rect l="l" t="t" r="r" b="b"/>
            <a:pathLst>
              <a:path w="245110" h="19685">
                <a:moveTo>
                  <a:pt x="244761" y="19222"/>
                </a:moveTo>
                <a:lnTo>
                  <a:pt x="0" y="19222"/>
                </a:lnTo>
                <a:lnTo>
                  <a:pt x="0" y="0"/>
                </a:lnTo>
                <a:lnTo>
                  <a:pt x="244761" y="0"/>
                </a:lnTo>
                <a:lnTo>
                  <a:pt x="244761" y="192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413428" y="6055359"/>
            <a:ext cx="183515" cy="17780"/>
          </a:xfrm>
          <a:custGeom>
            <a:avLst/>
            <a:gdLst/>
            <a:ahLst/>
            <a:cxnLst/>
            <a:rect l="l" t="t" r="r" b="b"/>
            <a:pathLst>
              <a:path w="183514" h="17779">
                <a:moveTo>
                  <a:pt x="0" y="0"/>
                </a:moveTo>
                <a:lnTo>
                  <a:pt x="183464" y="0"/>
                </a:lnTo>
                <a:lnTo>
                  <a:pt x="183464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573612" y="6073140"/>
            <a:ext cx="23495" cy="22860"/>
          </a:xfrm>
          <a:custGeom>
            <a:avLst/>
            <a:gdLst/>
            <a:ahLst/>
            <a:cxnLst/>
            <a:rect l="l" t="t" r="r" b="b"/>
            <a:pathLst>
              <a:path w="23495" h="22860">
                <a:moveTo>
                  <a:pt x="0" y="0"/>
                </a:moveTo>
                <a:lnTo>
                  <a:pt x="23280" y="0"/>
                </a:lnTo>
                <a:lnTo>
                  <a:pt x="23280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414069" y="6096000"/>
            <a:ext cx="182880" cy="17780"/>
          </a:xfrm>
          <a:custGeom>
            <a:avLst/>
            <a:gdLst/>
            <a:ahLst/>
            <a:cxnLst/>
            <a:rect l="l" t="t" r="r" b="b"/>
            <a:pathLst>
              <a:path w="182879" h="17779">
                <a:moveTo>
                  <a:pt x="0" y="0"/>
                </a:moveTo>
                <a:lnTo>
                  <a:pt x="182823" y="0"/>
                </a:lnTo>
                <a:lnTo>
                  <a:pt x="182823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414069" y="6113779"/>
            <a:ext cx="23495" cy="25400"/>
          </a:xfrm>
          <a:custGeom>
            <a:avLst/>
            <a:gdLst/>
            <a:ahLst/>
            <a:cxnLst/>
            <a:rect l="l" t="t" r="r" b="b"/>
            <a:pathLst>
              <a:path w="23495" h="25400">
                <a:moveTo>
                  <a:pt x="0" y="0"/>
                </a:moveTo>
                <a:lnTo>
                  <a:pt x="23280" y="0"/>
                </a:lnTo>
                <a:lnTo>
                  <a:pt x="2328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414069" y="6139179"/>
            <a:ext cx="191135" cy="17780"/>
          </a:xfrm>
          <a:custGeom>
            <a:avLst/>
            <a:gdLst/>
            <a:ahLst/>
            <a:cxnLst/>
            <a:rect l="l" t="t" r="r" b="b"/>
            <a:pathLst>
              <a:path w="191135" h="17779">
                <a:moveTo>
                  <a:pt x="0" y="0"/>
                </a:moveTo>
                <a:lnTo>
                  <a:pt x="190939" y="0"/>
                </a:lnTo>
                <a:lnTo>
                  <a:pt x="190939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662888" y="5891770"/>
            <a:ext cx="231140" cy="267335"/>
          </a:xfrm>
          <a:custGeom>
            <a:avLst/>
            <a:gdLst/>
            <a:ahLst/>
            <a:cxnLst/>
            <a:rect l="l" t="t" r="r" b="b"/>
            <a:pathLst>
              <a:path w="231139" h="267335">
                <a:moveTo>
                  <a:pt x="216141" y="70267"/>
                </a:moveTo>
                <a:lnTo>
                  <a:pt x="193716" y="70267"/>
                </a:lnTo>
                <a:lnTo>
                  <a:pt x="193716" y="0"/>
                </a:lnTo>
                <a:lnTo>
                  <a:pt x="216141" y="0"/>
                </a:lnTo>
                <a:lnTo>
                  <a:pt x="216141" y="70267"/>
                </a:lnTo>
                <a:close/>
              </a:path>
              <a:path w="231139" h="267335">
                <a:moveTo>
                  <a:pt x="155912" y="159756"/>
                </a:moveTo>
                <a:lnTo>
                  <a:pt x="133700" y="159756"/>
                </a:lnTo>
                <a:lnTo>
                  <a:pt x="133700" y="5125"/>
                </a:lnTo>
                <a:lnTo>
                  <a:pt x="155912" y="5125"/>
                </a:lnTo>
                <a:lnTo>
                  <a:pt x="155912" y="70267"/>
                </a:lnTo>
                <a:lnTo>
                  <a:pt x="216141" y="70267"/>
                </a:lnTo>
                <a:lnTo>
                  <a:pt x="216141" y="89916"/>
                </a:lnTo>
                <a:lnTo>
                  <a:pt x="155912" y="89916"/>
                </a:lnTo>
                <a:lnTo>
                  <a:pt x="155912" y="159756"/>
                </a:lnTo>
                <a:close/>
              </a:path>
              <a:path w="231139" h="267335">
                <a:moveTo>
                  <a:pt x="18154" y="155271"/>
                </a:moveTo>
                <a:lnTo>
                  <a:pt x="640" y="155271"/>
                </a:lnTo>
                <a:lnTo>
                  <a:pt x="640" y="77956"/>
                </a:lnTo>
                <a:lnTo>
                  <a:pt x="79024" y="77956"/>
                </a:lnTo>
                <a:lnTo>
                  <a:pt x="79024" y="40579"/>
                </a:lnTo>
                <a:lnTo>
                  <a:pt x="0" y="40579"/>
                </a:lnTo>
                <a:lnTo>
                  <a:pt x="0" y="20930"/>
                </a:lnTo>
                <a:lnTo>
                  <a:pt x="101663" y="20930"/>
                </a:lnTo>
                <a:lnTo>
                  <a:pt x="101663" y="95896"/>
                </a:lnTo>
                <a:lnTo>
                  <a:pt x="23707" y="95896"/>
                </a:lnTo>
                <a:lnTo>
                  <a:pt x="23707" y="136263"/>
                </a:lnTo>
                <a:lnTo>
                  <a:pt x="119018" y="136263"/>
                </a:lnTo>
                <a:lnTo>
                  <a:pt x="120458" y="146942"/>
                </a:lnTo>
                <a:lnTo>
                  <a:pt x="95403" y="151217"/>
                </a:lnTo>
                <a:lnTo>
                  <a:pt x="71068" y="153750"/>
                </a:lnTo>
                <a:lnTo>
                  <a:pt x="45852" y="154961"/>
                </a:lnTo>
                <a:lnTo>
                  <a:pt x="18154" y="155271"/>
                </a:lnTo>
                <a:close/>
              </a:path>
              <a:path w="231139" h="267335">
                <a:moveTo>
                  <a:pt x="216141" y="183037"/>
                </a:moveTo>
                <a:lnTo>
                  <a:pt x="193716" y="183037"/>
                </a:lnTo>
                <a:lnTo>
                  <a:pt x="193716" y="89916"/>
                </a:lnTo>
                <a:lnTo>
                  <a:pt x="216141" y="89916"/>
                </a:lnTo>
                <a:lnTo>
                  <a:pt x="216141" y="183037"/>
                </a:lnTo>
                <a:close/>
              </a:path>
              <a:path w="231139" h="267335">
                <a:moveTo>
                  <a:pt x="119018" y="136263"/>
                </a:moveTo>
                <a:lnTo>
                  <a:pt x="23707" y="136263"/>
                </a:lnTo>
                <a:lnTo>
                  <a:pt x="48801" y="135787"/>
                </a:lnTo>
                <a:lnTo>
                  <a:pt x="72042" y="134461"/>
                </a:lnTo>
                <a:lnTo>
                  <a:pt x="94663" y="131953"/>
                </a:lnTo>
                <a:lnTo>
                  <a:pt x="117895" y="127933"/>
                </a:lnTo>
                <a:lnTo>
                  <a:pt x="119018" y="136263"/>
                </a:lnTo>
                <a:close/>
              </a:path>
              <a:path w="231139" h="267335">
                <a:moveTo>
                  <a:pt x="32036" y="266973"/>
                </a:moveTo>
                <a:lnTo>
                  <a:pt x="22425" y="248392"/>
                </a:lnTo>
                <a:lnTo>
                  <a:pt x="56545" y="239291"/>
                </a:lnTo>
                <a:lnTo>
                  <a:pt x="86018" y="223483"/>
                </a:lnTo>
                <a:lnTo>
                  <a:pt x="106762" y="202349"/>
                </a:lnTo>
                <a:lnTo>
                  <a:pt x="114691" y="177270"/>
                </a:lnTo>
                <a:lnTo>
                  <a:pt x="114691" y="170222"/>
                </a:lnTo>
                <a:lnTo>
                  <a:pt x="138399" y="170222"/>
                </a:lnTo>
                <a:lnTo>
                  <a:pt x="138399" y="177270"/>
                </a:lnTo>
                <a:lnTo>
                  <a:pt x="146208" y="202349"/>
                </a:lnTo>
                <a:lnTo>
                  <a:pt x="153233" y="209520"/>
                </a:lnTo>
                <a:lnTo>
                  <a:pt x="126545" y="209520"/>
                </a:lnTo>
                <a:lnTo>
                  <a:pt x="110426" y="230256"/>
                </a:lnTo>
                <a:lnTo>
                  <a:pt x="88021" y="247017"/>
                </a:lnTo>
                <a:lnTo>
                  <a:pt x="61250" y="259393"/>
                </a:lnTo>
                <a:lnTo>
                  <a:pt x="32036" y="266973"/>
                </a:lnTo>
                <a:close/>
              </a:path>
              <a:path w="231139" h="267335">
                <a:moveTo>
                  <a:pt x="221054" y="266973"/>
                </a:moveTo>
                <a:lnTo>
                  <a:pt x="191735" y="259393"/>
                </a:lnTo>
                <a:lnTo>
                  <a:pt x="164949" y="247017"/>
                </a:lnTo>
                <a:lnTo>
                  <a:pt x="142588" y="230256"/>
                </a:lnTo>
                <a:lnTo>
                  <a:pt x="126545" y="209520"/>
                </a:lnTo>
                <a:lnTo>
                  <a:pt x="153233" y="209520"/>
                </a:lnTo>
                <a:lnTo>
                  <a:pt x="166911" y="223483"/>
                </a:lnTo>
                <a:lnTo>
                  <a:pt x="196425" y="239291"/>
                </a:lnTo>
                <a:lnTo>
                  <a:pt x="230665" y="248392"/>
                </a:lnTo>
                <a:lnTo>
                  <a:pt x="221054" y="266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941395" y="5900313"/>
            <a:ext cx="198755" cy="19685"/>
          </a:xfrm>
          <a:custGeom>
            <a:avLst/>
            <a:gdLst/>
            <a:ahLst/>
            <a:cxnLst/>
            <a:rect l="l" t="t" r="r" b="b"/>
            <a:pathLst>
              <a:path w="198754" h="19685">
                <a:moveTo>
                  <a:pt x="198414" y="19435"/>
                </a:moveTo>
                <a:lnTo>
                  <a:pt x="0" y="19435"/>
                </a:lnTo>
                <a:lnTo>
                  <a:pt x="0" y="0"/>
                </a:lnTo>
                <a:lnTo>
                  <a:pt x="198414" y="0"/>
                </a:lnTo>
                <a:lnTo>
                  <a:pt x="198414" y="19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982829" y="5919749"/>
            <a:ext cx="23495" cy="57150"/>
          </a:xfrm>
          <a:custGeom>
            <a:avLst/>
            <a:gdLst/>
            <a:ahLst/>
            <a:cxnLst/>
            <a:rect l="l" t="t" r="r" b="b"/>
            <a:pathLst>
              <a:path w="23495" h="57150">
                <a:moveTo>
                  <a:pt x="23493" y="56598"/>
                </a:moveTo>
                <a:lnTo>
                  <a:pt x="0" y="56598"/>
                </a:lnTo>
                <a:lnTo>
                  <a:pt x="0" y="0"/>
                </a:lnTo>
                <a:lnTo>
                  <a:pt x="23493" y="0"/>
                </a:lnTo>
                <a:lnTo>
                  <a:pt x="23493" y="565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074882" y="5919749"/>
            <a:ext cx="24130" cy="57150"/>
          </a:xfrm>
          <a:custGeom>
            <a:avLst/>
            <a:gdLst/>
            <a:ahLst/>
            <a:cxnLst/>
            <a:rect l="l" t="t" r="r" b="b"/>
            <a:pathLst>
              <a:path w="24129" h="57150">
                <a:moveTo>
                  <a:pt x="23707" y="56598"/>
                </a:moveTo>
                <a:lnTo>
                  <a:pt x="0" y="56598"/>
                </a:lnTo>
                <a:lnTo>
                  <a:pt x="0" y="0"/>
                </a:lnTo>
                <a:lnTo>
                  <a:pt x="23707" y="0"/>
                </a:lnTo>
                <a:lnTo>
                  <a:pt x="23707" y="565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942249" y="5976347"/>
            <a:ext cx="196850" cy="19685"/>
          </a:xfrm>
          <a:custGeom>
            <a:avLst/>
            <a:gdLst/>
            <a:ahLst/>
            <a:cxnLst/>
            <a:rect l="l" t="t" r="r" b="b"/>
            <a:pathLst>
              <a:path w="196850" h="19685">
                <a:moveTo>
                  <a:pt x="196706" y="19649"/>
                </a:moveTo>
                <a:lnTo>
                  <a:pt x="0" y="19649"/>
                </a:lnTo>
                <a:lnTo>
                  <a:pt x="0" y="0"/>
                </a:lnTo>
                <a:lnTo>
                  <a:pt x="196706" y="0"/>
                </a:lnTo>
                <a:lnTo>
                  <a:pt x="196706" y="196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028749" y="5995996"/>
            <a:ext cx="24130" cy="31750"/>
          </a:xfrm>
          <a:custGeom>
            <a:avLst/>
            <a:gdLst/>
            <a:ahLst/>
            <a:cxnLst/>
            <a:rect l="l" t="t" r="r" b="b"/>
            <a:pathLst>
              <a:path w="24129" h="31750">
                <a:moveTo>
                  <a:pt x="23707" y="31182"/>
                </a:moveTo>
                <a:lnTo>
                  <a:pt x="0" y="31182"/>
                </a:lnTo>
                <a:lnTo>
                  <a:pt x="0" y="0"/>
                </a:lnTo>
                <a:lnTo>
                  <a:pt x="23707" y="0"/>
                </a:lnTo>
                <a:lnTo>
                  <a:pt x="23707" y="31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918542" y="6027179"/>
            <a:ext cx="245110" cy="19685"/>
          </a:xfrm>
          <a:custGeom>
            <a:avLst/>
            <a:gdLst/>
            <a:ahLst/>
            <a:cxnLst/>
            <a:rect l="l" t="t" r="r" b="b"/>
            <a:pathLst>
              <a:path w="245110" h="19685">
                <a:moveTo>
                  <a:pt x="244761" y="19222"/>
                </a:moveTo>
                <a:lnTo>
                  <a:pt x="0" y="19222"/>
                </a:lnTo>
                <a:lnTo>
                  <a:pt x="0" y="0"/>
                </a:lnTo>
                <a:lnTo>
                  <a:pt x="244761" y="0"/>
                </a:lnTo>
                <a:lnTo>
                  <a:pt x="244761" y="192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948443" y="6071870"/>
            <a:ext cx="184785" cy="19050"/>
          </a:xfrm>
          <a:custGeom>
            <a:avLst/>
            <a:gdLst/>
            <a:ahLst/>
            <a:cxnLst/>
            <a:rect l="l" t="t" r="r" b="b"/>
            <a:pathLst>
              <a:path w="184785" h="19050">
                <a:moveTo>
                  <a:pt x="0" y="0"/>
                </a:moveTo>
                <a:lnTo>
                  <a:pt x="184745" y="0"/>
                </a:lnTo>
                <a:lnTo>
                  <a:pt x="18474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948443" y="6090920"/>
            <a:ext cx="23495" cy="45720"/>
          </a:xfrm>
          <a:custGeom>
            <a:avLst/>
            <a:gdLst/>
            <a:ahLst/>
            <a:cxnLst/>
            <a:rect l="l" t="t" r="r" b="b"/>
            <a:pathLst>
              <a:path w="23495" h="45720">
                <a:moveTo>
                  <a:pt x="0" y="0"/>
                </a:moveTo>
                <a:lnTo>
                  <a:pt x="23493" y="0"/>
                </a:lnTo>
                <a:lnTo>
                  <a:pt x="23493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948443" y="6136640"/>
            <a:ext cx="184785" cy="20320"/>
          </a:xfrm>
          <a:custGeom>
            <a:avLst/>
            <a:gdLst/>
            <a:ahLst/>
            <a:cxnLst/>
            <a:rect l="l" t="t" r="r" b="b"/>
            <a:pathLst>
              <a:path w="184785" h="20320">
                <a:moveTo>
                  <a:pt x="0" y="0"/>
                </a:moveTo>
                <a:lnTo>
                  <a:pt x="184745" y="0"/>
                </a:lnTo>
                <a:lnTo>
                  <a:pt x="184745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110122" y="6090825"/>
            <a:ext cx="23495" cy="46355"/>
          </a:xfrm>
          <a:custGeom>
            <a:avLst/>
            <a:gdLst/>
            <a:ahLst/>
            <a:cxnLst/>
            <a:rect l="l" t="t" r="r" b="b"/>
            <a:pathLst>
              <a:path w="23495" h="46354">
                <a:moveTo>
                  <a:pt x="23066" y="46133"/>
                </a:moveTo>
                <a:lnTo>
                  <a:pt x="0" y="46133"/>
                </a:lnTo>
                <a:lnTo>
                  <a:pt x="0" y="0"/>
                </a:lnTo>
                <a:lnTo>
                  <a:pt x="23066" y="0"/>
                </a:lnTo>
                <a:lnTo>
                  <a:pt x="23066" y="461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183166" y="5891556"/>
            <a:ext cx="254000" cy="268605"/>
          </a:xfrm>
          <a:custGeom>
            <a:avLst/>
            <a:gdLst/>
            <a:ahLst/>
            <a:cxnLst/>
            <a:rect l="l" t="t" r="r" b="b"/>
            <a:pathLst>
              <a:path w="254000" h="268604">
                <a:moveTo>
                  <a:pt x="209948" y="268468"/>
                </a:moveTo>
                <a:lnTo>
                  <a:pt x="186240" y="268468"/>
                </a:lnTo>
                <a:lnTo>
                  <a:pt x="186240" y="0"/>
                </a:lnTo>
                <a:lnTo>
                  <a:pt x="209948" y="0"/>
                </a:lnTo>
                <a:lnTo>
                  <a:pt x="209948" y="112342"/>
                </a:lnTo>
                <a:lnTo>
                  <a:pt x="253518" y="112342"/>
                </a:lnTo>
                <a:lnTo>
                  <a:pt x="253518" y="132846"/>
                </a:lnTo>
                <a:lnTo>
                  <a:pt x="209948" y="132846"/>
                </a:lnTo>
                <a:lnTo>
                  <a:pt x="209948" y="268468"/>
                </a:lnTo>
                <a:close/>
              </a:path>
              <a:path w="254000" h="268604">
                <a:moveTo>
                  <a:pt x="143738" y="150145"/>
                </a:moveTo>
                <a:lnTo>
                  <a:pt x="120031" y="148223"/>
                </a:lnTo>
                <a:lnTo>
                  <a:pt x="124329" y="116775"/>
                </a:lnTo>
                <a:lnTo>
                  <a:pt x="126705" y="89823"/>
                </a:lnTo>
                <a:lnTo>
                  <a:pt x="127720" y="67295"/>
                </a:lnTo>
                <a:lnTo>
                  <a:pt x="127933" y="49123"/>
                </a:lnTo>
                <a:lnTo>
                  <a:pt x="15164" y="49123"/>
                </a:lnTo>
                <a:lnTo>
                  <a:pt x="15164" y="29687"/>
                </a:lnTo>
                <a:lnTo>
                  <a:pt x="151640" y="29687"/>
                </a:lnTo>
                <a:lnTo>
                  <a:pt x="151570" y="49123"/>
                </a:lnTo>
                <a:lnTo>
                  <a:pt x="151397" y="62324"/>
                </a:lnTo>
                <a:lnTo>
                  <a:pt x="150492" y="86232"/>
                </a:lnTo>
                <a:lnTo>
                  <a:pt x="148187" y="115506"/>
                </a:lnTo>
                <a:lnTo>
                  <a:pt x="143738" y="150145"/>
                </a:lnTo>
                <a:close/>
              </a:path>
              <a:path w="254000" h="268604">
                <a:moveTo>
                  <a:pt x="2990" y="209307"/>
                </a:moveTo>
                <a:lnTo>
                  <a:pt x="0" y="189444"/>
                </a:lnTo>
                <a:lnTo>
                  <a:pt x="57879" y="188696"/>
                </a:lnTo>
                <a:lnTo>
                  <a:pt x="57879" y="106362"/>
                </a:lnTo>
                <a:lnTo>
                  <a:pt x="81373" y="106362"/>
                </a:lnTo>
                <a:lnTo>
                  <a:pt x="81373" y="188056"/>
                </a:lnTo>
                <a:lnTo>
                  <a:pt x="169833" y="188056"/>
                </a:lnTo>
                <a:lnTo>
                  <a:pt x="170649" y="199482"/>
                </a:lnTo>
                <a:lnTo>
                  <a:pt x="127423" y="204742"/>
                </a:lnTo>
                <a:lnTo>
                  <a:pt x="83696" y="207758"/>
                </a:lnTo>
                <a:lnTo>
                  <a:pt x="41531" y="209093"/>
                </a:lnTo>
                <a:lnTo>
                  <a:pt x="2990" y="209307"/>
                </a:lnTo>
                <a:close/>
              </a:path>
              <a:path w="254000" h="268604">
                <a:moveTo>
                  <a:pt x="169833" y="188056"/>
                </a:moveTo>
                <a:lnTo>
                  <a:pt x="81373" y="188056"/>
                </a:lnTo>
                <a:lnTo>
                  <a:pt x="103727" y="187023"/>
                </a:lnTo>
                <a:lnTo>
                  <a:pt x="126051" y="185640"/>
                </a:lnTo>
                <a:lnTo>
                  <a:pt x="148035" y="183836"/>
                </a:lnTo>
                <a:lnTo>
                  <a:pt x="169368" y="181542"/>
                </a:lnTo>
                <a:lnTo>
                  <a:pt x="169833" y="1880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454838" y="5891556"/>
            <a:ext cx="219075" cy="269240"/>
          </a:xfrm>
          <a:custGeom>
            <a:avLst/>
            <a:gdLst/>
            <a:ahLst/>
            <a:cxnLst/>
            <a:rect l="l" t="t" r="r" b="b"/>
            <a:pathLst>
              <a:path w="219075" h="269239">
                <a:moveTo>
                  <a:pt x="218704" y="268895"/>
                </a:moveTo>
                <a:lnTo>
                  <a:pt x="194997" y="268895"/>
                </a:lnTo>
                <a:lnTo>
                  <a:pt x="194997" y="0"/>
                </a:lnTo>
                <a:lnTo>
                  <a:pt x="218704" y="0"/>
                </a:lnTo>
                <a:lnTo>
                  <a:pt x="218704" y="268895"/>
                </a:lnTo>
                <a:close/>
              </a:path>
              <a:path w="219075" h="269239">
                <a:moveTo>
                  <a:pt x="86285" y="145660"/>
                </a:moveTo>
                <a:lnTo>
                  <a:pt x="57102" y="141072"/>
                </a:lnTo>
                <a:lnTo>
                  <a:pt x="34145" y="128174"/>
                </a:lnTo>
                <a:lnTo>
                  <a:pt x="19158" y="108267"/>
                </a:lnTo>
                <a:lnTo>
                  <a:pt x="13882" y="82655"/>
                </a:lnTo>
                <a:lnTo>
                  <a:pt x="19158" y="57042"/>
                </a:lnTo>
                <a:lnTo>
                  <a:pt x="34145" y="37136"/>
                </a:lnTo>
                <a:lnTo>
                  <a:pt x="57102" y="24237"/>
                </a:lnTo>
                <a:lnTo>
                  <a:pt x="86285" y="19649"/>
                </a:lnTo>
                <a:lnTo>
                  <a:pt x="115409" y="24237"/>
                </a:lnTo>
                <a:lnTo>
                  <a:pt x="138265" y="37136"/>
                </a:lnTo>
                <a:lnTo>
                  <a:pt x="140694" y="40366"/>
                </a:lnTo>
                <a:lnTo>
                  <a:pt x="86285" y="40366"/>
                </a:lnTo>
                <a:lnTo>
                  <a:pt x="66506" y="43459"/>
                </a:lnTo>
                <a:lnTo>
                  <a:pt x="50911" y="52139"/>
                </a:lnTo>
                <a:lnTo>
                  <a:pt x="40723" y="65505"/>
                </a:lnTo>
                <a:lnTo>
                  <a:pt x="37162" y="82655"/>
                </a:lnTo>
                <a:lnTo>
                  <a:pt x="40723" y="99804"/>
                </a:lnTo>
                <a:lnTo>
                  <a:pt x="50911" y="113170"/>
                </a:lnTo>
                <a:lnTo>
                  <a:pt x="66506" y="121850"/>
                </a:lnTo>
                <a:lnTo>
                  <a:pt x="86285" y="124943"/>
                </a:lnTo>
                <a:lnTo>
                  <a:pt x="140694" y="124943"/>
                </a:lnTo>
                <a:lnTo>
                  <a:pt x="138265" y="128174"/>
                </a:lnTo>
                <a:lnTo>
                  <a:pt x="115409" y="141072"/>
                </a:lnTo>
                <a:lnTo>
                  <a:pt x="86285" y="145660"/>
                </a:lnTo>
                <a:close/>
              </a:path>
              <a:path w="219075" h="269239">
                <a:moveTo>
                  <a:pt x="140694" y="124943"/>
                </a:moveTo>
                <a:lnTo>
                  <a:pt x="86285" y="124943"/>
                </a:lnTo>
                <a:lnTo>
                  <a:pt x="105945" y="121850"/>
                </a:lnTo>
                <a:lnTo>
                  <a:pt x="121499" y="113170"/>
                </a:lnTo>
                <a:lnTo>
                  <a:pt x="131728" y="99804"/>
                </a:lnTo>
                <a:lnTo>
                  <a:pt x="135409" y="82655"/>
                </a:lnTo>
                <a:lnTo>
                  <a:pt x="131728" y="65505"/>
                </a:lnTo>
                <a:lnTo>
                  <a:pt x="121499" y="52139"/>
                </a:lnTo>
                <a:lnTo>
                  <a:pt x="105945" y="43459"/>
                </a:lnTo>
                <a:lnTo>
                  <a:pt x="86285" y="40366"/>
                </a:lnTo>
                <a:lnTo>
                  <a:pt x="140694" y="40366"/>
                </a:lnTo>
                <a:lnTo>
                  <a:pt x="153232" y="57042"/>
                </a:lnTo>
                <a:lnTo>
                  <a:pt x="158689" y="82655"/>
                </a:lnTo>
                <a:lnTo>
                  <a:pt x="153232" y="108267"/>
                </a:lnTo>
                <a:lnTo>
                  <a:pt x="140694" y="124943"/>
                </a:lnTo>
                <a:close/>
              </a:path>
              <a:path w="219075" h="269239">
                <a:moveTo>
                  <a:pt x="3203" y="209734"/>
                </a:moveTo>
                <a:lnTo>
                  <a:pt x="0" y="189444"/>
                </a:lnTo>
                <a:lnTo>
                  <a:pt x="40252" y="189364"/>
                </a:lnTo>
                <a:lnTo>
                  <a:pt x="84950" y="188323"/>
                </a:lnTo>
                <a:lnTo>
                  <a:pt x="131491" y="185600"/>
                </a:lnTo>
                <a:lnTo>
                  <a:pt x="177270" y="180474"/>
                </a:lnTo>
                <a:lnTo>
                  <a:pt x="179192" y="197987"/>
                </a:lnTo>
                <a:lnTo>
                  <a:pt x="132562" y="204688"/>
                </a:lnTo>
                <a:lnTo>
                  <a:pt x="86312" y="208185"/>
                </a:lnTo>
                <a:lnTo>
                  <a:pt x="42505" y="209520"/>
                </a:lnTo>
                <a:lnTo>
                  <a:pt x="3203" y="2097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802308" y="5891770"/>
            <a:ext cx="226060" cy="262890"/>
          </a:xfrm>
          <a:custGeom>
            <a:avLst/>
            <a:gdLst/>
            <a:ahLst/>
            <a:cxnLst/>
            <a:rect l="l" t="t" r="r" b="b"/>
            <a:pathLst>
              <a:path w="226059" h="262889">
                <a:moveTo>
                  <a:pt x="218277" y="42075"/>
                </a:moveTo>
                <a:lnTo>
                  <a:pt x="194570" y="42075"/>
                </a:lnTo>
                <a:lnTo>
                  <a:pt x="194570" y="0"/>
                </a:lnTo>
                <a:lnTo>
                  <a:pt x="218277" y="0"/>
                </a:lnTo>
                <a:lnTo>
                  <a:pt x="218277" y="42075"/>
                </a:lnTo>
                <a:close/>
              </a:path>
              <a:path w="226059" h="262889">
                <a:moveTo>
                  <a:pt x="69626" y="151213"/>
                </a:moveTo>
                <a:lnTo>
                  <a:pt x="41778" y="146261"/>
                </a:lnTo>
                <a:lnTo>
                  <a:pt x="19675" y="132418"/>
                </a:lnTo>
                <a:lnTo>
                  <a:pt x="5142" y="111207"/>
                </a:lnTo>
                <a:lnTo>
                  <a:pt x="0" y="84150"/>
                </a:lnTo>
                <a:lnTo>
                  <a:pt x="5142" y="57088"/>
                </a:lnTo>
                <a:lnTo>
                  <a:pt x="19675" y="35854"/>
                </a:lnTo>
                <a:lnTo>
                  <a:pt x="41778" y="21948"/>
                </a:lnTo>
                <a:lnTo>
                  <a:pt x="69626" y="16872"/>
                </a:lnTo>
                <a:lnTo>
                  <a:pt x="86105" y="18663"/>
                </a:lnTo>
                <a:lnTo>
                  <a:pt x="101022" y="23667"/>
                </a:lnTo>
                <a:lnTo>
                  <a:pt x="114017" y="31574"/>
                </a:lnTo>
                <a:lnTo>
                  <a:pt x="120590" y="38017"/>
                </a:lnTo>
                <a:lnTo>
                  <a:pt x="69626" y="38017"/>
                </a:lnTo>
                <a:lnTo>
                  <a:pt x="50751" y="41561"/>
                </a:lnTo>
                <a:lnTo>
                  <a:pt x="35881" y="51152"/>
                </a:lnTo>
                <a:lnTo>
                  <a:pt x="26136" y="65708"/>
                </a:lnTo>
                <a:lnTo>
                  <a:pt x="22639" y="84150"/>
                </a:lnTo>
                <a:lnTo>
                  <a:pt x="26136" y="102711"/>
                </a:lnTo>
                <a:lnTo>
                  <a:pt x="35881" y="117308"/>
                </a:lnTo>
                <a:lnTo>
                  <a:pt x="50751" y="126859"/>
                </a:lnTo>
                <a:lnTo>
                  <a:pt x="69626" y="130283"/>
                </a:lnTo>
                <a:lnTo>
                  <a:pt x="120544" y="130283"/>
                </a:lnTo>
                <a:lnTo>
                  <a:pt x="114363" y="136436"/>
                </a:lnTo>
                <a:lnTo>
                  <a:pt x="101303" y="144432"/>
                </a:lnTo>
                <a:lnTo>
                  <a:pt x="86260" y="149465"/>
                </a:lnTo>
                <a:lnTo>
                  <a:pt x="69626" y="151213"/>
                </a:lnTo>
                <a:close/>
              </a:path>
              <a:path w="226059" h="262889">
                <a:moveTo>
                  <a:pt x="120544" y="130283"/>
                </a:moveTo>
                <a:lnTo>
                  <a:pt x="69626" y="130283"/>
                </a:lnTo>
                <a:lnTo>
                  <a:pt x="88074" y="126859"/>
                </a:lnTo>
                <a:lnTo>
                  <a:pt x="102838" y="117308"/>
                </a:lnTo>
                <a:lnTo>
                  <a:pt x="112636" y="102711"/>
                </a:lnTo>
                <a:lnTo>
                  <a:pt x="116186" y="84150"/>
                </a:lnTo>
                <a:lnTo>
                  <a:pt x="112636" y="65708"/>
                </a:lnTo>
                <a:lnTo>
                  <a:pt x="102838" y="51152"/>
                </a:lnTo>
                <a:lnTo>
                  <a:pt x="88074" y="41561"/>
                </a:lnTo>
                <a:lnTo>
                  <a:pt x="69626" y="38017"/>
                </a:lnTo>
                <a:lnTo>
                  <a:pt x="120590" y="38017"/>
                </a:lnTo>
                <a:lnTo>
                  <a:pt x="124730" y="42075"/>
                </a:lnTo>
                <a:lnTo>
                  <a:pt x="218277" y="42075"/>
                </a:lnTo>
                <a:lnTo>
                  <a:pt x="218277" y="61724"/>
                </a:lnTo>
                <a:lnTo>
                  <a:pt x="135408" y="61724"/>
                </a:lnTo>
                <a:lnTo>
                  <a:pt x="137758" y="68665"/>
                </a:lnTo>
                <a:lnTo>
                  <a:pt x="139039" y="76140"/>
                </a:lnTo>
                <a:lnTo>
                  <a:pt x="139039" y="91945"/>
                </a:lnTo>
                <a:lnTo>
                  <a:pt x="137758" y="99314"/>
                </a:lnTo>
                <a:lnTo>
                  <a:pt x="135515" y="106148"/>
                </a:lnTo>
                <a:lnTo>
                  <a:pt x="218277" y="106148"/>
                </a:lnTo>
                <a:lnTo>
                  <a:pt x="218277" y="125797"/>
                </a:lnTo>
                <a:lnTo>
                  <a:pt x="125050" y="125797"/>
                </a:lnTo>
                <a:lnTo>
                  <a:pt x="120544" y="130283"/>
                </a:lnTo>
                <a:close/>
              </a:path>
              <a:path w="226059" h="262889">
                <a:moveTo>
                  <a:pt x="218277" y="106148"/>
                </a:moveTo>
                <a:lnTo>
                  <a:pt x="194570" y="106148"/>
                </a:lnTo>
                <a:lnTo>
                  <a:pt x="194570" y="61724"/>
                </a:lnTo>
                <a:lnTo>
                  <a:pt x="218277" y="61724"/>
                </a:lnTo>
                <a:lnTo>
                  <a:pt x="218277" y="106148"/>
                </a:lnTo>
                <a:close/>
              </a:path>
              <a:path w="226059" h="262889">
                <a:moveTo>
                  <a:pt x="218277" y="198414"/>
                </a:moveTo>
                <a:lnTo>
                  <a:pt x="194570" y="198414"/>
                </a:lnTo>
                <a:lnTo>
                  <a:pt x="194570" y="125797"/>
                </a:lnTo>
                <a:lnTo>
                  <a:pt x="218277" y="125797"/>
                </a:lnTo>
                <a:lnTo>
                  <a:pt x="218277" y="198414"/>
                </a:lnTo>
                <a:close/>
              </a:path>
              <a:path w="226059" h="262889">
                <a:moveTo>
                  <a:pt x="225752" y="262274"/>
                </a:moveTo>
                <a:lnTo>
                  <a:pt x="45919" y="262274"/>
                </a:lnTo>
                <a:lnTo>
                  <a:pt x="45919" y="177697"/>
                </a:lnTo>
                <a:lnTo>
                  <a:pt x="69626" y="177697"/>
                </a:lnTo>
                <a:lnTo>
                  <a:pt x="69626" y="242625"/>
                </a:lnTo>
                <a:lnTo>
                  <a:pt x="225752" y="242625"/>
                </a:lnTo>
                <a:lnTo>
                  <a:pt x="225752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065224" y="5891556"/>
            <a:ext cx="230504" cy="268605"/>
          </a:xfrm>
          <a:custGeom>
            <a:avLst/>
            <a:gdLst/>
            <a:ahLst/>
            <a:cxnLst/>
            <a:rect l="l" t="t" r="r" b="b"/>
            <a:pathLst>
              <a:path w="230504" h="268604">
                <a:moveTo>
                  <a:pt x="230024" y="268468"/>
                </a:moveTo>
                <a:lnTo>
                  <a:pt x="207385" y="268468"/>
                </a:lnTo>
                <a:lnTo>
                  <a:pt x="207385" y="0"/>
                </a:lnTo>
                <a:lnTo>
                  <a:pt x="230024" y="0"/>
                </a:lnTo>
                <a:lnTo>
                  <a:pt x="230024" y="268468"/>
                </a:lnTo>
                <a:close/>
              </a:path>
              <a:path w="230504" h="268604">
                <a:moveTo>
                  <a:pt x="175775" y="74752"/>
                </a:moveTo>
                <a:lnTo>
                  <a:pt x="152922" y="74752"/>
                </a:lnTo>
                <a:lnTo>
                  <a:pt x="152922" y="7261"/>
                </a:lnTo>
                <a:lnTo>
                  <a:pt x="175775" y="7261"/>
                </a:lnTo>
                <a:lnTo>
                  <a:pt x="175775" y="74752"/>
                </a:lnTo>
                <a:close/>
              </a:path>
              <a:path w="230504" h="268604">
                <a:moveTo>
                  <a:pt x="14309" y="210375"/>
                </a:moveTo>
                <a:lnTo>
                  <a:pt x="0" y="193288"/>
                </a:lnTo>
                <a:lnTo>
                  <a:pt x="38354" y="164832"/>
                </a:lnTo>
                <a:lnTo>
                  <a:pt x="66236" y="131751"/>
                </a:lnTo>
                <a:lnTo>
                  <a:pt x="84066" y="94625"/>
                </a:lnTo>
                <a:lnTo>
                  <a:pt x="92266" y="54035"/>
                </a:lnTo>
                <a:lnTo>
                  <a:pt x="11960" y="54035"/>
                </a:lnTo>
                <a:lnTo>
                  <a:pt x="11960" y="34172"/>
                </a:lnTo>
                <a:lnTo>
                  <a:pt x="115759" y="34172"/>
                </a:lnTo>
                <a:lnTo>
                  <a:pt x="115537" y="44462"/>
                </a:lnTo>
                <a:lnTo>
                  <a:pt x="114865" y="54662"/>
                </a:lnTo>
                <a:lnTo>
                  <a:pt x="113732" y="64762"/>
                </a:lnTo>
                <a:lnTo>
                  <a:pt x="112128" y="74752"/>
                </a:lnTo>
                <a:lnTo>
                  <a:pt x="175775" y="74752"/>
                </a:lnTo>
                <a:lnTo>
                  <a:pt x="175775" y="94401"/>
                </a:lnTo>
                <a:lnTo>
                  <a:pt x="107536" y="94401"/>
                </a:lnTo>
                <a:lnTo>
                  <a:pt x="94562" y="127449"/>
                </a:lnTo>
                <a:lnTo>
                  <a:pt x="75019" y="158075"/>
                </a:lnTo>
                <a:lnTo>
                  <a:pt x="48429" y="185856"/>
                </a:lnTo>
                <a:lnTo>
                  <a:pt x="14309" y="210375"/>
                </a:lnTo>
                <a:close/>
              </a:path>
              <a:path w="230504" h="268604">
                <a:moveTo>
                  <a:pt x="175775" y="254799"/>
                </a:moveTo>
                <a:lnTo>
                  <a:pt x="152922" y="254799"/>
                </a:lnTo>
                <a:lnTo>
                  <a:pt x="152922" y="161679"/>
                </a:lnTo>
                <a:lnTo>
                  <a:pt x="103158" y="161679"/>
                </a:lnTo>
                <a:lnTo>
                  <a:pt x="103158" y="142029"/>
                </a:lnTo>
                <a:lnTo>
                  <a:pt x="152922" y="142029"/>
                </a:lnTo>
                <a:lnTo>
                  <a:pt x="152922" y="94401"/>
                </a:lnTo>
                <a:lnTo>
                  <a:pt x="175775" y="94401"/>
                </a:lnTo>
                <a:lnTo>
                  <a:pt x="175775" y="254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410377" y="5916972"/>
            <a:ext cx="245829" cy="2084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711095" y="5901690"/>
            <a:ext cx="23495" cy="71120"/>
          </a:xfrm>
          <a:custGeom>
            <a:avLst/>
            <a:gdLst/>
            <a:ahLst/>
            <a:cxnLst/>
            <a:rect l="l" t="t" r="r" b="b"/>
            <a:pathLst>
              <a:path w="23495" h="71120">
                <a:moveTo>
                  <a:pt x="0" y="0"/>
                </a:moveTo>
                <a:lnTo>
                  <a:pt x="23493" y="0"/>
                </a:lnTo>
                <a:lnTo>
                  <a:pt x="23493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711095" y="5972809"/>
            <a:ext cx="184150" cy="19050"/>
          </a:xfrm>
          <a:custGeom>
            <a:avLst/>
            <a:gdLst/>
            <a:ahLst/>
            <a:cxnLst/>
            <a:rect l="l" t="t" r="r" b="b"/>
            <a:pathLst>
              <a:path w="184150" h="19050">
                <a:moveTo>
                  <a:pt x="0" y="0"/>
                </a:moveTo>
                <a:lnTo>
                  <a:pt x="183677" y="0"/>
                </a:lnTo>
                <a:lnTo>
                  <a:pt x="18367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677350" y="6028674"/>
            <a:ext cx="246379" cy="19685"/>
          </a:xfrm>
          <a:custGeom>
            <a:avLst/>
            <a:gdLst/>
            <a:ahLst/>
            <a:cxnLst/>
            <a:rect l="l" t="t" r="r" b="b"/>
            <a:pathLst>
              <a:path w="246379" h="19685">
                <a:moveTo>
                  <a:pt x="245829" y="19222"/>
                </a:moveTo>
                <a:lnTo>
                  <a:pt x="0" y="19222"/>
                </a:lnTo>
                <a:lnTo>
                  <a:pt x="0" y="0"/>
                </a:lnTo>
                <a:lnTo>
                  <a:pt x="245829" y="0"/>
                </a:lnTo>
                <a:lnTo>
                  <a:pt x="245829" y="192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709387" y="6075679"/>
            <a:ext cx="23495" cy="58419"/>
          </a:xfrm>
          <a:custGeom>
            <a:avLst/>
            <a:gdLst/>
            <a:ahLst/>
            <a:cxnLst/>
            <a:rect l="l" t="t" r="r" b="b"/>
            <a:pathLst>
              <a:path w="23495" h="58420">
                <a:moveTo>
                  <a:pt x="0" y="0"/>
                </a:moveTo>
                <a:lnTo>
                  <a:pt x="23493" y="0"/>
                </a:lnTo>
                <a:lnTo>
                  <a:pt x="23493" y="58420"/>
                </a:lnTo>
                <a:lnTo>
                  <a:pt x="0" y="584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709387" y="6134100"/>
            <a:ext cx="187325" cy="19050"/>
          </a:xfrm>
          <a:custGeom>
            <a:avLst/>
            <a:gdLst/>
            <a:ahLst/>
            <a:cxnLst/>
            <a:rect l="l" t="t" r="r" b="b"/>
            <a:pathLst>
              <a:path w="187325" h="19050">
                <a:moveTo>
                  <a:pt x="0" y="0"/>
                </a:moveTo>
                <a:lnTo>
                  <a:pt x="187095" y="0"/>
                </a:lnTo>
                <a:lnTo>
                  <a:pt x="18709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8022571" y="5890274"/>
            <a:ext cx="245110" cy="269240"/>
          </a:xfrm>
          <a:custGeom>
            <a:avLst/>
            <a:gdLst/>
            <a:ahLst/>
            <a:cxnLst/>
            <a:rect l="l" t="t" r="r" b="b"/>
            <a:pathLst>
              <a:path w="245109" h="269239">
                <a:moveTo>
                  <a:pt x="133913" y="27765"/>
                </a:moveTo>
                <a:lnTo>
                  <a:pt x="110633" y="27765"/>
                </a:lnTo>
                <a:lnTo>
                  <a:pt x="110633" y="0"/>
                </a:lnTo>
                <a:lnTo>
                  <a:pt x="133913" y="0"/>
                </a:lnTo>
                <a:lnTo>
                  <a:pt x="133913" y="27765"/>
                </a:lnTo>
                <a:close/>
              </a:path>
              <a:path w="245109" h="269239">
                <a:moveTo>
                  <a:pt x="219772" y="46773"/>
                </a:moveTo>
                <a:lnTo>
                  <a:pt x="25202" y="46773"/>
                </a:lnTo>
                <a:lnTo>
                  <a:pt x="25202" y="27765"/>
                </a:lnTo>
                <a:lnTo>
                  <a:pt x="219772" y="27765"/>
                </a:lnTo>
                <a:lnTo>
                  <a:pt x="219772" y="46773"/>
                </a:lnTo>
                <a:close/>
              </a:path>
              <a:path w="245109" h="269239">
                <a:moveTo>
                  <a:pt x="22212" y="121312"/>
                </a:moveTo>
                <a:lnTo>
                  <a:pt x="14523" y="103158"/>
                </a:lnTo>
                <a:lnTo>
                  <a:pt x="50287" y="96540"/>
                </a:lnTo>
                <a:lnTo>
                  <a:pt x="80065" y="84577"/>
                </a:lnTo>
                <a:lnTo>
                  <a:pt x="100752" y="67807"/>
                </a:lnTo>
                <a:lnTo>
                  <a:pt x="109245" y="46773"/>
                </a:lnTo>
                <a:lnTo>
                  <a:pt x="135195" y="46773"/>
                </a:lnTo>
                <a:lnTo>
                  <a:pt x="143600" y="67807"/>
                </a:lnTo>
                <a:lnTo>
                  <a:pt x="150041" y="73043"/>
                </a:lnTo>
                <a:lnTo>
                  <a:pt x="122273" y="73043"/>
                </a:lnTo>
                <a:lnTo>
                  <a:pt x="105948" y="91458"/>
                </a:lnTo>
                <a:lnTo>
                  <a:pt x="82655" y="105668"/>
                </a:lnTo>
                <a:lnTo>
                  <a:pt x="54155" y="115632"/>
                </a:lnTo>
                <a:lnTo>
                  <a:pt x="22212" y="121312"/>
                </a:lnTo>
                <a:close/>
              </a:path>
              <a:path w="245109" h="269239">
                <a:moveTo>
                  <a:pt x="222335" y="121312"/>
                </a:moveTo>
                <a:lnTo>
                  <a:pt x="190227" y="115632"/>
                </a:lnTo>
                <a:lnTo>
                  <a:pt x="161692" y="105668"/>
                </a:lnTo>
                <a:lnTo>
                  <a:pt x="138464" y="91458"/>
                </a:lnTo>
                <a:lnTo>
                  <a:pt x="122273" y="73043"/>
                </a:lnTo>
                <a:lnTo>
                  <a:pt x="150041" y="73043"/>
                </a:lnTo>
                <a:lnTo>
                  <a:pt x="164228" y="84577"/>
                </a:lnTo>
                <a:lnTo>
                  <a:pt x="194048" y="96540"/>
                </a:lnTo>
                <a:lnTo>
                  <a:pt x="230024" y="103158"/>
                </a:lnTo>
                <a:lnTo>
                  <a:pt x="222335" y="121312"/>
                </a:lnTo>
                <a:close/>
              </a:path>
              <a:path w="245109" h="269239">
                <a:moveTo>
                  <a:pt x="244761" y="155698"/>
                </a:moveTo>
                <a:lnTo>
                  <a:pt x="0" y="155698"/>
                </a:lnTo>
                <a:lnTo>
                  <a:pt x="0" y="136476"/>
                </a:lnTo>
                <a:lnTo>
                  <a:pt x="244761" y="136476"/>
                </a:lnTo>
                <a:lnTo>
                  <a:pt x="244761" y="155698"/>
                </a:lnTo>
                <a:close/>
              </a:path>
              <a:path w="245109" h="269239">
                <a:moveTo>
                  <a:pt x="133913" y="186454"/>
                </a:moveTo>
                <a:lnTo>
                  <a:pt x="110633" y="186454"/>
                </a:lnTo>
                <a:lnTo>
                  <a:pt x="110633" y="155698"/>
                </a:lnTo>
                <a:lnTo>
                  <a:pt x="133913" y="155698"/>
                </a:lnTo>
                <a:lnTo>
                  <a:pt x="133913" y="186454"/>
                </a:lnTo>
                <a:close/>
              </a:path>
              <a:path w="245109" h="269239">
                <a:moveTo>
                  <a:pt x="214433" y="268895"/>
                </a:moveTo>
                <a:lnTo>
                  <a:pt x="190512" y="268895"/>
                </a:lnTo>
                <a:lnTo>
                  <a:pt x="190512" y="205890"/>
                </a:lnTo>
                <a:lnTo>
                  <a:pt x="27124" y="205890"/>
                </a:lnTo>
                <a:lnTo>
                  <a:pt x="27124" y="186454"/>
                </a:lnTo>
                <a:lnTo>
                  <a:pt x="214433" y="186454"/>
                </a:lnTo>
                <a:lnTo>
                  <a:pt x="214433" y="268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8288904" y="5891343"/>
            <a:ext cx="251460" cy="262890"/>
          </a:xfrm>
          <a:custGeom>
            <a:avLst/>
            <a:gdLst/>
            <a:ahLst/>
            <a:cxnLst/>
            <a:rect l="l" t="t" r="r" b="b"/>
            <a:pathLst>
              <a:path w="251459" h="262889">
                <a:moveTo>
                  <a:pt x="211015" y="198628"/>
                </a:moveTo>
                <a:lnTo>
                  <a:pt x="187308" y="198628"/>
                </a:lnTo>
                <a:lnTo>
                  <a:pt x="187308" y="0"/>
                </a:lnTo>
                <a:lnTo>
                  <a:pt x="211015" y="0"/>
                </a:lnTo>
                <a:lnTo>
                  <a:pt x="211015" y="82441"/>
                </a:lnTo>
                <a:lnTo>
                  <a:pt x="251382" y="82441"/>
                </a:lnTo>
                <a:lnTo>
                  <a:pt x="251382" y="102731"/>
                </a:lnTo>
                <a:lnTo>
                  <a:pt x="211015" y="102731"/>
                </a:lnTo>
                <a:lnTo>
                  <a:pt x="211015" y="198628"/>
                </a:lnTo>
                <a:close/>
              </a:path>
              <a:path w="251459" h="262889">
                <a:moveTo>
                  <a:pt x="13241" y="161252"/>
                </a:moveTo>
                <a:lnTo>
                  <a:pt x="0" y="142457"/>
                </a:lnTo>
                <a:lnTo>
                  <a:pt x="27915" y="127736"/>
                </a:lnTo>
                <a:lnTo>
                  <a:pt x="49363" y="106388"/>
                </a:lnTo>
                <a:lnTo>
                  <a:pt x="63162" y="79955"/>
                </a:lnTo>
                <a:lnTo>
                  <a:pt x="68131" y="49977"/>
                </a:lnTo>
                <a:lnTo>
                  <a:pt x="68131" y="16659"/>
                </a:lnTo>
                <a:lnTo>
                  <a:pt x="91411" y="16659"/>
                </a:lnTo>
                <a:lnTo>
                  <a:pt x="91411" y="50831"/>
                </a:lnTo>
                <a:lnTo>
                  <a:pt x="96277" y="77746"/>
                </a:lnTo>
                <a:lnTo>
                  <a:pt x="104843" y="92693"/>
                </a:lnTo>
                <a:lnTo>
                  <a:pt x="80519" y="92693"/>
                </a:lnTo>
                <a:lnTo>
                  <a:pt x="69631" y="115179"/>
                </a:lnTo>
                <a:lnTo>
                  <a:pt x="54449" y="134421"/>
                </a:lnTo>
                <a:lnTo>
                  <a:pt x="35482" y="149939"/>
                </a:lnTo>
                <a:lnTo>
                  <a:pt x="13241" y="161252"/>
                </a:lnTo>
                <a:close/>
              </a:path>
              <a:path w="251459" h="262889">
                <a:moveTo>
                  <a:pt x="146515" y="154631"/>
                </a:moveTo>
                <a:lnTo>
                  <a:pt x="125090" y="144292"/>
                </a:lnTo>
                <a:lnTo>
                  <a:pt x="106629" y="130149"/>
                </a:lnTo>
                <a:lnTo>
                  <a:pt x="91611" y="112762"/>
                </a:lnTo>
                <a:lnTo>
                  <a:pt x="80519" y="92693"/>
                </a:lnTo>
                <a:lnTo>
                  <a:pt x="104843" y="92693"/>
                </a:lnTo>
                <a:lnTo>
                  <a:pt x="110153" y="101957"/>
                </a:lnTo>
                <a:lnTo>
                  <a:pt x="131477" y="121803"/>
                </a:lnTo>
                <a:lnTo>
                  <a:pt x="158689" y="135622"/>
                </a:lnTo>
                <a:lnTo>
                  <a:pt x="146515" y="154631"/>
                </a:lnTo>
                <a:close/>
              </a:path>
              <a:path w="251459" h="262889">
                <a:moveTo>
                  <a:pt x="223403" y="262702"/>
                </a:moveTo>
                <a:lnTo>
                  <a:pt x="43356" y="262702"/>
                </a:lnTo>
                <a:lnTo>
                  <a:pt x="43356" y="179406"/>
                </a:lnTo>
                <a:lnTo>
                  <a:pt x="67490" y="179406"/>
                </a:lnTo>
                <a:lnTo>
                  <a:pt x="67490" y="243052"/>
                </a:lnTo>
                <a:lnTo>
                  <a:pt x="223403" y="243052"/>
                </a:lnTo>
                <a:lnTo>
                  <a:pt x="223403" y="2627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8663813" y="5914390"/>
            <a:ext cx="186690" cy="19050"/>
          </a:xfrm>
          <a:custGeom>
            <a:avLst/>
            <a:gdLst/>
            <a:ahLst/>
            <a:cxnLst/>
            <a:rect l="l" t="t" r="r" b="b"/>
            <a:pathLst>
              <a:path w="186690" h="19050">
                <a:moveTo>
                  <a:pt x="0" y="0"/>
                </a:moveTo>
                <a:lnTo>
                  <a:pt x="186240" y="0"/>
                </a:lnTo>
                <a:lnTo>
                  <a:pt x="18624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8663813" y="5933440"/>
            <a:ext cx="23495" cy="87630"/>
          </a:xfrm>
          <a:custGeom>
            <a:avLst/>
            <a:gdLst/>
            <a:ahLst/>
            <a:cxnLst/>
            <a:rect l="l" t="t" r="r" b="b"/>
            <a:pathLst>
              <a:path w="23495" h="87629">
                <a:moveTo>
                  <a:pt x="0" y="0"/>
                </a:moveTo>
                <a:lnTo>
                  <a:pt x="23066" y="0"/>
                </a:lnTo>
                <a:lnTo>
                  <a:pt x="23066" y="87630"/>
                </a:lnTo>
                <a:lnTo>
                  <a:pt x="0" y="876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8663813" y="6021070"/>
            <a:ext cx="186690" cy="19050"/>
          </a:xfrm>
          <a:custGeom>
            <a:avLst/>
            <a:gdLst/>
            <a:ahLst/>
            <a:cxnLst/>
            <a:rect l="l" t="t" r="r" b="b"/>
            <a:pathLst>
              <a:path w="186690" h="19050">
                <a:moveTo>
                  <a:pt x="0" y="0"/>
                </a:moveTo>
                <a:lnTo>
                  <a:pt x="186240" y="0"/>
                </a:lnTo>
                <a:lnTo>
                  <a:pt x="18624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826987" y="5933204"/>
            <a:ext cx="23495" cy="88265"/>
          </a:xfrm>
          <a:custGeom>
            <a:avLst/>
            <a:gdLst/>
            <a:ahLst/>
            <a:cxnLst/>
            <a:rect l="l" t="t" r="r" b="b"/>
            <a:pathLst>
              <a:path w="23495" h="88264">
                <a:moveTo>
                  <a:pt x="23066" y="87780"/>
                </a:moveTo>
                <a:lnTo>
                  <a:pt x="0" y="87780"/>
                </a:lnTo>
                <a:lnTo>
                  <a:pt x="0" y="0"/>
                </a:lnTo>
                <a:lnTo>
                  <a:pt x="23066" y="0"/>
                </a:lnTo>
                <a:lnTo>
                  <a:pt x="23066" y="87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8745186" y="6039993"/>
            <a:ext cx="23495" cy="66040"/>
          </a:xfrm>
          <a:custGeom>
            <a:avLst/>
            <a:gdLst/>
            <a:ahLst/>
            <a:cxnLst/>
            <a:rect l="l" t="t" r="r" b="b"/>
            <a:pathLst>
              <a:path w="23495" h="66039">
                <a:moveTo>
                  <a:pt x="23493" y="65568"/>
                </a:moveTo>
                <a:lnTo>
                  <a:pt x="0" y="65568"/>
                </a:lnTo>
                <a:lnTo>
                  <a:pt x="0" y="0"/>
                </a:lnTo>
                <a:lnTo>
                  <a:pt x="23493" y="0"/>
                </a:lnTo>
                <a:lnTo>
                  <a:pt x="23493" y="655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634766" y="6105562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79" h="20320">
                <a:moveTo>
                  <a:pt x="245829" y="19862"/>
                </a:moveTo>
                <a:lnTo>
                  <a:pt x="0" y="19862"/>
                </a:lnTo>
                <a:lnTo>
                  <a:pt x="0" y="0"/>
                </a:lnTo>
                <a:lnTo>
                  <a:pt x="245829" y="0"/>
                </a:lnTo>
                <a:lnTo>
                  <a:pt x="245829" y="19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432876" y="6333490"/>
            <a:ext cx="180340" cy="20320"/>
          </a:xfrm>
          <a:custGeom>
            <a:avLst/>
            <a:gdLst/>
            <a:ahLst/>
            <a:cxnLst/>
            <a:rect l="l" t="t" r="r" b="b"/>
            <a:pathLst>
              <a:path w="180340" h="20320">
                <a:moveTo>
                  <a:pt x="0" y="0"/>
                </a:moveTo>
                <a:lnTo>
                  <a:pt x="180260" y="0"/>
                </a:lnTo>
                <a:lnTo>
                  <a:pt x="180260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432876" y="6353809"/>
            <a:ext cx="24130" cy="41910"/>
          </a:xfrm>
          <a:custGeom>
            <a:avLst/>
            <a:gdLst/>
            <a:ahLst/>
            <a:cxnLst/>
            <a:rect l="l" t="t" r="r" b="b"/>
            <a:pathLst>
              <a:path w="24130" h="41910">
                <a:moveTo>
                  <a:pt x="0" y="0"/>
                </a:moveTo>
                <a:lnTo>
                  <a:pt x="23707" y="0"/>
                </a:lnTo>
                <a:lnTo>
                  <a:pt x="23707" y="41910"/>
                </a:lnTo>
                <a:lnTo>
                  <a:pt x="0" y="419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432876" y="6395720"/>
            <a:ext cx="183515" cy="19050"/>
          </a:xfrm>
          <a:custGeom>
            <a:avLst/>
            <a:gdLst/>
            <a:ahLst/>
            <a:cxnLst/>
            <a:rect l="l" t="t" r="r" b="b"/>
            <a:pathLst>
              <a:path w="183515" h="19050">
                <a:moveTo>
                  <a:pt x="0" y="0"/>
                </a:moveTo>
                <a:lnTo>
                  <a:pt x="183037" y="0"/>
                </a:lnTo>
                <a:lnTo>
                  <a:pt x="18303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400198" y="6436769"/>
            <a:ext cx="245110" cy="19685"/>
          </a:xfrm>
          <a:custGeom>
            <a:avLst/>
            <a:gdLst/>
            <a:ahLst/>
            <a:cxnLst/>
            <a:rect l="l" t="t" r="r" b="b"/>
            <a:pathLst>
              <a:path w="245110" h="19685">
                <a:moveTo>
                  <a:pt x="244761" y="19222"/>
                </a:moveTo>
                <a:lnTo>
                  <a:pt x="0" y="19222"/>
                </a:lnTo>
                <a:lnTo>
                  <a:pt x="0" y="0"/>
                </a:lnTo>
                <a:lnTo>
                  <a:pt x="244761" y="0"/>
                </a:lnTo>
                <a:lnTo>
                  <a:pt x="244761" y="192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467475" y="6455991"/>
            <a:ext cx="23495" cy="27940"/>
          </a:xfrm>
          <a:custGeom>
            <a:avLst/>
            <a:gdLst/>
            <a:ahLst/>
            <a:cxnLst/>
            <a:rect l="l" t="t" r="r" b="b"/>
            <a:pathLst>
              <a:path w="23494" h="27939">
                <a:moveTo>
                  <a:pt x="23493" y="27765"/>
                </a:moveTo>
                <a:lnTo>
                  <a:pt x="0" y="27765"/>
                </a:lnTo>
                <a:lnTo>
                  <a:pt x="0" y="0"/>
                </a:lnTo>
                <a:lnTo>
                  <a:pt x="23493" y="0"/>
                </a:lnTo>
                <a:lnTo>
                  <a:pt x="23493" y="27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556110" y="6455991"/>
            <a:ext cx="23495" cy="27940"/>
          </a:xfrm>
          <a:custGeom>
            <a:avLst/>
            <a:gdLst/>
            <a:ahLst/>
            <a:cxnLst/>
            <a:rect l="l" t="t" r="r" b="b"/>
            <a:pathLst>
              <a:path w="23494" h="27939">
                <a:moveTo>
                  <a:pt x="23493" y="27765"/>
                </a:moveTo>
                <a:lnTo>
                  <a:pt x="0" y="27765"/>
                </a:lnTo>
                <a:lnTo>
                  <a:pt x="0" y="0"/>
                </a:lnTo>
                <a:lnTo>
                  <a:pt x="23493" y="0"/>
                </a:lnTo>
                <a:lnTo>
                  <a:pt x="23493" y="27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429885" y="6483350"/>
            <a:ext cx="183515" cy="19050"/>
          </a:xfrm>
          <a:custGeom>
            <a:avLst/>
            <a:gdLst/>
            <a:ahLst/>
            <a:cxnLst/>
            <a:rect l="l" t="t" r="r" b="b"/>
            <a:pathLst>
              <a:path w="183515" h="19050">
                <a:moveTo>
                  <a:pt x="0" y="0"/>
                </a:moveTo>
                <a:lnTo>
                  <a:pt x="183464" y="0"/>
                </a:lnTo>
                <a:lnTo>
                  <a:pt x="18346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590069" y="6502400"/>
            <a:ext cx="23495" cy="24130"/>
          </a:xfrm>
          <a:custGeom>
            <a:avLst/>
            <a:gdLst/>
            <a:ahLst/>
            <a:cxnLst/>
            <a:rect l="l" t="t" r="r" b="b"/>
            <a:pathLst>
              <a:path w="23494" h="24129">
                <a:moveTo>
                  <a:pt x="0" y="0"/>
                </a:moveTo>
                <a:lnTo>
                  <a:pt x="23280" y="0"/>
                </a:lnTo>
                <a:lnTo>
                  <a:pt x="23280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430526" y="6526530"/>
            <a:ext cx="182880" cy="16510"/>
          </a:xfrm>
          <a:custGeom>
            <a:avLst/>
            <a:gdLst/>
            <a:ahLst/>
            <a:cxnLst/>
            <a:rect l="l" t="t" r="r" b="b"/>
            <a:pathLst>
              <a:path w="182880" h="16509">
                <a:moveTo>
                  <a:pt x="0" y="0"/>
                </a:moveTo>
                <a:lnTo>
                  <a:pt x="182823" y="0"/>
                </a:lnTo>
                <a:lnTo>
                  <a:pt x="182823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430526" y="6543040"/>
            <a:ext cx="23495" cy="27940"/>
          </a:xfrm>
          <a:custGeom>
            <a:avLst/>
            <a:gdLst/>
            <a:ahLst/>
            <a:cxnLst/>
            <a:rect l="l" t="t" r="r" b="b"/>
            <a:pathLst>
              <a:path w="23494" h="27940">
                <a:moveTo>
                  <a:pt x="0" y="0"/>
                </a:moveTo>
                <a:lnTo>
                  <a:pt x="23280" y="0"/>
                </a:lnTo>
                <a:lnTo>
                  <a:pt x="23280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430526" y="6570980"/>
            <a:ext cx="191135" cy="19050"/>
          </a:xfrm>
          <a:custGeom>
            <a:avLst/>
            <a:gdLst/>
            <a:ahLst/>
            <a:cxnLst/>
            <a:rect l="l" t="t" r="r" b="b"/>
            <a:pathLst>
              <a:path w="191134" h="19050">
                <a:moveTo>
                  <a:pt x="0" y="0"/>
                </a:moveTo>
                <a:lnTo>
                  <a:pt x="190939" y="0"/>
                </a:lnTo>
                <a:lnTo>
                  <a:pt x="19093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741725" y="6324427"/>
            <a:ext cx="233045" cy="268605"/>
          </a:xfrm>
          <a:custGeom>
            <a:avLst/>
            <a:gdLst/>
            <a:ahLst/>
            <a:cxnLst/>
            <a:rect l="l" t="t" r="r" b="b"/>
            <a:pathLst>
              <a:path w="233044" h="268604">
                <a:moveTo>
                  <a:pt x="232587" y="268468"/>
                </a:moveTo>
                <a:lnTo>
                  <a:pt x="209948" y="268468"/>
                </a:lnTo>
                <a:lnTo>
                  <a:pt x="209948" y="0"/>
                </a:lnTo>
                <a:lnTo>
                  <a:pt x="232587" y="0"/>
                </a:lnTo>
                <a:lnTo>
                  <a:pt x="232587" y="268468"/>
                </a:lnTo>
                <a:close/>
              </a:path>
              <a:path w="233044" h="268604">
                <a:moveTo>
                  <a:pt x="178338" y="254372"/>
                </a:moveTo>
                <a:lnTo>
                  <a:pt x="155912" y="254372"/>
                </a:lnTo>
                <a:lnTo>
                  <a:pt x="155912" y="116186"/>
                </a:lnTo>
                <a:lnTo>
                  <a:pt x="110633" y="116186"/>
                </a:lnTo>
                <a:lnTo>
                  <a:pt x="110633" y="96751"/>
                </a:lnTo>
                <a:lnTo>
                  <a:pt x="155912" y="96751"/>
                </a:lnTo>
                <a:lnTo>
                  <a:pt x="155912" y="6407"/>
                </a:lnTo>
                <a:lnTo>
                  <a:pt x="178338" y="6407"/>
                </a:lnTo>
                <a:lnTo>
                  <a:pt x="178338" y="254372"/>
                </a:lnTo>
                <a:close/>
              </a:path>
              <a:path w="233044" h="268604">
                <a:moveTo>
                  <a:pt x="131137" y="51258"/>
                </a:moveTo>
                <a:lnTo>
                  <a:pt x="7261" y="51258"/>
                </a:lnTo>
                <a:lnTo>
                  <a:pt x="7261" y="31609"/>
                </a:lnTo>
                <a:lnTo>
                  <a:pt x="131137" y="31609"/>
                </a:lnTo>
                <a:lnTo>
                  <a:pt x="131137" y="51258"/>
                </a:lnTo>
                <a:close/>
              </a:path>
              <a:path w="233044" h="268604">
                <a:moveTo>
                  <a:pt x="14950" y="214646"/>
                </a:moveTo>
                <a:lnTo>
                  <a:pt x="0" y="196919"/>
                </a:lnTo>
                <a:lnTo>
                  <a:pt x="25012" y="175515"/>
                </a:lnTo>
                <a:lnTo>
                  <a:pt x="43596" y="146621"/>
                </a:lnTo>
                <a:lnTo>
                  <a:pt x="55173" y="112762"/>
                </a:lnTo>
                <a:lnTo>
                  <a:pt x="59161" y="76461"/>
                </a:lnTo>
                <a:lnTo>
                  <a:pt x="59161" y="51258"/>
                </a:lnTo>
                <a:lnTo>
                  <a:pt x="82014" y="51258"/>
                </a:lnTo>
                <a:lnTo>
                  <a:pt x="82014" y="76461"/>
                </a:lnTo>
                <a:lnTo>
                  <a:pt x="85862" y="110954"/>
                </a:lnTo>
                <a:lnTo>
                  <a:pt x="92293" y="129322"/>
                </a:lnTo>
                <a:lnTo>
                  <a:pt x="70908" y="129322"/>
                </a:lnTo>
                <a:lnTo>
                  <a:pt x="61894" y="155869"/>
                </a:lnTo>
                <a:lnTo>
                  <a:pt x="49416" y="179513"/>
                </a:lnTo>
                <a:lnTo>
                  <a:pt x="33695" y="199392"/>
                </a:lnTo>
                <a:lnTo>
                  <a:pt x="14950" y="214646"/>
                </a:lnTo>
                <a:close/>
              </a:path>
              <a:path w="233044" h="268604">
                <a:moveTo>
                  <a:pt x="125584" y="208239"/>
                </a:moveTo>
                <a:lnTo>
                  <a:pt x="107249" y="194046"/>
                </a:lnTo>
                <a:lnTo>
                  <a:pt x="91919" y="175668"/>
                </a:lnTo>
                <a:lnTo>
                  <a:pt x="79751" y="153846"/>
                </a:lnTo>
                <a:lnTo>
                  <a:pt x="70908" y="129322"/>
                </a:lnTo>
                <a:lnTo>
                  <a:pt x="92293" y="129322"/>
                </a:lnTo>
                <a:lnTo>
                  <a:pt x="97098" y="143044"/>
                </a:lnTo>
                <a:lnTo>
                  <a:pt x="115262" y="170409"/>
                </a:lnTo>
                <a:lnTo>
                  <a:pt x="139894" y="190725"/>
                </a:lnTo>
                <a:lnTo>
                  <a:pt x="125584" y="208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017456" y="6324213"/>
            <a:ext cx="245745" cy="262890"/>
          </a:xfrm>
          <a:custGeom>
            <a:avLst/>
            <a:gdLst/>
            <a:ahLst/>
            <a:cxnLst/>
            <a:rect l="l" t="t" r="r" b="b"/>
            <a:pathLst>
              <a:path w="245744" h="262890">
                <a:moveTo>
                  <a:pt x="204822" y="198201"/>
                </a:moveTo>
                <a:lnTo>
                  <a:pt x="181114" y="198201"/>
                </a:lnTo>
                <a:lnTo>
                  <a:pt x="181114" y="0"/>
                </a:lnTo>
                <a:lnTo>
                  <a:pt x="204822" y="0"/>
                </a:lnTo>
                <a:lnTo>
                  <a:pt x="204822" y="81800"/>
                </a:lnTo>
                <a:lnTo>
                  <a:pt x="245188" y="81800"/>
                </a:lnTo>
                <a:lnTo>
                  <a:pt x="245188" y="101877"/>
                </a:lnTo>
                <a:lnTo>
                  <a:pt x="204822" y="101877"/>
                </a:lnTo>
                <a:lnTo>
                  <a:pt x="204822" y="198201"/>
                </a:lnTo>
                <a:close/>
              </a:path>
              <a:path w="245744" h="262890">
                <a:moveTo>
                  <a:pt x="70481" y="151427"/>
                </a:moveTo>
                <a:lnTo>
                  <a:pt x="42498" y="146548"/>
                </a:lnTo>
                <a:lnTo>
                  <a:pt x="20103" y="132899"/>
                </a:lnTo>
                <a:lnTo>
                  <a:pt x="5276" y="111962"/>
                </a:lnTo>
                <a:lnTo>
                  <a:pt x="0" y="85217"/>
                </a:lnTo>
                <a:lnTo>
                  <a:pt x="5276" y="58507"/>
                </a:lnTo>
                <a:lnTo>
                  <a:pt x="20103" y="37643"/>
                </a:lnTo>
                <a:lnTo>
                  <a:pt x="42498" y="24067"/>
                </a:lnTo>
                <a:lnTo>
                  <a:pt x="70481" y="19222"/>
                </a:lnTo>
                <a:lnTo>
                  <a:pt x="98403" y="24067"/>
                </a:lnTo>
                <a:lnTo>
                  <a:pt x="120698" y="37643"/>
                </a:lnTo>
                <a:lnTo>
                  <a:pt x="122328" y="39939"/>
                </a:lnTo>
                <a:lnTo>
                  <a:pt x="70481" y="39939"/>
                </a:lnTo>
                <a:lnTo>
                  <a:pt x="51812" y="43289"/>
                </a:lnTo>
                <a:lnTo>
                  <a:pt x="36788" y="52647"/>
                </a:lnTo>
                <a:lnTo>
                  <a:pt x="26810" y="66970"/>
                </a:lnTo>
                <a:lnTo>
                  <a:pt x="23280" y="85217"/>
                </a:lnTo>
                <a:lnTo>
                  <a:pt x="26810" y="103465"/>
                </a:lnTo>
                <a:lnTo>
                  <a:pt x="36788" y="117788"/>
                </a:lnTo>
                <a:lnTo>
                  <a:pt x="51812" y="127146"/>
                </a:lnTo>
                <a:lnTo>
                  <a:pt x="70481" y="130496"/>
                </a:lnTo>
                <a:lnTo>
                  <a:pt x="122398" y="130496"/>
                </a:lnTo>
                <a:lnTo>
                  <a:pt x="120698" y="132899"/>
                </a:lnTo>
                <a:lnTo>
                  <a:pt x="98403" y="146548"/>
                </a:lnTo>
                <a:lnTo>
                  <a:pt x="70481" y="151427"/>
                </a:lnTo>
                <a:close/>
              </a:path>
              <a:path w="245744" h="262890">
                <a:moveTo>
                  <a:pt x="122398" y="130496"/>
                </a:moveTo>
                <a:lnTo>
                  <a:pt x="70481" y="130496"/>
                </a:lnTo>
                <a:lnTo>
                  <a:pt x="89212" y="127146"/>
                </a:lnTo>
                <a:lnTo>
                  <a:pt x="104199" y="117788"/>
                </a:lnTo>
                <a:lnTo>
                  <a:pt x="114181" y="103465"/>
                </a:lnTo>
                <a:lnTo>
                  <a:pt x="117895" y="85217"/>
                </a:lnTo>
                <a:lnTo>
                  <a:pt x="114181" y="66970"/>
                </a:lnTo>
                <a:lnTo>
                  <a:pt x="104199" y="52647"/>
                </a:lnTo>
                <a:lnTo>
                  <a:pt x="89212" y="43289"/>
                </a:lnTo>
                <a:lnTo>
                  <a:pt x="70481" y="39939"/>
                </a:lnTo>
                <a:lnTo>
                  <a:pt x="122328" y="39939"/>
                </a:lnTo>
                <a:lnTo>
                  <a:pt x="135505" y="58507"/>
                </a:lnTo>
                <a:lnTo>
                  <a:pt x="140962" y="85217"/>
                </a:lnTo>
                <a:lnTo>
                  <a:pt x="135505" y="111962"/>
                </a:lnTo>
                <a:lnTo>
                  <a:pt x="122398" y="130496"/>
                </a:lnTo>
                <a:close/>
              </a:path>
              <a:path w="245744" h="262890">
                <a:moveTo>
                  <a:pt x="217209" y="262702"/>
                </a:moveTo>
                <a:lnTo>
                  <a:pt x="36735" y="262702"/>
                </a:lnTo>
                <a:lnTo>
                  <a:pt x="36735" y="177697"/>
                </a:lnTo>
                <a:lnTo>
                  <a:pt x="60229" y="177697"/>
                </a:lnTo>
                <a:lnTo>
                  <a:pt x="60229" y="243052"/>
                </a:lnTo>
                <a:lnTo>
                  <a:pt x="217209" y="243052"/>
                </a:lnTo>
                <a:lnTo>
                  <a:pt x="217209" y="2627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318320" y="6518543"/>
            <a:ext cx="48895" cy="48895"/>
          </a:xfrm>
          <a:custGeom>
            <a:avLst/>
            <a:gdLst/>
            <a:ahLst/>
            <a:cxnLst/>
            <a:rect l="l" t="t" r="r" b="b"/>
            <a:pathLst>
              <a:path w="48894" h="48895">
                <a:moveTo>
                  <a:pt x="24431" y="48554"/>
                </a:moveTo>
                <a:lnTo>
                  <a:pt x="15004" y="46737"/>
                </a:lnTo>
                <a:lnTo>
                  <a:pt x="7228" y="41673"/>
                </a:lnTo>
                <a:lnTo>
                  <a:pt x="1947" y="33941"/>
                </a:lnTo>
                <a:lnTo>
                  <a:pt x="0" y="24122"/>
                </a:lnTo>
                <a:lnTo>
                  <a:pt x="1947" y="14482"/>
                </a:lnTo>
                <a:lnTo>
                  <a:pt x="7228" y="6842"/>
                </a:lnTo>
                <a:lnTo>
                  <a:pt x="15004" y="1812"/>
                </a:lnTo>
                <a:lnTo>
                  <a:pt x="24431" y="0"/>
                </a:lnTo>
                <a:lnTo>
                  <a:pt x="33859" y="1812"/>
                </a:lnTo>
                <a:lnTo>
                  <a:pt x="41634" y="6842"/>
                </a:lnTo>
                <a:lnTo>
                  <a:pt x="46916" y="14482"/>
                </a:lnTo>
                <a:lnTo>
                  <a:pt x="48863" y="24122"/>
                </a:lnTo>
                <a:lnTo>
                  <a:pt x="46916" y="33941"/>
                </a:lnTo>
                <a:lnTo>
                  <a:pt x="41634" y="41673"/>
                </a:lnTo>
                <a:lnTo>
                  <a:pt x="33859" y="46737"/>
                </a:lnTo>
                <a:lnTo>
                  <a:pt x="24431" y="485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598817" y="6324427"/>
            <a:ext cx="219710" cy="268605"/>
          </a:xfrm>
          <a:custGeom>
            <a:avLst/>
            <a:gdLst/>
            <a:ahLst/>
            <a:cxnLst/>
            <a:rect l="l" t="t" r="r" b="b"/>
            <a:pathLst>
              <a:path w="219710" h="268604">
                <a:moveTo>
                  <a:pt x="219559" y="107857"/>
                </a:moveTo>
                <a:lnTo>
                  <a:pt x="196919" y="107857"/>
                </a:lnTo>
                <a:lnTo>
                  <a:pt x="196919" y="0"/>
                </a:lnTo>
                <a:lnTo>
                  <a:pt x="219559" y="0"/>
                </a:lnTo>
                <a:lnTo>
                  <a:pt x="219559" y="107857"/>
                </a:lnTo>
                <a:close/>
              </a:path>
              <a:path w="219710" h="268604">
                <a:moveTo>
                  <a:pt x="157621" y="254372"/>
                </a:moveTo>
                <a:lnTo>
                  <a:pt x="135622" y="254372"/>
                </a:lnTo>
                <a:lnTo>
                  <a:pt x="135622" y="5980"/>
                </a:lnTo>
                <a:lnTo>
                  <a:pt x="157621" y="5980"/>
                </a:lnTo>
                <a:lnTo>
                  <a:pt x="157621" y="107857"/>
                </a:lnTo>
                <a:lnTo>
                  <a:pt x="219559" y="107857"/>
                </a:lnTo>
                <a:lnTo>
                  <a:pt x="219559" y="127506"/>
                </a:lnTo>
                <a:lnTo>
                  <a:pt x="157621" y="127506"/>
                </a:lnTo>
                <a:lnTo>
                  <a:pt x="157621" y="254372"/>
                </a:lnTo>
                <a:close/>
              </a:path>
              <a:path w="219710" h="268604">
                <a:moveTo>
                  <a:pt x="219559" y="268468"/>
                </a:moveTo>
                <a:lnTo>
                  <a:pt x="196919" y="268468"/>
                </a:lnTo>
                <a:lnTo>
                  <a:pt x="196919" y="127506"/>
                </a:lnTo>
                <a:lnTo>
                  <a:pt x="219559" y="127506"/>
                </a:lnTo>
                <a:lnTo>
                  <a:pt x="219559" y="268468"/>
                </a:lnTo>
                <a:close/>
              </a:path>
              <a:path w="219710" h="268604">
                <a:moveTo>
                  <a:pt x="17299" y="202045"/>
                </a:moveTo>
                <a:lnTo>
                  <a:pt x="0" y="202045"/>
                </a:lnTo>
                <a:lnTo>
                  <a:pt x="0" y="32891"/>
                </a:lnTo>
                <a:lnTo>
                  <a:pt x="100595" y="32891"/>
                </a:lnTo>
                <a:lnTo>
                  <a:pt x="100595" y="52326"/>
                </a:lnTo>
                <a:lnTo>
                  <a:pt x="23707" y="52326"/>
                </a:lnTo>
                <a:lnTo>
                  <a:pt x="23707" y="181755"/>
                </a:lnTo>
                <a:lnTo>
                  <a:pt x="116800" y="181755"/>
                </a:lnTo>
                <a:lnTo>
                  <a:pt x="118109" y="193929"/>
                </a:lnTo>
                <a:lnTo>
                  <a:pt x="94548" y="198051"/>
                </a:lnTo>
                <a:lnTo>
                  <a:pt x="71068" y="200470"/>
                </a:lnTo>
                <a:lnTo>
                  <a:pt x="45906" y="201648"/>
                </a:lnTo>
                <a:lnTo>
                  <a:pt x="17299" y="202045"/>
                </a:lnTo>
                <a:close/>
              </a:path>
              <a:path w="219710" h="268604">
                <a:moveTo>
                  <a:pt x="116800" y="181755"/>
                </a:moveTo>
                <a:lnTo>
                  <a:pt x="23707" y="181755"/>
                </a:lnTo>
                <a:lnTo>
                  <a:pt x="49581" y="181365"/>
                </a:lnTo>
                <a:lnTo>
                  <a:pt x="72603" y="180153"/>
                </a:lnTo>
                <a:lnTo>
                  <a:pt x="94243" y="177821"/>
                </a:lnTo>
                <a:lnTo>
                  <a:pt x="115973" y="174066"/>
                </a:lnTo>
                <a:lnTo>
                  <a:pt x="116800" y="1817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854258" y="6324427"/>
            <a:ext cx="231775" cy="268605"/>
          </a:xfrm>
          <a:custGeom>
            <a:avLst/>
            <a:gdLst/>
            <a:ahLst/>
            <a:cxnLst/>
            <a:rect l="l" t="t" r="r" b="b"/>
            <a:pathLst>
              <a:path w="231775" h="268604">
                <a:moveTo>
                  <a:pt x="231519" y="268468"/>
                </a:moveTo>
                <a:lnTo>
                  <a:pt x="208880" y="268468"/>
                </a:lnTo>
                <a:lnTo>
                  <a:pt x="208880" y="0"/>
                </a:lnTo>
                <a:lnTo>
                  <a:pt x="231519" y="0"/>
                </a:lnTo>
                <a:lnTo>
                  <a:pt x="231519" y="268468"/>
                </a:lnTo>
                <a:close/>
              </a:path>
              <a:path w="231775" h="268604">
                <a:moveTo>
                  <a:pt x="177270" y="254372"/>
                </a:moveTo>
                <a:lnTo>
                  <a:pt x="154844" y="254372"/>
                </a:lnTo>
                <a:lnTo>
                  <a:pt x="154844" y="126011"/>
                </a:lnTo>
                <a:lnTo>
                  <a:pt x="112556" y="126011"/>
                </a:lnTo>
                <a:lnTo>
                  <a:pt x="112556" y="105935"/>
                </a:lnTo>
                <a:lnTo>
                  <a:pt x="154844" y="105935"/>
                </a:lnTo>
                <a:lnTo>
                  <a:pt x="154844" y="6407"/>
                </a:lnTo>
                <a:lnTo>
                  <a:pt x="177270" y="6407"/>
                </a:lnTo>
                <a:lnTo>
                  <a:pt x="177270" y="254372"/>
                </a:lnTo>
                <a:close/>
              </a:path>
              <a:path w="231775" h="268604">
                <a:moveTo>
                  <a:pt x="80946" y="49763"/>
                </a:moveTo>
                <a:lnTo>
                  <a:pt x="58307" y="49763"/>
                </a:lnTo>
                <a:lnTo>
                  <a:pt x="58307" y="9824"/>
                </a:lnTo>
                <a:lnTo>
                  <a:pt x="80946" y="9824"/>
                </a:lnTo>
                <a:lnTo>
                  <a:pt x="80946" y="49763"/>
                </a:lnTo>
                <a:close/>
              </a:path>
              <a:path w="231775" h="268604">
                <a:moveTo>
                  <a:pt x="131137" y="69413"/>
                </a:moveTo>
                <a:lnTo>
                  <a:pt x="7261" y="69413"/>
                </a:lnTo>
                <a:lnTo>
                  <a:pt x="7261" y="49763"/>
                </a:lnTo>
                <a:lnTo>
                  <a:pt x="131137" y="49763"/>
                </a:lnTo>
                <a:lnTo>
                  <a:pt x="131137" y="69413"/>
                </a:lnTo>
                <a:close/>
              </a:path>
              <a:path w="231775" h="268604">
                <a:moveTo>
                  <a:pt x="14309" y="213365"/>
                </a:moveTo>
                <a:lnTo>
                  <a:pt x="0" y="195424"/>
                </a:lnTo>
                <a:lnTo>
                  <a:pt x="24488" y="175041"/>
                </a:lnTo>
                <a:lnTo>
                  <a:pt x="42769" y="147689"/>
                </a:lnTo>
                <a:lnTo>
                  <a:pt x="54242" y="116013"/>
                </a:lnTo>
                <a:lnTo>
                  <a:pt x="58307" y="82655"/>
                </a:lnTo>
                <a:lnTo>
                  <a:pt x="58307" y="69413"/>
                </a:lnTo>
                <a:lnTo>
                  <a:pt x="80732" y="69413"/>
                </a:lnTo>
                <a:lnTo>
                  <a:pt x="80732" y="82655"/>
                </a:lnTo>
                <a:lnTo>
                  <a:pt x="84740" y="114811"/>
                </a:lnTo>
                <a:lnTo>
                  <a:pt x="91529" y="132525"/>
                </a:lnTo>
                <a:lnTo>
                  <a:pt x="69840" y="132525"/>
                </a:lnTo>
                <a:lnTo>
                  <a:pt x="60863" y="157425"/>
                </a:lnTo>
                <a:lnTo>
                  <a:pt x="48482" y="179793"/>
                </a:lnTo>
                <a:lnTo>
                  <a:pt x="32897" y="198736"/>
                </a:lnTo>
                <a:lnTo>
                  <a:pt x="14309" y="213365"/>
                </a:lnTo>
                <a:close/>
              </a:path>
              <a:path w="231775" h="268604">
                <a:moveTo>
                  <a:pt x="125584" y="207385"/>
                </a:moveTo>
                <a:lnTo>
                  <a:pt x="106977" y="194081"/>
                </a:lnTo>
                <a:lnTo>
                  <a:pt x="91345" y="176643"/>
                </a:lnTo>
                <a:lnTo>
                  <a:pt x="78895" y="155860"/>
                </a:lnTo>
                <a:lnTo>
                  <a:pt x="69840" y="132525"/>
                </a:lnTo>
                <a:lnTo>
                  <a:pt x="91529" y="132525"/>
                </a:lnTo>
                <a:lnTo>
                  <a:pt x="96297" y="144966"/>
                </a:lnTo>
                <a:lnTo>
                  <a:pt x="114701" y="170716"/>
                </a:lnTo>
                <a:lnTo>
                  <a:pt x="139253" y="189658"/>
                </a:lnTo>
                <a:lnTo>
                  <a:pt x="125584" y="2073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125503" y="6324427"/>
            <a:ext cx="250190" cy="268605"/>
          </a:xfrm>
          <a:custGeom>
            <a:avLst/>
            <a:gdLst/>
            <a:ahLst/>
            <a:cxnLst/>
            <a:rect l="l" t="t" r="r" b="b"/>
            <a:pathLst>
              <a:path w="250189" h="268604">
                <a:moveTo>
                  <a:pt x="206103" y="268255"/>
                </a:moveTo>
                <a:lnTo>
                  <a:pt x="182396" y="268255"/>
                </a:lnTo>
                <a:lnTo>
                  <a:pt x="182396" y="0"/>
                </a:lnTo>
                <a:lnTo>
                  <a:pt x="206103" y="0"/>
                </a:lnTo>
                <a:lnTo>
                  <a:pt x="206103" y="109138"/>
                </a:lnTo>
                <a:lnTo>
                  <a:pt x="249673" y="109138"/>
                </a:lnTo>
                <a:lnTo>
                  <a:pt x="249673" y="129215"/>
                </a:lnTo>
                <a:lnTo>
                  <a:pt x="206103" y="129215"/>
                </a:lnTo>
                <a:lnTo>
                  <a:pt x="206103" y="268255"/>
                </a:lnTo>
                <a:close/>
              </a:path>
              <a:path w="250189" h="268604">
                <a:moveTo>
                  <a:pt x="13241" y="217209"/>
                </a:moveTo>
                <a:lnTo>
                  <a:pt x="0" y="198628"/>
                </a:lnTo>
                <a:lnTo>
                  <a:pt x="46119" y="169614"/>
                </a:lnTo>
                <a:lnTo>
                  <a:pt x="80305" y="134634"/>
                </a:lnTo>
                <a:lnTo>
                  <a:pt x="102477" y="94168"/>
                </a:lnTo>
                <a:lnTo>
                  <a:pt x="112556" y="48695"/>
                </a:lnTo>
                <a:lnTo>
                  <a:pt x="12601" y="48695"/>
                </a:lnTo>
                <a:lnTo>
                  <a:pt x="12601" y="28833"/>
                </a:lnTo>
                <a:lnTo>
                  <a:pt x="136690" y="28833"/>
                </a:lnTo>
                <a:lnTo>
                  <a:pt x="132176" y="73479"/>
                </a:lnTo>
                <a:lnTo>
                  <a:pt x="118363" y="115563"/>
                </a:lnTo>
                <a:lnTo>
                  <a:pt x="94463" y="154161"/>
                </a:lnTo>
                <a:lnTo>
                  <a:pt x="59685" y="188350"/>
                </a:lnTo>
                <a:lnTo>
                  <a:pt x="13241" y="217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472856" y="6324427"/>
            <a:ext cx="248920" cy="268605"/>
          </a:xfrm>
          <a:custGeom>
            <a:avLst/>
            <a:gdLst/>
            <a:ahLst/>
            <a:cxnLst/>
            <a:rect l="l" t="t" r="r" b="b"/>
            <a:pathLst>
              <a:path w="248920" h="268604">
                <a:moveTo>
                  <a:pt x="203540" y="268468"/>
                </a:moveTo>
                <a:lnTo>
                  <a:pt x="179833" y="268468"/>
                </a:lnTo>
                <a:lnTo>
                  <a:pt x="179833" y="0"/>
                </a:lnTo>
                <a:lnTo>
                  <a:pt x="203540" y="0"/>
                </a:lnTo>
                <a:lnTo>
                  <a:pt x="203540" y="107216"/>
                </a:lnTo>
                <a:lnTo>
                  <a:pt x="248392" y="107216"/>
                </a:lnTo>
                <a:lnTo>
                  <a:pt x="248392" y="127506"/>
                </a:lnTo>
                <a:lnTo>
                  <a:pt x="203540" y="127506"/>
                </a:lnTo>
                <a:lnTo>
                  <a:pt x="203540" y="268468"/>
                </a:lnTo>
                <a:close/>
              </a:path>
              <a:path w="248920" h="268604">
                <a:moveTo>
                  <a:pt x="67490" y="207812"/>
                </a:moveTo>
                <a:lnTo>
                  <a:pt x="40156" y="201244"/>
                </a:lnTo>
                <a:lnTo>
                  <a:pt x="18768" y="182503"/>
                </a:lnTo>
                <a:lnTo>
                  <a:pt x="4868" y="153029"/>
                </a:lnTo>
                <a:lnTo>
                  <a:pt x="0" y="114264"/>
                </a:lnTo>
                <a:lnTo>
                  <a:pt x="4868" y="75620"/>
                </a:lnTo>
                <a:lnTo>
                  <a:pt x="18768" y="46186"/>
                </a:lnTo>
                <a:lnTo>
                  <a:pt x="40156" y="27404"/>
                </a:lnTo>
                <a:lnTo>
                  <a:pt x="67490" y="20717"/>
                </a:lnTo>
                <a:lnTo>
                  <a:pt x="94832" y="27404"/>
                </a:lnTo>
                <a:lnTo>
                  <a:pt x="111331" y="41861"/>
                </a:lnTo>
                <a:lnTo>
                  <a:pt x="67490" y="41861"/>
                </a:lnTo>
                <a:lnTo>
                  <a:pt x="49276" y="47137"/>
                </a:lnTo>
                <a:lnTo>
                  <a:pt x="35026" y="61804"/>
                </a:lnTo>
                <a:lnTo>
                  <a:pt x="25742" y="84600"/>
                </a:lnTo>
                <a:lnTo>
                  <a:pt x="22425" y="114264"/>
                </a:lnTo>
                <a:lnTo>
                  <a:pt x="25742" y="144048"/>
                </a:lnTo>
                <a:lnTo>
                  <a:pt x="35026" y="166885"/>
                </a:lnTo>
                <a:lnTo>
                  <a:pt x="49276" y="181511"/>
                </a:lnTo>
                <a:lnTo>
                  <a:pt x="67490" y="186667"/>
                </a:lnTo>
                <a:lnTo>
                  <a:pt x="111503" y="186667"/>
                </a:lnTo>
                <a:lnTo>
                  <a:pt x="94832" y="201244"/>
                </a:lnTo>
                <a:lnTo>
                  <a:pt x="67490" y="207812"/>
                </a:lnTo>
                <a:close/>
              </a:path>
              <a:path w="248920" h="268604">
                <a:moveTo>
                  <a:pt x="111503" y="186667"/>
                </a:moveTo>
                <a:lnTo>
                  <a:pt x="67490" y="186667"/>
                </a:lnTo>
                <a:lnTo>
                  <a:pt x="85885" y="181511"/>
                </a:lnTo>
                <a:lnTo>
                  <a:pt x="100115" y="166885"/>
                </a:lnTo>
                <a:lnTo>
                  <a:pt x="109298" y="144048"/>
                </a:lnTo>
                <a:lnTo>
                  <a:pt x="112556" y="114264"/>
                </a:lnTo>
                <a:lnTo>
                  <a:pt x="109298" y="84600"/>
                </a:lnTo>
                <a:lnTo>
                  <a:pt x="100115" y="61804"/>
                </a:lnTo>
                <a:lnTo>
                  <a:pt x="85885" y="47137"/>
                </a:lnTo>
                <a:lnTo>
                  <a:pt x="67490" y="41861"/>
                </a:lnTo>
                <a:lnTo>
                  <a:pt x="111331" y="41861"/>
                </a:lnTo>
                <a:lnTo>
                  <a:pt x="116266" y="46186"/>
                </a:lnTo>
                <a:lnTo>
                  <a:pt x="130293" y="75620"/>
                </a:lnTo>
                <a:lnTo>
                  <a:pt x="135408" y="114264"/>
                </a:lnTo>
                <a:lnTo>
                  <a:pt x="130293" y="153029"/>
                </a:lnTo>
                <a:lnTo>
                  <a:pt x="116266" y="182503"/>
                </a:lnTo>
                <a:lnTo>
                  <a:pt x="111503" y="1866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752858" y="6324641"/>
            <a:ext cx="213360" cy="262890"/>
          </a:xfrm>
          <a:custGeom>
            <a:avLst/>
            <a:gdLst/>
            <a:ahLst/>
            <a:cxnLst/>
            <a:rect l="l" t="t" r="r" b="b"/>
            <a:pathLst>
              <a:path w="213360" h="262890">
                <a:moveTo>
                  <a:pt x="204822" y="194997"/>
                </a:moveTo>
                <a:lnTo>
                  <a:pt x="181114" y="194997"/>
                </a:lnTo>
                <a:lnTo>
                  <a:pt x="181114" y="0"/>
                </a:lnTo>
                <a:lnTo>
                  <a:pt x="204822" y="0"/>
                </a:lnTo>
                <a:lnTo>
                  <a:pt x="204822" y="194997"/>
                </a:lnTo>
                <a:close/>
              </a:path>
              <a:path w="213360" h="262890">
                <a:moveTo>
                  <a:pt x="21785" y="143311"/>
                </a:moveTo>
                <a:lnTo>
                  <a:pt x="0" y="143311"/>
                </a:lnTo>
                <a:lnTo>
                  <a:pt x="0" y="19862"/>
                </a:lnTo>
                <a:lnTo>
                  <a:pt x="23920" y="19862"/>
                </a:lnTo>
                <a:lnTo>
                  <a:pt x="23920" y="123021"/>
                </a:lnTo>
                <a:lnTo>
                  <a:pt x="153213" y="123021"/>
                </a:lnTo>
                <a:lnTo>
                  <a:pt x="154631" y="131351"/>
                </a:lnTo>
                <a:lnTo>
                  <a:pt x="122250" y="137004"/>
                </a:lnTo>
                <a:lnTo>
                  <a:pt x="90210" y="140695"/>
                </a:lnTo>
                <a:lnTo>
                  <a:pt x="57169" y="142704"/>
                </a:lnTo>
                <a:lnTo>
                  <a:pt x="21785" y="143311"/>
                </a:lnTo>
                <a:close/>
              </a:path>
              <a:path w="213360" h="262890">
                <a:moveTo>
                  <a:pt x="153213" y="123021"/>
                </a:moveTo>
                <a:lnTo>
                  <a:pt x="23920" y="123021"/>
                </a:lnTo>
                <a:lnTo>
                  <a:pt x="57911" y="122537"/>
                </a:lnTo>
                <a:lnTo>
                  <a:pt x="89689" y="120672"/>
                </a:lnTo>
                <a:lnTo>
                  <a:pt x="120406" y="117044"/>
                </a:lnTo>
                <a:lnTo>
                  <a:pt x="151213" y="111274"/>
                </a:lnTo>
                <a:lnTo>
                  <a:pt x="153213" y="123021"/>
                </a:lnTo>
                <a:close/>
              </a:path>
              <a:path w="213360" h="262890">
                <a:moveTo>
                  <a:pt x="213151" y="262274"/>
                </a:moveTo>
                <a:lnTo>
                  <a:pt x="28833" y="262274"/>
                </a:lnTo>
                <a:lnTo>
                  <a:pt x="28833" y="175348"/>
                </a:lnTo>
                <a:lnTo>
                  <a:pt x="52540" y="175348"/>
                </a:lnTo>
                <a:lnTo>
                  <a:pt x="52540" y="242625"/>
                </a:lnTo>
                <a:lnTo>
                  <a:pt x="213151" y="242625"/>
                </a:lnTo>
                <a:lnTo>
                  <a:pt x="213151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109826" y="6343650"/>
            <a:ext cx="24130" cy="48260"/>
          </a:xfrm>
          <a:custGeom>
            <a:avLst/>
            <a:gdLst/>
            <a:ahLst/>
            <a:cxnLst/>
            <a:rect l="l" t="t" r="r" b="b"/>
            <a:pathLst>
              <a:path w="24129" h="48260">
                <a:moveTo>
                  <a:pt x="0" y="0"/>
                </a:moveTo>
                <a:lnTo>
                  <a:pt x="23707" y="0"/>
                </a:lnTo>
                <a:lnTo>
                  <a:pt x="23707" y="48259"/>
                </a:lnTo>
                <a:lnTo>
                  <a:pt x="0" y="482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109826" y="6391909"/>
            <a:ext cx="186690" cy="19050"/>
          </a:xfrm>
          <a:custGeom>
            <a:avLst/>
            <a:gdLst/>
            <a:ahLst/>
            <a:cxnLst/>
            <a:rect l="l" t="t" r="r" b="b"/>
            <a:pathLst>
              <a:path w="186689" h="19050">
                <a:moveTo>
                  <a:pt x="0" y="0"/>
                </a:moveTo>
                <a:lnTo>
                  <a:pt x="186667" y="0"/>
                </a:lnTo>
                <a:lnTo>
                  <a:pt x="1866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109826" y="6410959"/>
            <a:ext cx="24130" cy="50800"/>
          </a:xfrm>
          <a:custGeom>
            <a:avLst/>
            <a:gdLst/>
            <a:ahLst/>
            <a:cxnLst/>
            <a:rect l="l" t="t" r="r" b="b"/>
            <a:pathLst>
              <a:path w="24129" h="50800">
                <a:moveTo>
                  <a:pt x="0" y="0"/>
                </a:moveTo>
                <a:lnTo>
                  <a:pt x="23707" y="0"/>
                </a:lnTo>
                <a:lnTo>
                  <a:pt x="23707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109826" y="6461759"/>
            <a:ext cx="186690" cy="19050"/>
          </a:xfrm>
          <a:custGeom>
            <a:avLst/>
            <a:gdLst/>
            <a:ahLst/>
            <a:cxnLst/>
            <a:rect l="l" t="t" r="r" b="b"/>
            <a:pathLst>
              <a:path w="186689" h="19050">
                <a:moveTo>
                  <a:pt x="0" y="0"/>
                </a:moveTo>
                <a:lnTo>
                  <a:pt x="186667" y="0"/>
                </a:lnTo>
                <a:lnTo>
                  <a:pt x="1866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273000" y="6343436"/>
            <a:ext cx="23495" cy="48895"/>
          </a:xfrm>
          <a:custGeom>
            <a:avLst/>
            <a:gdLst/>
            <a:ahLst/>
            <a:cxnLst/>
            <a:rect l="l" t="t" r="r" b="b"/>
            <a:pathLst>
              <a:path w="23495" h="48895">
                <a:moveTo>
                  <a:pt x="23493" y="48482"/>
                </a:moveTo>
                <a:lnTo>
                  <a:pt x="0" y="48482"/>
                </a:lnTo>
                <a:lnTo>
                  <a:pt x="0" y="0"/>
                </a:lnTo>
                <a:lnTo>
                  <a:pt x="23493" y="0"/>
                </a:lnTo>
                <a:lnTo>
                  <a:pt x="23493" y="484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273000" y="6411354"/>
            <a:ext cx="23495" cy="50165"/>
          </a:xfrm>
          <a:custGeom>
            <a:avLst/>
            <a:gdLst/>
            <a:ahLst/>
            <a:cxnLst/>
            <a:rect l="l" t="t" r="r" b="b"/>
            <a:pathLst>
              <a:path w="23495" h="50164">
                <a:moveTo>
                  <a:pt x="23493" y="49977"/>
                </a:moveTo>
                <a:lnTo>
                  <a:pt x="0" y="49977"/>
                </a:lnTo>
                <a:lnTo>
                  <a:pt x="0" y="0"/>
                </a:lnTo>
                <a:lnTo>
                  <a:pt x="23493" y="0"/>
                </a:lnTo>
                <a:lnTo>
                  <a:pt x="23493" y="49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191199" y="6480767"/>
            <a:ext cx="23495" cy="58419"/>
          </a:xfrm>
          <a:custGeom>
            <a:avLst/>
            <a:gdLst/>
            <a:ahLst/>
            <a:cxnLst/>
            <a:rect l="l" t="t" r="r" b="b"/>
            <a:pathLst>
              <a:path w="23495" h="58420">
                <a:moveTo>
                  <a:pt x="23493" y="57879"/>
                </a:moveTo>
                <a:lnTo>
                  <a:pt x="0" y="57879"/>
                </a:lnTo>
                <a:lnTo>
                  <a:pt x="0" y="0"/>
                </a:lnTo>
                <a:lnTo>
                  <a:pt x="23493" y="0"/>
                </a:lnTo>
                <a:lnTo>
                  <a:pt x="23493" y="57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080779" y="6538647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79" h="20320">
                <a:moveTo>
                  <a:pt x="245829" y="19862"/>
                </a:moveTo>
                <a:lnTo>
                  <a:pt x="0" y="19862"/>
                </a:lnTo>
                <a:lnTo>
                  <a:pt x="0" y="0"/>
                </a:lnTo>
                <a:lnTo>
                  <a:pt x="245829" y="0"/>
                </a:lnTo>
                <a:lnTo>
                  <a:pt x="245829" y="19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347966" y="6324641"/>
            <a:ext cx="250190" cy="262255"/>
          </a:xfrm>
          <a:custGeom>
            <a:avLst/>
            <a:gdLst/>
            <a:ahLst/>
            <a:cxnLst/>
            <a:rect l="l" t="t" r="r" b="b"/>
            <a:pathLst>
              <a:path w="250189" h="262254">
                <a:moveTo>
                  <a:pt x="209734" y="205462"/>
                </a:moveTo>
                <a:lnTo>
                  <a:pt x="186027" y="205462"/>
                </a:lnTo>
                <a:lnTo>
                  <a:pt x="186027" y="0"/>
                </a:lnTo>
                <a:lnTo>
                  <a:pt x="209734" y="0"/>
                </a:lnTo>
                <a:lnTo>
                  <a:pt x="209734" y="90984"/>
                </a:lnTo>
                <a:lnTo>
                  <a:pt x="249887" y="90984"/>
                </a:lnTo>
                <a:lnTo>
                  <a:pt x="249887" y="111061"/>
                </a:lnTo>
                <a:lnTo>
                  <a:pt x="209734" y="111061"/>
                </a:lnTo>
                <a:lnTo>
                  <a:pt x="209734" y="205462"/>
                </a:lnTo>
                <a:close/>
              </a:path>
              <a:path w="250189" h="262254">
                <a:moveTo>
                  <a:pt x="169724" y="145675"/>
                </a:moveTo>
                <a:lnTo>
                  <a:pt x="16260" y="145675"/>
                </a:lnTo>
                <a:lnTo>
                  <a:pt x="51944" y="145225"/>
                </a:lnTo>
                <a:lnTo>
                  <a:pt x="70908" y="144699"/>
                </a:lnTo>
                <a:lnTo>
                  <a:pt x="70908" y="117468"/>
                </a:lnTo>
                <a:lnTo>
                  <a:pt x="48223" y="111773"/>
                </a:lnTo>
                <a:lnTo>
                  <a:pt x="30715" y="100662"/>
                </a:lnTo>
                <a:lnTo>
                  <a:pt x="19474" y="84925"/>
                </a:lnTo>
                <a:lnTo>
                  <a:pt x="15591" y="65355"/>
                </a:lnTo>
                <a:lnTo>
                  <a:pt x="20353" y="43653"/>
                </a:lnTo>
                <a:lnTo>
                  <a:pt x="33985" y="26937"/>
                </a:lnTo>
                <a:lnTo>
                  <a:pt x="55026" y="16188"/>
                </a:lnTo>
                <a:lnTo>
                  <a:pt x="82014" y="12387"/>
                </a:lnTo>
                <a:lnTo>
                  <a:pt x="109008" y="16188"/>
                </a:lnTo>
                <a:lnTo>
                  <a:pt x="130096" y="26937"/>
                </a:lnTo>
                <a:lnTo>
                  <a:pt x="133238" y="30755"/>
                </a:lnTo>
                <a:lnTo>
                  <a:pt x="82014" y="30755"/>
                </a:lnTo>
                <a:lnTo>
                  <a:pt x="64083" y="33248"/>
                </a:lnTo>
                <a:lnTo>
                  <a:pt x="50057" y="40286"/>
                </a:lnTo>
                <a:lnTo>
                  <a:pt x="40957" y="51208"/>
                </a:lnTo>
                <a:lnTo>
                  <a:pt x="37803" y="65355"/>
                </a:lnTo>
                <a:lnTo>
                  <a:pt x="40957" y="79381"/>
                </a:lnTo>
                <a:lnTo>
                  <a:pt x="50057" y="90263"/>
                </a:lnTo>
                <a:lnTo>
                  <a:pt x="64083" y="97341"/>
                </a:lnTo>
                <a:lnTo>
                  <a:pt x="82014" y="99954"/>
                </a:lnTo>
                <a:lnTo>
                  <a:pt x="134069" y="99954"/>
                </a:lnTo>
                <a:lnTo>
                  <a:pt x="133833" y="100288"/>
                </a:lnTo>
                <a:lnTo>
                  <a:pt x="116757" y="111443"/>
                </a:lnTo>
                <a:lnTo>
                  <a:pt x="94615" y="117361"/>
                </a:lnTo>
                <a:lnTo>
                  <a:pt x="94615" y="143631"/>
                </a:lnTo>
                <a:lnTo>
                  <a:pt x="169503" y="143631"/>
                </a:lnTo>
                <a:lnTo>
                  <a:pt x="169724" y="145675"/>
                </a:lnTo>
                <a:close/>
              </a:path>
              <a:path w="250189" h="262254">
                <a:moveTo>
                  <a:pt x="134069" y="99954"/>
                </a:moveTo>
                <a:lnTo>
                  <a:pt x="82014" y="99954"/>
                </a:lnTo>
                <a:lnTo>
                  <a:pt x="100008" y="97341"/>
                </a:lnTo>
                <a:lnTo>
                  <a:pt x="113997" y="90263"/>
                </a:lnTo>
                <a:lnTo>
                  <a:pt x="123101" y="79381"/>
                </a:lnTo>
                <a:lnTo>
                  <a:pt x="126438" y="65355"/>
                </a:lnTo>
                <a:lnTo>
                  <a:pt x="123101" y="51208"/>
                </a:lnTo>
                <a:lnTo>
                  <a:pt x="113997" y="40286"/>
                </a:lnTo>
                <a:lnTo>
                  <a:pt x="100008" y="33248"/>
                </a:lnTo>
                <a:lnTo>
                  <a:pt x="82014" y="30755"/>
                </a:lnTo>
                <a:lnTo>
                  <a:pt x="133238" y="30755"/>
                </a:lnTo>
                <a:lnTo>
                  <a:pt x="143855" y="43653"/>
                </a:lnTo>
                <a:lnTo>
                  <a:pt x="148864" y="65355"/>
                </a:lnTo>
                <a:lnTo>
                  <a:pt x="144863" y="84668"/>
                </a:lnTo>
                <a:lnTo>
                  <a:pt x="134069" y="99954"/>
                </a:lnTo>
                <a:close/>
              </a:path>
              <a:path w="250189" h="262254">
                <a:moveTo>
                  <a:pt x="169503" y="143631"/>
                </a:moveTo>
                <a:lnTo>
                  <a:pt x="94615" y="143631"/>
                </a:lnTo>
                <a:lnTo>
                  <a:pt x="113478" y="142423"/>
                </a:lnTo>
                <a:lnTo>
                  <a:pt x="132272" y="140855"/>
                </a:lnTo>
                <a:lnTo>
                  <a:pt x="150764" y="138886"/>
                </a:lnTo>
                <a:lnTo>
                  <a:pt x="168727" y="136476"/>
                </a:lnTo>
                <a:lnTo>
                  <a:pt x="169503" y="143631"/>
                </a:lnTo>
                <a:close/>
              </a:path>
              <a:path w="250189" h="262254">
                <a:moveTo>
                  <a:pt x="2776" y="165310"/>
                </a:moveTo>
                <a:lnTo>
                  <a:pt x="0" y="145660"/>
                </a:lnTo>
                <a:lnTo>
                  <a:pt x="169724" y="145675"/>
                </a:lnTo>
                <a:lnTo>
                  <a:pt x="170649" y="154203"/>
                </a:lnTo>
                <a:lnTo>
                  <a:pt x="126909" y="160264"/>
                </a:lnTo>
                <a:lnTo>
                  <a:pt x="82788" y="163601"/>
                </a:lnTo>
                <a:lnTo>
                  <a:pt x="40630" y="165016"/>
                </a:lnTo>
                <a:lnTo>
                  <a:pt x="2776" y="165310"/>
                </a:lnTo>
                <a:close/>
              </a:path>
              <a:path w="250189" h="262254">
                <a:moveTo>
                  <a:pt x="219559" y="262061"/>
                </a:moveTo>
                <a:lnTo>
                  <a:pt x="39298" y="262061"/>
                </a:lnTo>
                <a:lnTo>
                  <a:pt x="39298" y="187522"/>
                </a:lnTo>
                <a:lnTo>
                  <a:pt x="63005" y="187522"/>
                </a:lnTo>
                <a:lnTo>
                  <a:pt x="63005" y="242198"/>
                </a:lnTo>
                <a:lnTo>
                  <a:pt x="219559" y="242198"/>
                </a:lnTo>
                <a:lnTo>
                  <a:pt x="219559" y="2620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692333" y="6324641"/>
            <a:ext cx="222250" cy="268605"/>
          </a:xfrm>
          <a:custGeom>
            <a:avLst/>
            <a:gdLst/>
            <a:ahLst/>
            <a:cxnLst/>
            <a:rect l="l" t="t" r="r" b="b"/>
            <a:pathLst>
              <a:path w="222250" h="268604">
                <a:moveTo>
                  <a:pt x="222122" y="268468"/>
                </a:moveTo>
                <a:lnTo>
                  <a:pt x="198841" y="268468"/>
                </a:lnTo>
                <a:lnTo>
                  <a:pt x="198841" y="0"/>
                </a:lnTo>
                <a:lnTo>
                  <a:pt x="222122" y="0"/>
                </a:lnTo>
                <a:lnTo>
                  <a:pt x="222122" y="268468"/>
                </a:lnTo>
                <a:close/>
              </a:path>
              <a:path w="222250" h="268604">
                <a:moveTo>
                  <a:pt x="89062" y="122594"/>
                </a:moveTo>
                <a:lnTo>
                  <a:pt x="61377" y="118703"/>
                </a:lnTo>
                <a:lnTo>
                  <a:pt x="39618" y="107483"/>
                </a:lnTo>
                <a:lnTo>
                  <a:pt x="25389" y="90096"/>
                </a:lnTo>
                <a:lnTo>
                  <a:pt x="20289" y="67704"/>
                </a:lnTo>
                <a:lnTo>
                  <a:pt x="25389" y="45221"/>
                </a:lnTo>
                <a:lnTo>
                  <a:pt x="39618" y="27845"/>
                </a:lnTo>
                <a:lnTo>
                  <a:pt x="61377" y="16675"/>
                </a:lnTo>
                <a:lnTo>
                  <a:pt x="89062" y="12814"/>
                </a:lnTo>
                <a:lnTo>
                  <a:pt x="116780" y="16675"/>
                </a:lnTo>
                <a:lnTo>
                  <a:pt x="138612" y="27845"/>
                </a:lnTo>
                <a:lnTo>
                  <a:pt x="142238" y="32250"/>
                </a:lnTo>
                <a:lnTo>
                  <a:pt x="89062" y="32250"/>
                </a:lnTo>
                <a:lnTo>
                  <a:pt x="70627" y="34756"/>
                </a:lnTo>
                <a:lnTo>
                  <a:pt x="56117" y="42048"/>
                </a:lnTo>
                <a:lnTo>
                  <a:pt x="46653" y="53304"/>
                </a:lnTo>
                <a:lnTo>
                  <a:pt x="43356" y="67704"/>
                </a:lnTo>
                <a:lnTo>
                  <a:pt x="46653" y="82071"/>
                </a:lnTo>
                <a:lnTo>
                  <a:pt x="56117" y="93253"/>
                </a:lnTo>
                <a:lnTo>
                  <a:pt x="70627" y="100472"/>
                </a:lnTo>
                <a:lnTo>
                  <a:pt x="89062" y="102945"/>
                </a:lnTo>
                <a:lnTo>
                  <a:pt x="142346" y="102945"/>
                </a:lnTo>
                <a:lnTo>
                  <a:pt x="138612" y="107483"/>
                </a:lnTo>
                <a:lnTo>
                  <a:pt x="116780" y="118703"/>
                </a:lnTo>
                <a:lnTo>
                  <a:pt x="89062" y="122594"/>
                </a:lnTo>
                <a:close/>
              </a:path>
              <a:path w="222250" h="268604">
                <a:moveTo>
                  <a:pt x="142346" y="102945"/>
                </a:moveTo>
                <a:lnTo>
                  <a:pt x="89062" y="102945"/>
                </a:lnTo>
                <a:lnTo>
                  <a:pt x="107747" y="100472"/>
                </a:lnTo>
                <a:lnTo>
                  <a:pt x="122407" y="93253"/>
                </a:lnTo>
                <a:lnTo>
                  <a:pt x="131981" y="82071"/>
                </a:lnTo>
                <a:lnTo>
                  <a:pt x="135408" y="67704"/>
                </a:lnTo>
                <a:lnTo>
                  <a:pt x="131981" y="53304"/>
                </a:lnTo>
                <a:lnTo>
                  <a:pt x="122407" y="42048"/>
                </a:lnTo>
                <a:lnTo>
                  <a:pt x="107747" y="34756"/>
                </a:lnTo>
                <a:lnTo>
                  <a:pt x="89062" y="32250"/>
                </a:lnTo>
                <a:lnTo>
                  <a:pt x="142238" y="32250"/>
                </a:lnTo>
                <a:lnTo>
                  <a:pt x="152915" y="45221"/>
                </a:lnTo>
                <a:lnTo>
                  <a:pt x="158048" y="67704"/>
                </a:lnTo>
                <a:lnTo>
                  <a:pt x="152915" y="90096"/>
                </a:lnTo>
                <a:lnTo>
                  <a:pt x="142346" y="102945"/>
                </a:lnTo>
                <a:close/>
              </a:path>
              <a:path w="222250" h="268604">
                <a:moveTo>
                  <a:pt x="3203" y="165737"/>
                </a:moveTo>
                <a:lnTo>
                  <a:pt x="0" y="145660"/>
                </a:lnTo>
                <a:lnTo>
                  <a:pt x="40850" y="145357"/>
                </a:lnTo>
                <a:lnTo>
                  <a:pt x="86045" y="144032"/>
                </a:lnTo>
                <a:lnTo>
                  <a:pt x="132962" y="141065"/>
                </a:lnTo>
                <a:lnTo>
                  <a:pt x="178979" y="135836"/>
                </a:lnTo>
                <a:lnTo>
                  <a:pt x="180687" y="153776"/>
                </a:lnTo>
                <a:lnTo>
                  <a:pt x="161295" y="156953"/>
                </a:lnTo>
                <a:lnTo>
                  <a:pt x="141682" y="159490"/>
                </a:lnTo>
                <a:lnTo>
                  <a:pt x="122030" y="161465"/>
                </a:lnTo>
                <a:lnTo>
                  <a:pt x="102517" y="162960"/>
                </a:lnTo>
                <a:lnTo>
                  <a:pt x="102517" y="164242"/>
                </a:lnTo>
                <a:lnTo>
                  <a:pt x="78810" y="164242"/>
                </a:lnTo>
                <a:lnTo>
                  <a:pt x="58617" y="164956"/>
                </a:lnTo>
                <a:lnTo>
                  <a:pt x="20633" y="165623"/>
                </a:lnTo>
                <a:lnTo>
                  <a:pt x="3203" y="165737"/>
                </a:lnTo>
                <a:close/>
              </a:path>
              <a:path w="222250" h="268604">
                <a:moveTo>
                  <a:pt x="102517" y="259925"/>
                </a:moveTo>
                <a:lnTo>
                  <a:pt x="78810" y="259925"/>
                </a:lnTo>
                <a:lnTo>
                  <a:pt x="78810" y="164242"/>
                </a:lnTo>
                <a:lnTo>
                  <a:pt x="102517" y="164242"/>
                </a:lnTo>
                <a:lnTo>
                  <a:pt x="102517" y="259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965714" y="6324427"/>
            <a:ext cx="216535" cy="268605"/>
          </a:xfrm>
          <a:custGeom>
            <a:avLst/>
            <a:gdLst/>
            <a:ahLst/>
            <a:cxnLst/>
            <a:rect l="l" t="t" r="r" b="b"/>
            <a:pathLst>
              <a:path w="216535" h="268604">
                <a:moveTo>
                  <a:pt x="215928" y="268468"/>
                </a:moveTo>
                <a:lnTo>
                  <a:pt x="192220" y="268468"/>
                </a:lnTo>
                <a:lnTo>
                  <a:pt x="192220" y="0"/>
                </a:lnTo>
                <a:lnTo>
                  <a:pt x="215928" y="0"/>
                </a:lnTo>
                <a:lnTo>
                  <a:pt x="215928" y="268468"/>
                </a:lnTo>
                <a:close/>
              </a:path>
              <a:path w="216535" h="268604">
                <a:moveTo>
                  <a:pt x="93761" y="46773"/>
                </a:moveTo>
                <a:lnTo>
                  <a:pt x="70267" y="46773"/>
                </a:lnTo>
                <a:lnTo>
                  <a:pt x="70267" y="4912"/>
                </a:lnTo>
                <a:lnTo>
                  <a:pt x="93761" y="4912"/>
                </a:lnTo>
                <a:lnTo>
                  <a:pt x="93761" y="46773"/>
                </a:lnTo>
                <a:close/>
              </a:path>
              <a:path w="216535" h="268604">
                <a:moveTo>
                  <a:pt x="156126" y="65995"/>
                </a:moveTo>
                <a:lnTo>
                  <a:pt x="7261" y="65995"/>
                </a:lnTo>
                <a:lnTo>
                  <a:pt x="7261" y="46773"/>
                </a:lnTo>
                <a:lnTo>
                  <a:pt x="156126" y="46773"/>
                </a:lnTo>
                <a:lnTo>
                  <a:pt x="156126" y="65995"/>
                </a:lnTo>
                <a:close/>
              </a:path>
              <a:path w="216535" h="268604">
                <a:moveTo>
                  <a:pt x="13455" y="216355"/>
                </a:moveTo>
                <a:lnTo>
                  <a:pt x="0" y="197987"/>
                </a:lnTo>
                <a:lnTo>
                  <a:pt x="27862" y="179679"/>
                </a:lnTo>
                <a:lnTo>
                  <a:pt x="50217" y="153563"/>
                </a:lnTo>
                <a:lnTo>
                  <a:pt x="65084" y="122000"/>
                </a:lnTo>
                <a:lnTo>
                  <a:pt x="70481" y="87353"/>
                </a:lnTo>
                <a:lnTo>
                  <a:pt x="70481" y="65995"/>
                </a:lnTo>
                <a:lnTo>
                  <a:pt x="93761" y="65995"/>
                </a:lnTo>
                <a:lnTo>
                  <a:pt x="93761" y="87353"/>
                </a:lnTo>
                <a:lnTo>
                  <a:pt x="99297" y="120481"/>
                </a:lnTo>
                <a:lnTo>
                  <a:pt x="105733" y="133273"/>
                </a:lnTo>
                <a:lnTo>
                  <a:pt x="82548" y="133273"/>
                </a:lnTo>
                <a:lnTo>
                  <a:pt x="70971" y="160055"/>
                </a:lnTo>
                <a:lnTo>
                  <a:pt x="55049" y="183424"/>
                </a:lnTo>
                <a:lnTo>
                  <a:pt x="35604" y="202487"/>
                </a:lnTo>
                <a:lnTo>
                  <a:pt x="13455" y="216355"/>
                </a:lnTo>
                <a:close/>
              </a:path>
              <a:path w="216535" h="268604">
                <a:moveTo>
                  <a:pt x="152281" y="211656"/>
                </a:moveTo>
                <a:lnTo>
                  <a:pt x="130077" y="198583"/>
                </a:lnTo>
                <a:lnTo>
                  <a:pt x="110487" y="180594"/>
                </a:lnTo>
                <a:lnTo>
                  <a:pt x="94360" y="158540"/>
                </a:lnTo>
                <a:lnTo>
                  <a:pt x="82548" y="133273"/>
                </a:lnTo>
                <a:lnTo>
                  <a:pt x="105733" y="133273"/>
                </a:lnTo>
                <a:lnTo>
                  <a:pt x="114504" y="150706"/>
                </a:lnTo>
                <a:lnTo>
                  <a:pt x="137281" y="175685"/>
                </a:lnTo>
                <a:lnTo>
                  <a:pt x="165523" y="193075"/>
                </a:lnTo>
                <a:lnTo>
                  <a:pt x="152281" y="211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1431674" y="6874407"/>
            <a:ext cx="224790" cy="21590"/>
          </a:xfrm>
          <a:custGeom>
            <a:avLst/>
            <a:gdLst/>
            <a:ahLst/>
            <a:cxnLst/>
            <a:rect l="l" t="t" r="r" b="b"/>
            <a:pathLst>
              <a:path w="224789" h="21590">
                <a:moveTo>
                  <a:pt x="224524" y="21339"/>
                </a:moveTo>
                <a:lnTo>
                  <a:pt x="0" y="21339"/>
                </a:lnTo>
                <a:lnTo>
                  <a:pt x="0" y="0"/>
                </a:lnTo>
                <a:lnTo>
                  <a:pt x="224524" y="0"/>
                </a:lnTo>
                <a:lnTo>
                  <a:pt x="224524" y="21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722702" y="6782500"/>
            <a:ext cx="152708" cy="2187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1910438" y="6779510"/>
            <a:ext cx="142243" cy="2216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2095824" y="6782500"/>
            <a:ext cx="152708" cy="2187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2352538" y="6757511"/>
            <a:ext cx="229235" cy="262890"/>
          </a:xfrm>
          <a:custGeom>
            <a:avLst/>
            <a:gdLst/>
            <a:ahLst/>
            <a:cxnLst/>
            <a:rect l="l" t="t" r="r" b="b"/>
            <a:pathLst>
              <a:path w="229235" h="262890">
                <a:moveTo>
                  <a:pt x="221481" y="196919"/>
                </a:moveTo>
                <a:lnTo>
                  <a:pt x="197774" y="196919"/>
                </a:lnTo>
                <a:lnTo>
                  <a:pt x="197774" y="93761"/>
                </a:lnTo>
                <a:lnTo>
                  <a:pt x="142457" y="93761"/>
                </a:lnTo>
                <a:lnTo>
                  <a:pt x="142457" y="74325"/>
                </a:lnTo>
                <a:lnTo>
                  <a:pt x="197774" y="74325"/>
                </a:lnTo>
                <a:lnTo>
                  <a:pt x="197774" y="0"/>
                </a:lnTo>
                <a:lnTo>
                  <a:pt x="221481" y="0"/>
                </a:lnTo>
                <a:lnTo>
                  <a:pt x="221481" y="196919"/>
                </a:lnTo>
                <a:close/>
              </a:path>
              <a:path w="229235" h="262890">
                <a:moveTo>
                  <a:pt x="152281" y="41434"/>
                </a:moveTo>
                <a:lnTo>
                  <a:pt x="7688" y="41434"/>
                </a:lnTo>
                <a:lnTo>
                  <a:pt x="7688" y="21785"/>
                </a:lnTo>
                <a:lnTo>
                  <a:pt x="152281" y="21785"/>
                </a:lnTo>
                <a:lnTo>
                  <a:pt x="152281" y="41434"/>
                </a:lnTo>
                <a:close/>
              </a:path>
              <a:path w="229235" h="262890">
                <a:moveTo>
                  <a:pt x="12387" y="162533"/>
                </a:moveTo>
                <a:lnTo>
                  <a:pt x="0" y="143097"/>
                </a:lnTo>
                <a:lnTo>
                  <a:pt x="27438" y="128931"/>
                </a:lnTo>
                <a:lnTo>
                  <a:pt x="49069" y="108417"/>
                </a:lnTo>
                <a:lnTo>
                  <a:pt x="63252" y="83299"/>
                </a:lnTo>
                <a:lnTo>
                  <a:pt x="68345" y="55316"/>
                </a:lnTo>
                <a:lnTo>
                  <a:pt x="68345" y="41434"/>
                </a:lnTo>
                <a:lnTo>
                  <a:pt x="92266" y="41434"/>
                </a:lnTo>
                <a:lnTo>
                  <a:pt x="92266" y="55316"/>
                </a:lnTo>
                <a:lnTo>
                  <a:pt x="97084" y="80802"/>
                </a:lnTo>
                <a:lnTo>
                  <a:pt x="105287" y="94935"/>
                </a:lnTo>
                <a:lnTo>
                  <a:pt x="80732" y="94935"/>
                </a:lnTo>
                <a:lnTo>
                  <a:pt x="69633" y="116881"/>
                </a:lnTo>
                <a:lnTo>
                  <a:pt x="54168" y="135862"/>
                </a:lnTo>
                <a:lnTo>
                  <a:pt x="34900" y="151280"/>
                </a:lnTo>
                <a:lnTo>
                  <a:pt x="12387" y="162533"/>
                </a:lnTo>
                <a:close/>
              </a:path>
              <a:path w="229235" h="262890">
                <a:moveTo>
                  <a:pt x="146087" y="156126"/>
                </a:moveTo>
                <a:lnTo>
                  <a:pt x="124718" y="145874"/>
                </a:lnTo>
                <a:lnTo>
                  <a:pt x="106402" y="131858"/>
                </a:lnTo>
                <a:lnTo>
                  <a:pt x="91590" y="114678"/>
                </a:lnTo>
                <a:lnTo>
                  <a:pt x="80732" y="94935"/>
                </a:lnTo>
                <a:lnTo>
                  <a:pt x="105287" y="94935"/>
                </a:lnTo>
                <a:lnTo>
                  <a:pt x="110633" y="104146"/>
                </a:lnTo>
                <a:lnTo>
                  <a:pt x="131551" y="123525"/>
                </a:lnTo>
                <a:lnTo>
                  <a:pt x="158475" y="137117"/>
                </a:lnTo>
                <a:lnTo>
                  <a:pt x="146087" y="156126"/>
                </a:lnTo>
                <a:close/>
              </a:path>
              <a:path w="229235" h="262890">
                <a:moveTo>
                  <a:pt x="228956" y="262274"/>
                </a:moveTo>
                <a:lnTo>
                  <a:pt x="49123" y="262274"/>
                </a:lnTo>
                <a:lnTo>
                  <a:pt x="49123" y="179192"/>
                </a:lnTo>
                <a:lnTo>
                  <a:pt x="72830" y="179192"/>
                </a:lnTo>
                <a:lnTo>
                  <a:pt x="72830" y="242625"/>
                </a:lnTo>
                <a:lnTo>
                  <a:pt x="228956" y="242625"/>
                </a:lnTo>
                <a:lnTo>
                  <a:pt x="228956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2617589" y="6756444"/>
            <a:ext cx="251460" cy="263525"/>
          </a:xfrm>
          <a:custGeom>
            <a:avLst/>
            <a:gdLst/>
            <a:ahLst/>
            <a:cxnLst/>
            <a:rect l="l" t="t" r="r" b="b"/>
            <a:pathLst>
              <a:path w="251460" h="263525">
                <a:moveTo>
                  <a:pt x="96537" y="27338"/>
                </a:moveTo>
                <a:lnTo>
                  <a:pt x="72830" y="27338"/>
                </a:lnTo>
                <a:lnTo>
                  <a:pt x="72830" y="0"/>
                </a:lnTo>
                <a:lnTo>
                  <a:pt x="96537" y="0"/>
                </a:lnTo>
                <a:lnTo>
                  <a:pt x="96537" y="27338"/>
                </a:lnTo>
                <a:close/>
              </a:path>
              <a:path w="251460" h="263525">
                <a:moveTo>
                  <a:pt x="162319" y="45278"/>
                </a:moveTo>
                <a:lnTo>
                  <a:pt x="6834" y="45278"/>
                </a:lnTo>
                <a:lnTo>
                  <a:pt x="6834" y="27338"/>
                </a:lnTo>
                <a:lnTo>
                  <a:pt x="162319" y="27338"/>
                </a:lnTo>
                <a:lnTo>
                  <a:pt x="162319" y="45278"/>
                </a:lnTo>
                <a:close/>
              </a:path>
              <a:path w="251460" h="263525">
                <a:moveTo>
                  <a:pt x="210802" y="210802"/>
                </a:moveTo>
                <a:lnTo>
                  <a:pt x="187095" y="210802"/>
                </a:lnTo>
                <a:lnTo>
                  <a:pt x="187095" y="854"/>
                </a:lnTo>
                <a:lnTo>
                  <a:pt x="210802" y="854"/>
                </a:lnTo>
                <a:lnTo>
                  <a:pt x="210802" y="94829"/>
                </a:lnTo>
                <a:lnTo>
                  <a:pt x="250955" y="94829"/>
                </a:lnTo>
                <a:lnTo>
                  <a:pt x="250955" y="114905"/>
                </a:lnTo>
                <a:lnTo>
                  <a:pt x="210802" y="114905"/>
                </a:lnTo>
                <a:lnTo>
                  <a:pt x="210802" y="210802"/>
                </a:lnTo>
                <a:close/>
              </a:path>
              <a:path w="251460" h="263525">
                <a:moveTo>
                  <a:pt x="2776" y="179833"/>
                </a:moveTo>
                <a:lnTo>
                  <a:pt x="0" y="160397"/>
                </a:lnTo>
                <a:lnTo>
                  <a:pt x="16695" y="160349"/>
                </a:lnTo>
                <a:lnTo>
                  <a:pt x="53371" y="159812"/>
                </a:lnTo>
                <a:lnTo>
                  <a:pt x="72830" y="159223"/>
                </a:lnTo>
                <a:lnTo>
                  <a:pt x="72830" y="138933"/>
                </a:lnTo>
                <a:lnTo>
                  <a:pt x="51590" y="134467"/>
                </a:lnTo>
                <a:lnTo>
                  <a:pt x="35387" y="125958"/>
                </a:lnTo>
                <a:lnTo>
                  <a:pt x="25090" y="113764"/>
                </a:lnTo>
                <a:lnTo>
                  <a:pt x="21571" y="98246"/>
                </a:lnTo>
                <a:lnTo>
                  <a:pt x="25976" y="80872"/>
                </a:lnTo>
                <a:lnTo>
                  <a:pt x="38711" y="67864"/>
                </a:lnTo>
                <a:lnTo>
                  <a:pt x="58574" y="59742"/>
                </a:lnTo>
                <a:lnTo>
                  <a:pt x="84363" y="57025"/>
                </a:lnTo>
                <a:lnTo>
                  <a:pt x="110216" y="59742"/>
                </a:lnTo>
                <a:lnTo>
                  <a:pt x="130042" y="67864"/>
                </a:lnTo>
                <a:lnTo>
                  <a:pt x="135741" y="73684"/>
                </a:lnTo>
                <a:lnTo>
                  <a:pt x="84363" y="73684"/>
                </a:lnTo>
                <a:lnTo>
                  <a:pt x="67607" y="75390"/>
                </a:lnTo>
                <a:lnTo>
                  <a:pt x="54916" y="80278"/>
                </a:lnTo>
                <a:lnTo>
                  <a:pt x="46910" y="88011"/>
                </a:lnTo>
                <a:lnTo>
                  <a:pt x="44210" y="98246"/>
                </a:lnTo>
                <a:lnTo>
                  <a:pt x="46910" y="108234"/>
                </a:lnTo>
                <a:lnTo>
                  <a:pt x="54916" y="115839"/>
                </a:lnTo>
                <a:lnTo>
                  <a:pt x="67607" y="120682"/>
                </a:lnTo>
                <a:lnTo>
                  <a:pt x="84363" y="122380"/>
                </a:lnTo>
                <a:lnTo>
                  <a:pt x="136415" y="122380"/>
                </a:lnTo>
                <a:lnTo>
                  <a:pt x="133526" y="125824"/>
                </a:lnTo>
                <a:lnTo>
                  <a:pt x="117560" y="134317"/>
                </a:lnTo>
                <a:lnTo>
                  <a:pt x="96537" y="138826"/>
                </a:lnTo>
                <a:lnTo>
                  <a:pt x="96537" y="158155"/>
                </a:lnTo>
                <a:lnTo>
                  <a:pt x="171264" y="158155"/>
                </a:lnTo>
                <a:lnTo>
                  <a:pt x="172358" y="167872"/>
                </a:lnTo>
                <a:lnTo>
                  <a:pt x="128230" y="174186"/>
                </a:lnTo>
                <a:lnTo>
                  <a:pt x="83642" y="177697"/>
                </a:lnTo>
                <a:lnTo>
                  <a:pt x="41017" y="179286"/>
                </a:lnTo>
                <a:lnTo>
                  <a:pt x="2776" y="179833"/>
                </a:lnTo>
                <a:close/>
              </a:path>
              <a:path w="251460" h="263525">
                <a:moveTo>
                  <a:pt x="136415" y="122380"/>
                </a:moveTo>
                <a:lnTo>
                  <a:pt x="84363" y="122380"/>
                </a:lnTo>
                <a:lnTo>
                  <a:pt x="101122" y="120682"/>
                </a:lnTo>
                <a:lnTo>
                  <a:pt x="113837" y="115839"/>
                </a:lnTo>
                <a:lnTo>
                  <a:pt x="121906" y="108234"/>
                </a:lnTo>
                <a:lnTo>
                  <a:pt x="124730" y="98246"/>
                </a:lnTo>
                <a:lnTo>
                  <a:pt x="121906" y="88011"/>
                </a:lnTo>
                <a:lnTo>
                  <a:pt x="113837" y="80278"/>
                </a:lnTo>
                <a:lnTo>
                  <a:pt x="101122" y="75390"/>
                </a:lnTo>
                <a:lnTo>
                  <a:pt x="84363" y="73684"/>
                </a:lnTo>
                <a:lnTo>
                  <a:pt x="135741" y="73684"/>
                </a:lnTo>
                <a:lnTo>
                  <a:pt x="142780" y="80872"/>
                </a:lnTo>
                <a:lnTo>
                  <a:pt x="147369" y="98246"/>
                </a:lnTo>
                <a:lnTo>
                  <a:pt x="143706" y="113687"/>
                </a:lnTo>
                <a:lnTo>
                  <a:pt x="136415" y="122380"/>
                </a:lnTo>
                <a:close/>
              </a:path>
              <a:path w="251460" h="263525">
                <a:moveTo>
                  <a:pt x="171264" y="158155"/>
                </a:moveTo>
                <a:lnTo>
                  <a:pt x="96537" y="158155"/>
                </a:lnTo>
                <a:lnTo>
                  <a:pt x="115382" y="156928"/>
                </a:lnTo>
                <a:lnTo>
                  <a:pt x="134127" y="155311"/>
                </a:lnTo>
                <a:lnTo>
                  <a:pt x="152552" y="153274"/>
                </a:lnTo>
                <a:lnTo>
                  <a:pt x="170435" y="150786"/>
                </a:lnTo>
                <a:lnTo>
                  <a:pt x="171264" y="158155"/>
                </a:lnTo>
                <a:close/>
              </a:path>
              <a:path w="251460" h="263525">
                <a:moveTo>
                  <a:pt x="220626" y="263342"/>
                </a:moveTo>
                <a:lnTo>
                  <a:pt x="40366" y="263342"/>
                </a:lnTo>
                <a:lnTo>
                  <a:pt x="40366" y="196706"/>
                </a:lnTo>
                <a:lnTo>
                  <a:pt x="64073" y="196706"/>
                </a:lnTo>
                <a:lnTo>
                  <a:pt x="64073" y="243693"/>
                </a:lnTo>
                <a:lnTo>
                  <a:pt x="220626" y="243693"/>
                </a:lnTo>
                <a:lnTo>
                  <a:pt x="220626" y="263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3006506" y="6786577"/>
            <a:ext cx="47625" cy="198120"/>
          </a:xfrm>
          <a:custGeom>
            <a:avLst/>
            <a:gdLst/>
            <a:ahLst/>
            <a:cxnLst/>
            <a:rect l="l" t="t" r="r" b="b"/>
            <a:pathLst>
              <a:path w="47625" h="198120">
                <a:moveTo>
                  <a:pt x="23503" y="46389"/>
                </a:moveTo>
                <a:lnTo>
                  <a:pt x="14612" y="44765"/>
                </a:lnTo>
                <a:lnTo>
                  <a:pt x="7113" y="40126"/>
                </a:lnTo>
                <a:lnTo>
                  <a:pt x="1932" y="32820"/>
                </a:lnTo>
                <a:lnTo>
                  <a:pt x="0" y="23194"/>
                </a:lnTo>
                <a:lnTo>
                  <a:pt x="1932" y="13568"/>
                </a:lnTo>
                <a:lnTo>
                  <a:pt x="7113" y="6262"/>
                </a:lnTo>
                <a:lnTo>
                  <a:pt x="14612" y="1623"/>
                </a:lnTo>
                <a:lnTo>
                  <a:pt x="23503" y="0"/>
                </a:lnTo>
                <a:lnTo>
                  <a:pt x="32395" y="1623"/>
                </a:lnTo>
                <a:lnTo>
                  <a:pt x="39894" y="6262"/>
                </a:lnTo>
                <a:lnTo>
                  <a:pt x="45074" y="13568"/>
                </a:lnTo>
                <a:lnTo>
                  <a:pt x="47007" y="23194"/>
                </a:lnTo>
                <a:lnTo>
                  <a:pt x="45074" y="32820"/>
                </a:lnTo>
                <a:lnTo>
                  <a:pt x="39894" y="40126"/>
                </a:lnTo>
                <a:lnTo>
                  <a:pt x="32395" y="44765"/>
                </a:lnTo>
                <a:lnTo>
                  <a:pt x="23503" y="46389"/>
                </a:lnTo>
                <a:close/>
              </a:path>
              <a:path w="47625" h="198120">
                <a:moveTo>
                  <a:pt x="23503" y="197927"/>
                </a:moveTo>
                <a:lnTo>
                  <a:pt x="14612" y="196260"/>
                </a:lnTo>
                <a:lnTo>
                  <a:pt x="7113" y="191549"/>
                </a:lnTo>
                <a:lnTo>
                  <a:pt x="1932" y="184228"/>
                </a:lnTo>
                <a:lnTo>
                  <a:pt x="0" y="174733"/>
                </a:lnTo>
                <a:lnTo>
                  <a:pt x="1932" y="165059"/>
                </a:lnTo>
                <a:lnTo>
                  <a:pt x="7113" y="157646"/>
                </a:lnTo>
                <a:lnTo>
                  <a:pt x="14612" y="152901"/>
                </a:lnTo>
                <a:lnTo>
                  <a:pt x="23503" y="151229"/>
                </a:lnTo>
                <a:lnTo>
                  <a:pt x="32395" y="152901"/>
                </a:lnTo>
                <a:lnTo>
                  <a:pt x="39894" y="157646"/>
                </a:lnTo>
                <a:lnTo>
                  <a:pt x="45074" y="165059"/>
                </a:lnTo>
                <a:lnTo>
                  <a:pt x="47007" y="174733"/>
                </a:lnTo>
                <a:lnTo>
                  <a:pt x="45074" y="184228"/>
                </a:lnTo>
                <a:lnTo>
                  <a:pt x="39894" y="191549"/>
                </a:lnTo>
                <a:lnTo>
                  <a:pt x="32395" y="196260"/>
                </a:lnTo>
                <a:lnTo>
                  <a:pt x="23503" y="197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3195534" y="6757298"/>
            <a:ext cx="221615" cy="268605"/>
          </a:xfrm>
          <a:custGeom>
            <a:avLst/>
            <a:gdLst/>
            <a:ahLst/>
            <a:cxnLst/>
            <a:rect l="l" t="t" r="r" b="b"/>
            <a:pathLst>
              <a:path w="221614" h="268604">
                <a:moveTo>
                  <a:pt x="221267" y="268468"/>
                </a:moveTo>
                <a:lnTo>
                  <a:pt x="197560" y="268468"/>
                </a:lnTo>
                <a:lnTo>
                  <a:pt x="197560" y="0"/>
                </a:lnTo>
                <a:lnTo>
                  <a:pt x="221267" y="0"/>
                </a:lnTo>
                <a:lnTo>
                  <a:pt x="221267" y="268468"/>
                </a:lnTo>
                <a:close/>
              </a:path>
              <a:path w="221614" h="268604">
                <a:moveTo>
                  <a:pt x="159970" y="47414"/>
                </a:moveTo>
                <a:lnTo>
                  <a:pt x="8756" y="47414"/>
                </a:lnTo>
                <a:lnTo>
                  <a:pt x="8756" y="27551"/>
                </a:lnTo>
                <a:lnTo>
                  <a:pt x="159970" y="27551"/>
                </a:lnTo>
                <a:lnTo>
                  <a:pt x="159970" y="47414"/>
                </a:lnTo>
                <a:close/>
              </a:path>
              <a:path w="221614" h="268604">
                <a:moveTo>
                  <a:pt x="14096" y="216782"/>
                </a:moveTo>
                <a:lnTo>
                  <a:pt x="0" y="197987"/>
                </a:lnTo>
                <a:lnTo>
                  <a:pt x="27468" y="178702"/>
                </a:lnTo>
                <a:lnTo>
                  <a:pt x="50431" y="150706"/>
                </a:lnTo>
                <a:lnTo>
                  <a:pt x="66226" y="117465"/>
                </a:lnTo>
                <a:lnTo>
                  <a:pt x="72189" y="82441"/>
                </a:lnTo>
                <a:lnTo>
                  <a:pt x="72189" y="47414"/>
                </a:lnTo>
                <a:lnTo>
                  <a:pt x="96110" y="47414"/>
                </a:lnTo>
                <a:lnTo>
                  <a:pt x="96110" y="82441"/>
                </a:lnTo>
                <a:lnTo>
                  <a:pt x="101900" y="116250"/>
                </a:lnTo>
                <a:lnTo>
                  <a:pt x="107760" y="127933"/>
                </a:lnTo>
                <a:lnTo>
                  <a:pt x="84470" y="127933"/>
                </a:lnTo>
                <a:lnTo>
                  <a:pt x="72468" y="156232"/>
                </a:lnTo>
                <a:lnTo>
                  <a:pt x="56051" y="181328"/>
                </a:lnTo>
                <a:lnTo>
                  <a:pt x="36250" y="201938"/>
                </a:lnTo>
                <a:lnTo>
                  <a:pt x="14096" y="216782"/>
                </a:lnTo>
                <a:close/>
              </a:path>
              <a:path w="221614" h="268604">
                <a:moveTo>
                  <a:pt x="155485" y="210161"/>
                </a:moveTo>
                <a:lnTo>
                  <a:pt x="132916" y="196487"/>
                </a:lnTo>
                <a:lnTo>
                  <a:pt x="112929" y="177577"/>
                </a:lnTo>
                <a:lnTo>
                  <a:pt x="96467" y="154402"/>
                </a:lnTo>
                <a:lnTo>
                  <a:pt x="84470" y="127933"/>
                </a:lnTo>
                <a:lnTo>
                  <a:pt x="107760" y="127933"/>
                </a:lnTo>
                <a:lnTo>
                  <a:pt x="117601" y="147556"/>
                </a:lnTo>
                <a:lnTo>
                  <a:pt x="140711" y="173536"/>
                </a:lnTo>
                <a:lnTo>
                  <a:pt x="168727" y="191366"/>
                </a:lnTo>
                <a:lnTo>
                  <a:pt x="155485" y="210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3458449" y="6757298"/>
            <a:ext cx="257175" cy="268605"/>
          </a:xfrm>
          <a:custGeom>
            <a:avLst/>
            <a:gdLst/>
            <a:ahLst/>
            <a:cxnLst/>
            <a:rect l="l" t="t" r="r" b="b"/>
            <a:pathLst>
              <a:path w="257175" h="268604">
                <a:moveTo>
                  <a:pt x="212297" y="268468"/>
                </a:moveTo>
                <a:lnTo>
                  <a:pt x="188590" y="268468"/>
                </a:lnTo>
                <a:lnTo>
                  <a:pt x="188590" y="0"/>
                </a:lnTo>
                <a:lnTo>
                  <a:pt x="212297" y="0"/>
                </a:lnTo>
                <a:lnTo>
                  <a:pt x="212297" y="108498"/>
                </a:lnTo>
                <a:lnTo>
                  <a:pt x="257148" y="108498"/>
                </a:lnTo>
                <a:lnTo>
                  <a:pt x="257148" y="128788"/>
                </a:lnTo>
                <a:lnTo>
                  <a:pt x="212297" y="128788"/>
                </a:lnTo>
                <a:lnTo>
                  <a:pt x="212297" y="268468"/>
                </a:lnTo>
                <a:close/>
              </a:path>
              <a:path w="257175" h="268604">
                <a:moveTo>
                  <a:pt x="155698" y="47414"/>
                </a:moveTo>
                <a:lnTo>
                  <a:pt x="9611" y="47414"/>
                </a:lnTo>
                <a:lnTo>
                  <a:pt x="9611" y="27551"/>
                </a:lnTo>
                <a:lnTo>
                  <a:pt x="155698" y="27551"/>
                </a:lnTo>
                <a:lnTo>
                  <a:pt x="155698" y="47414"/>
                </a:lnTo>
                <a:close/>
              </a:path>
              <a:path w="257175" h="268604">
                <a:moveTo>
                  <a:pt x="14309" y="216782"/>
                </a:moveTo>
                <a:lnTo>
                  <a:pt x="0" y="197987"/>
                </a:lnTo>
                <a:lnTo>
                  <a:pt x="27524" y="178431"/>
                </a:lnTo>
                <a:lnTo>
                  <a:pt x="50404" y="150306"/>
                </a:lnTo>
                <a:lnTo>
                  <a:pt x="66075" y="117134"/>
                </a:lnTo>
                <a:lnTo>
                  <a:pt x="71976" y="82441"/>
                </a:lnTo>
                <a:lnTo>
                  <a:pt x="71976" y="47414"/>
                </a:lnTo>
                <a:lnTo>
                  <a:pt x="95256" y="47414"/>
                </a:lnTo>
                <a:lnTo>
                  <a:pt x="95256" y="82441"/>
                </a:lnTo>
                <a:lnTo>
                  <a:pt x="100612" y="114958"/>
                </a:lnTo>
                <a:lnTo>
                  <a:pt x="106580" y="127399"/>
                </a:lnTo>
                <a:lnTo>
                  <a:pt x="83829" y="127399"/>
                </a:lnTo>
                <a:lnTo>
                  <a:pt x="71931" y="155782"/>
                </a:lnTo>
                <a:lnTo>
                  <a:pt x="55677" y="181061"/>
                </a:lnTo>
                <a:lnTo>
                  <a:pt x="36119" y="201855"/>
                </a:lnTo>
                <a:lnTo>
                  <a:pt x="14309" y="216782"/>
                </a:lnTo>
                <a:close/>
              </a:path>
              <a:path w="257175" h="268604">
                <a:moveTo>
                  <a:pt x="151427" y="210161"/>
                </a:moveTo>
                <a:lnTo>
                  <a:pt x="129902" y="196073"/>
                </a:lnTo>
                <a:lnTo>
                  <a:pt x="110900" y="176829"/>
                </a:lnTo>
                <a:lnTo>
                  <a:pt x="95262" y="153561"/>
                </a:lnTo>
                <a:lnTo>
                  <a:pt x="83829" y="127399"/>
                </a:lnTo>
                <a:lnTo>
                  <a:pt x="106580" y="127399"/>
                </a:lnTo>
                <a:lnTo>
                  <a:pt x="115519" y="146034"/>
                </a:lnTo>
                <a:lnTo>
                  <a:pt x="137755" y="172545"/>
                </a:lnTo>
                <a:lnTo>
                  <a:pt x="165096" y="191366"/>
                </a:lnTo>
                <a:lnTo>
                  <a:pt x="151427" y="210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3728199" y="6757298"/>
            <a:ext cx="231775" cy="268605"/>
          </a:xfrm>
          <a:custGeom>
            <a:avLst/>
            <a:gdLst/>
            <a:ahLst/>
            <a:cxnLst/>
            <a:rect l="l" t="t" r="r" b="b"/>
            <a:pathLst>
              <a:path w="231775" h="268604">
                <a:moveTo>
                  <a:pt x="231519" y="268468"/>
                </a:moveTo>
                <a:lnTo>
                  <a:pt x="208880" y="268468"/>
                </a:lnTo>
                <a:lnTo>
                  <a:pt x="208880" y="0"/>
                </a:lnTo>
                <a:lnTo>
                  <a:pt x="231519" y="0"/>
                </a:lnTo>
                <a:lnTo>
                  <a:pt x="231519" y="268468"/>
                </a:lnTo>
                <a:close/>
              </a:path>
              <a:path w="231775" h="268604">
                <a:moveTo>
                  <a:pt x="177270" y="254372"/>
                </a:moveTo>
                <a:lnTo>
                  <a:pt x="154844" y="254372"/>
                </a:lnTo>
                <a:lnTo>
                  <a:pt x="154844" y="126011"/>
                </a:lnTo>
                <a:lnTo>
                  <a:pt x="112556" y="126011"/>
                </a:lnTo>
                <a:lnTo>
                  <a:pt x="112556" y="105935"/>
                </a:lnTo>
                <a:lnTo>
                  <a:pt x="154844" y="105935"/>
                </a:lnTo>
                <a:lnTo>
                  <a:pt x="154844" y="6407"/>
                </a:lnTo>
                <a:lnTo>
                  <a:pt x="177270" y="6407"/>
                </a:lnTo>
                <a:lnTo>
                  <a:pt x="177270" y="254372"/>
                </a:lnTo>
                <a:close/>
              </a:path>
              <a:path w="231775" h="268604">
                <a:moveTo>
                  <a:pt x="80946" y="49763"/>
                </a:moveTo>
                <a:lnTo>
                  <a:pt x="58307" y="49763"/>
                </a:lnTo>
                <a:lnTo>
                  <a:pt x="58307" y="9824"/>
                </a:lnTo>
                <a:lnTo>
                  <a:pt x="80946" y="9824"/>
                </a:lnTo>
                <a:lnTo>
                  <a:pt x="80946" y="49763"/>
                </a:lnTo>
                <a:close/>
              </a:path>
              <a:path w="231775" h="268604">
                <a:moveTo>
                  <a:pt x="131137" y="69413"/>
                </a:moveTo>
                <a:lnTo>
                  <a:pt x="7261" y="69413"/>
                </a:lnTo>
                <a:lnTo>
                  <a:pt x="7261" y="49763"/>
                </a:lnTo>
                <a:lnTo>
                  <a:pt x="131137" y="49763"/>
                </a:lnTo>
                <a:lnTo>
                  <a:pt x="131137" y="69413"/>
                </a:lnTo>
                <a:close/>
              </a:path>
              <a:path w="231775" h="268604">
                <a:moveTo>
                  <a:pt x="14309" y="213365"/>
                </a:moveTo>
                <a:lnTo>
                  <a:pt x="0" y="195424"/>
                </a:lnTo>
                <a:lnTo>
                  <a:pt x="24488" y="175041"/>
                </a:lnTo>
                <a:lnTo>
                  <a:pt x="42769" y="147689"/>
                </a:lnTo>
                <a:lnTo>
                  <a:pt x="54242" y="116013"/>
                </a:lnTo>
                <a:lnTo>
                  <a:pt x="58307" y="82655"/>
                </a:lnTo>
                <a:lnTo>
                  <a:pt x="58307" y="69413"/>
                </a:lnTo>
                <a:lnTo>
                  <a:pt x="80732" y="69413"/>
                </a:lnTo>
                <a:lnTo>
                  <a:pt x="80732" y="82655"/>
                </a:lnTo>
                <a:lnTo>
                  <a:pt x="84740" y="114811"/>
                </a:lnTo>
                <a:lnTo>
                  <a:pt x="91529" y="132525"/>
                </a:lnTo>
                <a:lnTo>
                  <a:pt x="69840" y="132525"/>
                </a:lnTo>
                <a:lnTo>
                  <a:pt x="60863" y="157425"/>
                </a:lnTo>
                <a:lnTo>
                  <a:pt x="48482" y="179793"/>
                </a:lnTo>
                <a:lnTo>
                  <a:pt x="32897" y="198736"/>
                </a:lnTo>
                <a:lnTo>
                  <a:pt x="14309" y="213365"/>
                </a:lnTo>
                <a:close/>
              </a:path>
              <a:path w="231775" h="268604">
                <a:moveTo>
                  <a:pt x="125584" y="207385"/>
                </a:moveTo>
                <a:lnTo>
                  <a:pt x="106977" y="194081"/>
                </a:lnTo>
                <a:lnTo>
                  <a:pt x="91345" y="176643"/>
                </a:lnTo>
                <a:lnTo>
                  <a:pt x="78895" y="155860"/>
                </a:lnTo>
                <a:lnTo>
                  <a:pt x="69840" y="132525"/>
                </a:lnTo>
                <a:lnTo>
                  <a:pt x="91529" y="132525"/>
                </a:lnTo>
                <a:lnTo>
                  <a:pt x="96297" y="144966"/>
                </a:lnTo>
                <a:lnTo>
                  <a:pt x="114701" y="170716"/>
                </a:lnTo>
                <a:lnTo>
                  <a:pt x="139253" y="189658"/>
                </a:lnTo>
                <a:lnTo>
                  <a:pt x="125584" y="2073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4095911" y="6867077"/>
            <a:ext cx="93974" cy="9397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4310116" y="6756017"/>
            <a:ext cx="245110" cy="269240"/>
          </a:xfrm>
          <a:custGeom>
            <a:avLst/>
            <a:gdLst/>
            <a:ahLst/>
            <a:cxnLst/>
            <a:rect l="l" t="t" r="r" b="b"/>
            <a:pathLst>
              <a:path w="245110" h="269240">
                <a:moveTo>
                  <a:pt x="133913" y="27765"/>
                </a:moveTo>
                <a:lnTo>
                  <a:pt x="110633" y="27765"/>
                </a:lnTo>
                <a:lnTo>
                  <a:pt x="110633" y="0"/>
                </a:lnTo>
                <a:lnTo>
                  <a:pt x="133913" y="0"/>
                </a:lnTo>
                <a:lnTo>
                  <a:pt x="133913" y="27765"/>
                </a:lnTo>
                <a:close/>
              </a:path>
              <a:path w="245110" h="269240">
                <a:moveTo>
                  <a:pt x="219772" y="46773"/>
                </a:moveTo>
                <a:lnTo>
                  <a:pt x="25202" y="46773"/>
                </a:lnTo>
                <a:lnTo>
                  <a:pt x="25202" y="27765"/>
                </a:lnTo>
                <a:lnTo>
                  <a:pt x="219772" y="27765"/>
                </a:lnTo>
                <a:lnTo>
                  <a:pt x="219772" y="46773"/>
                </a:lnTo>
                <a:close/>
              </a:path>
              <a:path w="245110" h="269240">
                <a:moveTo>
                  <a:pt x="22212" y="121312"/>
                </a:moveTo>
                <a:lnTo>
                  <a:pt x="14523" y="103158"/>
                </a:lnTo>
                <a:lnTo>
                  <a:pt x="50287" y="96540"/>
                </a:lnTo>
                <a:lnTo>
                  <a:pt x="80065" y="84577"/>
                </a:lnTo>
                <a:lnTo>
                  <a:pt x="100752" y="67807"/>
                </a:lnTo>
                <a:lnTo>
                  <a:pt x="109245" y="46773"/>
                </a:lnTo>
                <a:lnTo>
                  <a:pt x="135195" y="46773"/>
                </a:lnTo>
                <a:lnTo>
                  <a:pt x="143600" y="67807"/>
                </a:lnTo>
                <a:lnTo>
                  <a:pt x="150041" y="73043"/>
                </a:lnTo>
                <a:lnTo>
                  <a:pt x="122273" y="73043"/>
                </a:lnTo>
                <a:lnTo>
                  <a:pt x="105948" y="91458"/>
                </a:lnTo>
                <a:lnTo>
                  <a:pt x="82655" y="105668"/>
                </a:lnTo>
                <a:lnTo>
                  <a:pt x="54155" y="115632"/>
                </a:lnTo>
                <a:lnTo>
                  <a:pt x="22212" y="121312"/>
                </a:lnTo>
                <a:close/>
              </a:path>
              <a:path w="245110" h="269240">
                <a:moveTo>
                  <a:pt x="222335" y="121312"/>
                </a:moveTo>
                <a:lnTo>
                  <a:pt x="190227" y="115632"/>
                </a:lnTo>
                <a:lnTo>
                  <a:pt x="161692" y="105668"/>
                </a:lnTo>
                <a:lnTo>
                  <a:pt x="138464" y="91458"/>
                </a:lnTo>
                <a:lnTo>
                  <a:pt x="122273" y="73043"/>
                </a:lnTo>
                <a:lnTo>
                  <a:pt x="150041" y="73043"/>
                </a:lnTo>
                <a:lnTo>
                  <a:pt x="164228" y="84577"/>
                </a:lnTo>
                <a:lnTo>
                  <a:pt x="194048" y="96540"/>
                </a:lnTo>
                <a:lnTo>
                  <a:pt x="230024" y="103158"/>
                </a:lnTo>
                <a:lnTo>
                  <a:pt x="222335" y="121312"/>
                </a:lnTo>
                <a:close/>
              </a:path>
              <a:path w="245110" h="269240">
                <a:moveTo>
                  <a:pt x="244761" y="155698"/>
                </a:moveTo>
                <a:lnTo>
                  <a:pt x="0" y="155698"/>
                </a:lnTo>
                <a:lnTo>
                  <a:pt x="0" y="136476"/>
                </a:lnTo>
                <a:lnTo>
                  <a:pt x="244761" y="136476"/>
                </a:lnTo>
                <a:lnTo>
                  <a:pt x="244761" y="155698"/>
                </a:lnTo>
                <a:close/>
              </a:path>
              <a:path w="245110" h="269240">
                <a:moveTo>
                  <a:pt x="133913" y="186454"/>
                </a:moveTo>
                <a:lnTo>
                  <a:pt x="110633" y="186454"/>
                </a:lnTo>
                <a:lnTo>
                  <a:pt x="110633" y="155698"/>
                </a:lnTo>
                <a:lnTo>
                  <a:pt x="133913" y="155698"/>
                </a:lnTo>
                <a:lnTo>
                  <a:pt x="133913" y="186454"/>
                </a:lnTo>
                <a:close/>
              </a:path>
              <a:path w="245110" h="269240">
                <a:moveTo>
                  <a:pt x="214433" y="268895"/>
                </a:moveTo>
                <a:lnTo>
                  <a:pt x="190512" y="268895"/>
                </a:lnTo>
                <a:lnTo>
                  <a:pt x="190512" y="205890"/>
                </a:lnTo>
                <a:lnTo>
                  <a:pt x="27124" y="205890"/>
                </a:lnTo>
                <a:lnTo>
                  <a:pt x="27124" y="186454"/>
                </a:lnTo>
                <a:lnTo>
                  <a:pt x="214433" y="186454"/>
                </a:lnTo>
                <a:lnTo>
                  <a:pt x="214433" y="268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4577731" y="6754734"/>
            <a:ext cx="222885" cy="267970"/>
          </a:xfrm>
          <a:custGeom>
            <a:avLst/>
            <a:gdLst/>
            <a:ahLst/>
            <a:cxnLst/>
            <a:rect l="l" t="t" r="r" b="b"/>
            <a:pathLst>
              <a:path w="222885" h="267970">
                <a:moveTo>
                  <a:pt x="88848" y="29687"/>
                </a:moveTo>
                <a:lnTo>
                  <a:pt x="65355" y="29687"/>
                </a:lnTo>
                <a:lnTo>
                  <a:pt x="65355" y="0"/>
                </a:lnTo>
                <a:lnTo>
                  <a:pt x="88848" y="0"/>
                </a:lnTo>
                <a:lnTo>
                  <a:pt x="88848" y="29687"/>
                </a:lnTo>
                <a:close/>
              </a:path>
              <a:path w="222885" h="267970">
                <a:moveTo>
                  <a:pt x="222335" y="161252"/>
                </a:moveTo>
                <a:lnTo>
                  <a:pt x="198628" y="161252"/>
                </a:lnTo>
                <a:lnTo>
                  <a:pt x="198628" y="137331"/>
                </a:lnTo>
                <a:lnTo>
                  <a:pt x="151640" y="137331"/>
                </a:lnTo>
                <a:lnTo>
                  <a:pt x="151640" y="117681"/>
                </a:lnTo>
                <a:lnTo>
                  <a:pt x="198628" y="117681"/>
                </a:lnTo>
                <a:lnTo>
                  <a:pt x="198628" y="85004"/>
                </a:lnTo>
                <a:lnTo>
                  <a:pt x="151854" y="85004"/>
                </a:lnTo>
                <a:lnTo>
                  <a:pt x="151854" y="65355"/>
                </a:lnTo>
                <a:lnTo>
                  <a:pt x="198628" y="65355"/>
                </a:lnTo>
                <a:lnTo>
                  <a:pt x="198628" y="2562"/>
                </a:lnTo>
                <a:lnTo>
                  <a:pt x="222335" y="2562"/>
                </a:lnTo>
                <a:lnTo>
                  <a:pt x="222335" y="161252"/>
                </a:lnTo>
                <a:close/>
              </a:path>
              <a:path w="222885" h="267970">
                <a:moveTo>
                  <a:pt x="152068" y="49123"/>
                </a:moveTo>
                <a:lnTo>
                  <a:pt x="0" y="49123"/>
                </a:lnTo>
                <a:lnTo>
                  <a:pt x="0" y="29687"/>
                </a:lnTo>
                <a:lnTo>
                  <a:pt x="152068" y="29687"/>
                </a:lnTo>
                <a:lnTo>
                  <a:pt x="152068" y="49123"/>
                </a:lnTo>
                <a:close/>
              </a:path>
              <a:path w="222885" h="267970">
                <a:moveTo>
                  <a:pt x="76888" y="158902"/>
                </a:moveTo>
                <a:lnTo>
                  <a:pt x="52029" y="155478"/>
                </a:lnTo>
                <a:lnTo>
                  <a:pt x="32757" y="145767"/>
                </a:lnTo>
                <a:lnTo>
                  <a:pt x="20333" y="130610"/>
                </a:lnTo>
                <a:lnTo>
                  <a:pt x="16018" y="110847"/>
                </a:lnTo>
                <a:lnTo>
                  <a:pt x="20333" y="90927"/>
                </a:lnTo>
                <a:lnTo>
                  <a:pt x="32757" y="75633"/>
                </a:lnTo>
                <a:lnTo>
                  <a:pt x="52029" y="65825"/>
                </a:lnTo>
                <a:lnTo>
                  <a:pt x="76888" y="62365"/>
                </a:lnTo>
                <a:lnTo>
                  <a:pt x="101573" y="65825"/>
                </a:lnTo>
                <a:lnTo>
                  <a:pt x="120912" y="75633"/>
                </a:lnTo>
                <a:lnTo>
                  <a:pt x="125130" y="80732"/>
                </a:lnTo>
                <a:lnTo>
                  <a:pt x="76888" y="80732"/>
                </a:lnTo>
                <a:lnTo>
                  <a:pt x="60906" y="82885"/>
                </a:lnTo>
                <a:lnTo>
                  <a:pt x="48669" y="88982"/>
                </a:lnTo>
                <a:lnTo>
                  <a:pt x="40876" y="98483"/>
                </a:lnTo>
                <a:lnTo>
                  <a:pt x="38230" y="110847"/>
                </a:lnTo>
                <a:lnTo>
                  <a:pt x="40876" y="123121"/>
                </a:lnTo>
                <a:lnTo>
                  <a:pt x="48669" y="132632"/>
                </a:lnTo>
                <a:lnTo>
                  <a:pt x="60906" y="138779"/>
                </a:lnTo>
                <a:lnTo>
                  <a:pt x="76888" y="140962"/>
                </a:lnTo>
                <a:lnTo>
                  <a:pt x="124923" y="140962"/>
                </a:lnTo>
                <a:lnTo>
                  <a:pt x="120912" y="145767"/>
                </a:lnTo>
                <a:lnTo>
                  <a:pt x="101573" y="155478"/>
                </a:lnTo>
                <a:lnTo>
                  <a:pt x="76888" y="158902"/>
                </a:lnTo>
                <a:close/>
              </a:path>
              <a:path w="222885" h="267970">
                <a:moveTo>
                  <a:pt x="124923" y="140962"/>
                </a:moveTo>
                <a:lnTo>
                  <a:pt x="76888" y="140962"/>
                </a:lnTo>
                <a:lnTo>
                  <a:pt x="92696" y="138779"/>
                </a:lnTo>
                <a:lnTo>
                  <a:pt x="105000" y="132632"/>
                </a:lnTo>
                <a:lnTo>
                  <a:pt x="113019" y="123121"/>
                </a:lnTo>
                <a:lnTo>
                  <a:pt x="115973" y="110847"/>
                </a:lnTo>
                <a:lnTo>
                  <a:pt x="113019" y="98483"/>
                </a:lnTo>
                <a:lnTo>
                  <a:pt x="105000" y="88982"/>
                </a:lnTo>
                <a:lnTo>
                  <a:pt x="92696" y="82885"/>
                </a:lnTo>
                <a:lnTo>
                  <a:pt x="76888" y="80732"/>
                </a:lnTo>
                <a:lnTo>
                  <a:pt x="125130" y="80732"/>
                </a:lnTo>
                <a:lnTo>
                  <a:pt x="133563" y="90927"/>
                </a:lnTo>
                <a:lnTo>
                  <a:pt x="138185" y="110847"/>
                </a:lnTo>
                <a:lnTo>
                  <a:pt x="133563" y="130610"/>
                </a:lnTo>
                <a:lnTo>
                  <a:pt x="124923" y="140962"/>
                </a:lnTo>
                <a:close/>
              </a:path>
              <a:path w="222885" h="267970">
                <a:moveTo>
                  <a:pt x="222335" y="267400"/>
                </a:moveTo>
                <a:lnTo>
                  <a:pt x="47628" y="267400"/>
                </a:lnTo>
                <a:lnTo>
                  <a:pt x="47628" y="172571"/>
                </a:lnTo>
                <a:lnTo>
                  <a:pt x="71121" y="172571"/>
                </a:lnTo>
                <a:lnTo>
                  <a:pt x="71121" y="200764"/>
                </a:lnTo>
                <a:lnTo>
                  <a:pt x="222335" y="200764"/>
                </a:lnTo>
                <a:lnTo>
                  <a:pt x="222335" y="219345"/>
                </a:lnTo>
                <a:lnTo>
                  <a:pt x="71121" y="219345"/>
                </a:lnTo>
                <a:lnTo>
                  <a:pt x="71121" y="248392"/>
                </a:lnTo>
                <a:lnTo>
                  <a:pt x="222335" y="248392"/>
                </a:lnTo>
                <a:lnTo>
                  <a:pt x="222335" y="267400"/>
                </a:lnTo>
                <a:close/>
              </a:path>
              <a:path w="222885" h="267970">
                <a:moveTo>
                  <a:pt x="222335" y="200764"/>
                </a:moveTo>
                <a:lnTo>
                  <a:pt x="198841" y="200764"/>
                </a:lnTo>
                <a:lnTo>
                  <a:pt x="198841" y="172571"/>
                </a:lnTo>
                <a:lnTo>
                  <a:pt x="222335" y="172571"/>
                </a:lnTo>
                <a:lnTo>
                  <a:pt x="222335" y="200764"/>
                </a:lnTo>
                <a:close/>
              </a:path>
              <a:path w="222885" h="267970">
                <a:moveTo>
                  <a:pt x="222335" y="248392"/>
                </a:moveTo>
                <a:lnTo>
                  <a:pt x="198841" y="248392"/>
                </a:lnTo>
                <a:lnTo>
                  <a:pt x="198841" y="219345"/>
                </a:lnTo>
                <a:lnTo>
                  <a:pt x="222335" y="219345"/>
                </a:lnTo>
                <a:lnTo>
                  <a:pt x="222335" y="2483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932136" y="6757298"/>
            <a:ext cx="219710" cy="268605"/>
          </a:xfrm>
          <a:custGeom>
            <a:avLst/>
            <a:gdLst/>
            <a:ahLst/>
            <a:cxnLst/>
            <a:rect l="l" t="t" r="r" b="b"/>
            <a:pathLst>
              <a:path w="219710" h="268604">
                <a:moveTo>
                  <a:pt x="219559" y="107857"/>
                </a:moveTo>
                <a:lnTo>
                  <a:pt x="196919" y="107857"/>
                </a:lnTo>
                <a:lnTo>
                  <a:pt x="196919" y="0"/>
                </a:lnTo>
                <a:lnTo>
                  <a:pt x="219559" y="0"/>
                </a:lnTo>
                <a:lnTo>
                  <a:pt x="219559" y="107857"/>
                </a:lnTo>
                <a:close/>
              </a:path>
              <a:path w="219710" h="268604">
                <a:moveTo>
                  <a:pt x="157621" y="254372"/>
                </a:moveTo>
                <a:lnTo>
                  <a:pt x="135622" y="254372"/>
                </a:lnTo>
                <a:lnTo>
                  <a:pt x="135622" y="5980"/>
                </a:lnTo>
                <a:lnTo>
                  <a:pt x="157621" y="5980"/>
                </a:lnTo>
                <a:lnTo>
                  <a:pt x="157621" y="107857"/>
                </a:lnTo>
                <a:lnTo>
                  <a:pt x="219559" y="107857"/>
                </a:lnTo>
                <a:lnTo>
                  <a:pt x="219559" y="127506"/>
                </a:lnTo>
                <a:lnTo>
                  <a:pt x="157621" y="127506"/>
                </a:lnTo>
                <a:lnTo>
                  <a:pt x="157621" y="254372"/>
                </a:lnTo>
                <a:close/>
              </a:path>
              <a:path w="219710" h="268604">
                <a:moveTo>
                  <a:pt x="219559" y="268468"/>
                </a:moveTo>
                <a:lnTo>
                  <a:pt x="196919" y="268468"/>
                </a:lnTo>
                <a:lnTo>
                  <a:pt x="196919" y="127506"/>
                </a:lnTo>
                <a:lnTo>
                  <a:pt x="219559" y="127506"/>
                </a:lnTo>
                <a:lnTo>
                  <a:pt x="219559" y="268468"/>
                </a:lnTo>
                <a:close/>
              </a:path>
              <a:path w="219710" h="268604">
                <a:moveTo>
                  <a:pt x="17299" y="202045"/>
                </a:moveTo>
                <a:lnTo>
                  <a:pt x="0" y="202045"/>
                </a:lnTo>
                <a:lnTo>
                  <a:pt x="0" y="32891"/>
                </a:lnTo>
                <a:lnTo>
                  <a:pt x="100595" y="32891"/>
                </a:lnTo>
                <a:lnTo>
                  <a:pt x="100595" y="52326"/>
                </a:lnTo>
                <a:lnTo>
                  <a:pt x="23707" y="52326"/>
                </a:lnTo>
                <a:lnTo>
                  <a:pt x="23707" y="181755"/>
                </a:lnTo>
                <a:lnTo>
                  <a:pt x="116800" y="181755"/>
                </a:lnTo>
                <a:lnTo>
                  <a:pt x="118109" y="193929"/>
                </a:lnTo>
                <a:lnTo>
                  <a:pt x="94548" y="198051"/>
                </a:lnTo>
                <a:lnTo>
                  <a:pt x="71068" y="200470"/>
                </a:lnTo>
                <a:lnTo>
                  <a:pt x="45906" y="201648"/>
                </a:lnTo>
                <a:lnTo>
                  <a:pt x="17299" y="202045"/>
                </a:lnTo>
                <a:close/>
              </a:path>
              <a:path w="219710" h="268604">
                <a:moveTo>
                  <a:pt x="116800" y="181755"/>
                </a:moveTo>
                <a:lnTo>
                  <a:pt x="23707" y="181755"/>
                </a:lnTo>
                <a:lnTo>
                  <a:pt x="49581" y="181365"/>
                </a:lnTo>
                <a:lnTo>
                  <a:pt x="72603" y="180153"/>
                </a:lnTo>
                <a:lnTo>
                  <a:pt x="94243" y="177821"/>
                </a:lnTo>
                <a:lnTo>
                  <a:pt x="115973" y="174066"/>
                </a:lnTo>
                <a:lnTo>
                  <a:pt x="116800" y="1817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5188644" y="6757298"/>
            <a:ext cx="251460" cy="267970"/>
          </a:xfrm>
          <a:custGeom>
            <a:avLst/>
            <a:gdLst/>
            <a:ahLst/>
            <a:cxnLst/>
            <a:rect l="l" t="t" r="r" b="b"/>
            <a:pathLst>
              <a:path w="251460" h="267970">
                <a:moveTo>
                  <a:pt x="211015" y="163387"/>
                </a:moveTo>
                <a:lnTo>
                  <a:pt x="187308" y="163387"/>
                </a:lnTo>
                <a:lnTo>
                  <a:pt x="187308" y="0"/>
                </a:lnTo>
                <a:lnTo>
                  <a:pt x="211015" y="0"/>
                </a:lnTo>
                <a:lnTo>
                  <a:pt x="211015" y="70053"/>
                </a:lnTo>
                <a:lnTo>
                  <a:pt x="251382" y="70053"/>
                </a:lnTo>
                <a:lnTo>
                  <a:pt x="251382" y="89916"/>
                </a:lnTo>
                <a:lnTo>
                  <a:pt x="211015" y="89916"/>
                </a:lnTo>
                <a:lnTo>
                  <a:pt x="211015" y="163387"/>
                </a:lnTo>
                <a:close/>
              </a:path>
              <a:path w="251460" h="267970">
                <a:moveTo>
                  <a:pt x="12814" y="152922"/>
                </a:moveTo>
                <a:lnTo>
                  <a:pt x="0" y="133913"/>
                </a:lnTo>
                <a:lnTo>
                  <a:pt x="27545" y="119016"/>
                </a:lnTo>
                <a:lnTo>
                  <a:pt x="48802" y="97712"/>
                </a:lnTo>
                <a:lnTo>
                  <a:pt x="62531" y="71442"/>
                </a:lnTo>
                <a:lnTo>
                  <a:pt x="67490" y="41647"/>
                </a:lnTo>
                <a:lnTo>
                  <a:pt x="67490" y="13882"/>
                </a:lnTo>
                <a:lnTo>
                  <a:pt x="90771" y="13882"/>
                </a:lnTo>
                <a:lnTo>
                  <a:pt x="90771" y="43356"/>
                </a:lnTo>
                <a:lnTo>
                  <a:pt x="95716" y="69917"/>
                </a:lnTo>
                <a:lnTo>
                  <a:pt x="104084" y="84363"/>
                </a:lnTo>
                <a:lnTo>
                  <a:pt x="79771" y="84363"/>
                </a:lnTo>
                <a:lnTo>
                  <a:pt x="68859" y="106759"/>
                </a:lnTo>
                <a:lnTo>
                  <a:pt x="53741" y="126011"/>
                </a:lnTo>
                <a:lnTo>
                  <a:pt x="34900" y="141579"/>
                </a:lnTo>
                <a:lnTo>
                  <a:pt x="12814" y="152922"/>
                </a:lnTo>
                <a:close/>
              </a:path>
              <a:path w="251460" h="267970">
                <a:moveTo>
                  <a:pt x="144592" y="145447"/>
                </a:moveTo>
                <a:lnTo>
                  <a:pt x="123577" y="135242"/>
                </a:lnTo>
                <a:lnTo>
                  <a:pt x="105414" y="121312"/>
                </a:lnTo>
                <a:lnTo>
                  <a:pt x="90635" y="104179"/>
                </a:lnTo>
                <a:lnTo>
                  <a:pt x="79771" y="84363"/>
                </a:lnTo>
                <a:lnTo>
                  <a:pt x="104084" y="84363"/>
                </a:lnTo>
                <a:lnTo>
                  <a:pt x="109512" y="93734"/>
                </a:lnTo>
                <a:lnTo>
                  <a:pt x="130596" y="113186"/>
                </a:lnTo>
                <a:lnTo>
                  <a:pt x="157407" y="126652"/>
                </a:lnTo>
                <a:lnTo>
                  <a:pt x="144592" y="145447"/>
                </a:lnTo>
                <a:close/>
              </a:path>
              <a:path w="251460" h="267970">
                <a:moveTo>
                  <a:pt x="124943" y="267827"/>
                </a:moveTo>
                <a:lnTo>
                  <a:pt x="87690" y="264570"/>
                </a:lnTo>
                <a:lnTo>
                  <a:pt x="59668" y="255066"/>
                </a:lnTo>
                <a:lnTo>
                  <a:pt x="42018" y="239715"/>
                </a:lnTo>
                <a:lnTo>
                  <a:pt x="35881" y="218918"/>
                </a:lnTo>
                <a:lnTo>
                  <a:pt x="42018" y="198334"/>
                </a:lnTo>
                <a:lnTo>
                  <a:pt x="59668" y="183037"/>
                </a:lnTo>
                <a:lnTo>
                  <a:pt x="87690" y="173506"/>
                </a:lnTo>
                <a:lnTo>
                  <a:pt x="124943" y="170222"/>
                </a:lnTo>
                <a:lnTo>
                  <a:pt x="162006" y="173506"/>
                </a:lnTo>
                <a:lnTo>
                  <a:pt x="189818" y="183037"/>
                </a:lnTo>
                <a:lnTo>
                  <a:pt x="196895" y="189230"/>
                </a:lnTo>
                <a:lnTo>
                  <a:pt x="124943" y="189230"/>
                </a:lnTo>
                <a:lnTo>
                  <a:pt x="97582" y="191286"/>
                </a:lnTo>
                <a:lnTo>
                  <a:pt x="76968" y="197186"/>
                </a:lnTo>
                <a:lnTo>
                  <a:pt x="64003" y="206530"/>
                </a:lnTo>
                <a:lnTo>
                  <a:pt x="59588" y="218918"/>
                </a:lnTo>
                <a:lnTo>
                  <a:pt x="64003" y="231612"/>
                </a:lnTo>
                <a:lnTo>
                  <a:pt x="76968" y="241023"/>
                </a:lnTo>
                <a:lnTo>
                  <a:pt x="97582" y="246910"/>
                </a:lnTo>
                <a:lnTo>
                  <a:pt x="124943" y="249032"/>
                </a:lnTo>
                <a:lnTo>
                  <a:pt x="196688" y="249032"/>
                </a:lnTo>
                <a:lnTo>
                  <a:pt x="189818" y="255066"/>
                </a:lnTo>
                <a:lnTo>
                  <a:pt x="162006" y="264570"/>
                </a:lnTo>
                <a:lnTo>
                  <a:pt x="124943" y="267827"/>
                </a:lnTo>
                <a:close/>
              </a:path>
              <a:path w="251460" h="267970">
                <a:moveTo>
                  <a:pt x="196688" y="249032"/>
                </a:moveTo>
                <a:lnTo>
                  <a:pt x="124943" y="249032"/>
                </a:lnTo>
                <a:lnTo>
                  <a:pt x="152275" y="246910"/>
                </a:lnTo>
                <a:lnTo>
                  <a:pt x="172838" y="241023"/>
                </a:lnTo>
                <a:lnTo>
                  <a:pt x="185793" y="231612"/>
                </a:lnTo>
                <a:lnTo>
                  <a:pt x="190298" y="218918"/>
                </a:lnTo>
                <a:lnTo>
                  <a:pt x="185793" y="206530"/>
                </a:lnTo>
                <a:lnTo>
                  <a:pt x="172838" y="197186"/>
                </a:lnTo>
                <a:lnTo>
                  <a:pt x="152275" y="191286"/>
                </a:lnTo>
                <a:lnTo>
                  <a:pt x="124943" y="189230"/>
                </a:lnTo>
                <a:lnTo>
                  <a:pt x="196895" y="189230"/>
                </a:lnTo>
                <a:lnTo>
                  <a:pt x="207298" y="198334"/>
                </a:lnTo>
                <a:lnTo>
                  <a:pt x="213365" y="218918"/>
                </a:lnTo>
                <a:lnTo>
                  <a:pt x="207298" y="239715"/>
                </a:lnTo>
                <a:lnTo>
                  <a:pt x="196688" y="249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5544972" y="6757298"/>
            <a:ext cx="242570" cy="269240"/>
          </a:xfrm>
          <a:custGeom>
            <a:avLst/>
            <a:gdLst/>
            <a:ahLst/>
            <a:cxnLst/>
            <a:rect l="l" t="t" r="r" b="b"/>
            <a:pathLst>
              <a:path w="242570" h="269240">
                <a:moveTo>
                  <a:pt x="197346" y="268895"/>
                </a:moveTo>
                <a:lnTo>
                  <a:pt x="173853" y="268895"/>
                </a:lnTo>
                <a:lnTo>
                  <a:pt x="173853" y="0"/>
                </a:lnTo>
                <a:lnTo>
                  <a:pt x="197346" y="0"/>
                </a:lnTo>
                <a:lnTo>
                  <a:pt x="197346" y="106789"/>
                </a:lnTo>
                <a:lnTo>
                  <a:pt x="242198" y="106789"/>
                </a:lnTo>
                <a:lnTo>
                  <a:pt x="242198" y="126865"/>
                </a:lnTo>
                <a:lnTo>
                  <a:pt x="197346" y="126865"/>
                </a:lnTo>
                <a:lnTo>
                  <a:pt x="197346" y="268895"/>
                </a:lnTo>
                <a:close/>
              </a:path>
              <a:path w="242570" h="269240">
                <a:moveTo>
                  <a:pt x="21998" y="203967"/>
                </a:moveTo>
                <a:lnTo>
                  <a:pt x="640" y="203967"/>
                </a:lnTo>
                <a:lnTo>
                  <a:pt x="640" y="101449"/>
                </a:lnTo>
                <a:lnTo>
                  <a:pt x="98459" y="101449"/>
                </a:lnTo>
                <a:lnTo>
                  <a:pt x="98459" y="44637"/>
                </a:lnTo>
                <a:lnTo>
                  <a:pt x="0" y="44637"/>
                </a:lnTo>
                <a:lnTo>
                  <a:pt x="0" y="24988"/>
                </a:lnTo>
                <a:lnTo>
                  <a:pt x="122167" y="24988"/>
                </a:lnTo>
                <a:lnTo>
                  <a:pt x="122167" y="121099"/>
                </a:lnTo>
                <a:lnTo>
                  <a:pt x="24134" y="121099"/>
                </a:lnTo>
                <a:lnTo>
                  <a:pt x="24134" y="183891"/>
                </a:lnTo>
                <a:lnTo>
                  <a:pt x="150842" y="183891"/>
                </a:lnTo>
                <a:lnTo>
                  <a:pt x="152068" y="194143"/>
                </a:lnTo>
                <a:lnTo>
                  <a:pt x="121202" y="198891"/>
                </a:lnTo>
                <a:lnTo>
                  <a:pt x="90637" y="201858"/>
                </a:lnTo>
                <a:lnTo>
                  <a:pt x="58270" y="203423"/>
                </a:lnTo>
                <a:lnTo>
                  <a:pt x="21998" y="203967"/>
                </a:lnTo>
                <a:close/>
              </a:path>
              <a:path w="242570" h="269240">
                <a:moveTo>
                  <a:pt x="150842" y="183891"/>
                </a:moveTo>
                <a:lnTo>
                  <a:pt x="24134" y="183891"/>
                </a:lnTo>
                <a:lnTo>
                  <a:pt x="59044" y="183489"/>
                </a:lnTo>
                <a:lnTo>
                  <a:pt x="90290" y="182035"/>
                </a:lnTo>
                <a:lnTo>
                  <a:pt x="119854" y="179160"/>
                </a:lnTo>
                <a:lnTo>
                  <a:pt x="149718" y="174493"/>
                </a:lnTo>
                <a:lnTo>
                  <a:pt x="150842" y="183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5811945" y="6757298"/>
            <a:ext cx="211454" cy="269240"/>
          </a:xfrm>
          <a:custGeom>
            <a:avLst/>
            <a:gdLst/>
            <a:ahLst/>
            <a:cxnLst/>
            <a:rect l="l" t="t" r="r" b="b"/>
            <a:pathLst>
              <a:path w="211454" h="269240">
                <a:moveTo>
                  <a:pt x="211229" y="268895"/>
                </a:moveTo>
                <a:lnTo>
                  <a:pt x="187522" y="268895"/>
                </a:lnTo>
                <a:lnTo>
                  <a:pt x="187522" y="0"/>
                </a:lnTo>
                <a:lnTo>
                  <a:pt x="211229" y="0"/>
                </a:lnTo>
                <a:lnTo>
                  <a:pt x="211229" y="268895"/>
                </a:lnTo>
                <a:close/>
              </a:path>
              <a:path w="211454" h="269240">
                <a:moveTo>
                  <a:pt x="68558" y="207812"/>
                </a:moveTo>
                <a:lnTo>
                  <a:pt x="40907" y="201244"/>
                </a:lnTo>
                <a:lnTo>
                  <a:pt x="19222" y="182503"/>
                </a:lnTo>
                <a:lnTo>
                  <a:pt x="5065" y="153029"/>
                </a:lnTo>
                <a:lnTo>
                  <a:pt x="0" y="114264"/>
                </a:lnTo>
                <a:lnTo>
                  <a:pt x="5065" y="75620"/>
                </a:lnTo>
                <a:lnTo>
                  <a:pt x="19222" y="46186"/>
                </a:lnTo>
                <a:lnTo>
                  <a:pt x="40907" y="27404"/>
                </a:lnTo>
                <a:lnTo>
                  <a:pt x="68558" y="20717"/>
                </a:lnTo>
                <a:lnTo>
                  <a:pt x="96030" y="27404"/>
                </a:lnTo>
                <a:lnTo>
                  <a:pt x="112737" y="41861"/>
                </a:lnTo>
                <a:lnTo>
                  <a:pt x="68558" y="41861"/>
                </a:lnTo>
                <a:lnTo>
                  <a:pt x="50064" y="47137"/>
                </a:lnTo>
                <a:lnTo>
                  <a:pt x="35614" y="61804"/>
                </a:lnTo>
                <a:lnTo>
                  <a:pt x="26210" y="84600"/>
                </a:lnTo>
                <a:lnTo>
                  <a:pt x="22852" y="114264"/>
                </a:lnTo>
                <a:lnTo>
                  <a:pt x="26210" y="144048"/>
                </a:lnTo>
                <a:lnTo>
                  <a:pt x="35614" y="166885"/>
                </a:lnTo>
                <a:lnTo>
                  <a:pt x="50064" y="181511"/>
                </a:lnTo>
                <a:lnTo>
                  <a:pt x="68558" y="186667"/>
                </a:lnTo>
                <a:lnTo>
                  <a:pt x="112912" y="186667"/>
                </a:lnTo>
                <a:lnTo>
                  <a:pt x="96030" y="201244"/>
                </a:lnTo>
                <a:lnTo>
                  <a:pt x="68558" y="207812"/>
                </a:lnTo>
                <a:close/>
              </a:path>
              <a:path w="211454" h="269240">
                <a:moveTo>
                  <a:pt x="112912" y="186667"/>
                </a:moveTo>
                <a:lnTo>
                  <a:pt x="68558" y="186667"/>
                </a:lnTo>
                <a:lnTo>
                  <a:pt x="87020" y="181511"/>
                </a:lnTo>
                <a:lnTo>
                  <a:pt x="101396" y="166885"/>
                </a:lnTo>
                <a:lnTo>
                  <a:pt x="110727" y="144048"/>
                </a:lnTo>
                <a:lnTo>
                  <a:pt x="114051" y="114264"/>
                </a:lnTo>
                <a:lnTo>
                  <a:pt x="110727" y="84600"/>
                </a:lnTo>
                <a:lnTo>
                  <a:pt x="101396" y="61804"/>
                </a:lnTo>
                <a:lnTo>
                  <a:pt x="87020" y="47137"/>
                </a:lnTo>
                <a:lnTo>
                  <a:pt x="68558" y="41861"/>
                </a:lnTo>
                <a:lnTo>
                  <a:pt x="112737" y="41861"/>
                </a:lnTo>
                <a:lnTo>
                  <a:pt x="117735" y="46186"/>
                </a:lnTo>
                <a:lnTo>
                  <a:pt x="131991" y="75620"/>
                </a:lnTo>
                <a:lnTo>
                  <a:pt x="137117" y="114264"/>
                </a:lnTo>
                <a:lnTo>
                  <a:pt x="131991" y="153029"/>
                </a:lnTo>
                <a:lnTo>
                  <a:pt x="117735" y="182503"/>
                </a:lnTo>
                <a:lnTo>
                  <a:pt x="112912" y="1866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6069734" y="6757511"/>
            <a:ext cx="228600" cy="262890"/>
          </a:xfrm>
          <a:custGeom>
            <a:avLst/>
            <a:gdLst/>
            <a:ahLst/>
            <a:cxnLst/>
            <a:rect l="l" t="t" r="r" b="b"/>
            <a:pathLst>
              <a:path w="228600" h="262890">
                <a:moveTo>
                  <a:pt x="222122" y="201191"/>
                </a:moveTo>
                <a:lnTo>
                  <a:pt x="198414" y="201191"/>
                </a:lnTo>
                <a:lnTo>
                  <a:pt x="198414" y="83082"/>
                </a:lnTo>
                <a:lnTo>
                  <a:pt x="138612" y="83082"/>
                </a:lnTo>
                <a:lnTo>
                  <a:pt x="138612" y="63219"/>
                </a:lnTo>
                <a:lnTo>
                  <a:pt x="198414" y="63219"/>
                </a:lnTo>
                <a:lnTo>
                  <a:pt x="198414" y="0"/>
                </a:lnTo>
                <a:lnTo>
                  <a:pt x="222122" y="0"/>
                </a:lnTo>
                <a:lnTo>
                  <a:pt x="222122" y="201191"/>
                </a:lnTo>
                <a:close/>
              </a:path>
              <a:path w="228600" h="262890">
                <a:moveTo>
                  <a:pt x="12601" y="162319"/>
                </a:moveTo>
                <a:lnTo>
                  <a:pt x="0" y="143097"/>
                </a:lnTo>
                <a:lnTo>
                  <a:pt x="27555" y="128060"/>
                </a:lnTo>
                <a:lnTo>
                  <a:pt x="49043" y="106255"/>
                </a:lnTo>
                <a:lnTo>
                  <a:pt x="63042" y="79484"/>
                </a:lnTo>
                <a:lnTo>
                  <a:pt x="68131" y="49550"/>
                </a:lnTo>
                <a:lnTo>
                  <a:pt x="68131" y="16231"/>
                </a:lnTo>
                <a:lnTo>
                  <a:pt x="91411" y="16231"/>
                </a:lnTo>
                <a:lnTo>
                  <a:pt x="91411" y="50404"/>
                </a:lnTo>
                <a:lnTo>
                  <a:pt x="96263" y="77772"/>
                </a:lnTo>
                <a:lnTo>
                  <a:pt x="103923" y="91732"/>
                </a:lnTo>
                <a:lnTo>
                  <a:pt x="79985" y="91732"/>
                </a:lnTo>
                <a:lnTo>
                  <a:pt x="69126" y="114640"/>
                </a:lnTo>
                <a:lnTo>
                  <a:pt x="53901" y="134434"/>
                </a:lnTo>
                <a:lnTo>
                  <a:pt x="34873" y="150524"/>
                </a:lnTo>
                <a:lnTo>
                  <a:pt x="12601" y="162319"/>
                </a:lnTo>
                <a:close/>
              </a:path>
              <a:path w="228600" h="262890">
                <a:moveTo>
                  <a:pt x="144592" y="155912"/>
                </a:moveTo>
                <a:lnTo>
                  <a:pt x="123655" y="145028"/>
                </a:lnTo>
                <a:lnTo>
                  <a:pt x="105561" y="130349"/>
                </a:lnTo>
                <a:lnTo>
                  <a:pt x="90831" y="112407"/>
                </a:lnTo>
                <a:lnTo>
                  <a:pt x="79985" y="91732"/>
                </a:lnTo>
                <a:lnTo>
                  <a:pt x="103923" y="91732"/>
                </a:lnTo>
                <a:lnTo>
                  <a:pt x="109886" y="102597"/>
                </a:lnTo>
                <a:lnTo>
                  <a:pt x="130877" y="123058"/>
                </a:lnTo>
                <a:lnTo>
                  <a:pt x="157834" y="137331"/>
                </a:lnTo>
                <a:lnTo>
                  <a:pt x="144592" y="155912"/>
                </a:lnTo>
                <a:close/>
              </a:path>
              <a:path w="228600" h="262890">
                <a:moveTo>
                  <a:pt x="228315" y="262274"/>
                </a:moveTo>
                <a:lnTo>
                  <a:pt x="48482" y="262274"/>
                </a:lnTo>
                <a:lnTo>
                  <a:pt x="48482" y="178124"/>
                </a:lnTo>
                <a:lnTo>
                  <a:pt x="72403" y="178124"/>
                </a:lnTo>
                <a:lnTo>
                  <a:pt x="72403" y="242625"/>
                </a:lnTo>
                <a:lnTo>
                  <a:pt x="228315" y="242625"/>
                </a:lnTo>
                <a:lnTo>
                  <a:pt x="228315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6336708" y="6776093"/>
            <a:ext cx="245829" cy="21315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1431674" y="7307278"/>
            <a:ext cx="224790" cy="21590"/>
          </a:xfrm>
          <a:custGeom>
            <a:avLst/>
            <a:gdLst/>
            <a:ahLst/>
            <a:cxnLst/>
            <a:rect l="l" t="t" r="r" b="b"/>
            <a:pathLst>
              <a:path w="224789" h="21590">
                <a:moveTo>
                  <a:pt x="224524" y="21339"/>
                </a:moveTo>
                <a:lnTo>
                  <a:pt x="0" y="21339"/>
                </a:lnTo>
                <a:lnTo>
                  <a:pt x="0" y="0"/>
                </a:lnTo>
                <a:lnTo>
                  <a:pt x="224524" y="0"/>
                </a:lnTo>
                <a:lnTo>
                  <a:pt x="224524" y="21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1719926" y="7190168"/>
            <a:ext cx="219710" cy="268605"/>
          </a:xfrm>
          <a:custGeom>
            <a:avLst/>
            <a:gdLst/>
            <a:ahLst/>
            <a:cxnLst/>
            <a:rect l="l" t="t" r="r" b="b"/>
            <a:pathLst>
              <a:path w="219710" h="268604">
                <a:moveTo>
                  <a:pt x="219345" y="268468"/>
                </a:moveTo>
                <a:lnTo>
                  <a:pt x="196278" y="268468"/>
                </a:lnTo>
                <a:lnTo>
                  <a:pt x="196278" y="0"/>
                </a:lnTo>
                <a:lnTo>
                  <a:pt x="219345" y="0"/>
                </a:lnTo>
                <a:lnTo>
                  <a:pt x="219345" y="268468"/>
                </a:lnTo>
                <a:close/>
              </a:path>
              <a:path w="219710" h="268604">
                <a:moveTo>
                  <a:pt x="164455" y="254372"/>
                </a:moveTo>
                <a:lnTo>
                  <a:pt x="141816" y="254372"/>
                </a:lnTo>
                <a:lnTo>
                  <a:pt x="141816" y="122380"/>
                </a:lnTo>
                <a:lnTo>
                  <a:pt x="83082" y="122380"/>
                </a:lnTo>
                <a:lnTo>
                  <a:pt x="83082" y="102517"/>
                </a:lnTo>
                <a:lnTo>
                  <a:pt x="141816" y="102517"/>
                </a:lnTo>
                <a:lnTo>
                  <a:pt x="141816" y="6407"/>
                </a:lnTo>
                <a:lnTo>
                  <a:pt x="164455" y="6407"/>
                </a:lnTo>
                <a:lnTo>
                  <a:pt x="164455" y="254372"/>
                </a:lnTo>
                <a:close/>
              </a:path>
              <a:path w="219710" h="268604">
                <a:moveTo>
                  <a:pt x="17086" y="203754"/>
                </a:moveTo>
                <a:lnTo>
                  <a:pt x="0" y="203754"/>
                </a:lnTo>
                <a:lnTo>
                  <a:pt x="0" y="33104"/>
                </a:lnTo>
                <a:lnTo>
                  <a:pt x="101236" y="33104"/>
                </a:lnTo>
                <a:lnTo>
                  <a:pt x="101236" y="52753"/>
                </a:lnTo>
                <a:lnTo>
                  <a:pt x="23066" y="52753"/>
                </a:lnTo>
                <a:lnTo>
                  <a:pt x="23066" y="183677"/>
                </a:lnTo>
                <a:lnTo>
                  <a:pt x="116043" y="183677"/>
                </a:lnTo>
                <a:lnTo>
                  <a:pt x="117468" y="195851"/>
                </a:lnTo>
                <a:lnTo>
                  <a:pt x="94785" y="199759"/>
                </a:lnTo>
                <a:lnTo>
                  <a:pt x="71842" y="202125"/>
                </a:lnTo>
                <a:lnTo>
                  <a:pt x="46616" y="203330"/>
                </a:lnTo>
                <a:lnTo>
                  <a:pt x="17086" y="203754"/>
                </a:lnTo>
                <a:close/>
              </a:path>
              <a:path w="219710" h="268604">
                <a:moveTo>
                  <a:pt x="116043" y="183677"/>
                </a:moveTo>
                <a:lnTo>
                  <a:pt x="23066" y="183677"/>
                </a:lnTo>
                <a:lnTo>
                  <a:pt x="49748" y="183284"/>
                </a:lnTo>
                <a:lnTo>
                  <a:pt x="72817" y="182049"/>
                </a:lnTo>
                <a:lnTo>
                  <a:pt x="94023" y="179653"/>
                </a:lnTo>
                <a:lnTo>
                  <a:pt x="115119" y="175775"/>
                </a:lnTo>
                <a:lnTo>
                  <a:pt x="116043" y="1836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1986899" y="7190168"/>
            <a:ext cx="211454" cy="269240"/>
          </a:xfrm>
          <a:custGeom>
            <a:avLst/>
            <a:gdLst/>
            <a:ahLst/>
            <a:cxnLst/>
            <a:rect l="l" t="t" r="r" b="b"/>
            <a:pathLst>
              <a:path w="211455" h="269240">
                <a:moveTo>
                  <a:pt x="211229" y="268895"/>
                </a:moveTo>
                <a:lnTo>
                  <a:pt x="187522" y="268895"/>
                </a:lnTo>
                <a:lnTo>
                  <a:pt x="187522" y="0"/>
                </a:lnTo>
                <a:lnTo>
                  <a:pt x="211229" y="0"/>
                </a:lnTo>
                <a:lnTo>
                  <a:pt x="211229" y="268895"/>
                </a:lnTo>
                <a:close/>
              </a:path>
              <a:path w="211455" h="269240">
                <a:moveTo>
                  <a:pt x="68558" y="207812"/>
                </a:moveTo>
                <a:lnTo>
                  <a:pt x="40907" y="201244"/>
                </a:lnTo>
                <a:lnTo>
                  <a:pt x="19222" y="182503"/>
                </a:lnTo>
                <a:lnTo>
                  <a:pt x="5065" y="153029"/>
                </a:lnTo>
                <a:lnTo>
                  <a:pt x="0" y="114264"/>
                </a:lnTo>
                <a:lnTo>
                  <a:pt x="5065" y="75620"/>
                </a:lnTo>
                <a:lnTo>
                  <a:pt x="19222" y="46186"/>
                </a:lnTo>
                <a:lnTo>
                  <a:pt x="40907" y="27404"/>
                </a:lnTo>
                <a:lnTo>
                  <a:pt x="68558" y="20717"/>
                </a:lnTo>
                <a:lnTo>
                  <a:pt x="96030" y="27404"/>
                </a:lnTo>
                <a:lnTo>
                  <a:pt x="112737" y="41861"/>
                </a:lnTo>
                <a:lnTo>
                  <a:pt x="68558" y="41861"/>
                </a:lnTo>
                <a:lnTo>
                  <a:pt x="50064" y="47137"/>
                </a:lnTo>
                <a:lnTo>
                  <a:pt x="35614" y="61804"/>
                </a:lnTo>
                <a:lnTo>
                  <a:pt x="26210" y="84600"/>
                </a:lnTo>
                <a:lnTo>
                  <a:pt x="22852" y="114264"/>
                </a:lnTo>
                <a:lnTo>
                  <a:pt x="26210" y="144048"/>
                </a:lnTo>
                <a:lnTo>
                  <a:pt x="35614" y="166885"/>
                </a:lnTo>
                <a:lnTo>
                  <a:pt x="50064" y="181511"/>
                </a:lnTo>
                <a:lnTo>
                  <a:pt x="68558" y="186667"/>
                </a:lnTo>
                <a:lnTo>
                  <a:pt x="112912" y="186667"/>
                </a:lnTo>
                <a:lnTo>
                  <a:pt x="96030" y="201244"/>
                </a:lnTo>
                <a:lnTo>
                  <a:pt x="68558" y="207812"/>
                </a:lnTo>
                <a:close/>
              </a:path>
              <a:path w="211455" h="269240">
                <a:moveTo>
                  <a:pt x="112912" y="186667"/>
                </a:moveTo>
                <a:lnTo>
                  <a:pt x="68558" y="186667"/>
                </a:lnTo>
                <a:lnTo>
                  <a:pt x="87020" y="181511"/>
                </a:lnTo>
                <a:lnTo>
                  <a:pt x="101396" y="166885"/>
                </a:lnTo>
                <a:lnTo>
                  <a:pt x="110727" y="144048"/>
                </a:lnTo>
                <a:lnTo>
                  <a:pt x="114051" y="114264"/>
                </a:lnTo>
                <a:lnTo>
                  <a:pt x="110727" y="84600"/>
                </a:lnTo>
                <a:lnTo>
                  <a:pt x="101396" y="61804"/>
                </a:lnTo>
                <a:lnTo>
                  <a:pt x="87020" y="47137"/>
                </a:lnTo>
                <a:lnTo>
                  <a:pt x="68558" y="41861"/>
                </a:lnTo>
                <a:lnTo>
                  <a:pt x="112737" y="41861"/>
                </a:lnTo>
                <a:lnTo>
                  <a:pt x="117735" y="46186"/>
                </a:lnTo>
                <a:lnTo>
                  <a:pt x="131991" y="75620"/>
                </a:lnTo>
                <a:lnTo>
                  <a:pt x="137117" y="114264"/>
                </a:lnTo>
                <a:lnTo>
                  <a:pt x="131991" y="153029"/>
                </a:lnTo>
                <a:lnTo>
                  <a:pt x="117735" y="182503"/>
                </a:lnTo>
                <a:lnTo>
                  <a:pt x="112912" y="1866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2256649" y="7190168"/>
            <a:ext cx="210185" cy="269240"/>
          </a:xfrm>
          <a:custGeom>
            <a:avLst/>
            <a:gdLst/>
            <a:ahLst/>
            <a:cxnLst/>
            <a:rect l="l" t="t" r="r" b="b"/>
            <a:pathLst>
              <a:path w="210185" h="269240">
                <a:moveTo>
                  <a:pt x="210161" y="268895"/>
                </a:moveTo>
                <a:lnTo>
                  <a:pt x="186667" y="268895"/>
                </a:lnTo>
                <a:lnTo>
                  <a:pt x="186667" y="121099"/>
                </a:lnTo>
                <a:lnTo>
                  <a:pt x="129855" y="121099"/>
                </a:lnTo>
                <a:lnTo>
                  <a:pt x="129855" y="101449"/>
                </a:lnTo>
                <a:lnTo>
                  <a:pt x="186667" y="101449"/>
                </a:lnTo>
                <a:lnTo>
                  <a:pt x="186667" y="0"/>
                </a:lnTo>
                <a:lnTo>
                  <a:pt x="210161" y="0"/>
                </a:lnTo>
                <a:lnTo>
                  <a:pt x="210161" y="268895"/>
                </a:lnTo>
                <a:close/>
              </a:path>
              <a:path w="210185" h="269240">
                <a:moveTo>
                  <a:pt x="20503" y="204181"/>
                </a:moveTo>
                <a:lnTo>
                  <a:pt x="0" y="204181"/>
                </a:lnTo>
                <a:lnTo>
                  <a:pt x="0" y="24561"/>
                </a:lnTo>
                <a:lnTo>
                  <a:pt x="125370" y="24561"/>
                </a:lnTo>
                <a:lnTo>
                  <a:pt x="125370" y="44210"/>
                </a:lnTo>
                <a:lnTo>
                  <a:pt x="23920" y="44210"/>
                </a:lnTo>
                <a:lnTo>
                  <a:pt x="23920" y="100168"/>
                </a:lnTo>
                <a:lnTo>
                  <a:pt x="113410" y="100168"/>
                </a:lnTo>
                <a:lnTo>
                  <a:pt x="113410" y="119390"/>
                </a:lnTo>
                <a:lnTo>
                  <a:pt x="23920" y="119390"/>
                </a:lnTo>
                <a:lnTo>
                  <a:pt x="23920" y="184318"/>
                </a:lnTo>
                <a:lnTo>
                  <a:pt x="142749" y="184318"/>
                </a:lnTo>
                <a:lnTo>
                  <a:pt x="144379" y="195851"/>
                </a:lnTo>
                <a:lnTo>
                  <a:pt x="115833" y="199826"/>
                </a:lnTo>
                <a:lnTo>
                  <a:pt x="87246" y="202339"/>
                </a:lnTo>
                <a:lnTo>
                  <a:pt x="56258" y="203690"/>
                </a:lnTo>
                <a:lnTo>
                  <a:pt x="20503" y="204181"/>
                </a:lnTo>
                <a:close/>
              </a:path>
              <a:path w="210185" h="269240">
                <a:moveTo>
                  <a:pt x="142749" y="184318"/>
                </a:moveTo>
                <a:lnTo>
                  <a:pt x="23920" y="184318"/>
                </a:lnTo>
                <a:lnTo>
                  <a:pt x="57956" y="183951"/>
                </a:lnTo>
                <a:lnTo>
                  <a:pt x="87487" y="182743"/>
                </a:lnTo>
                <a:lnTo>
                  <a:pt x="114655" y="180293"/>
                </a:lnTo>
                <a:lnTo>
                  <a:pt x="141602" y="176202"/>
                </a:lnTo>
                <a:lnTo>
                  <a:pt x="142749" y="1843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2584440" y="7190168"/>
            <a:ext cx="257175" cy="268605"/>
          </a:xfrm>
          <a:custGeom>
            <a:avLst/>
            <a:gdLst/>
            <a:ahLst/>
            <a:cxnLst/>
            <a:rect l="l" t="t" r="r" b="b"/>
            <a:pathLst>
              <a:path w="257175" h="268604">
                <a:moveTo>
                  <a:pt x="212297" y="268468"/>
                </a:moveTo>
                <a:lnTo>
                  <a:pt x="188590" y="268468"/>
                </a:lnTo>
                <a:lnTo>
                  <a:pt x="188590" y="0"/>
                </a:lnTo>
                <a:lnTo>
                  <a:pt x="212297" y="0"/>
                </a:lnTo>
                <a:lnTo>
                  <a:pt x="212297" y="108498"/>
                </a:lnTo>
                <a:lnTo>
                  <a:pt x="257148" y="108498"/>
                </a:lnTo>
                <a:lnTo>
                  <a:pt x="257148" y="128788"/>
                </a:lnTo>
                <a:lnTo>
                  <a:pt x="212297" y="128788"/>
                </a:lnTo>
                <a:lnTo>
                  <a:pt x="212297" y="268468"/>
                </a:lnTo>
                <a:close/>
              </a:path>
              <a:path w="257175" h="268604">
                <a:moveTo>
                  <a:pt x="155698" y="47414"/>
                </a:moveTo>
                <a:lnTo>
                  <a:pt x="9611" y="47414"/>
                </a:lnTo>
                <a:lnTo>
                  <a:pt x="9611" y="27551"/>
                </a:lnTo>
                <a:lnTo>
                  <a:pt x="155698" y="27551"/>
                </a:lnTo>
                <a:lnTo>
                  <a:pt x="155698" y="47414"/>
                </a:lnTo>
                <a:close/>
              </a:path>
              <a:path w="257175" h="268604">
                <a:moveTo>
                  <a:pt x="14309" y="216782"/>
                </a:moveTo>
                <a:lnTo>
                  <a:pt x="0" y="197987"/>
                </a:lnTo>
                <a:lnTo>
                  <a:pt x="27524" y="178431"/>
                </a:lnTo>
                <a:lnTo>
                  <a:pt x="50404" y="150306"/>
                </a:lnTo>
                <a:lnTo>
                  <a:pt x="66075" y="117134"/>
                </a:lnTo>
                <a:lnTo>
                  <a:pt x="71976" y="82441"/>
                </a:lnTo>
                <a:lnTo>
                  <a:pt x="71976" y="47414"/>
                </a:lnTo>
                <a:lnTo>
                  <a:pt x="95256" y="47414"/>
                </a:lnTo>
                <a:lnTo>
                  <a:pt x="95256" y="82441"/>
                </a:lnTo>
                <a:lnTo>
                  <a:pt x="100612" y="114958"/>
                </a:lnTo>
                <a:lnTo>
                  <a:pt x="106580" y="127399"/>
                </a:lnTo>
                <a:lnTo>
                  <a:pt x="83829" y="127399"/>
                </a:lnTo>
                <a:lnTo>
                  <a:pt x="71931" y="155782"/>
                </a:lnTo>
                <a:lnTo>
                  <a:pt x="55677" y="181061"/>
                </a:lnTo>
                <a:lnTo>
                  <a:pt x="36119" y="201855"/>
                </a:lnTo>
                <a:lnTo>
                  <a:pt x="14309" y="216782"/>
                </a:lnTo>
                <a:close/>
              </a:path>
              <a:path w="257175" h="268604">
                <a:moveTo>
                  <a:pt x="151427" y="210161"/>
                </a:moveTo>
                <a:lnTo>
                  <a:pt x="129902" y="196073"/>
                </a:lnTo>
                <a:lnTo>
                  <a:pt x="110900" y="176829"/>
                </a:lnTo>
                <a:lnTo>
                  <a:pt x="95262" y="153561"/>
                </a:lnTo>
                <a:lnTo>
                  <a:pt x="83829" y="127399"/>
                </a:lnTo>
                <a:lnTo>
                  <a:pt x="106580" y="127399"/>
                </a:lnTo>
                <a:lnTo>
                  <a:pt x="115519" y="146034"/>
                </a:lnTo>
                <a:lnTo>
                  <a:pt x="137755" y="172545"/>
                </a:lnTo>
                <a:lnTo>
                  <a:pt x="165096" y="191366"/>
                </a:lnTo>
                <a:lnTo>
                  <a:pt x="151427" y="210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2855259" y="7189955"/>
            <a:ext cx="251460" cy="262890"/>
          </a:xfrm>
          <a:custGeom>
            <a:avLst/>
            <a:gdLst/>
            <a:ahLst/>
            <a:cxnLst/>
            <a:rect l="l" t="t" r="r" b="b"/>
            <a:pathLst>
              <a:path w="251460" h="262890">
                <a:moveTo>
                  <a:pt x="211015" y="198628"/>
                </a:moveTo>
                <a:lnTo>
                  <a:pt x="187308" y="198628"/>
                </a:lnTo>
                <a:lnTo>
                  <a:pt x="187308" y="0"/>
                </a:lnTo>
                <a:lnTo>
                  <a:pt x="211015" y="0"/>
                </a:lnTo>
                <a:lnTo>
                  <a:pt x="211015" y="82441"/>
                </a:lnTo>
                <a:lnTo>
                  <a:pt x="251382" y="82441"/>
                </a:lnTo>
                <a:lnTo>
                  <a:pt x="251382" y="102731"/>
                </a:lnTo>
                <a:lnTo>
                  <a:pt x="211015" y="102731"/>
                </a:lnTo>
                <a:lnTo>
                  <a:pt x="211015" y="198628"/>
                </a:lnTo>
                <a:close/>
              </a:path>
              <a:path w="251460" h="262890">
                <a:moveTo>
                  <a:pt x="13241" y="161252"/>
                </a:moveTo>
                <a:lnTo>
                  <a:pt x="0" y="142457"/>
                </a:lnTo>
                <a:lnTo>
                  <a:pt x="27915" y="127736"/>
                </a:lnTo>
                <a:lnTo>
                  <a:pt x="49363" y="106388"/>
                </a:lnTo>
                <a:lnTo>
                  <a:pt x="63162" y="79955"/>
                </a:lnTo>
                <a:lnTo>
                  <a:pt x="68131" y="49977"/>
                </a:lnTo>
                <a:lnTo>
                  <a:pt x="68131" y="16659"/>
                </a:lnTo>
                <a:lnTo>
                  <a:pt x="91411" y="16659"/>
                </a:lnTo>
                <a:lnTo>
                  <a:pt x="91411" y="50831"/>
                </a:lnTo>
                <a:lnTo>
                  <a:pt x="96277" y="77746"/>
                </a:lnTo>
                <a:lnTo>
                  <a:pt x="104843" y="92693"/>
                </a:lnTo>
                <a:lnTo>
                  <a:pt x="80519" y="92693"/>
                </a:lnTo>
                <a:lnTo>
                  <a:pt x="69631" y="115179"/>
                </a:lnTo>
                <a:lnTo>
                  <a:pt x="54449" y="134421"/>
                </a:lnTo>
                <a:lnTo>
                  <a:pt x="35482" y="149939"/>
                </a:lnTo>
                <a:lnTo>
                  <a:pt x="13241" y="161252"/>
                </a:lnTo>
                <a:close/>
              </a:path>
              <a:path w="251460" h="262890">
                <a:moveTo>
                  <a:pt x="146515" y="154631"/>
                </a:moveTo>
                <a:lnTo>
                  <a:pt x="125090" y="144292"/>
                </a:lnTo>
                <a:lnTo>
                  <a:pt x="106629" y="130149"/>
                </a:lnTo>
                <a:lnTo>
                  <a:pt x="91611" y="112762"/>
                </a:lnTo>
                <a:lnTo>
                  <a:pt x="80519" y="92693"/>
                </a:lnTo>
                <a:lnTo>
                  <a:pt x="104843" y="92693"/>
                </a:lnTo>
                <a:lnTo>
                  <a:pt x="110153" y="101957"/>
                </a:lnTo>
                <a:lnTo>
                  <a:pt x="131477" y="121803"/>
                </a:lnTo>
                <a:lnTo>
                  <a:pt x="158689" y="135622"/>
                </a:lnTo>
                <a:lnTo>
                  <a:pt x="146515" y="154631"/>
                </a:lnTo>
                <a:close/>
              </a:path>
              <a:path w="251460" h="262890">
                <a:moveTo>
                  <a:pt x="223403" y="262702"/>
                </a:moveTo>
                <a:lnTo>
                  <a:pt x="43356" y="262702"/>
                </a:lnTo>
                <a:lnTo>
                  <a:pt x="43356" y="179406"/>
                </a:lnTo>
                <a:lnTo>
                  <a:pt x="67490" y="179406"/>
                </a:lnTo>
                <a:lnTo>
                  <a:pt x="67490" y="243052"/>
                </a:lnTo>
                <a:lnTo>
                  <a:pt x="223403" y="243052"/>
                </a:lnTo>
                <a:lnTo>
                  <a:pt x="223403" y="2627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3120310" y="7190168"/>
            <a:ext cx="254635" cy="268605"/>
          </a:xfrm>
          <a:custGeom>
            <a:avLst/>
            <a:gdLst/>
            <a:ahLst/>
            <a:cxnLst/>
            <a:rect l="l" t="t" r="r" b="b"/>
            <a:pathLst>
              <a:path w="254635" h="268604">
                <a:moveTo>
                  <a:pt x="211656" y="268468"/>
                </a:moveTo>
                <a:lnTo>
                  <a:pt x="187949" y="268468"/>
                </a:lnTo>
                <a:lnTo>
                  <a:pt x="187949" y="0"/>
                </a:lnTo>
                <a:lnTo>
                  <a:pt x="211656" y="0"/>
                </a:lnTo>
                <a:lnTo>
                  <a:pt x="211656" y="114264"/>
                </a:lnTo>
                <a:lnTo>
                  <a:pt x="254585" y="114264"/>
                </a:lnTo>
                <a:lnTo>
                  <a:pt x="254585" y="134341"/>
                </a:lnTo>
                <a:lnTo>
                  <a:pt x="211656" y="134341"/>
                </a:lnTo>
                <a:lnTo>
                  <a:pt x="211656" y="268468"/>
                </a:lnTo>
                <a:close/>
              </a:path>
              <a:path w="254635" h="268604">
                <a:moveTo>
                  <a:pt x="97819" y="32891"/>
                </a:moveTo>
                <a:lnTo>
                  <a:pt x="74111" y="32891"/>
                </a:lnTo>
                <a:lnTo>
                  <a:pt x="74111" y="427"/>
                </a:lnTo>
                <a:lnTo>
                  <a:pt x="97819" y="427"/>
                </a:lnTo>
                <a:lnTo>
                  <a:pt x="97819" y="32891"/>
                </a:lnTo>
                <a:close/>
              </a:path>
              <a:path w="254635" h="268604">
                <a:moveTo>
                  <a:pt x="166805" y="52113"/>
                </a:moveTo>
                <a:lnTo>
                  <a:pt x="4912" y="52113"/>
                </a:lnTo>
                <a:lnTo>
                  <a:pt x="4912" y="32891"/>
                </a:lnTo>
                <a:lnTo>
                  <a:pt x="166805" y="32891"/>
                </a:lnTo>
                <a:lnTo>
                  <a:pt x="166805" y="52113"/>
                </a:lnTo>
                <a:close/>
              </a:path>
              <a:path w="254635" h="268604">
                <a:moveTo>
                  <a:pt x="4057" y="216996"/>
                </a:moveTo>
                <a:lnTo>
                  <a:pt x="0" y="196919"/>
                </a:lnTo>
                <a:lnTo>
                  <a:pt x="35293" y="196679"/>
                </a:lnTo>
                <a:lnTo>
                  <a:pt x="74111" y="195958"/>
                </a:lnTo>
                <a:lnTo>
                  <a:pt x="74111" y="166377"/>
                </a:lnTo>
                <a:lnTo>
                  <a:pt x="52839" y="160946"/>
                </a:lnTo>
                <a:lnTo>
                  <a:pt x="36562" y="150639"/>
                </a:lnTo>
                <a:lnTo>
                  <a:pt x="26191" y="136028"/>
                </a:lnTo>
                <a:lnTo>
                  <a:pt x="22639" y="117681"/>
                </a:lnTo>
                <a:lnTo>
                  <a:pt x="27114" y="97078"/>
                </a:lnTo>
                <a:lnTo>
                  <a:pt x="40019" y="81320"/>
                </a:lnTo>
                <a:lnTo>
                  <a:pt x="60092" y="71248"/>
                </a:lnTo>
                <a:lnTo>
                  <a:pt x="86072" y="67704"/>
                </a:lnTo>
                <a:lnTo>
                  <a:pt x="111878" y="71248"/>
                </a:lnTo>
                <a:lnTo>
                  <a:pt x="132018" y="81320"/>
                </a:lnTo>
                <a:lnTo>
                  <a:pt x="136156" y="86285"/>
                </a:lnTo>
                <a:lnTo>
                  <a:pt x="86072" y="86285"/>
                </a:lnTo>
                <a:lnTo>
                  <a:pt x="69179" y="88548"/>
                </a:lnTo>
                <a:lnTo>
                  <a:pt x="56171" y="94935"/>
                </a:lnTo>
                <a:lnTo>
                  <a:pt x="47808" y="104847"/>
                </a:lnTo>
                <a:lnTo>
                  <a:pt x="44851" y="117681"/>
                </a:lnTo>
                <a:lnTo>
                  <a:pt x="47808" y="130323"/>
                </a:lnTo>
                <a:lnTo>
                  <a:pt x="56171" y="140000"/>
                </a:lnTo>
                <a:lnTo>
                  <a:pt x="69179" y="146154"/>
                </a:lnTo>
                <a:lnTo>
                  <a:pt x="86072" y="148223"/>
                </a:lnTo>
                <a:lnTo>
                  <a:pt x="137267" y="148223"/>
                </a:lnTo>
                <a:lnTo>
                  <a:pt x="135489" y="150679"/>
                </a:lnTo>
                <a:lnTo>
                  <a:pt x="119086" y="160991"/>
                </a:lnTo>
                <a:lnTo>
                  <a:pt x="97819" y="166377"/>
                </a:lnTo>
                <a:lnTo>
                  <a:pt x="97819" y="194997"/>
                </a:lnTo>
                <a:lnTo>
                  <a:pt x="172134" y="194997"/>
                </a:lnTo>
                <a:lnTo>
                  <a:pt x="173212" y="206317"/>
                </a:lnTo>
                <a:lnTo>
                  <a:pt x="128611" y="212220"/>
                </a:lnTo>
                <a:lnTo>
                  <a:pt x="84230" y="215420"/>
                </a:lnTo>
                <a:lnTo>
                  <a:pt x="42051" y="216739"/>
                </a:lnTo>
                <a:lnTo>
                  <a:pt x="4057" y="216996"/>
                </a:lnTo>
                <a:close/>
              </a:path>
              <a:path w="254635" h="268604">
                <a:moveTo>
                  <a:pt x="137267" y="148223"/>
                </a:moveTo>
                <a:lnTo>
                  <a:pt x="86072" y="148223"/>
                </a:lnTo>
                <a:lnTo>
                  <a:pt x="102841" y="146154"/>
                </a:lnTo>
                <a:lnTo>
                  <a:pt x="115786" y="140000"/>
                </a:lnTo>
                <a:lnTo>
                  <a:pt x="124126" y="130323"/>
                </a:lnTo>
                <a:lnTo>
                  <a:pt x="127079" y="117681"/>
                </a:lnTo>
                <a:lnTo>
                  <a:pt x="124126" y="104847"/>
                </a:lnTo>
                <a:lnTo>
                  <a:pt x="115786" y="94935"/>
                </a:lnTo>
                <a:lnTo>
                  <a:pt x="102841" y="88548"/>
                </a:lnTo>
                <a:lnTo>
                  <a:pt x="86072" y="86285"/>
                </a:lnTo>
                <a:lnTo>
                  <a:pt x="136156" y="86285"/>
                </a:lnTo>
                <a:lnTo>
                  <a:pt x="145150" y="97078"/>
                </a:lnTo>
                <a:lnTo>
                  <a:pt x="149932" y="117681"/>
                </a:lnTo>
                <a:lnTo>
                  <a:pt x="146084" y="136043"/>
                </a:lnTo>
                <a:lnTo>
                  <a:pt x="137267" y="148223"/>
                </a:lnTo>
                <a:close/>
              </a:path>
              <a:path w="254635" h="268604">
                <a:moveTo>
                  <a:pt x="172134" y="194997"/>
                </a:moveTo>
                <a:lnTo>
                  <a:pt x="97819" y="194997"/>
                </a:lnTo>
                <a:lnTo>
                  <a:pt x="116585" y="193947"/>
                </a:lnTo>
                <a:lnTo>
                  <a:pt x="135262" y="192527"/>
                </a:lnTo>
                <a:lnTo>
                  <a:pt x="153638" y="190687"/>
                </a:lnTo>
                <a:lnTo>
                  <a:pt x="171503" y="188376"/>
                </a:lnTo>
                <a:lnTo>
                  <a:pt x="172134" y="1949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3511362" y="7219448"/>
            <a:ext cx="47625" cy="198120"/>
          </a:xfrm>
          <a:custGeom>
            <a:avLst/>
            <a:gdLst/>
            <a:ahLst/>
            <a:cxnLst/>
            <a:rect l="l" t="t" r="r" b="b"/>
            <a:pathLst>
              <a:path w="47625" h="198120">
                <a:moveTo>
                  <a:pt x="23503" y="46389"/>
                </a:moveTo>
                <a:lnTo>
                  <a:pt x="14612" y="44765"/>
                </a:lnTo>
                <a:lnTo>
                  <a:pt x="7113" y="40126"/>
                </a:lnTo>
                <a:lnTo>
                  <a:pt x="1932" y="32820"/>
                </a:lnTo>
                <a:lnTo>
                  <a:pt x="0" y="23194"/>
                </a:lnTo>
                <a:lnTo>
                  <a:pt x="1932" y="13568"/>
                </a:lnTo>
                <a:lnTo>
                  <a:pt x="7113" y="6262"/>
                </a:lnTo>
                <a:lnTo>
                  <a:pt x="14612" y="1623"/>
                </a:lnTo>
                <a:lnTo>
                  <a:pt x="23503" y="0"/>
                </a:lnTo>
                <a:lnTo>
                  <a:pt x="32395" y="1623"/>
                </a:lnTo>
                <a:lnTo>
                  <a:pt x="39894" y="6262"/>
                </a:lnTo>
                <a:lnTo>
                  <a:pt x="45074" y="13568"/>
                </a:lnTo>
                <a:lnTo>
                  <a:pt x="47007" y="23194"/>
                </a:lnTo>
                <a:lnTo>
                  <a:pt x="45074" y="32820"/>
                </a:lnTo>
                <a:lnTo>
                  <a:pt x="39894" y="40126"/>
                </a:lnTo>
                <a:lnTo>
                  <a:pt x="32395" y="44765"/>
                </a:lnTo>
                <a:lnTo>
                  <a:pt x="23503" y="46389"/>
                </a:lnTo>
                <a:close/>
              </a:path>
              <a:path w="47625" h="198120">
                <a:moveTo>
                  <a:pt x="23503" y="197927"/>
                </a:moveTo>
                <a:lnTo>
                  <a:pt x="14612" y="196260"/>
                </a:lnTo>
                <a:lnTo>
                  <a:pt x="7113" y="191549"/>
                </a:lnTo>
                <a:lnTo>
                  <a:pt x="1932" y="184228"/>
                </a:lnTo>
                <a:lnTo>
                  <a:pt x="0" y="174733"/>
                </a:lnTo>
                <a:lnTo>
                  <a:pt x="1932" y="165059"/>
                </a:lnTo>
                <a:lnTo>
                  <a:pt x="7113" y="157646"/>
                </a:lnTo>
                <a:lnTo>
                  <a:pt x="14612" y="152901"/>
                </a:lnTo>
                <a:lnTo>
                  <a:pt x="23503" y="151229"/>
                </a:lnTo>
                <a:lnTo>
                  <a:pt x="32395" y="152901"/>
                </a:lnTo>
                <a:lnTo>
                  <a:pt x="39894" y="157646"/>
                </a:lnTo>
                <a:lnTo>
                  <a:pt x="45074" y="165059"/>
                </a:lnTo>
                <a:lnTo>
                  <a:pt x="47007" y="174733"/>
                </a:lnTo>
                <a:lnTo>
                  <a:pt x="45074" y="184228"/>
                </a:lnTo>
                <a:lnTo>
                  <a:pt x="39894" y="191549"/>
                </a:lnTo>
                <a:lnTo>
                  <a:pt x="32395" y="196260"/>
                </a:lnTo>
                <a:lnTo>
                  <a:pt x="23503" y="197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3732000" y="7203440"/>
            <a:ext cx="24130" cy="77470"/>
          </a:xfrm>
          <a:custGeom>
            <a:avLst/>
            <a:gdLst/>
            <a:ahLst/>
            <a:cxnLst/>
            <a:rect l="l" t="t" r="r" b="b"/>
            <a:pathLst>
              <a:path w="24129" h="77470">
                <a:moveTo>
                  <a:pt x="0" y="0"/>
                </a:moveTo>
                <a:lnTo>
                  <a:pt x="23707" y="0"/>
                </a:lnTo>
                <a:lnTo>
                  <a:pt x="23707" y="77469"/>
                </a:lnTo>
                <a:lnTo>
                  <a:pt x="0" y="774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3732000" y="7280909"/>
            <a:ext cx="185420" cy="19050"/>
          </a:xfrm>
          <a:custGeom>
            <a:avLst/>
            <a:gdLst/>
            <a:ahLst/>
            <a:cxnLst/>
            <a:rect l="l" t="t" r="r" b="b"/>
            <a:pathLst>
              <a:path w="185420" h="19050">
                <a:moveTo>
                  <a:pt x="0" y="0"/>
                </a:moveTo>
                <a:lnTo>
                  <a:pt x="185172" y="0"/>
                </a:lnTo>
                <a:lnTo>
                  <a:pt x="18517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3700390" y="7340742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79" h="20320">
                <a:moveTo>
                  <a:pt x="245829" y="19862"/>
                </a:moveTo>
                <a:lnTo>
                  <a:pt x="0" y="19862"/>
                </a:lnTo>
                <a:lnTo>
                  <a:pt x="0" y="0"/>
                </a:lnTo>
                <a:lnTo>
                  <a:pt x="245829" y="0"/>
                </a:lnTo>
                <a:lnTo>
                  <a:pt x="245829" y="19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3810383" y="7360604"/>
            <a:ext cx="23495" cy="98425"/>
          </a:xfrm>
          <a:custGeom>
            <a:avLst/>
            <a:gdLst/>
            <a:ahLst/>
            <a:cxnLst/>
            <a:rect l="l" t="t" r="r" b="b"/>
            <a:pathLst>
              <a:path w="23495" h="98425">
                <a:moveTo>
                  <a:pt x="23493" y="98032"/>
                </a:moveTo>
                <a:lnTo>
                  <a:pt x="0" y="98032"/>
                </a:lnTo>
                <a:lnTo>
                  <a:pt x="0" y="0"/>
                </a:lnTo>
                <a:lnTo>
                  <a:pt x="23493" y="0"/>
                </a:lnTo>
                <a:lnTo>
                  <a:pt x="23493" y="98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3968859" y="7190168"/>
            <a:ext cx="221615" cy="268605"/>
          </a:xfrm>
          <a:custGeom>
            <a:avLst/>
            <a:gdLst/>
            <a:ahLst/>
            <a:cxnLst/>
            <a:rect l="l" t="t" r="r" b="b"/>
            <a:pathLst>
              <a:path w="221614" h="268604">
                <a:moveTo>
                  <a:pt x="221481" y="160824"/>
                </a:moveTo>
                <a:lnTo>
                  <a:pt x="197774" y="160824"/>
                </a:lnTo>
                <a:lnTo>
                  <a:pt x="197774" y="90130"/>
                </a:lnTo>
                <a:lnTo>
                  <a:pt x="143738" y="90130"/>
                </a:lnTo>
                <a:lnTo>
                  <a:pt x="143738" y="70267"/>
                </a:lnTo>
                <a:lnTo>
                  <a:pt x="197774" y="70267"/>
                </a:lnTo>
                <a:lnTo>
                  <a:pt x="197774" y="0"/>
                </a:lnTo>
                <a:lnTo>
                  <a:pt x="221481" y="0"/>
                </a:lnTo>
                <a:lnTo>
                  <a:pt x="221481" y="160824"/>
                </a:lnTo>
                <a:close/>
              </a:path>
              <a:path w="221614" h="268604">
                <a:moveTo>
                  <a:pt x="152281" y="38017"/>
                </a:moveTo>
                <a:lnTo>
                  <a:pt x="7688" y="38017"/>
                </a:lnTo>
                <a:lnTo>
                  <a:pt x="7688" y="18581"/>
                </a:lnTo>
                <a:lnTo>
                  <a:pt x="152281" y="18581"/>
                </a:lnTo>
                <a:lnTo>
                  <a:pt x="152281" y="38017"/>
                </a:lnTo>
                <a:close/>
              </a:path>
              <a:path w="221614" h="268604">
                <a:moveTo>
                  <a:pt x="12387" y="156339"/>
                </a:moveTo>
                <a:lnTo>
                  <a:pt x="0" y="137544"/>
                </a:lnTo>
                <a:lnTo>
                  <a:pt x="27438" y="123198"/>
                </a:lnTo>
                <a:lnTo>
                  <a:pt x="49069" y="102544"/>
                </a:lnTo>
                <a:lnTo>
                  <a:pt x="63252" y="77445"/>
                </a:lnTo>
                <a:lnTo>
                  <a:pt x="68345" y="49763"/>
                </a:lnTo>
                <a:lnTo>
                  <a:pt x="68345" y="38017"/>
                </a:lnTo>
                <a:lnTo>
                  <a:pt x="92266" y="38017"/>
                </a:lnTo>
                <a:lnTo>
                  <a:pt x="92306" y="49763"/>
                </a:lnTo>
                <a:lnTo>
                  <a:pt x="97084" y="75096"/>
                </a:lnTo>
                <a:lnTo>
                  <a:pt x="105211" y="89062"/>
                </a:lnTo>
                <a:lnTo>
                  <a:pt x="80732" y="89062"/>
                </a:lnTo>
                <a:lnTo>
                  <a:pt x="69678" y="110942"/>
                </a:lnTo>
                <a:lnTo>
                  <a:pt x="54208" y="129869"/>
                </a:lnTo>
                <a:lnTo>
                  <a:pt x="34915" y="145211"/>
                </a:lnTo>
                <a:lnTo>
                  <a:pt x="12387" y="156339"/>
                </a:lnTo>
                <a:close/>
              </a:path>
              <a:path w="221614" h="268604">
                <a:moveTo>
                  <a:pt x="146087" y="149932"/>
                </a:moveTo>
                <a:lnTo>
                  <a:pt x="124718" y="139760"/>
                </a:lnTo>
                <a:lnTo>
                  <a:pt x="106402" y="125824"/>
                </a:lnTo>
                <a:lnTo>
                  <a:pt x="91590" y="108724"/>
                </a:lnTo>
                <a:lnTo>
                  <a:pt x="80732" y="89062"/>
                </a:lnTo>
                <a:lnTo>
                  <a:pt x="105211" y="89062"/>
                </a:lnTo>
                <a:lnTo>
                  <a:pt x="110633" y="98379"/>
                </a:lnTo>
                <a:lnTo>
                  <a:pt x="131551" y="117698"/>
                </a:lnTo>
                <a:lnTo>
                  <a:pt x="158475" y="131351"/>
                </a:lnTo>
                <a:lnTo>
                  <a:pt x="146087" y="149932"/>
                </a:lnTo>
                <a:close/>
              </a:path>
              <a:path w="221614" h="268604">
                <a:moveTo>
                  <a:pt x="221481" y="268468"/>
                </a:moveTo>
                <a:lnTo>
                  <a:pt x="197774" y="268468"/>
                </a:lnTo>
                <a:lnTo>
                  <a:pt x="197774" y="194570"/>
                </a:lnTo>
                <a:lnTo>
                  <a:pt x="40793" y="194570"/>
                </a:lnTo>
                <a:lnTo>
                  <a:pt x="40793" y="175134"/>
                </a:lnTo>
                <a:lnTo>
                  <a:pt x="221481" y="175134"/>
                </a:lnTo>
                <a:lnTo>
                  <a:pt x="221481" y="26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4236260" y="7190382"/>
            <a:ext cx="229235" cy="262890"/>
          </a:xfrm>
          <a:custGeom>
            <a:avLst/>
            <a:gdLst/>
            <a:ahLst/>
            <a:cxnLst/>
            <a:rect l="l" t="t" r="r" b="b"/>
            <a:pathLst>
              <a:path w="229235" h="262890">
                <a:moveTo>
                  <a:pt x="220199" y="200764"/>
                </a:moveTo>
                <a:lnTo>
                  <a:pt x="196492" y="200764"/>
                </a:lnTo>
                <a:lnTo>
                  <a:pt x="196492" y="0"/>
                </a:lnTo>
                <a:lnTo>
                  <a:pt x="220199" y="0"/>
                </a:lnTo>
                <a:lnTo>
                  <a:pt x="220199" y="200764"/>
                </a:lnTo>
                <a:close/>
              </a:path>
              <a:path w="229235" h="262890">
                <a:moveTo>
                  <a:pt x="155058" y="107216"/>
                </a:moveTo>
                <a:lnTo>
                  <a:pt x="24561" y="107216"/>
                </a:lnTo>
                <a:lnTo>
                  <a:pt x="24561" y="17299"/>
                </a:lnTo>
                <a:lnTo>
                  <a:pt x="152922" y="17299"/>
                </a:lnTo>
                <a:lnTo>
                  <a:pt x="152922" y="36949"/>
                </a:lnTo>
                <a:lnTo>
                  <a:pt x="48482" y="36949"/>
                </a:lnTo>
                <a:lnTo>
                  <a:pt x="48482" y="87780"/>
                </a:lnTo>
                <a:lnTo>
                  <a:pt x="155058" y="87780"/>
                </a:lnTo>
                <a:lnTo>
                  <a:pt x="155058" y="107216"/>
                </a:lnTo>
                <a:close/>
              </a:path>
              <a:path w="229235" h="262890">
                <a:moveTo>
                  <a:pt x="3630" y="166377"/>
                </a:moveTo>
                <a:lnTo>
                  <a:pt x="0" y="146942"/>
                </a:lnTo>
                <a:lnTo>
                  <a:pt x="37269" y="146581"/>
                </a:lnTo>
                <a:lnTo>
                  <a:pt x="77101" y="145660"/>
                </a:lnTo>
                <a:lnTo>
                  <a:pt x="77101" y="107216"/>
                </a:lnTo>
                <a:lnTo>
                  <a:pt x="100809" y="107216"/>
                </a:lnTo>
                <a:lnTo>
                  <a:pt x="100809" y="144699"/>
                </a:lnTo>
                <a:lnTo>
                  <a:pt x="174598" y="144699"/>
                </a:lnTo>
                <a:lnTo>
                  <a:pt x="175775" y="156766"/>
                </a:lnTo>
                <a:lnTo>
                  <a:pt x="131668" y="161602"/>
                </a:lnTo>
                <a:lnTo>
                  <a:pt x="87060" y="164535"/>
                </a:lnTo>
                <a:lnTo>
                  <a:pt x="43773" y="165987"/>
                </a:lnTo>
                <a:lnTo>
                  <a:pt x="3630" y="166377"/>
                </a:lnTo>
                <a:close/>
              </a:path>
              <a:path w="229235" h="262890">
                <a:moveTo>
                  <a:pt x="174598" y="144699"/>
                </a:moveTo>
                <a:lnTo>
                  <a:pt x="100809" y="144699"/>
                </a:lnTo>
                <a:lnTo>
                  <a:pt x="119584" y="143713"/>
                </a:lnTo>
                <a:lnTo>
                  <a:pt x="138158" y="142497"/>
                </a:lnTo>
                <a:lnTo>
                  <a:pt x="156373" y="141020"/>
                </a:lnTo>
                <a:lnTo>
                  <a:pt x="174066" y="139253"/>
                </a:lnTo>
                <a:lnTo>
                  <a:pt x="174598" y="144699"/>
                </a:lnTo>
                <a:close/>
              </a:path>
              <a:path w="229235" h="262890">
                <a:moveTo>
                  <a:pt x="229170" y="262274"/>
                </a:moveTo>
                <a:lnTo>
                  <a:pt x="45919" y="262274"/>
                </a:lnTo>
                <a:lnTo>
                  <a:pt x="45919" y="186881"/>
                </a:lnTo>
                <a:lnTo>
                  <a:pt x="69626" y="186881"/>
                </a:lnTo>
                <a:lnTo>
                  <a:pt x="69626" y="242625"/>
                </a:lnTo>
                <a:lnTo>
                  <a:pt x="229170" y="242625"/>
                </a:lnTo>
                <a:lnTo>
                  <a:pt x="229170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4579327" y="7190168"/>
            <a:ext cx="222885" cy="268605"/>
          </a:xfrm>
          <a:custGeom>
            <a:avLst/>
            <a:gdLst/>
            <a:ahLst/>
            <a:cxnLst/>
            <a:rect l="l" t="t" r="r" b="b"/>
            <a:pathLst>
              <a:path w="222885" h="268604">
                <a:moveTo>
                  <a:pt x="222335" y="268468"/>
                </a:moveTo>
                <a:lnTo>
                  <a:pt x="198628" y="268468"/>
                </a:lnTo>
                <a:lnTo>
                  <a:pt x="198628" y="0"/>
                </a:lnTo>
                <a:lnTo>
                  <a:pt x="222335" y="0"/>
                </a:lnTo>
                <a:lnTo>
                  <a:pt x="222335" y="268468"/>
                </a:lnTo>
                <a:close/>
              </a:path>
              <a:path w="222885" h="268604">
                <a:moveTo>
                  <a:pt x="160397" y="48695"/>
                </a:moveTo>
                <a:lnTo>
                  <a:pt x="7048" y="48695"/>
                </a:lnTo>
                <a:lnTo>
                  <a:pt x="7048" y="29046"/>
                </a:lnTo>
                <a:lnTo>
                  <a:pt x="160397" y="29046"/>
                </a:lnTo>
                <a:lnTo>
                  <a:pt x="160397" y="48695"/>
                </a:lnTo>
                <a:close/>
              </a:path>
              <a:path w="222885" h="268604">
                <a:moveTo>
                  <a:pt x="2776" y="201832"/>
                </a:moveTo>
                <a:lnTo>
                  <a:pt x="0" y="181542"/>
                </a:lnTo>
                <a:lnTo>
                  <a:pt x="37376" y="181328"/>
                </a:lnTo>
                <a:lnTo>
                  <a:pt x="37376" y="48695"/>
                </a:lnTo>
                <a:lnTo>
                  <a:pt x="60442" y="48695"/>
                </a:lnTo>
                <a:lnTo>
                  <a:pt x="60442" y="180901"/>
                </a:lnTo>
                <a:lnTo>
                  <a:pt x="175003" y="180901"/>
                </a:lnTo>
                <a:lnTo>
                  <a:pt x="175775" y="191580"/>
                </a:lnTo>
                <a:lnTo>
                  <a:pt x="131053" y="197026"/>
                </a:lnTo>
                <a:lnTo>
                  <a:pt x="85992" y="200069"/>
                </a:lnTo>
                <a:lnTo>
                  <a:pt x="42572" y="201431"/>
                </a:lnTo>
                <a:lnTo>
                  <a:pt x="2776" y="201832"/>
                </a:lnTo>
                <a:close/>
              </a:path>
              <a:path w="222885" h="268604">
                <a:moveTo>
                  <a:pt x="175003" y="180901"/>
                </a:moveTo>
                <a:lnTo>
                  <a:pt x="60442" y="180901"/>
                </a:lnTo>
                <a:lnTo>
                  <a:pt x="83455" y="180260"/>
                </a:lnTo>
                <a:lnTo>
                  <a:pt x="106789" y="179299"/>
                </a:lnTo>
                <a:lnTo>
                  <a:pt x="106789" y="48695"/>
                </a:lnTo>
                <a:lnTo>
                  <a:pt x="130069" y="48695"/>
                </a:lnTo>
                <a:lnTo>
                  <a:pt x="130069" y="177911"/>
                </a:lnTo>
                <a:lnTo>
                  <a:pt x="174787" y="177911"/>
                </a:lnTo>
                <a:lnTo>
                  <a:pt x="175003" y="180901"/>
                </a:lnTo>
                <a:close/>
              </a:path>
              <a:path w="222885" h="268604">
                <a:moveTo>
                  <a:pt x="174787" y="177911"/>
                </a:moveTo>
                <a:lnTo>
                  <a:pt x="130069" y="177911"/>
                </a:lnTo>
                <a:lnTo>
                  <a:pt x="152602" y="176122"/>
                </a:lnTo>
                <a:lnTo>
                  <a:pt x="163648" y="175057"/>
                </a:lnTo>
                <a:lnTo>
                  <a:pt x="174493" y="173853"/>
                </a:lnTo>
                <a:lnTo>
                  <a:pt x="174787" y="1779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4846515" y="7190168"/>
            <a:ext cx="229870" cy="268605"/>
          </a:xfrm>
          <a:custGeom>
            <a:avLst/>
            <a:gdLst/>
            <a:ahLst/>
            <a:cxnLst/>
            <a:rect l="l" t="t" r="r" b="b"/>
            <a:pathLst>
              <a:path w="229870" h="268604">
                <a:moveTo>
                  <a:pt x="229383" y="113196"/>
                </a:moveTo>
                <a:lnTo>
                  <a:pt x="206744" y="113196"/>
                </a:lnTo>
                <a:lnTo>
                  <a:pt x="206744" y="0"/>
                </a:lnTo>
                <a:lnTo>
                  <a:pt x="229383" y="0"/>
                </a:lnTo>
                <a:lnTo>
                  <a:pt x="229383" y="113196"/>
                </a:lnTo>
                <a:close/>
              </a:path>
              <a:path w="229870" h="268604">
                <a:moveTo>
                  <a:pt x="171076" y="255226"/>
                </a:moveTo>
                <a:lnTo>
                  <a:pt x="148650" y="255226"/>
                </a:lnTo>
                <a:lnTo>
                  <a:pt x="148650" y="6407"/>
                </a:lnTo>
                <a:lnTo>
                  <a:pt x="171076" y="6407"/>
                </a:lnTo>
                <a:lnTo>
                  <a:pt x="171076" y="113196"/>
                </a:lnTo>
                <a:lnTo>
                  <a:pt x="229383" y="113196"/>
                </a:lnTo>
                <a:lnTo>
                  <a:pt x="229383" y="132846"/>
                </a:lnTo>
                <a:lnTo>
                  <a:pt x="171076" y="132846"/>
                </a:lnTo>
                <a:lnTo>
                  <a:pt x="171076" y="255226"/>
                </a:lnTo>
                <a:close/>
              </a:path>
              <a:path w="229870" h="268604">
                <a:moveTo>
                  <a:pt x="229383" y="268468"/>
                </a:moveTo>
                <a:lnTo>
                  <a:pt x="206744" y="268468"/>
                </a:lnTo>
                <a:lnTo>
                  <a:pt x="206744" y="132846"/>
                </a:lnTo>
                <a:lnTo>
                  <a:pt x="229383" y="132846"/>
                </a:lnTo>
                <a:lnTo>
                  <a:pt x="229383" y="268468"/>
                </a:lnTo>
                <a:close/>
              </a:path>
              <a:path w="229870" h="268604">
                <a:moveTo>
                  <a:pt x="79451" y="46346"/>
                </a:moveTo>
                <a:lnTo>
                  <a:pt x="55744" y="46346"/>
                </a:lnTo>
                <a:lnTo>
                  <a:pt x="55744" y="8115"/>
                </a:lnTo>
                <a:lnTo>
                  <a:pt x="79451" y="8115"/>
                </a:lnTo>
                <a:lnTo>
                  <a:pt x="79451" y="46346"/>
                </a:lnTo>
                <a:close/>
              </a:path>
              <a:path w="229870" h="268604">
                <a:moveTo>
                  <a:pt x="134768" y="65782"/>
                </a:moveTo>
                <a:lnTo>
                  <a:pt x="0" y="65782"/>
                </a:lnTo>
                <a:lnTo>
                  <a:pt x="0" y="46346"/>
                </a:lnTo>
                <a:lnTo>
                  <a:pt x="134768" y="46346"/>
                </a:lnTo>
                <a:lnTo>
                  <a:pt x="134768" y="65782"/>
                </a:lnTo>
                <a:close/>
              </a:path>
              <a:path w="229870" h="268604">
                <a:moveTo>
                  <a:pt x="67490" y="206317"/>
                </a:moveTo>
                <a:lnTo>
                  <a:pt x="44304" y="201781"/>
                </a:lnTo>
                <a:lnTo>
                  <a:pt x="26003" y="189097"/>
                </a:lnTo>
                <a:lnTo>
                  <a:pt x="14029" y="169645"/>
                </a:lnTo>
                <a:lnTo>
                  <a:pt x="9824" y="144806"/>
                </a:lnTo>
                <a:lnTo>
                  <a:pt x="14029" y="120248"/>
                </a:lnTo>
                <a:lnTo>
                  <a:pt x="26003" y="100996"/>
                </a:lnTo>
                <a:lnTo>
                  <a:pt x="44304" y="88431"/>
                </a:lnTo>
                <a:lnTo>
                  <a:pt x="67490" y="83936"/>
                </a:lnTo>
                <a:lnTo>
                  <a:pt x="90774" y="88431"/>
                </a:lnTo>
                <a:lnTo>
                  <a:pt x="109112" y="100996"/>
                </a:lnTo>
                <a:lnTo>
                  <a:pt x="110866" y="103799"/>
                </a:lnTo>
                <a:lnTo>
                  <a:pt x="67490" y="103799"/>
                </a:lnTo>
                <a:lnTo>
                  <a:pt x="52740" y="106993"/>
                </a:lnTo>
                <a:lnTo>
                  <a:pt x="41113" y="115572"/>
                </a:lnTo>
                <a:lnTo>
                  <a:pt x="33491" y="128517"/>
                </a:lnTo>
                <a:lnTo>
                  <a:pt x="30755" y="144806"/>
                </a:lnTo>
                <a:lnTo>
                  <a:pt x="33491" y="161302"/>
                </a:lnTo>
                <a:lnTo>
                  <a:pt x="41113" y="174253"/>
                </a:lnTo>
                <a:lnTo>
                  <a:pt x="52740" y="182680"/>
                </a:lnTo>
                <a:lnTo>
                  <a:pt x="67490" y="185600"/>
                </a:lnTo>
                <a:lnTo>
                  <a:pt x="111278" y="185600"/>
                </a:lnTo>
                <a:lnTo>
                  <a:pt x="109112" y="189097"/>
                </a:lnTo>
                <a:lnTo>
                  <a:pt x="90774" y="201781"/>
                </a:lnTo>
                <a:lnTo>
                  <a:pt x="67490" y="206317"/>
                </a:lnTo>
                <a:close/>
              </a:path>
              <a:path w="229870" h="268604">
                <a:moveTo>
                  <a:pt x="111278" y="185600"/>
                </a:moveTo>
                <a:lnTo>
                  <a:pt x="67490" y="185600"/>
                </a:lnTo>
                <a:lnTo>
                  <a:pt x="82274" y="182680"/>
                </a:lnTo>
                <a:lnTo>
                  <a:pt x="93974" y="174253"/>
                </a:lnTo>
                <a:lnTo>
                  <a:pt x="101670" y="161302"/>
                </a:lnTo>
                <a:lnTo>
                  <a:pt x="104440" y="144806"/>
                </a:lnTo>
                <a:lnTo>
                  <a:pt x="101670" y="128517"/>
                </a:lnTo>
                <a:lnTo>
                  <a:pt x="93974" y="115572"/>
                </a:lnTo>
                <a:lnTo>
                  <a:pt x="82274" y="106993"/>
                </a:lnTo>
                <a:lnTo>
                  <a:pt x="67490" y="103799"/>
                </a:lnTo>
                <a:lnTo>
                  <a:pt x="110866" y="103799"/>
                </a:lnTo>
                <a:lnTo>
                  <a:pt x="121162" y="120248"/>
                </a:lnTo>
                <a:lnTo>
                  <a:pt x="125584" y="144806"/>
                </a:lnTo>
                <a:lnTo>
                  <a:pt x="121162" y="169645"/>
                </a:lnTo>
                <a:lnTo>
                  <a:pt x="111278" y="185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5194871" y="7190382"/>
            <a:ext cx="227329" cy="262890"/>
          </a:xfrm>
          <a:custGeom>
            <a:avLst/>
            <a:gdLst/>
            <a:ahLst/>
            <a:cxnLst/>
            <a:rect l="l" t="t" r="r" b="b"/>
            <a:pathLst>
              <a:path w="227329" h="262890">
                <a:moveTo>
                  <a:pt x="218918" y="196919"/>
                </a:moveTo>
                <a:lnTo>
                  <a:pt x="195211" y="196919"/>
                </a:lnTo>
                <a:lnTo>
                  <a:pt x="195211" y="0"/>
                </a:lnTo>
                <a:lnTo>
                  <a:pt x="218918" y="0"/>
                </a:lnTo>
                <a:lnTo>
                  <a:pt x="218918" y="196919"/>
                </a:lnTo>
                <a:close/>
              </a:path>
              <a:path w="227329" h="262890">
                <a:moveTo>
                  <a:pt x="13028" y="158048"/>
                </a:moveTo>
                <a:lnTo>
                  <a:pt x="0" y="139466"/>
                </a:lnTo>
                <a:lnTo>
                  <a:pt x="27765" y="123525"/>
                </a:lnTo>
                <a:lnTo>
                  <a:pt x="49283" y="100675"/>
                </a:lnTo>
                <a:lnTo>
                  <a:pt x="63192" y="72820"/>
                </a:lnTo>
                <a:lnTo>
                  <a:pt x="68131" y="41861"/>
                </a:lnTo>
                <a:lnTo>
                  <a:pt x="68131" y="14950"/>
                </a:lnTo>
                <a:lnTo>
                  <a:pt x="92266" y="14950"/>
                </a:lnTo>
                <a:lnTo>
                  <a:pt x="92266" y="41861"/>
                </a:lnTo>
                <a:lnTo>
                  <a:pt x="97138" y="71535"/>
                </a:lnTo>
                <a:lnTo>
                  <a:pt x="104751" y="85965"/>
                </a:lnTo>
                <a:lnTo>
                  <a:pt x="80412" y="85965"/>
                </a:lnTo>
                <a:lnTo>
                  <a:pt x="69388" y="109362"/>
                </a:lnTo>
                <a:lnTo>
                  <a:pt x="54128" y="129615"/>
                </a:lnTo>
                <a:lnTo>
                  <a:pt x="35165" y="146064"/>
                </a:lnTo>
                <a:lnTo>
                  <a:pt x="13028" y="158048"/>
                </a:lnTo>
                <a:close/>
              </a:path>
              <a:path w="227329" h="262890">
                <a:moveTo>
                  <a:pt x="147582" y="153136"/>
                </a:moveTo>
                <a:lnTo>
                  <a:pt x="125644" y="141904"/>
                </a:lnTo>
                <a:lnTo>
                  <a:pt x="106789" y="126638"/>
                </a:lnTo>
                <a:lnTo>
                  <a:pt x="91538" y="107828"/>
                </a:lnTo>
                <a:lnTo>
                  <a:pt x="80412" y="85965"/>
                </a:lnTo>
                <a:lnTo>
                  <a:pt x="104751" y="85965"/>
                </a:lnTo>
                <a:lnTo>
                  <a:pt x="111061" y="97925"/>
                </a:lnTo>
                <a:lnTo>
                  <a:pt x="132512" y="119350"/>
                </a:lnTo>
                <a:lnTo>
                  <a:pt x="159970" y="134127"/>
                </a:lnTo>
                <a:lnTo>
                  <a:pt x="147582" y="153136"/>
                </a:lnTo>
                <a:close/>
              </a:path>
              <a:path w="227329" h="262890">
                <a:moveTo>
                  <a:pt x="227247" y="262274"/>
                </a:moveTo>
                <a:lnTo>
                  <a:pt x="45492" y="262274"/>
                </a:lnTo>
                <a:lnTo>
                  <a:pt x="45492" y="178765"/>
                </a:lnTo>
                <a:lnTo>
                  <a:pt x="69199" y="178765"/>
                </a:lnTo>
                <a:lnTo>
                  <a:pt x="69199" y="242625"/>
                </a:lnTo>
                <a:lnTo>
                  <a:pt x="227247" y="242625"/>
                </a:lnTo>
                <a:lnTo>
                  <a:pt x="227247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5459495" y="7217293"/>
            <a:ext cx="244761" cy="20332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5814755" y="7190168"/>
            <a:ext cx="219710" cy="268605"/>
          </a:xfrm>
          <a:custGeom>
            <a:avLst/>
            <a:gdLst/>
            <a:ahLst/>
            <a:cxnLst/>
            <a:rect l="l" t="t" r="r" b="b"/>
            <a:pathLst>
              <a:path w="219710" h="268604">
                <a:moveTo>
                  <a:pt x="219345" y="268468"/>
                </a:moveTo>
                <a:lnTo>
                  <a:pt x="196278" y="268468"/>
                </a:lnTo>
                <a:lnTo>
                  <a:pt x="196278" y="0"/>
                </a:lnTo>
                <a:lnTo>
                  <a:pt x="219345" y="0"/>
                </a:lnTo>
                <a:lnTo>
                  <a:pt x="219345" y="268468"/>
                </a:lnTo>
                <a:close/>
              </a:path>
              <a:path w="219710" h="268604">
                <a:moveTo>
                  <a:pt x="164455" y="254372"/>
                </a:moveTo>
                <a:lnTo>
                  <a:pt x="141816" y="254372"/>
                </a:lnTo>
                <a:lnTo>
                  <a:pt x="141816" y="122380"/>
                </a:lnTo>
                <a:lnTo>
                  <a:pt x="83082" y="122380"/>
                </a:lnTo>
                <a:lnTo>
                  <a:pt x="83082" y="102517"/>
                </a:lnTo>
                <a:lnTo>
                  <a:pt x="141816" y="102517"/>
                </a:lnTo>
                <a:lnTo>
                  <a:pt x="141816" y="6407"/>
                </a:lnTo>
                <a:lnTo>
                  <a:pt x="164455" y="6407"/>
                </a:lnTo>
                <a:lnTo>
                  <a:pt x="164455" y="254372"/>
                </a:lnTo>
                <a:close/>
              </a:path>
              <a:path w="219710" h="268604">
                <a:moveTo>
                  <a:pt x="17086" y="203754"/>
                </a:moveTo>
                <a:lnTo>
                  <a:pt x="0" y="203754"/>
                </a:lnTo>
                <a:lnTo>
                  <a:pt x="0" y="33104"/>
                </a:lnTo>
                <a:lnTo>
                  <a:pt x="101236" y="33104"/>
                </a:lnTo>
                <a:lnTo>
                  <a:pt x="101236" y="52753"/>
                </a:lnTo>
                <a:lnTo>
                  <a:pt x="23066" y="52753"/>
                </a:lnTo>
                <a:lnTo>
                  <a:pt x="23066" y="183677"/>
                </a:lnTo>
                <a:lnTo>
                  <a:pt x="116043" y="183677"/>
                </a:lnTo>
                <a:lnTo>
                  <a:pt x="117468" y="195851"/>
                </a:lnTo>
                <a:lnTo>
                  <a:pt x="94785" y="199759"/>
                </a:lnTo>
                <a:lnTo>
                  <a:pt x="71842" y="202125"/>
                </a:lnTo>
                <a:lnTo>
                  <a:pt x="46616" y="203330"/>
                </a:lnTo>
                <a:lnTo>
                  <a:pt x="17086" y="203754"/>
                </a:lnTo>
                <a:close/>
              </a:path>
              <a:path w="219710" h="268604">
                <a:moveTo>
                  <a:pt x="116043" y="183677"/>
                </a:moveTo>
                <a:lnTo>
                  <a:pt x="23066" y="183677"/>
                </a:lnTo>
                <a:lnTo>
                  <a:pt x="49748" y="183284"/>
                </a:lnTo>
                <a:lnTo>
                  <a:pt x="72817" y="182049"/>
                </a:lnTo>
                <a:lnTo>
                  <a:pt x="94023" y="179653"/>
                </a:lnTo>
                <a:lnTo>
                  <a:pt x="115119" y="175775"/>
                </a:lnTo>
                <a:lnTo>
                  <a:pt x="116043" y="1836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6081728" y="7190168"/>
            <a:ext cx="211454" cy="269240"/>
          </a:xfrm>
          <a:custGeom>
            <a:avLst/>
            <a:gdLst/>
            <a:ahLst/>
            <a:cxnLst/>
            <a:rect l="l" t="t" r="r" b="b"/>
            <a:pathLst>
              <a:path w="211454" h="269240">
                <a:moveTo>
                  <a:pt x="211229" y="268895"/>
                </a:moveTo>
                <a:lnTo>
                  <a:pt x="187522" y="268895"/>
                </a:lnTo>
                <a:lnTo>
                  <a:pt x="187522" y="0"/>
                </a:lnTo>
                <a:lnTo>
                  <a:pt x="211229" y="0"/>
                </a:lnTo>
                <a:lnTo>
                  <a:pt x="211229" y="268895"/>
                </a:lnTo>
                <a:close/>
              </a:path>
              <a:path w="211454" h="269240">
                <a:moveTo>
                  <a:pt x="68558" y="207812"/>
                </a:moveTo>
                <a:lnTo>
                  <a:pt x="40907" y="201244"/>
                </a:lnTo>
                <a:lnTo>
                  <a:pt x="19222" y="182503"/>
                </a:lnTo>
                <a:lnTo>
                  <a:pt x="5065" y="153029"/>
                </a:lnTo>
                <a:lnTo>
                  <a:pt x="0" y="114264"/>
                </a:lnTo>
                <a:lnTo>
                  <a:pt x="5065" y="75620"/>
                </a:lnTo>
                <a:lnTo>
                  <a:pt x="19222" y="46186"/>
                </a:lnTo>
                <a:lnTo>
                  <a:pt x="40907" y="27404"/>
                </a:lnTo>
                <a:lnTo>
                  <a:pt x="68558" y="20717"/>
                </a:lnTo>
                <a:lnTo>
                  <a:pt x="96030" y="27404"/>
                </a:lnTo>
                <a:lnTo>
                  <a:pt x="112737" y="41861"/>
                </a:lnTo>
                <a:lnTo>
                  <a:pt x="68558" y="41861"/>
                </a:lnTo>
                <a:lnTo>
                  <a:pt x="50064" y="47137"/>
                </a:lnTo>
                <a:lnTo>
                  <a:pt x="35614" y="61804"/>
                </a:lnTo>
                <a:lnTo>
                  <a:pt x="26210" y="84600"/>
                </a:lnTo>
                <a:lnTo>
                  <a:pt x="22852" y="114264"/>
                </a:lnTo>
                <a:lnTo>
                  <a:pt x="26210" y="144048"/>
                </a:lnTo>
                <a:lnTo>
                  <a:pt x="35614" y="166885"/>
                </a:lnTo>
                <a:lnTo>
                  <a:pt x="50064" y="181511"/>
                </a:lnTo>
                <a:lnTo>
                  <a:pt x="68558" y="186667"/>
                </a:lnTo>
                <a:lnTo>
                  <a:pt x="112912" y="186667"/>
                </a:lnTo>
                <a:lnTo>
                  <a:pt x="96030" y="201244"/>
                </a:lnTo>
                <a:lnTo>
                  <a:pt x="68558" y="207812"/>
                </a:lnTo>
                <a:close/>
              </a:path>
              <a:path w="211454" h="269240">
                <a:moveTo>
                  <a:pt x="112912" y="186667"/>
                </a:moveTo>
                <a:lnTo>
                  <a:pt x="68558" y="186667"/>
                </a:lnTo>
                <a:lnTo>
                  <a:pt x="87020" y="181511"/>
                </a:lnTo>
                <a:lnTo>
                  <a:pt x="101396" y="166885"/>
                </a:lnTo>
                <a:lnTo>
                  <a:pt x="110727" y="144048"/>
                </a:lnTo>
                <a:lnTo>
                  <a:pt x="114051" y="114264"/>
                </a:lnTo>
                <a:lnTo>
                  <a:pt x="110727" y="84600"/>
                </a:lnTo>
                <a:lnTo>
                  <a:pt x="101396" y="61804"/>
                </a:lnTo>
                <a:lnTo>
                  <a:pt x="87020" y="47137"/>
                </a:lnTo>
                <a:lnTo>
                  <a:pt x="68558" y="41861"/>
                </a:lnTo>
                <a:lnTo>
                  <a:pt x="112737" y="41861"/>
                </a:lnTo>
                <a:lnTo>
                  <a:pt x="117735" y="46186"/>
                </a:lnTo>
                <a:lnTo>
                  <a:pt x="131991" y="75620"/>
                </a:lnTo>
                <a:lnTo>
                  <a:pt x="137117" y="114264"/>
                </a:lnTo>
                <a:lnTo>
                  <a:pt x="131991" y="153029"/>
                </a:lnTo>
                <a:lnTo>
                  <a:pt x="117735" y="182503"/>
                </a:lnTo>
                <a:lnTo>
                  <a:pt x="112912" y="1866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6351478" y="7190168"/>
            <a:ext cx="210185" cy="269240"/>
          </a:xfrm>
          <a:custGeom>
            <a:avLst/>
            <a:gdLst/>
            <a:ahLst/>
            <a:cxnLst/>
            <a:rect l="l" t="t" r="r" b="b"/>
            <a:pathLst>
              <a:path w="210184" h="269240">
                <a:moveTo>
                  <a:pt x="210161" y="268895"/>
                </a:moveTo>
                <a:lnTo>
                  <a:pt x="186667" y="268895"/>
                </a:lnTo>
                <a:lnTo>
                  <a:pt x="186667" y="121099"/>
                </a:lnTo>
                <a:lnTo>
                  <a:pt x="129855" y="121099"/>
                </a:lnTo>
                <a:lnTo>
                  <a:pt x="129855" y="101449"/>
                </a:lnTo>
                <a:lnTo>
                  <a:pt x="186667" y="101449"/>
                </a:lnTo>
                <a:lnTo>
                  <a:pt x="186667" y="0"/>
                </a:lnTo>
                <a:lnTo>
                  <a:pt x="210161" y="0"/>
                </a:lnTo>
                <a:lnTo>
                  <a:pt x="210161" y="268895"/>
                </a:lnTo>
                <a:close/>
              </a:path>
              <a:path w="210184" h="269240">
                <a:moveTo>
                  <a:pt x="20503" y="204181"/>
                </a:moveTo>
                <a:lnTo>
                  <a:pt x="0" y="204181"/>
                </a:lnTo>
                <a:lnTo>
                  <a:pt x="0" y="24561"/>
                </a:lnTo>
                <a:lnTo>
                  <a:pt x="125370" y="24561"/>
                </a:lnTo>
                <a:lnTo>
                  <a:pt x="125370" y="44210"/>
                </a:lnTo>
                <a:lnTo>
                  <a:pt x="23920" y="44210"/>
                </a:lnTo>
                <a:lnTo>
                  <a:pt x="23920" y="100168"/>
                </a:lnTo>
                <a:lnTo>
                  <a:pt x="113410" y="100168"/>
                </a:lnTo>
                <a:lnTo>
                  <a:pt x="113410" y="119390"/>
                </a:lnTo>
                <a:lnTo>
                  <a:pt x="23920" y="119390"/>
                </a:lnTo>
                <a:lnTo>
                  <a:pt x="23920" y="184318"/>
                </a:lnTo>
                <a:lnTo>
                  <a:pt x="142749" y="184318"/>
                </a:lnTo>
                <a:lnTo>
                  <a:pt x="144379" y="195851"/>
                </a:lnTo>
                <a:lnTo>
                  <a:pt x="115833" y="199826"/>
                </a:lnTo>
                <a:lnTo>
                  <a:pt x="87246" y="202339"/>
                </a:lnTo>
                <a:lnTo>
                  <a:pt x="56258" y="203690"/>
                </a:lnTo>
                <a:lnTo>
                  <a:pt x="20503" y="204181"/>
                </a:lnTo>
                <a:close/>
              </a:path>
              <a:path w="210184" h="269240">
                <a:moveTo>
                  <a:pt x="142749" y="184318"/>
                </a:moveTo>
                <a:lnTo>
                  <a:pt x="23920" y="184318"/>
                </a:lnTo>
                <a:lnTo>
                  <a:pt x="57956" y="183951"/>
                </a:lnTo>
                <a:lnTo>
                  <a:pt x="87487" y="182743"/>
                </a:lnTo>
                <a:lnTo>
                  <a:pt x="114655" y="180293"/>
                </a:lnTo>
                <a:lnTo>
                  <a:pt x="141602" y="176202"/>
                </a:lnTo>
                <a:lnTo>
                  <a:pt x="142749" y="1843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6637247" y="7198359"/>
            <a:ext cx="183515" cy="16510"/>
          </a:xfrm>
          <a:custGeom>
            <a:avLst/>
            <a:gdLst/>
            <a:ahLst/>
            <a:cxnLst/>
            <a:rect l="l" t="t" r="r" b="b"/>
            <a:pathLst>
              <a:path w="183515" h="16509">
                <a:moveTo>
                  <a:pt x="0" y="0"/>
                </a:moveTo>
                <a:lnTo>
                  <a:pt x="183037" y="0"/>
                </a:lnTo>
                <a:lnTo>
                  <a:pt x="183037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6796577" y="7214869"/>
            <a:ext cx="24130" cy="22860"/>
          </a:xfrm>
          <a:custGeom>
            <a:avLst/>
            <a:gdLst/>
            <a:ahLst/>
            <a:cxnLst/>
            <a:rect l="l" t="t" r="r" b="b"/>
            <a:pathLst>
              <a:path w="24129" h="22859">
                <a:moveTo>
                  <a:pt x="0" y="0"/>
                </a:moveTo>
                <a:lnTo>
                  <a:pt x="23707" y="0"/>
                </a:lnTo>
                <a:lnTo>
                  <a:pt x="23707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6638101" y="7237730"/>
            <a:ext cx="182245" cy="16510"/>
          </a:xfrm>
          <a:custGeom>
            <a:avLst/>
            <a:gdLst/>
            <a:ahLst/>
            <a:cxnLst/>
            <a:rect l="l" t="t" r="r" b="b"/>
            <a:pathLst>
              <a:path w="182245" h="16509">
                <a:moveTo>
                  <a:pt x="0" y="0"/>
                </a:moveTo>
                <a:lnTo>
                  <a:pt x="182182" y="0"/>
                </a:lnTo>
                <a:lnTo>
                  <a:pt x="182182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6638101" y="7254240"/>
            <a:ext cx="23495" cy="22860"/>
          </a:xfrm>
          <a:custGeom>
            <a:avLst/>
            <a:gdLst/>
            <a:ahLst/>
            <a:cxnLst/>
            <a:rect l="l" t="t" r="r" b="b"/>
            <a:pathLst>
              <a:path w="23495" h="22859">
                <a:moveTo>
                  <a:pt x="0" y="0"/>
                </a:moveTo>
                <a:lnTo>
                  <a:pt x="23493" y="0"/>
                </a:lnTo>
                <a:lnTo>
                  <a:pt x="23493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6638101" y="7277100"/>
            <a:ext cx="187325" cy="17780"/>
          </a:xfrm>
          <a:custGeom>
            <a:avLst/>
            <a:gdLst/>
            <a:ahLst/>
            <a:cxnLst/>
            <a:rect l="l" t="t" r="r" b="b"/>
            <a:pathLst>
              <a:path w="187325" h="17779">
                <a:moveTo>
                  <a:pt x="0" y="0"/>
                </a:moveTo>
                <a:lnTo>
                  <a:pt x="186881" y="0"/>
                </a:lnTo>
                <a:lnTo>
                  <a:pt x="186881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6606064" y="7314899"/>
            <a:ext cx="246379" cy="19050"/>
          </a:xfrm>
          <a:custGeom>
            <a:avLst/>
            <a:gdLst/>
            <a:ahLst/>
            <a:cxnLst/>
            <a:rect l="l" t="t" r="r" b="b"/>
            <a:pathLst>
              <a:path w="246379" h="19050">
                <a:moveTo>
                  <a:pt x="245829" y="18581"/>
                </a:moveTo>
                <a:lnTo>
                  <a:pt x="0" y="18581"/>
                </a:lnTo>
                <a:lnTo>
                  <a:pt x="0" y="0"/>
                </a:lnTo>
                <a:lnTo>
                  <a:pt x="245829" y="0"/>
                </a:lnTo>
                <a:lnTo>
                  <a:pt x="245829" y="18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6635752" y="7354569"/>
            <a:ext cx="185420" cy="17780"/>
          </a:xfrm>
          <a:custGeom>
            <a:avLst/>
            <a:gdLst/>
            <a:ahLst/>
            <a:cxnLst/>
            <a:rect l="l" t="t" r="r" b="b"/>
            <a:pathLst>
              <a:path w="185420" h="17779">
                <a:moveTo>
                  <a:pt x="0" y="0"/>
                </a:moveTo>
                <a:lnTo>
                  <a:pt x="185386" y="0"/>
                </a:lnTo>
                <a:lnTo>
                  <a:pt x="185386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6797644" y="7372350"/>
            <a:ext cx="23495" cy="22860"/>
          </a:xfrm>
          <a:custGeom>
            <a:avLst/>
            <a:gdLst/>
            <a:ahLst/>
            <a:cxnLst/>
            <a:rect l="l" t="t" r="r" b="b"/>
            <a:pathLst>
              <a:path w="23495" h="22859">
                <a:moveTo>
                  <a:pt x="0" y="0"/>
                </a:moveTo>
                <a:lnTo>
                  <a:pt x="23493" y="0"/>
                </a:lnTo>
                <a:lnTo>
                  <a:pt x="23493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6636179" y="7395209"/>
            <a:ext cx="185420" cy="16510"/>
          </a:xfrm>
          <a:custGeom>
            <a:avLst/>
            <a:gdLst/>
            <a:ahLst/>
            <a:cxnLst/>
            <a:rect l="l" t="t" r="r" b="b"/>
            <a:pathLst>
              <a:path w="185420" h="16509">
                <a:moveTo>
                  <a:pt x="0" y="0"/>
                </a:moveTo>
                <a:lnTo>
                  <a:pt x="184959" y="0"/>
                </a:lnTo>
                <a:lnTo>
                  <a:pt x="184959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6636179" y="7411719"/>
            <a:ext cx="24130" cy="25400"/>
          </a:xfrm>
          <a:custGeom>
            <a:avLst/>
            <a:gdLst/>
            <a:ahLst/>
            <a:cxnLst/>
            <a:rect l="l" t="t" r="r" b="b"/>
            <a:pathLst>
              <a:path w="24129" h="25400">
                <a:moveTo>
                  <a:pt x="0" y="0"/>
                </a:moveTo>
                <a:lnTo>
                  <a:pt x="23707" y="0"/>
                </a:lnTo>
                <a:lnTo>
                  <a:pt x="23707" y="25399"/>
                </a:lnTo>
                <a:lnTo>
                  <a:pt x="0" y="253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6636179" y="7437119"/>
            <a:ext cx="194310" cy="17780"/>
          </a:xfrm>
          <a:custGeom>
            <a:avLst/>
            <a:gdLst/>
            <a:ahLst/>
            <a:cxnLst/>
            <a:rect l="l" t="t" r="r" b="b"/>
            <a:pathLst>
              <a:path w="194309" h="17779">
                <a:moveTo>
                  <a:pt x="0" y="0"/>
                </a:moveTo>
                <a:lnTo>
                  <a:pt x="193716" y="0"/>
                </a:lnTo>
                <a:lnTo>
                  <a:pt x="193716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6954684" y="7190168"/>
            <a:ext cx="219075" cy="268605"/>
          </a:xfrm>
          <a:custGeom>
            <a:avLst/>
            <a:gdLst/>
            <a:ahLst/>
            <a:cxnLst/>
            <a:rect l="l" t="t" r="r" b="b"/>
            <a:pathLst>
              <a:path w="219075" h="268604">
                <a:moveTo>
                  <a:pt x="218491" y="268468"/>
                </a:moveTo>
                <a:lnTo>
                  <a:pt x="194783" y="268468"/>
                </a:lnTo>
                <a:lnTo>
                  <a:pt x="194783" y="0"/>
                </a:lnTo>
                <a:lnTo>
                  <a:pt x="218491" y="0"/>
                </a:lnTo>
                <a:lnTo>
                  <a:pt x="218491" y="268468"/>
                </a:lnTo>
                <a:close/>
              </a:path>
              <a:path w="219075" h="268604">
                <a:moveTo>
                  <a:pt x="12814" y="218064"/>
                </a:moveTo>
                <a:lnTo>
                  <a:pt x="0" y="198628"/>
                </a:lnTo>
                <a:lnTo>
                  <a:pt x="47853" y="169671"/>
                </a:lnTo>
                <a:lnTo>
                  <a:pt x="82721" y="134688"/>
                </a:lnTo>
                <a:lnTo>
                  <a:pt x="104955" y="94138"/>
                </a:lnTo>
                <a:lnTo>
                  <a:pt x="114905" y="48482"/>
                </a:lnTo>
                <a:lnTo>
                  <a:pt x="12387" y="48482"/>
                </a:lnTo>
                <a:lnTo>
                  <a:pt x="12387" y="29260"/>
                </a:lnTo>
                <a:lnTo>
                  <a:pt x="139039" y="29260"/>
                </a:lnTo>
                <a:lnTo>
                  <a:pt x="134482" y="74340"/>
                </a:lnTo>
                <a:lnTo>
                  <a:pt x="120473" y="116540"/>
                </a:lnTo>
                <a:lnTo>
                  <a:pt x="96120" y="155080"/>
                </a:lnTo>
                <a:lnTo>
                  <a:pt x="60531" y="189181"/>
                </a:lnTo>
                <a:lnTo>
                  <a:pt x="12814" y="2180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7404908" y="7272019"/>
            <a:ext cx="64135" cy="19050"/>
          </a:xfrm>
          <a:custGeom>
            <a:avLst/>
            <a:gdLst/>
            <a:ahLst/>
            <a:cxnLst/>
            <a:rect l="l" t="t" r="r" b="b"/>
            <a:pathLst>
              <a:path w="64134" h="19050">
                <a:moveTo>
                  <a:pt x="0" y="0"/>
                </a:moveTo>
                <a:lnTo>
                  <a:pt x="64073" y="0"/>
                </a:lnTo>
                <a:lnTo>
                  <a:pt x="6407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7404908" y="7190740"/>
            <a:ext cx="24130" cy="196850"/>
          </a:xfrm>
          <a:custGeom>
            <a:avLst/>
            <a:gdLst/>
            <a:ahLst/>
            <a:cxnLst/>
            <a:rect l="l" t="t" r="r" b="b"/>
            <a:pathLst>
              <a:path w="24129" h="196850">
                <a:moveTo>
                  <a:pt x="0" y="0"/>
                </a:moveTo>
                <a:lnTo>
                  <a:pt x="23707" y="0"/>
                </a:lnTo>
                <a:lnTo>
                  <a:pt x="23707" y="196850"/>
                </a:lnTo>
                <a:lnTo>
                  <a:pt x="0" y="1968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7230201" y="7209790"/>
            <a:ext cx="23495" cy="45720"/>
          </a:xfrm>
          <a:custGeom>
            <a:avLst/>
            <a:gdLst/>
            <a:ahLst/>
            <a:cxnLst/>
            <a:rect l="l" t="t" r="r" b="b"/>
            <a:pathLst>
              <a:path w="23495" h="45720">
                <a:moveTo>
                  <a:pt x="0" y="0"/>
                </a:moveTo>
                <a:lnTo>
                  <a:pt x="23280" y="0"/>
                </a:lnTo>
                <a:lnTo>
                  <a:pt x="23280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7230201" y="7255509"/>
            <a:ext cx="125095" cy="17780"/>
          </a:xfrm>
          <a:custGeom>
            <a:avLst/>
            <a:gdLst/>
            <a:ahLst/>
            <a:cxnLst/>
            <a:rect l="l" t="t" r="r" b="b"/>
            <a:pathLst>
              <a:path w="125095" h="17779">
                <a:moveTo>
                  <a:pt x="0" y="0"/>
                </a:moveTo>
                <a:lnTo>
                  <a:pt x="124943" y="0"/>
                </a:lnTo>
                <a:lnTo>
                  <a:pt x="124943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7230201" y="7273290"/>
            <a:ext cx="23495" cy="49530"/>
          </a:xfrm>
          <a:custGeom>
            <a:avLst/>
            <a:gdLst/>
            <a:ahLst/>
            <a:cxnLst/>
            <a:rect l="l" t="t" r="r" b="b"/>
            <a:pathLst>
              <a:path w="23495" h="49529">
                <a:moveTo>
                  <a:pt x="0" y="0"/>
                </a:moveTo>
                <a:lnTo>
                  <a:pt x="23280" y="0"/>
                </a:lnTo>
                <a:lnTo>
                  <a:pt x="23280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7230201" y="7322819"/>
            <a:ext cx="125095" cy="19050"/>
          </a:xfrm>
          <a:custGeom>
            <a:avLst/>
            <a:gdLst/>
            <a:ahLst/>
            <a:cxnLst/>
            <a:rect l="l" t="t" r="r" b="b"/>
            <a:pathLst>
              <a:path w="125095" h="19050">
                <a:moveTo>
                  <a:pt x="0" y="0"/>
                </a:moveTo>
                <a:lnTo>
                  <a:pt x="124943" y="0"/>
                </a:lnTo>
                <a:lnTo>
                  <a:pt x="12494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7331650" y="7209604"/>
            <a:ext cx="23495" cy="45720"/>
          </a:xfrm>
          <a:custGeom>
            <a:avLst/>
            <a:gdLst/>
            <a:ahLst/>
            <a:cxnLst/>
            <a:rect l="l" t="t" r="r" b="b"/>
            <a:pathLst>
              <a:path w="23495" h="45720">
                <a:moveTo>
                  <a:pt x="23493" y="45278"/>
                </a:moveTo>
                <a:lnTo>
                  <a:pt x="0" y="45278"/>
                </a:lnTo>
                <a:lnTo>
                  <a:pt x="0" y="0"/>
                </a:lnTo>
                <a:lnTo>
                  <a:pt x="23493" y="0"/>
                </a:lnTo>
                <a:lnTo>
                  <a:pt x="23493" y="45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7331650" y="7273678"/>
            <a:ext cx="23495" cy="49530"/>
          </a:xfrm>
          <a:custGeom>
            <a:avLst/>
            <a:gdLst/>
            <a:ahLst/>
            <a:cxnLst/>
            <a:rect l="l" t="t" r="r" b="b"/>
            <a:pathLst>
              <a:path w="23495" h="49529">
                <a:moveTo>
                  <a:pt x="23493" y="49336"/>
                </a:moveTo>
                <a:lnTo>
                  <a:pt x="0" y="49336"/>
                </a:lnTo>
                <a:lnTo>
                  <a:pt x="0" y="0"/>
                </a:lnTo>
                <a:lnTo>
                  <a:pt x="23493" y="0"/>
                </a:lnTo>
                <a:lnTo>
                  <a:pt x="23493" y="49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7260528" y="7368540"/>
            <a:ext cx="23495" cy="64769"/>
          </a:xfrm>
          <a:custGeom>
            <a:avLst/>
            <a:gdLst/>
            <a:ahLst/>
            <a:cxnLst/>
            <a:rect l="l" t="t" r="r" b="b"/>
            <a:pathLst>
              <a:path w="23495" h="64770">
                <a:moveTo>
                  <a:pt x="0" y="0"/>
                </a:moveTo>
                <a:lnTo>
                  <a:pt x="23493" y="0"/>
                </a:lnTo>
                <a:lnTo>
                  <a:pt x="23493" y="64769"/>
                </a:lnTo>
                <a:lnTo>
                  <a:pt x="0" y="647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7260528" y="7433309"/>
            <a:ext cx="180975" cy="19050"/>
          </a:xfrm>
          <a:custGeom>
            <a:avLst/>
            <a:gdLst/>
            <a:ahLst/>
            <a:cxnLst/>
            <a:rect l="l" t="t" r="r" b="b"/>
            <a:pathLst>
              <a:path w="180975" h="19050">
                <a:moveTo>
                  <a:pt x="0" y="0"/>
                </a:moveTo>
                <a:lnTo>
                  <a:pt x="180474" y="0"/>
                </a:lnTo>
                <a:lnTo>
                  <a:pt x="18047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7486068" y="7207469"/>
            <a:ext cx="246379" cy="215900"/>
          </a:xfrm>
          <a:custGeom>
            <a:avLst/>
            <a:gdLst/>
            <a:ahLst/>
            <a:cxnLst/>
            <a:rect l="l" t="t" r="r" b="b"/>
            <a:pathLst>
              <a:path w="246379" h="215900">
                <a:moveTo>
                  <a:pt x="122167" y="147582"/>
                </a:moveTo>
                <a:lnTo>
                  <a:pt x="83242" y="142437"/>
                </a:lnTo>
                <a:lnTo>
                  <a:pt x="52166" y="127559"/>
                </a:lnTo>
                <a:lnTo>
                  <a:pt x="31582" y="104273"/>
                </a:lnTo>
                <a:lnTo>
                  <a:pt x="24134" y="73898"/>
                </a:lnTo>
                <a:lnTo>
                  <a:pt x="31582" y="43640"/>
                </a:lnTo>
                <a:lnTo>
                  <a:pt x="52166" y="20370"/>
                </a:lnTo>
                <a:lnTo>
                  <a:pt x="83242" y="5389"/>
                </a:lnTo>
                <a:lnTo>
                  <a:pt x="122167" y="0"/>
                </a:lnTo>
                <a:lnTo>
                  <a:pt x="161215" y="5389"/>
                </a:lnTo>
                <a:lnTo>
                  <a:pt x="190412" y="19435"/>
                </a:lnTo>
                <a:lnTo>
                  <a:pt x="122167" y="19435"/>
                </a:lnTo>
                <a:lnTo>
                  <a:pt x="92155" y="23320"/>
                </a:lnTo>
                <a:lnTo>
                  <a:pt x="68211" y="34492"/>
                </a:lnTo>
                <a:lnTo>
                  <a:pt x="52396" y="51752"/>
                </a:lnTo>
                <a:lnTo>
                  <a:pt x="46773" y="73898"/>
                </a:lnTo>
                <a:lnTo>
                  <a:pt x="52396" y="96070"/>
                </a:lnTo>
                <a:lnTo>
                  <a:pt x="68211" y="113196"/>
                </a:lnTo>
                <a:lnTo>
                  <a:pt x="92155" y="124236"/>
                </a:lnTo>
                <a:lnTo>
                  <a:pt x="122167" y="128147"/>
                </a:lnTo>
                <a:lnTo>
                  <a:pt x="191125" y="128147"/>
                </a:lnTo>
                <a:lnTo>
                  <a:pt x="161215" y="142437"/>
                </a:lnTo>
                <a:lnTo>
                  <a:pt x="122167" y="147582"/>
                </a:lnTo>
                <a:close/>
              </a:path>
              <a:path w="246379" h="215900">
                <a:moveTo>
                  <a:pt x="191125" y="128147"/>
                </a:moveTo>
                <a:lnTo>
                  <a:pt x="122167" y="128147"/>
                </a:lnTo>
                <a:lnTo>
                  <a:pt x="152148" y="124236"/>
                </a:lnTo>
                <a:lnTo>
                  <a:pt x="176042" y="113196"/>
                </a:lnTo>
                <a:lnTo>
                  <a:pt x="191847" y="96070"/>
                </a:lnTo>
                <a:lnTo>
                  <a:pt x="197560" y="73898"/>
                </a:lnTo>
                <a:lnTo>
                  <a:pt x="191847" y="51752"/>
                </a:lnTo>
                <a:lnTo>
                  <a:pt x="176042" y="34492"/>
                </a:lnTo>
                <a:lnTo>
                  <a:pt x="152148" y="23320"/>
                </a:lnTo>
                <a:lnTo>
                  <a:pt x="122167" y="19435"/>
                </a:lnTo>
                <a:lnTo>
                  <a:pt x="190412" y="19435"/>
                </a:lnTo>
                <a:lnTo>
                  <a:pt x="192354" y="20370"/>
                </a:lnTo>
                <a:lnTo>
                  <a:pt x="212961" y="43640"/>
                </a:lnTo>
                <a:lnTo>
                  <a:pt x="220413" y="73898"/>
                </a:lnTo>
                <a:lnTo>
                  <a:pt x="212961" y="104273"/>
                </a:lnTo>
                <a:lnTo>
                  <a:pt x="192354" y="127559"/>
                </a:lnTo>
                <a:lnTo>
                  <a:pt x="191125" y="128147"/>
                </a:lnTo>
                <a:close/>
              </a:path>
              <a:path w="246379" h="215900">
                <a:moveTo>
                  <a:pt x="245829" y="215287"/>
                </a:moveTo>
                <a:lnTo>
                  <a:pt x="0" y="215287"/>
                </a:lnTo>
                <a:lnTo>
                  <a:pt x="0" y="195424"/>
                </a:lnTo>
                <a:lnTo>
                  <a:pt x="245829" y="195424"/>
                </a:lnTo>
                <a:lnTo>
                  <a:pt x="245829" y="21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7783583" y="7209790"/>
            <a:ext cx="184785" cy="20320"/>
          </a:xfrm>
          <a:custGeom>
            <a:avLst/>
            <a:gdLst/>
            <a:ahLst/>
            <a:cxnLst/>
            <a:rect l="l" t="t" r="r" b="b"/>
            <a:pathLst>
              <a:path w="184784" h="20320">
                <a:moveTo>
                  <a:pt x="0" y="0"/>
                </a:moveTo>
                <a:lnTo>
                  <a:pt x="184745" y="0"/>
                </a:lnTo>
                <a:lnTo>
                  <a:pt x="184745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7944835" y="7230109"/>
            <a:ext cx="23495" cy="41910"/>
          </a:xfrm>
          <a:custGeom>
            <a:avLst/>
            <a:gdLst/>
            <a:ahLst/>
            <a:cxnLst/>
            <a:rect l="l" t="t" r="r" b="b"/>
            <a:pathLst>
              <a:path w="23495" h="41909">
                <a:moveTo>
                  <a:pt x="0" y="0"/>
                </a:moveTo>
                <a:lnTo>
                  <a:pt x="23493" y="0"/>
                </a:lnTo>
                <a:lnTo>
                  <a:pt x="23493" y="41910"/>
                </a:lnTo>
                <a:lnTo>
                  <a:pt x="0" y="419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7784224" y="7272019"/>
            <a:ext cx="184150" cy="19050"/>
          </a:xfrm>
          <a:custGeom>
            <a:avLst/>
            <a:gdLst/>
            <a:ahLst/>
            <a:cxnLst/>
            <a:rect l="l" t="t" r="r" b="b"/>
            <a:pathLst>
              <a:path w="184150" h="19050">
                <a:moveTo>
                  <a:pt x="0" y="0"/>
                </a:moveTo>
                <a:lnTo>
                  <a:pt x="184104" y="0"/>
                </a:lnTo>
                <a:lnTo>
                  <a:pt x="18410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7784224" y="7291069"/>
            <a:ext cx="23495" cy="44450"/>
          </a:xfrm>
          <a:custGeom>
            <a:avLst/>
            <a:gdLst/>
            <a:ahLst/>
            <a:cxnLst/>
            <a:rect l="l" t="t" r="r" b="b"/>
            <a:pathLst>
              <a:path w="23495" h="44450">
                <a:moveTo>
                  <a:pt x="0" y="0"/>
                </a:moveTo>
                <a:lnTo>
                  <a:pt x="23493" y="0"/>
                </a:lnTo>
                <a:lnTo>
                  <a:pt x="23493" y="44450"/>
                </a:lnTo>
                <a:lnTo>
                  <a:pt x="0" y="444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7784224" y="7335519"/>
            <a:ext cx="190500" cy="19050"/>
          </a:xfrm>
          <a:custGeom>
            <a:avLst/>
            <a:gdLst/>
            <a:ahLst/>
            <a:cxnLst/>
            <a:rect l="l" t="t" r="r" b="b"/>
            <a:pathLst>
              <a:path w="190500" h="19050">
                <a:moveTo>
                  <a:pt x="0" y="0"/>
                </a:moveTo>
                <a:lnTo>
                  <a:pt x="190298" y="0"/>
                </a:lnTo>
                <a:lnTo>
                  <a:pt x="19029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7863888" y="7354569"/>
            <a:ext cx="23495" cy="50800"/>
          </a:xfrm>
          <a:custGeom>
            <a:avLst/>
            <a:gdLst/>
            <a:ahLst/>
            <a:cxnLst/>
            <a:rect l="l" t="t" r="r" b="b"/>
            <a:pathLst>
              <a:path w="23495" h="50800">
                <a:moveTo>
                  <a:pt x="0" y="0"/>
                </a:moveTo>
                <a:lnTo>
                  <a:pt x="23493" y="0"/>
                </a:lnTo>
                <a:lnTo>
                  <a:pt x="23493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7753468" y="7405369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79" h="20320">
                <a:moveTo>
                  <a:pt x="0" y="0"/>
                </a:moveTo>
                <a:lnTo>
                  <a:pt x="245829" y="0"/>
                </a:lnTo>
                <a:lnTo>
                  <a:pt x="245829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8098099" y="7190168"/>
            <a:ext cx="221615" cy="268605"/>
          </a:xfrm>
          <a:custGeom>
            <a:avLst/>
            <a:gdLst/>
            <a:ahLst/>
            <a:cxnLst/>
            <a:rect l="l" t="t" r="r" b="b"/>
            <a:pathLst>
              <a:path w="221615" h="268604">
                <a:moveTo>
                  <a:pt x="221267" y="268468"/>
                </a:moveTo>
                <a:lnTo>
                  <a:pt x="197560" y="268468"/>
                </a:lnTo>
                <a:lnTo>
                  <a:pt x="197560" y="0"/>
                </a:lnTo>
                <a:lnTo>
                  <a:pt x="221267" y="0"/>
                </a:lnTo>
                <a:lnTo>
                  <a:pt x="221267" y="268468"/>
                </a:lnTo>
                <a:close/>
              </a:path>
              <a:path w="221615" h="268604">
                <a:moveTo>
                  <a:pt x="159970" y="47414"/>
                </a:moveTo>
                <a:lnTo>
                  <a:pt x="8756" y="47414"/>
                </a:lnTo>
                <a:lnTo>
                  <a:pt x="8756" y="27551"/>
                </a:lnTo>
                <a:lnTo>
                  <a:pt x="159970" y="27551"/>
                </a:lnTo>
                <a:lnTo>
                  <a:pt x="159970" y="47414"/>
                </a:lnTo>
                <a:close/>
              </a:path>
              <a:path w="221615" h="268604">
                <a:moveTo>
                  <a:pt x="14096" y="216782"/>
                </a:moveTo>
                <a:lnTo>
                  <a:pt x="0" y="197987"/>
                </a:lnTo>
                <a:lnTo>
                  <a:pt x="27468" y="178702"/>
                </a:lnTo>
                <a:lnTo>
                  <a:pt x="50431" y="150706"/>
                </a:lnTo>
                <a:lnTo>
                  <a:pt x="66226" y="117465"/>
                </a:lnTo>
                <a:lnTo>
                  <a:pt x="72189" y="82441"/>
                </a:lnTo>
                <a:lnTo>
                  <a:pt x="72189" y="47414"/>
                </a:lnTo>
                <a:lnTo>
                  <a:pt x="96110" y="47414"/>
                </a:lnTo>
                <a:lnTo>
                  <a:pt x="96110" y="82441"/>
                </a:lnTo>
                <a:lnTo>
                  <a:pt x="101900" y="116250"/>
                </a:lnTo>
                <a:lnTo>
                  <a:pt x="107760" y="127933"/>
                </a:lnTo>
                <a:lnTo>
                  <a:pt x="84470" y="127933"/>
                </a:lnTo>
                <a:lnTo>
                  <a:pt x="72468" y="156232"/>
                </a:lnTo>
                <a:lnTo>
                  <a:pt x="56051" y="181328"/>
                </a:lnTo>
                <a:lnTo>
                  <a:pt x="36250" y="201938"/>
                </a:lnTo>
                <a:lnTo>
                  <a:pt x="14096" y="216782"/>
                </a:lnTo>
                <a:close/>
              </a:path>
              <a:path w="221615" h="268604">
                <a:moveTo>
                  <a:pt x="155485" y="210161"/>
                </a:moveTo>
                <a:lnTo>
                  <a:pt x="132916" y="196487"/>
                </a:lnTo>
                <a:lnTo>
                  <a:pt x="112929" y="177577"/>
                </a:lnTo>
                <a:lnTo>
                  <a:pt x="96467" y="154402"/>
                </a:lnTo>
                <a:lnTo>
                  <a:pt x="84470" y="127933"/>
                </a:lnTo>
                <a:lnTo>
                  <a:pt x="107760" y="127933"/>
                </a:lnTo>
                <a:lnTo>
                  <a:pt x="117601" y="147556"/>
                </a:lnTo>
                <a:lnTo>
                  <a:pt x="140711" y="173536"/>
                </a:lnTo>
                <a:lnTo>
                  <a:pt x="168727" y="191366"/>
                </a:lnTo>
                <a:lnTo>
                  <a:pt x="155485" y="210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8369771" y="7190168"/>
            <a:ext cx="218440" cy="268605"/>
          </a:xfrm>
          <a:custGeom>
            <a:avLst/>
            <a:gdLst/>
            <a:ahLst/>
            <a:cxnLst/>
            <a:rect l="l" t="t" r="r" b="b"/>
            <a:pathLst>
              <a:path w="218440" h="268604">
                <a:moveTo>
                  <a:pt x="218277" y="39512"/>
                </a:moveTo>
                <a:lnTo>
                  <a:pt x="194570" y="39512"/>
                </a:lnTo>
                <a:lnTo>
                  <a:pt x="194570" y="0"/>
                </a:lnTo>
                <a:lnTo>
                  <a:pt x="218277" y="0"/>
                </a:lnTo>
                <a:lnTo>
                  <a:pt x="218277" y="39512"/>
                </a:lnTo>
                <a:close/>
              </a:path>
              <a:path w="218440" h="268604">
                <a:moveTo>
                  <a:pt x="69626" y="143738"/>
                </a:moveTo>
                <a:lnTo>
                  <a:pt x="41778" y="139129"/>
                </a:lnTo>
                <a:lnTo>
                  <a:pt x="19675" y="125931"/>
                </a:lnTo>
                <a:lnTo>
                  <a:pt x="5142" y="105564"/>
                </a:lnTo>
                <a:lnTo>
                  <a:pt x="0" y="79451"/>
                </a:lnTo>
                <a:lnTo>
                  <a:pt x="5142" y="53551"/>
                </a:lnTo>
                <a:lnTo>
                  <a:pt x="19675" y="33238"/>
                </a:lnTo>
                <a:lnTo>
                  <a:pt x="41778" y="20013"/>
                </a:lnTo>
                <a:lnTo>
                  <a:pt x="69626" y="15377"/>
                </a:lnTo>
                <a:lnTo>
                  <a:pt x="86365" y="16971"/>
                </a:lnTo>
                <a:lnTo>
                  <a:pt x="101423" y="21718"/>
                </a:lnTo>
                <a:lnTo>
                  <a:pt x="114438" y="29328"/>
                </a:lnTo>
                <a:lnTo>
                  <a:pt x="120821" y="35454"/>
                </a:lnTo>
                <a:lnTo>
                  <a:pt x="69626" y="35454"/>
                </a:lnTo>
                <a:lnTo>
                  <a:pt x="50751" y="38754"/>
                </a:lnTo>
                <a:lnTo>
                  <a:pt x="35881" y="47921"/>
                </a:lnTo>
                <a:lnTo>
                  <a:pt x="26136" y="61854"/>
                </a:lnTo>
                <a:lnTo>
                  <a:pt x="22639" y="79451"/>
                </a:lnTo>
                <a:lnTo>
                  <a:pt x="26136" y="97351"/>
                </a:lnTo>
                <a:lnTo>
                  <a:pt x="35881" y="111327"/>
                </a:lnTo>
                <a:lnTo>
                  <a:pt x="50751" y="120418"/>
                </a:lnTo>
                <a:lnTo>
                  <a:pt x="69626" y="123662"/>
                </a:lnTo>
                <a:lnTo>
                  <a:pt x="120903" y="123662"/>
                </a:lnTo>
                <a:lnTo>
                  <a:pt x="114483" y="129787"/>
                </a:lnTo>
                <a:lnTo>
                  <a:pt x="101436" y="137397"/>
                </a:lnTo>
                <a:lnTo>
                  <a:pt x="86367" y="142145"/>
                </a:lnTo>
                <a:lnTo>
                  <a:pt x="69626" y="143738"/>
                </a:lnTo>
                <a:close/>
              </a:path>
              <a:path w="218440" h="268604">
                <a:moveTo>
                  <a:pt x="120903" y="123662"/>
                </a:moveTo>
                <a:lnTo>
                  <a:pt x="69626" y="123662"/>
                </a:lnTo>
                <a:lnTo>
                  <a:pt x="88074" y="120418"/>
                </a:lnTo>
                <a:lnTo>
                  <a:pt x="102838" y="111327"/>
                </a:lnTo>
                <a:lnTo>
                  <a:pt x="112636" y="97351"/>
                </a:lnTo>
                <a:lnTo>
                  <a:pt x="116186" y="79451"/>
                </a:lnTo>
                <a:lnTo>
                  <a:pt x="112636" y="61854"/>
                </a:lnTo>
                <a:lnTo>
                  <a:pt x="102838" y="47921"/>
                </a:lnTo>
                <a:lnTo>
                  <a:pt x="88074" y="38754"/>
                </a:lnTo>
                <a:lnTo>
                  <a:pt x="69626" y="35454"/>
                </a:lnTo>
                <a:lnTo>
                  <a:pt x="120821" y="35454"/>
                </a:lnTo>
                <a:lnTo>
                  <a:pt x="125050" y="39512"/>
                </a:lnTo>
                <a:lnTo>
                  <a:pt x="218277" y="39512"/>
                </a:lnTo>
                <a:lnTo>
                  <a:pt x="218277" y="59161"/>
                </a:lnTo>
                <a:lnTo>
                  <a:pt x="135836" y="59161"/>
                </a:lnTo>
                <a:lnTo>
                  <a:pt x="137865" y="65461"/>
                </a:lnTo>
                <a:lnTo>
                  <a:pt x="139039" y="72296"/>
                </a:lnTo>
                <a:lnTo>
                  <a:pt x="139039" y="86713"/>
                </a:lnTo>
                <a:lnTo>
                  <a:pt x="137865" y="93654"/>
                </a:lnTo>
                <a:lnTo>
                  <a:pt x="135836" y="99954"/>
                </a:lnTo>
                <a:lnTo>
                  <a:pt x="218277" y="99954"/>
                </a:lnTo>
                <a:lnTo>
                  <a:pt x="218277" y="119604"/>
                </a:lnTo>
                <a:lnTo>
                  <a:pt x="125157" y="119604"/>
                </a:lnTo>
                <a:lnTo>
                  <a:pt x="120903" y="123662"/>
                </a:lnTo>
                <a:close/>
              </a:path>
              <a:path w="218440" h="268604">
                <a:moveTo>
                  <a:pt x="218277" y="99954"/>
                </a:moveTo>
                <a:lnTo>
                  <a:pt x="194570" y="99954"/>
                </a:lnTo>
                <a:lnTo>
                  <a:pt x="194570" y="59161"/>
                </a:lnTo>
                <a:lnTo>
                  <a:pt x="218277" y="59161"/>
                </a:lnTo>
                <a:lnTo>
                  <a:pt x="218277" y="99954"/>
                </a:lnTo>
                <a:close/>
              </a:path>
              <a:path w="218440" h="268604">
                <a:moveTo>
                  <a:pt x="218277" y="158048"/>
                </a:moveTo>
                <a:lnTo>
                  <a:pt x="194570" y="158048"/>
                </a:lnTo>
                <a:lnTo>
                  <a:pt x="194570" y="119604"/>
                </a:lnTo>
                <a:lnTo>
                  <a:pt x="218277" y="119604"/>
                </a:lnTo>
                <a:lnTo>
                  <a:pt x="218277" y="158048"/>
                </a:lnTo>
                <a:close/>
              </a:path>
              <a:path w="218440" h="268604">
                <a:moveTo>
                  <a:pt x="218277" y="268468"/>
                </a:moveTo>
                <a:lnTo>
                  <a:pt x="194570" y="268468"/>
                </a:lnTo>
                <a:lnTo>
                  <a:pt x="194570" y="192007"/>
                </a:lnTo>
                <a:lnTo>
                  <a:pt x="37589" y="192007"/>
                </a:lnTo>
                <a:lnTo>
                  <a:pt x="37589" y="172998"/>
                </a:lnTo>
                <a:lnTo>
                  <a:pt x="218277" y="172998"/>
                </a:lnTo>
                <a:lnTo>
                  <a:pt x="218277" y="26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8831743" y="7190168"/>
            <a:ext cx="23495" cy="38735"/>
          </a:xfrm>
          <a:custGeom>
            <a:avLst/>
            <a:gdLst/>
            <a:ahLst/>
            <a:cxnLst/>
            <a:rect l="l" t="t" r="r" b="b"/>
            <a:pathLst>
              <a:path w="23495" h="38734">
                <a:moveTo>
                  <a:pt x="23493" y="38444"/>
                </a:moveTo>
                <a:lnTo>
                  <a:pt x="0" y="38444"/>
                </a:lnTo>
                <a:lnTo>
                  <a:pt x="0" y="0"/>
                </a:lnTo>
                <a:lnTo>
                  <a:pt x="23493" y="0"/>
                </a:lnTo>
                <a:lnTo>
                  <a:pt x="23493" y="384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8646355" y="7202169"/>
            <a:ext cx="24130" cy="39370"/>
          </a:xfrm>
          <a:custGeom>
            <a:avLst/>
            <a:gdLst/>
            <a:ahLst/>
            <a:cxnLst/>
            <a:rect l="l" t="t" r="r" b="b"/>
            <a:pathLst>
              <a:path w="24129" h="39370">
                <a:moveTo>
                  <a:pt x="0" y="0"/>
                </a:moveTo>
                <a:lnTo>
                  <a:pt x="23707" y="0"/>
                </a:lnTo>
                <a:lnTo>
                  <a:pt x="23707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8646355" y="7241540"/>
            <a:ext cx="208915" cy="5080"/>
          </a:xfrm>
          <a:custGeom>
            <a:avLst/>
            <a:gdLst/>
            <a:ahLst/>
            <a:cxnLst/>
            <a:rect l="l" t="t" r="r" b="b"/>
            <a:pathLst>
              <a:path w="208915" h="5079">
                <a:moveTo>
                  <a:pt x="0" y="0"/>
                </a:moveTo>
                <a:lnTo>
                  <a:pt x="208880" y="0"/>
                </a:lnTo>
                <a:lnTo>
                  <a:pt x="208880" y="5079"/>
                </a:lnTo>
                <a:lnTo>
                  <a:pt x="0" y="50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8646355" y="7246619"/>
            <a:ext cx="122555" cy="13970"/>
          </a:xfrm>
          <a:custGeom>
            <a:avLst/>
            <a:gdLst/>
            <a:ahLst/>
            <a:cxnLst/>
            <a:rect l="l" t="t" r="r" b="b"/>
            <a:pathLst>
              <a:path w="122554" h="13970">
                <a:moveTo>
                  <a:pt x="0" y="0"/>
                </a:moveTo>
                <a:lnTo>
                  <a:pt x="121953" y="0"/>
                </a:lnTo>
                <a:lnTo>
                  <a:pt x="121953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8646355" y="7260590"/>
            <a:ext cx="24130" cy="39370"/>
          </a:xfrm>
          <a:custGeom>
            <a:avLst/>
            <a:gdLst/>
            <a:ahLst/>
            <a:cxnLst/>
            <a:rect l="l" t="t" r="r" b="b"/>
            <a:pathLst>
              <a:path w="24129" h="39370">
                <a:moveTo>
                  <a:pt x="0" y="0"/>
                </a:moveTo>
                <a:lnTo>
                  <a:pt x="23707" y="0"/>
                </a:lnTo>
                <a:lnTo>
                  <a:pt x="23707" y="39369"/>
                </a:lnTo>
                <a:lnTo>
                  <a:pt x="0" y="393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8646355" y="7299959"/>
            <a:ext cx="122555" cy="19050"/>
          </a:xfrm>
          <a:custGeom>
            <a:avLst/>
            <a:gdLst/>
            <a:ahLst/>
            <a:cxnLst/>
            <a:rect l="l" t="t" r="r" b="b"/>
            <a:pathLst>
              <a:path w="122554" h="19050">
                <a:moveTo>
                  <a:pt x="0" y="0"/>
                </a:moveTo>
                <a:lnTo>
                  <a:pt x="121953" y="0"/>
                </a:lnTo>
                <a:lnTo>
                  <a:pt x="12195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8744815" y="7202169"/>
            <a:ext cx="23495" cy="26670"/>
          </a:xfrm>
          <a:custGeom>
            <a:avLst/>
            <a:gdLst/>
            <a:ahLst/>
            <a:cxnLst/>
            <a:rect l="l" t="t" r="r" b="b"/>
            <a:pathLst>
              <a:path w="23495" h="26670">
                <a:moveTo>
                  <a:pt x="0" y="0"/>
                </a:moveTo>
                <a:lnTo>
                  <a:pt x="23493" y="0"/>
                </a:lnTo>
                <a:lnTo>
                  <a:pt x="23493" y="26669"/>
                </a:lnTo>
                <a:lnTo>
                  <a:pt x="0" y="266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8744815" y="7228840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110420" y="0"/>
                </a:lnTo>
                <a:lnTo>
                  <a:pt x="11042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8831743" y="7247194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5" h="30479">
                <a:moveTo>
                  <a:pt x="23493" y="30114"/>
                </a:moveTo>
                <a:lnTo>
                  <a:pt x="0" y="30114"/>
                </a:lnTo>
                <a:lnTo>
                  <a:pt x="0" y="0"/>
                </a:lnTo>
                <a:lnTo>
                  <a:pt x="23493" y="0"/>
                </a:lnTo>
                <a:lnTo>
                  <a:pt x="23493" y="30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8744815" y="7260590"/>
            <a:ext cx="23495" cy="16510"/>
          </a:xfrm>
          <a:custGeom>
            <a:avLst/>
            <a:gdLst/>
            <a:ahLst/>
            <a:cxnLst/>
            <a:rect l="l" t="t" r="r" b="b"/>
            <a:pathLst>
              <a:path w="23495" h="16509">
                <a:moveTo>
                  <a:pt x="0" y="0"/>
                </a:moveTo>
                <a:lnTo>
                  <a:pt x="23493" y="0"/>
                </a:lnTo>
                <a:lnTo>
                  <a:pt x="23493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8744815" y="7277100"/>
            <a:ext cx="110489" cy="19050"/>
          </a:xfrm>
          <a:custGeom>
            <a:avLst/>
            <a:gdLst/>
            <a:ahLst/>
            <a:cxnLst/>
            <a:rect l="l" t="t" r="r" b="b"/>
            <a:pathLst>
              <a:path w="110490" h="19050">
                <a:moveTo>
                  <a:pt x="0" y="0"/>
                </a:moveTo>
                <a:lnTo>
                  <a:pt x="110420" y="0"/>
                </a:lnTo>
                <a:lnTo>
                  <a:pt x="11042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8744815" y="7296150"/>
            <a:ext cx="23495" cy="3810"/>
          </a:xfrm>
          <a:custGeom>
            <a:avLst/>
            <a:gdLst/>
            <a:ahLst/>
            <a:cxnLst/>
            <a:rect l="l" t="t" r="r" b="b"/>
            <a:pathLst>
              <a:path w="23495" h="3809">
                <a:moveTo>
                  <a:pt x="0" y="0"/>
                </a:moveTo>
                <a:lnTo>
                  <a:pt x="23493" y="0"/>
                </a:lnTo>
                <a:lnTo>
                  <a:pt x="23493" y="3809"/>
                </a:lnTo>
                <a:lnTo>
                  <a:pt x="0" y="38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8831743" y="7296104"/>
            <a:ext cx="23495" cy="34925"/>
          </a:xfrm>
          <a:custGeom>
            <a:avLst/>
            <a:gdLst/>
            <a:ahLst/>
            <a:cxnLst/>
            <a:rect l="l" t="t" r="r" b="b"/>
            <a:pathLst>
              <a:path w="23495" h="34925">
                <a:moveTo>
                  <a:pt x="23493" y="34386"/>
                </a:moveTo>
                <a:lnTo>
                  <a:pt x="0" y="34386"/>
                </a:lnTo>
                <a:lnTo>
                  <a:pt x="0" y="0"/>
                </a:lnTo>
                <a:lnTo>
                  <a:pt x="23493" y="0"/>
                </a:lnTo>
                <a:lnTo>
                  <a:pt x="23493" y="343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8681169" y="7343140"/>
            <a:ext cx="174625" cy="19050"/>
          </a:xfrm>
          <a:custGeom>
            <a:avLst/>
            <a:gdLst/>
            <a:ahLst/>
            <a:cxnLst/>
            <a:rect l="l" t="t" r="r" b="b"/>
            <a:pathLst>
              <a:path w="174625" h="19050">
                <a:moveTo>
                  <a:pt x="0" y="0"/>
                </a:moveTo>
                <a:lnTo>
                  <a:pt x="174066" y="0"/>
                </a:lnTo>
                <a:lnTo>
                  <a:pt x="1740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8831743" y="7362190"/>
            <a:ext cx="23495" cy="26670"/>
          </a:xfrm>
          <a:custGeom>
            <a:avLst/>
            <a:gdLst/>
            <a:ahLst/>
            <a:cxnLst/>
            <a:rect l="l" t="t" r="r" b="b"/>
            <a:pathLst>
              <a:path w="23495" h="26670">
                <a:moveTo>
                  <a:pt x="0" y="0"/>
                </a:moveTo>
                <a:lnTo>
                  <a:pt x="23493" y="0"/>
                </a:lnTo>
                <a:lnTo>
                  <a:pt x="23493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8681810" y="7388859"/>
            <a:ext cx="173990" cy="17780"/>
          </a:xfrm>
          <a:custGeom>
            <a:avLst/>
            <a:gdLst/>
            <a:ahLst/>
            <a:cxnLst/>
            <a:rect l="l" t="t" r="r" b="b"/>
            <a:pathLst>
              <a:path w="173990" h="17779">
                <a:moveTo>
                  <a:pt x="0" y="0"/>
                </a:moveTo>
                <a:lnTo>
                  <a:pt x="173426" y="0"/>
                </a:lnTo>
                <a:lnTo>
                  <a:pt x="173426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8681810" y="7406640"/>
            <a:ext cx="23495" cy="29209"/>
          </a:xfrm>
          <a:custGeom>
            <a:avLst/>
            <a:gdLst/>
            <a:ahLst/>
            <a:cxnLst/>
            <a:rect l="l" t="t" r="r" b="b"/>
            <a:pathLst>
              <a:path w="23495" h="29209">
                <a:moveTo>
                  <a:pt x="0" y="0"/>
                </a:moveTo>
                <a:lnTo>
                  <a:pt x="23493" y="0"/>
                </a:lnTo>
                <a:lnTo>
                  <a:pt x="23493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8681810" y="7435850"/>
            <a:ext cx="184150" cy="19050"/>
          </a:xfrm>
          <a:custGeom>
            <a:avLst/>
            <a:gdLst/>
            <a:ahLst/>
            <a:cxnLst/>
            <a:rect l="l" t="t" r="r" b="b"/>
            <a:pathLst>
              <a:path w="184150" h="19050">
                <a:moveTo>
                  <a:pt x="0" y="0"/>
                </a:moveTo>
                <a:lnTo>
                  <a:pt x="183677" y="0"/>
                </a:lnTo>
                <a:lnTo>
                  <a:pt x="18367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1399557" y="7623253"/>
            <a:ext cx="222250" cy="268605"/>
          </a:xfrm>
          <a:custGeom>
            <a:avLst/>
            <a:gdLst/>
            <a:ahLst/>
            <a:cxnLst/>
            <a:rect l="l" t="t" r="r" b="b"/>
            <a:pathLst>
              <a:path w="222250" h="268604">
                <a:moveTo>
                  <a:pt x="222122" y="268468"/>
                </a:moveTo>
                <a:lnTo>
                  <a:pt x="198841" y="268468"/>
                </a:lnTo>
                <a:lnTo>
                  <a:pt x="198841" y="0"/>
                </a:lnTo>
                <a:lnTo>
                  <a:pt x="222122" y="0"/>
                </a:lnTo>
                <a:lnTo>
                  <a:pt x="222122" y="268468"/>
                </a:lnTo>
                <a:close/>
              </a:path>
              <a:path w="222250" h="268604">
                <a:moveTo>
                  <a:pt x="101877" y="30541"/>
                </a:moveTo>
                <a:lnTo>
                  <a:pt x="78169" y="30541"/>
                </a:lnTo>
                <a:lnTo>
                  <a:pt x="78169" y="427"/>
                </a:lnTo>
                <a:lnTo>
                  <a:pt x="101877" y="427"/>
                </a:lnTo>
                <a:lnTo>
                  <a:pt x="101877" y="30541"/>
                </a:lnTo>
                <a:close/>
              </a:path>
              <a:path w="222250" h="268604">
                <a:moveTo>
                  <a:pt x="161679" y="49336"/>
                </a:moveTo>
                <a:lnTo>
                  <a:pt x="18367" y="49336"/>
                </a:lnTo>
                <a:lnTo>
                  <a:pt x="18367" y="30541"/>
                </a:lnTo>
                <a:lnTo>
                  <a:pt x="161679" y="30541"/>
                </a:lnTo>
                <a:lnTo>
                  <a:pt x="161679" y="49336"/>
                </a:lnTo>
                <a:close/>
              </a:path>
              <a:path w="222250" h="268604">
                <a:moveTo>
                  <a:pt x="23066" y="131564"/>
                </a:moveTo>
                <a:lnTo>
                  <a:pt x="12814" y="112769"/>
                </a:lnTo>
                <a:lnTo>
                  <a:pt x="39335" y="103355"/>
                </a:lnTo>
                <a:lnTo>
                  <a:pt x="59988" y="89035"/>
                </a:lnTo>
                <a:lnTo>
                  <a:pt x="73394" y="70991"/>
                </a:lnTo>
                <a:lnTo>
                  <a:pt x="78169" y="50404"/>
                </a:lnTo>
                <a:lnTo>
                  <a:pt x="78169" y="49336"/>
                </a:lnTo>
                <a:lnTo>
                  <a:pt x="101877" y="49336"/>
                </a:lnTo>
                <a:lnTo>
                  <a:pt x="101877" y="50404"/>
                </a:lnTo>
                <a:lnTo>
                  <a:pt x="106645" y="69823"/>
                </a:lnTo>
                <a:lnTo>
                  <a:pt x="116441" y="82227"/>
                </a:lnTo>
                <a:lnTo>
                  <a:pt x="90450" y="82227"/>
                </a:lnTo>
                <a:lnTo>
                  <a:pt x="79561" y="98781"/>
                </a:lnTo>
                <a:lnTo>
                  <a:pt x="64367" y="112782"/>
                </a:lnTo>
                <a:lnTo>
                  <a:pt x="45368" y="123840"/>
                </a:lnTo>
                <a:lnTo>
                  <a:pt x="23066" y="131564"/>
                </a:lnTo>
                <a:close/>
              </a:path>
              <a:path w="222250" h="268604">
                <a:moveTo>
                  <a:pt x="156980" y="127933"/>
                </a:moveTo>
                <a:lnTo>
                  <a:pt x="135172" y="120657"/>
                </a:lnTo>
                <a:lnTo>
                  <a:pt x="116507" y="110406"/>
                </a:lnTo>
                <a:lnTo>
                  <a:pt x="101446" y="97493"/>
                </a:lnTo>
                <a:lnTo>
                  <a:pt x="90450" y="82227"/>
                </a:lnTo>
                <a:lnTo>
                  <a:pt x="116441" y="82227"/>
                </a:lnTo>
                <a:lnTo>
                  <a:pt x="120004" y="86739"/>
                </a:lnTo>
                <a:lnTo>
                  <a:pt x="140531" y="100171"/>
                </a:lnTo>
                <a:lnTo>
                  <a:pt x="166805" y="109138"/>
                </a:lnTo>
                <a:lnTo>
                  <a:pt x="156980" y="127933"/>
                </a:lnTo>
                <a:close/>
              </a:path>
              <a:path w="222250" h="268604">
                <a:moveTo>
                  <a:pt x="3203" y="170649"/>
                </a:moveTo>
                <a:lnTo>
                  <a:pt x="0" y="150573"/>
                </a:lnTo>
                <a:lnTo>
                  <a:pt x="41330" y="150386"/>
                </a:lnTo>
                <a:lnTo>
                  <a:pt x="86526" y="149398"/>
                </a:lnTo>
                <a:lnTo>
                  <a:pt x="133203" y="146968"/>
                </a:lnTo>
                <a:lnTo>
                  <a:pt x="178979" y="142457"/>
                </a:lnTo>
                <a:lnTo>
                  <a:pt x="180687" y="159756"/>
                </a:lnTo>
                <a:lnTo>
                  <a:pt x="161310" y="162651"/>
                </a:lnTo>
                <a:lnTo>
                  <a:pt x="141722" y="164976"/>
                </a:lnTo>
                <a:lnTo>
                  <a:pt x="122075" y="166800"/>
                </a:lnTo>
                <a:lnTo>
                  <a:pt x="102517" y="168193"/>
                </a:lnTo>
                <a:lnTo>
                  <a:pt x="102517" y="169368"/>
                </a:lnTo>
                <a:lnTo>
                  <a:pt x="78810" y="169368"/>
                </a:lnTo>
                <a:lnTo>
                  <a:pt x="58737" y="170018"/>
                </a:lnTo>
                <a:lnTo>
                  <a:pt x="20753" y="170599"/>
                </a:lnTo>
                <a:lnTo>
                  <a:pt x="3203" y="170649"/>
                </a:lnTo>
                <a:close/>
              </a:path>
              <a:path w="222250" h="268604">
                <a:moveTo>
                  <a:pt x="102517" y="260352"/>
                </a:moveTo>
                <a:lnTo>
                  <a:pt x="78810" y="260352"/>
                </a:lnTo>
                <a:lnTo>
                  <a:pt x="78810" y="169368"/>
                </a:lnTo>
                <a:lnTo>
                  <a:pt x="102517" y="169368"/>
                </a:lnTo>
                <a:lnTo>
                  <a:pt x="102517" y="2603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1672725" y="7623040"/>
            <a:ext cx="245110" cy="268605"/>
          </a:xfrm>
          <a:custGeom>
            <a:avLst/>
            <a:gdLst/>
            <a:ahLst/>
            <a:cxnLst/>
            <a:rect l="l" t="t" r="r" b="b"/>
            <a:pathLst>
              <a:path w="245110" h="268604">
                <a:moveTo>
                  <a:pt x="204822" y="159543"/>
                </a:moveTo>
                <a:lnTo>
                  <a:pt x="181114" y="159543"/>
                </a:lnTo>
                <a:lnTo>
                  <a:pt x="181114" y="0"/>
                </a:lnTo>
                <a:lnTo>
                  <a:pt x="204822" y="0"/>
                </a:lnTo>
                <a:lnTo>
                  <a:pt x="204822" y="41434"/>
                </a:lnTo>
                <a:lnTo>
                  <a:pt x="244547" y="41434"/>
                </a:lnTo>
                <a:lnTo>
                  <a:pt x="244547" y="60869"/>
                </a:lnTo>
                <a:lnTo>
                  <a:pt x="204822" y="60869"/>
                </a:lnTo>
                <a:lnTo>
                  <a:pt x="204822" y="98673"/>
                </a:lnTo>
                <a:lnTo>
                  <a:pt x="244547" y="98673"/>
                </a:lnTo>
                <a:lnTo>
                  <a:pt x="244547" y="118749"/>
                </a:lnTo>
                <a:lnTo>
                  <a:pt x="204822" y="118749"/>
                </a:lnTo>
                <a:lnTo>
                  <a:pt x="204822" y="159543"/>
                </a:lnTo>
                <a:close/>
              </a:path>
              <a:path w="245110" h="268604">
                <a:moveTo>
                  <a:pt x="70481" y="142884"/>
                </a:moveTo>
                <a:lnTo>
                  <a:pt x="42228" y="138258"/>
                </a:lnTo>
                <a:lnTo>
                  <a:pt x="19862" y="125263"/>
                </a:lnTo>
                <a:lnTo>
                  <a:pt x="5185" y="105220"/>
                </a:lnTo>
                <a:lnTo>
                  <a:pt x="0" y="79451"/>
                </a:lnTo>
                <a:lnTo>
                  <a:pt x="5185" y="53775"/>
                </a:lnTo>
                <a:lnTo>
                  <a:pt x="19862" y="33745"/>
                </a:lnTo>
                <a:lnTo>
                  <a:pt x="42228" y="20763"/>
                </a:lnTo>
                <a:lnTo>
                  <a:pt x="70481" y="16231"/>
                </a:lnTo>
                <a:lnTo>
                  <a:pt x="98673" y="20763"/>
                </a:lnTo>
                <a:lnTo>
                  <a:pt x="120939" y="33745"/>
                </a:lnTo>
                <a:lnTo>
                  <a:pt x="122970" y="36521"/>
                </a:lnTo>
                <a:lnTo>
                  <a:pt x="70481" y="36521"/>
                </a:lnTo>
                <a:lnTo>
                  <a:pt x="51542" y="39655"/>
                </a:lnTo>
                <a:lnTo>
                  <a:pt x="36548" y="48455"/>
                </a:lnTo>
                <a:lnTo>
                  <a:pt x="26720" y="62021"/>
                </a:lnTo>
                <a:lnTo>
                  <a:pt x="23280" y="79451"/>
                </a:lnTo>
                <a:lnTo>
                  <a:pt x="26720" y="97034"/>
                </a:lnTo>
                <a:lnTo>
                  <a:pt x="36548" y="110713"/>
                </a:lnTo>
                <a:lnTo>
                  <a:pt x="51542" y="119547"/>
                </a:lnTo>
                <a:lnTo>
                  <a:pt x="70481" y="122594"/>
                </a:lnTo>
                <a:lnTo>
                  <a:pt x="122891" y="122594"/>
                </a:lnTo>
                <a:lnTo>
                  <a:pt x="120939" y="125263"/>
                </a:lnTo>
                <a:lnTo>
                  <a:pt x="98673" y="138258"/>
                </a:lnTo>
                <a:lnTo>
                  <a:pt x="70481" y="142884"/>
                </a:lnTo>
                <a:close/>
              </a:path>
              <a:path w="245110" h="268604">
                <a:moveTo>
                  <a:pt x="122891" y="122594"/>
                </a:moveTo>
                <a:lnTo>
                  <a:pt x="70481" y="122594"/>
                </a:lnTo>
                <a:lnTo>
                  <a:pt x="89392" y="119547"/>
                </a:lnTo>
                <a:lnTo>
                  <a:pt x="104359" y="110713"/>
                </a:lnTo>
                <a:lnTo>
                  <a:pt x="114241" y="97034"/>
                </a:lnTo>
                <a:lnTo>
                  <a:pt x="117895" y="79451"/>
                </a:lnTo>
                <a:lnTo>
                  <a:pt x="114241" y="62021"/>
                </a:lnTo>
                <a:lnTo>
                  <a:pt x="104359" y="48455"/>
                </a:lnTo>
                <a:lnTo>
                  <a:pt x="89392" y="39655"/>
                </a:lnTo>
                <a:lnTo>
                  <a:pt x="70481" y="36521"/>
                </a:lnTo>
                <a:lnTo>
                  <a:pt x="122970" y="36521"/>
                </a:lnTo>
                <a:lnTo>
                  <a:pt x="135595" y="53775"/>
                </a:lnTo>
                <a:lnTo>
                  <a:pt x="140962" y="79451"/>
                </a:lnTo>
                <a:lnTo>
                  <a:pt x="135595" y="105220"/>
                </a:lnTo>
                <a:lnTo>
                  <a:pt x="122891" y="122594"/>
                </a:lnTo>
                <a:close/>
              </a:path>
              <a:path w="245110" h="268604">
                <a:moveTo>
                  <a:pt x="204822" y="268468"/>
                </a:moveTo>
                <a:lnTo>
                  <a:pt x="181114" y="268468"/>
                </a:lnTo>
                <a:lnTo>
                  <a:pt x="181114" y="191580"/>
                </a:lnTo>
                <a:lnTo>
                  <a:pt x="29046" y="191580"/>
                </a:lnTo>
                <a:lnTo>
                  <a:pt x="29046" y="172144"/>
                </a:lnTo>
                <a:lnTo>
                  <a:pt x="204822" y="172144"/>
                </a:lnTo>
                <a:lnTo>
                  <a:pt x="204822" y="26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2012393" y="7640553"/>
            <a:ext cx="244761" cy="25138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2280221" y="7623040"/>
            <a:ext cx="250190" cy="262890"/>
          </a:xfrm>
          <a:custGeom>
            <a:avLst/>
            <a:gdLst/>
            <a:ahLst/>
            <a:cxnLst/>
            <a:rect l="l" t="t" r="r" b="b"/>
            <a:pathLst>
              <a:path w="250189" h="262890">
                <a:moveTo>
                  <a:pt x="209520" y="196492"/>
                </a:moveTo>
                <a:lnTo>
                  <a:pt x="185600" y="196492"/>
                </a:lnTo>
                <a:lnTo>
                  <a:pt x="185600" y="0"/>
                </a:lnTo>
                <a:lnTo>
                  <a:pt x="209520" y="0"/>
                </a:lnTo>
                <a:lnTo>
                  <a:pt x="209520" y="81587"/>
                </a:lnTo>
                <a:lnTo>
                  <a:pt x="249887" y="81587"/>
                </a:lnTo>
                <a:lnTo>
                  <a:pt x="249887" y="101663"/>
                </a:lnTo>
                <a:lnTo>
                  <a:pt x="209520" y="101663"/>
                </a:lnTo>
                <a:lnTo>
                  <a:pt x="209520" y="196492"/>
                </a:lnTo>
                <a:close/>
              </a:path>
              <a:path w="250189" h="262890">
                <a:moveTo>
                  <a:pt x="10251" y="165310"/>
                </a:moveTo>
                <a:lnTo>
                  <a:pt x="0" y="146301"/>
                </a:lnTo>
                <a:lnTo>
                  <a:pt x="43830" y="127995"/>
                </a:lnTo>
                <a:lnTo>
                  <a:pt x="77849" y="103732"/>
                </a:lnTo>
                <a:lnTo>
                  <a:pt x="100735" y="74323"/>
                </a:lnTo>
                <a:lnTo>
                  <a:pt x="111167" y="40579"/>
                </a:lnTo>
                <a:lnTo>
                  <a:pt x="11106" y="40579"/>
                </a:lnTo>
                <a:lnTo>
                  <a:pt x="11106" y="20717"/>
                </a:lnTo>
                <a:lnTo>
                  <a:pt x="136904" y="20717"/>
                </a:lnTo>
                <a:lnTo>
                  <a:pt x="127987" y="69109"/>
                </a:lnTo>
                <a:lnTo>
                  <a:pt x="102571" y="109913"/>
                </a:lnTo>
                <a:lnTo>
                  <a:pt x="62658" y="142266"/>
                </a:lnTo>
                <a:lnTo>
                  <a:pt x="10251" y="165310"/>
                </a:lnTo>
                <a:close/>
              </a:path>
              <a:path w="250189" h="262890">
                <a:moveTo>
                  <a:pt x="221694" y="262488"/>
                </a:moveTo>
                <a:lnTo>
                  <a:pt x="41220" y="262488"/>
                </a:lnTo>
                <a:lnTo>
                  <a:pt x="41220" y="176416"/>
                </a:lnTo>
                <a:lnTo>
                  <a:pt x="64927" y="176416"/>
                </a:lnTo>
                <a:lnTo>
                  <a:pt x="64927" y="242839"/>
                </a:lnTo>
                <a:lnTo>
                  <a:pt x="221694" y="242839"/>
                </a:lnTo>
                <a:lnTo>
                  <a:pt x="221694" y="2624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2657051" y="7631430"/>
            <a:ext cx="24130" cy="34290"/>
          </a:xfrm>
          <a:custGeom>
            <a:avLst/>
            <a:gdLst/>
            <a:ahLst/>
            <a:cxnLst/>
            <a:rect l="l" t="t" r="r" b="b"/>
            <a:pathLst>
              <a:path w="24130" h="34290">
                <a:moveTo>
                  <a:pt x="0" y="0"/>
                </a:moveTo>
                <a:lnTo>
                  <a:pt x="23707" y="0"/>
                </a:lnTo>
                <a:lnTo>
                  <a:pt x="23707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2657051" y="7665719"/>
            <a:ext cx="180340" cy="19050"/>
          </a:xfrm>
          <a:custGeom>
            <a:avLst/>
            <a:gdLst/>
            <a:ahLst/>
            <a:cxnLst/>
            <a:rect l="l" t="t" r="r" b="b"/>
            <a:pathLst>
              <a:path w="180339" h="19050">
                <a:moveTo>
                  <a:pt x="0" y="0"/>
                </a:moveTo>
                <a:lnTo>
                  <a:pt x="180260" y="0"/>
                </a:lnTo>
                <a:lnTo>
                  <a:pt x="18026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2657051" y="7684769"/>
            <a:ext cx="24130" cy="34290"/>
          </a:xfrm>
          <a:custGeom>
            <a:avLst/>
            <a:gdLst/>
            <a:ahLst/>
            <a:cxnLst/>
            <a:rect l="l" t="t" r="r" b="b"/>
            <a:pathLst>
              <a:path w="24130" h="34290">
                <a:moveTo>
                  <a:pt x="0" y="0"/>
                </a:moveTo>
                <a:lnTo>
                  <a:pt x="23707" y="0"/>
                </a:lnTo>
                <a:lnTo>
                  <a:pt x="23707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2657051" y="7719059"/>
            <a:ext cx="180340" cy="20320"/>
          </a:xfrm>
          <a:custGeom>
            <a:avLst/>
            <a:gdLst/>
            <a:ahLst/>
            <a:cxnLst/>
            <a:rect l="l" t="t" r="r" b="b"/>
            <a:pathLst>
              <a:path w="180339" h="20320">
                <a:moveTo>
                  <a:pt x="0" y="0"/>
                </a:moveTo>
                <a:lnTo>
                  <a:pt x="180260" y="0"/>
                </a:lnTo>
                <a:lnTo>
                  <a:pt x="180260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2813605" y="7631583"/>
            <a:ext cx="24130" cy="34925"/>
          </a:xfrm>
          <a:custGeom>
            <a:avLst/>
            <a:gdLst/>
            <a:ahLst/>
            <a:cxnLst/>
            <a:rect l="l" t="t" r="r" b="b"/>
            <a:pathLst>
              <a:path w="24130" h="34925">
                <a:moveTo>
                  <a:pt x="23707" y="34599"/>
                </a:moveTo>
                <a:lnTo>
                  <a:pt x="0" y="34599"/>
                </a:lnTo>
                <a:lnTo>
                  <a:pt x="0" y="0"/>
                </a:lnTo>
                <a:lnTo>
                  <a:pt x="23707" y="0"/>
                </a:lnTo>
                <a:lnTo>
                  <a:pt x="23707" y="345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2813605" y="7684337"/>
            <a:ext cx="24130" cy="35560"/>
          </a:xfrm>
          <a:custGeom>
            <a:avLst/>
            <a:gdLst/>
            <a:ahLst/>
            <a:cxnLst/>
            <a:rect l="l" t="t" r="r" b="b"/>
            <a:pathLst>
              <a:path w="24130" h="35559">
                <a:moveTo>
                  <a:pt x="23707" y="35240"/>
                </a:moveTo>
                <a:lnTo>
                  <a:pt x="0" y="35240"/>
                </a:lnTo>
                <a:lnTo>
                  <a:pt x="0" y="0"/>
                </a:lnTo>
                <a:lnTo>
                  <a:pt x="23707" y="0"/>
                </a:lnTo>
                <a:lnTo>
                  <a:pt x="23707" y="35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2624160" y="7765070"/>
            <a:ext cx="246379" cy="19685"/>
          </a:xfrm>
          <a:custGeom>
            <a:avLst/>
            <a:gdLst/>
            <a:ahLst/>
            <a:cxnLst/>
            <a:rect l="l" t="t" r="r" b="b"/>
            <a:pathLst>
              <a:path w="246380" h="19684">
                <a:moveTo>
                  <a:pt x="245829" y="19435"/>
                </a:moveTo>
                <a:lnTo>
                  <a:pt x="0" y="19435"/>
                </a:lnTo>
                <a:lnTo>
                  <a:pt x="0" y="0"/>
                </a:lnTo>
                <a:lnTo>
                  <a:pt x="245829" y="0"/>
                </a:lnTo>
                <a:lnTo>
                  <a:pt x="245829" y="19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2737143" y="7784505"/>
            <a:ext cx="23495" cy="52705"/>
          </a:xfrm>
          <a:custGeom>
            <a:avLst/>
            <a:gdLst/>
            <a:ahLst/>
            <a:cxnLst/>
            <a:rect l="l" t="t" r="r" b="b"/>
            <a:pathLst>
              <a:path w="23494" h="52704">
                <a:moveTo>
                  <a:pt x="23493" y="52540"/>
                </a:moveTo>
                <a:lnTo>
                  <a:pt x="0" y="52540"/>
                </a:lnTo>
                <a:lnTo>
                  <a:pt x="0" y="0"/>
                </a:lnTo>
                <a:lnTo>
                  <a:pt x="23493" y="0"/>
                </a:lnTo>
                <a:lnTo>
                  <a:pt x="23493" y="525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2655770" y="7811769"/>
            <a:ext cx="23495" cy="54610"/>
          </a:xfrm>
          <a:custGeom>
            <a:avLst/>
            <a:gdLst/>
            <a:ahLst/>
            <a:cxnLst/>
            <a:rect l="l" t="t" r="r" b="b"/>
            <a:pathLst>
              <a:path w="23494" h="54609">
                <a:moveTo>
                  <a:pt x="0" y="0"/>
                </a:moveTo>
                <a:lnTo>
                  <a:pt x="23493" y="0"/>
                </a:lnTo>
                <a:lnTo>
                  <a:pt x="23493" y="54609"/>
                </a:lnTo>
                <a:lnTo>
                  <a:pt x="0" y="546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2655770" y="7866380"/>
            <a:ext cx="187325" cy="19050"/>
          </a:xfrm>
          <a:custGeom>
            <a:avLst/>
            <a:gdLst/>
            <a:ahLst/>
            <a:cxnLst/>
            <a:rect l="l" t="t" r="r" b="b"/>
            <a:pathLst>
              <a:path w="187325" h="19050">
                <a:moveTo>
                  <a:pt x="0" y="0"/>
                </a:moveTo>
                <a:lnTo>
                  <a:pt x="186881" y="0"/>
                </a:lnTo>
                <a:lnTo>
                  <a:pt x="186881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2892415" y="7623040"/>
            <a:ext cx="222250" cy="268605"/>
          </a:xfrm>
          <a:custGeom>
            <a:avLst/>
            <a:gdLst/>
            <a:ahLst/>
            <a:cxnLst/>
            <a:rect l="l" t="t" r="r" b="b"/>
            <a:pathLst>
              <a:path w="222250" h="268604">
                <a:moveTo>
                  <a:pt x="222122" y="158689"/>
                </a:moveTo>
                <a:lnTo>
                  <a:pt x="198414" y="158689"/>
                </a:lnTo>
                <a:lnTo>
                  <a:pt x="198414" y="76247"/>
                </a:lnTo>
                <a:lnTo>
                  <a:pt x="138612" y="76247"/>
                </a:lnTo>
                <a:lnTo>
                  <a:pt x="138612" y="56384"/>
                </a:lnTo>
                <a:lnTo>
                  <a:pt x="198414" y="56384"/>
                </a:lnTo>
                <a:lnTo>
                  <a:pt x="198414" y="0"/>
                </a:lnTo>
                <a:lnTo>
                  <a:pt x="222122" y="0"/>
                </a:lnTo>
                <a:lnTo>
                  <a:pt x="222122" y="158689"/>
                </a:lnTo>
                <a:close/>
              </a:path>
              <a:path w="222250" h="268604">
                <a:moveTo>
                  <a:pt x="12814" y="152922"/>
                </a:moveTo>
                <a:lnTo>
                  <a:pt x="0" y="133486"/>
                </a:lnTo>
                <a:lnTo>
                  <a:pt x="27668" y="118903"/>
                </a:lnTo>
                <a:lnTo>
                  <a:pt x="48989" y="97872"/>
                </a:lnTo>
                <a:lnTo>
                  <a:pt x="62742" y="71795"/>
                </a:lnTo>
                <a:lnTo>
                  <a:pt x="67704" y="42075"/>
                </a:lnTo>
                <a:lnTo>
                  <a:pt x="67704" y="13669"/>
                </a:lnTo>
                <a:lnTo>
                  <a:pt x="91198" y="13669"/>
                </a:lnTo>
                <a:lnTo>
                  <a:pt x="91198" y="43142"/>
                </a:lnTo>
                <a:lnTo>
                  <a:pt x="95990" y="70053"/>
                </a:lnTo>
                <a:lnTo>
                  <a:pt x="103964" y="84150"/>
                </a:lnTo>
                <a:lnTo>
                  <a:pt x="79878" y="84150"/>
                </a:lnTo>
                <a:lnTo>
                  <a:pt x="69009" y="106534"/>
                </a:lnTo>
                <a:lnTo>
                  <a:pt x="53875" y="125784"/>
                </a:lnTo>
                <a:lnTo>
                  <a:pt x="34976" y="141410"/>
                </a:lnTo>
                <a:lnTo>
                  <a:pt x="12814" y="152922"/>
                </a:lnTo>
                <a:close/>
              </a:path>
              <a:path w="222250" h="268604">
                <a:moveTo>
                  <a:pt x="144592" y="146728"/>
                </a:moveTo>
                <a:lnTo>
                  <a:pt x="123488" y="136290"/>
                </a:lnTo>
                <a:lnTo>
                  <a:pt x="105347" y="122006"/>
                </a:lnTo>
                <a:lnTo>
                  <a:pt x="90650" y="104440"/>
                </a:lnTo>
                <a:lnTo>
                  <a:pt x="79878" y="84150"/>
                </a:lnTo>
                <a:lnTo>
                  <a:pt x="103964" y="84150"/>
                </a:lnTo>
                <a:lnTo>
                  <a:pt x="109672" y="94241"/>
                </a:lnTo>
                <a:lnTo>
                  <a:pt x="130723" y="114024"/>
                </a:lnTo>
                <a:lnTo>
                  <a:pt x="157621" y="127720"/>
                </a:lnTo>
                <a:lnTo>
                  <a:pt x="144592" y="146728"/>
                </a:lnTo>
                <a:close/>
              </a:path>
              <a:path w="222250" h="268604">
                <a:moveTo>
                  <a:pt x="222122" y="268468"/>
                </a:moveTo>
                <a:lnTo>
                  <a:pt x="198414" y="268468"/>
                </a:lnTo>
                <a:lnTo>
                  <a:pt x="198414" y="192648"/>
                </a:lnTo>
                <a:lnTo>
                  <a:pt x="41434" y="192648"/>
                </a:lnTo>
                <a:lnTo>
                  <a:pt x="41434" y="173639"/>
                </a:lnTo>
                <a:lnTo>
                  <a:pt x="222122" y="173639"/>
                </a:lnTo>
                <a:lnTo>
                  <a:pt x="222122" y="26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3197978" y="7817155"/>
            <a:ext cx="48895" cy="48895"/>
          </a:xfrm>
          <a:custGeom>
            <a:avLst/>
            <a:gdLst/>
            <a:ahLst/>
            <a:cxnLst/>
            <a:rect l="l" t="t" r="r" b="b"/>
            <a:pathLst>
              <a:path w="48894" h="48895">
                <a:moveTo>
                  <a:pt x="24431" y="48554"/>
                </a:moveTo>
                <a:lnTo>
                  <a:pt x="15004" y="46737"/>
                </a:lnTo>
                <a:lnTo>
                  <a:pt x="7229" y="41673"/>
                </a:lnTo>
                <a:lnTo>
                  <a:pt x="1947" y="33941"/>
                </a:lnTo>
                <a:lnTo>
                  <a:pt x="0" y="24122"/>
                </a:lnTo>
                <a:lnTo>
                  <a:pt x="1947" y="14482"/>
                </a:lnTo>
                <a:lnTo>
                  <a:pt x="7229" y="6842"/>
                </a:lnTo>
                <a:lnTo>
                  <a:pt x="15004" y="1812"/>
                </a:lnTo>
                <a:lnTo>
                  <a:pt x="24431" y="0"/>
                </a:lnTo>
                <a:lnTo>
                  <a:pt x="33859" y="1812"/>
                </a:lnTo>
                <a:lnTo>
                  <a:pt x="41634" y="6842"/>
                </a:lnTo>
                <a:lnTo>
                  <a:pt x="46916" y="14482"/>
                </a:lnTo>
                <a:lnTo>
                  <a:pt x="48863" y="24122"/>
                </a:lnTo>
                <a:lnTo>
                  <a:pt x="46916" y="33941"/>
                </a:lnTo>
                <a:lnTo>
                  <a:pt x="41634" y="41673"/>
                </a:lnTo>
                <a:lnTo>
                  <a:pt x="33859" y="46737"/>
                </a:lnTo>
                <a:lnTo>
                  <a:pt x="24431" y="485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3481466" y="7622826"/>
            <a:ext cx="238125" cy="262890"/>
          </a:xfrm>
          <a:custGeom>
            <a:avLst/>
            <a:gdLst/>
            <a:ahLst/>
            <a:cxnLst/>
            <a:rect l="l" t="t" r="r" b="b"/>
            <a:pathLst>
              <a:path w="238125" h="262890">
                <a:moveTo>
                  <a:pt x="197133" y="194570"/>
                </a:moveTo>
                <a:lnTo>
                  <a:pt x="173426" y="194570"/>
                </a:lnTo>
                <a:lnTo>
                  <a:pt x="173426" y="0"/>
                </a:lnTo>
                <a:lnTo>
                  <a:pt x="197133" y="0"/>
                </a:lnTo>
                <a:lnTo>
                  <a:pt x="197133" y="80092"/>
                </a:lnTo>
                <a:lnTo>
                  <a:pt x="237713" y="80092"/>
                </a:lnTo>
                <a:lnTo>
                  <a:pt x="237713" y="99954"/>
                </a:lnTo>
                <a:lnTo>
                  <a:pt x="197133" y="99954"/>
                </a:lnTo>
                <a:lnTo>
                  <a:pt x="197133" y="194570"/>
                </a:lnTo>
                <a:close/>
              </a:path>
              <a:path w="238125" h="262890">
                <a:moveTo>
                  <a:pt x="20717" y="146728"/>
                </a:moveTo>
                <a:lnTo>
                  <a:pt x="0" y="146728"/>
                </a:lnTo>
                <a:lnTo>
                  <a:pt x="0" y="23493"/>
                </a:lnTo>
                <a:lnTo>
                  <a:pt x="119390" y="23493"/>
                </a:lnTo>
                <a:lnTo>
                  <a:pt x="119390" y="43142"/>
                </a:lnTo>
                <a:lnTo>
                  <a:pt x="23493" y="43142"/>
                </a:lnTo>
                <a:lnTo>
                  <a:pt x="23493" y="126865"/>
                </a:lnTo>
                <a:lnTo>
                  <a:pt x="145284" y="126865"/>
                </a:lnTo>
                <a:lnTo>
                  <a:pt x="146942" y="137758"/>
                </a:lnTo>
                <a:lnTo>
                  <a:pt x="119200" y="142253"/>
                </a:lnTo>
                <a:lnTo>
                  <a:pt x="90797" y="145046"/>
                </a:lnTo>
                <a:lnTo>
                  <a:pt x="58911" y="146438"/>
                </a:lnTo>
                <a:lnTo>
                  <a:pt x="20717" y="146728"/>
                </a:lnTo>
                <a:close/>
              </a:path>
              <a:path w="238125" h="262890">
                <a:moveTo>
                  <a:pt x="145284" y="126865"/>
                </a:moveTo>
                <a:lnTo>
                  <a:pt x="23493" y="126865"/>
                </a:lnTo>
                <a:lnTo>
                  <a:pt x="59975" y="126623"/>
                </a:lnTo>
                <a:lnTo>
                  <a:pt x="90450" y="125330"/>
                </a:lnTo>
                <a:lnTo>
                  <a:pt x="117561" y="122615"/>
                </a:lnTo>
                <a:lnTo>
                  <a:pt x="143952" y="118109"/>
                </a:lnTo>
                <a:lnTo>
                  <a:pt x="145284" y="126865"/>
                </a:lnTo>
                <a:close/>
              </a:path>
              <a:path w="238125" h="262890">
                <a:moveTo>
                  <a:pt x="209520" y="262701"/>
                </a:moveTo>
                <a:lnTo>
                  <a:pt x="29046" y="262701"/>
                </a:lnTo>
                <a:lnTo>
                  <a:pt x="29046" y="174921"/>
                </a:lnTo>
                <a:lnTo>
                  <a:pt x="52540" y="174921"/>
                </a:lnTo>
                <a:lnTo>
                  <a:pt x="52540" y="243052"/>
                </a:lnTo>
                <a:lnTo>
                  <a:pt x="209520" y="243052"/>
                </a:lnTo>
                <a:lnTo>
                  <a:pt x="209520" y="2627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3766909" y="7794269"/>
            <a:ext cx="60325" cy="106045"/>
          </a:xfrm>
          <a:custGeom>
            <a:avLst/>
            <a:gdLst/>
            <a:ahLst/>
            <a:cxnLst/>
            <a:rect l="l" t="t" r="r" b="b"/>
            <a:pathLst>
              <a:path w="60325" h="106045">
                <a:moveTo>
                  <a:pt x="6803" y="105767"/>
                </a:moveTo>
                <a:lnTo>
                  <a:pt x="0" y="89376"/>
                </a:lnTo>
                <a:lnTo>
                  <a:pt x="15917" y="81055"/>
                </a:lnTo>
                <a:lnTo>
                  <a:pt x="27833" y="70821"/>
                </a:lnTo>
                <a:lnTo>
                  <a:pt x="35574" y="58498"/>
                </a:lnTo>
                <a:lnTo>
                  <a:pt x="38967" y="43915"/>
                </a:lnTo>
                <a:lnTo>
                  <a:pt x="37111" y="44224"/>
                </a:lnTo>
                <a:lnTo>
                  <a:pt x="33709" y="44224"/>
                </a:lnTo>
                <a:lnTo>
                  <a:pt x="24736" y="42837"/>
                </a:lnTo>
                <a:lnTo>
                  <a:pt x="17357" y="38696"/>
                </a:lnTo>
                <a:lnTo>
                  <a:pt x="12355" y="31829"/>
                </a:lnTo>
                <a:lnTo>
                  <a:pt x="10514" y="22266"/>
                </a:lnTo>
                <a:lnTo>
                  <a:pt x="12404" y="12655"/>
                </a:lnTo>
                <a:lnTo>
                  <a:pt x="17511" y="5682"/>
                </a:lnTo>
                <a:lnTo>
                  <a:pt x="24997" y="1435"/>
                </a:lnTo>
                <a:lnTo>
                  <a:pt x="34018" y="0"/>
                </a:lnTo>
                <a:lnTo>
                  <a:pt x="45302" y="2512"/>
                </a:lnTo>
                <a:lnTo>
                  <a:pt x="53541" y="9664"/>
                </a:lnTo>
                <a:lnTo>
                  <a:pt x="58590" y="20875"/>
                </a:lnTo>
                <a:lnTo>
                  <a:pt x="60306" y="35565"/>
                </a:lnTo>
                <a:lnTo>
                  <a:pt x="56512" y="59015"/>
                </a:lnTo>
                <a:lnTo>
                  <a:pt x="45732" y="78900"/>
                </a:lnTo>
                <a:lnTo>
                  <a:pt x="28862" y="94668"/>
                </a:lnTo>
                <a:lnTo>
                  <a:pt x="6803" y="1057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4045528" y="7623040"/>
            <a:ext cx="229235" cy="268605"/>
          </a:xfrm>
          <a:custGeom>
            <a:avLst/>
            <a:gdLst/>
            <a:ahLst/>
            <a:cxnLst/>
            <a:rect l="l" t="t" r="r" b="b"/>
            <a:pathLst>
              <a:path w="229235" h="268604">
                <a:moveTo>
                  <a:pt x="228956" y="108284"/>
                </a:moveTo>
                <a:lnTo>
                  <a:pt x="205890" y="108284"/>
                </a:lnTo>
                <a:lnTo>
                  <a:pt x="205890" y="0"/>
                </a:lnTo>
                <a:lnTo>
                  <a:pt x="228956" y="0"/>
                </a:lnTo>
                <a:lnTo>
                  <a:pt x="228956" y="108284"/>
                </a:lnTo>
                <a:close/>
              </a:path>
              <a:path w="229235" h="268604">
                <a:moveTo>
                  <a:pt x="168513" y="255013"/>
                </a:moveTo>
                <a:lnTo>
                  <a:pt x="146087" y="255013"/>
                </a:lnTo>
                <a:lnTo>
                  <a:pt x="146087" y="7261"/>
                </a:lnTo>
                <a:lnTo>
                  <a:pt x="168513" y="7261"/>
                </a:lnTo>
                <a:lnTo>
                  <a:pt x="168513" y="108284"/>
                </a:lnTo>
                <a:lnTo>
                  <a:pt x="228956" y="108284"/>
                </a:lnTo>
                <a:lnTo>
                  <a:pt x="228956" y="127933"/>
                </a:lnTo>
                <a:lnTo>
                  <a:pt x="168513" y="127933"/>
                </a:lnTo>
                <a:lnTo>
                  <a:pt x="168513" y="255013"/>
                </a:lnTo>
                <a:close/>
              </a:path>
              <a:path w="229235" h="268604">
                <a:moveTo>
                  <a:pt x="228956" y="268468"/>
                </a:moveTo>
                <a:lnTo>
                  <a:pt x="205890" y="268468"/>
                </a:lnTo>
                <a:lnTo>
                  <a:pt x="205890" y="127933"/>
                </a:lnTo>
                <a:lnTo>
                  <a:pt x="228956" y="127933"/>
                </a:lnTo>
                <a:lnTo>
                  <a:pt x="228956" y="268468"/>
                </a:lnTo>
                <a:close/>
              </a:path>
              <a:path w="229235" h="268604">
                <a:moveTo>
                  <a:pt x="13882" y="210802"/>
                </a:moveTo>
                <a:lnTo>
                  <a:pt x="0" y="193929"/>
                </a:lnTo>
                <a:lnTo>
                  <a:pt x="40244" y="165259"/>
                </a:lnTo>
                <a:lnTo>
                  <a:pt x="68064" y="131965"/>
                </a:lnTo>
                <a:lnTo>
                  <a:pt x="84892" y="94785"/>
                </a:lnTo>
                <a:lnTo>
                  <a:pt x="92159" y="54462"/>
                </a:lnTo>
                <a:lnTo>
                  <a:pt x="10251" y="54462"/>
                </a:lnTo>
                <a:lnTo>
                  <a:pt x="10251" y="34813"/>
                </a:lnTo>
                <a:lnTo>
                  <a:pt x="115332" y="34813"/>
                </a:lnTo>
                <a:lnTo>
                  <a:pt x="110263" y="85077"/>
                </a:lnTo>
                <a:lnTo>
                  <a:pt x="93520" y="132258"/>
                </a:lnTo>
                <a:lnTo>
                  <a:pt x="62321" y="174714"/>
                </a:lnTo>
                <a:lnTo>
                  <a:pt x="13882" y="2108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4318909" y="7623253"/>
            <a:ext cx="224154" cy="262890"/>
          </a:xfrm>
          <a:custGeom>
            <a:avLst/>
            <a:gdLst/>
            <a:ahLst/>
            <a:cxnLst/>
            <a:rect l="l" t="t" r="r" b="b"/>
            <a:pathLst>
              <a:path w="224154" h="262890">
                <a:moveTo>
                  <a:pt x="215501" y="196278"/>
                </a:moveTo>
                <a:lnTo>
                  <a:pt x="191793" y="196278"/>
                </a:lnTo>
                <a:lnTo>
                  <a:pt x="191793" y="0"/>
                </a:lnTo>
                <a:lnTo>
                  <a:pt x="215501" y="0"/>
                </a:lnTo>
                <a:lnTo>
                  <a:pt x="215501" y="196278"/>
                </a:lnTo>
                <a:close/>
              </a:path>
              <a:path w="224154" h="262890">
                <a:moveTo>
                  <a:pt x="70481" y="150573"/>
                </a:moveTo>
                <a:lnTo>
                  <a:pt x="42528" y="145847"/>
                </a:lnTo>
                <a:lnTo>
                  <a:pt x="20183" y="132312"/>
                </a:lnTo>
                <a:lnTo>
                  <a:pt x="5366" y="111408"/>
                </a:lnTo>
                <a:lnTo>
                  <a:pt x="0" y="84577"/>
                </a:lnTo>
                <a:lnTo>
                  <a:pt x="5366" y="57989"/>
                </a:lnTo>
                <a:lnTo>
                  <a:pt x="20183" y="37189"/>
                </a:lnTo>
                <a:lnTo>
                  <a:pt x="42528" y="23637"/>
                </a:lnTo>
                <a:lnTo>
                  <a:pt x="70481" y="18794"/>
                </a:lnTo>
                <a:lnTo>
                  <a:pt x="98399" y="23637"/>
                </a:lnTo>
                <a:lnTo>
                  <a:pt x="120672" y="37189"/>
                </a:lnTo>
                <a:lnTo>
                  <a:pt x="122318" y="39512"/>
                </a:lnTo>
                <a:lnTo>
                  <a:pt x="70481" y="39512"/>
                </a:lnTo>
                <a:lnTo>
                  <a:pt x="51632" y="42859"/>
                </a:lnTo>
                <a:lnTo>
                  <a:pt x="36628" y="52193"/>
                </a:lnTo>
                <a:lnTo>
                  <a:pt x="26750" y="66453"/>
                </a:lnTo>
                <a:lnTo>
                  <a:pt x="23280" y="84577"/>
                </a:lnTo>
                <a:lnTo>
                  <a:pt x="26750" y="102914"/>
                </a:lnTo>
                <a:lnTo>
                  <a:pt x="36628" y="117228"/>
                </a:lnTo>
                <a:lnTo>
                  <a:pt x="51632" y="126535"/>
                </a:lnTo>
                <a:lnTo>
                  <a:pt x="70481" y="129855"/>
                </a:lnTo>
                <a:lnTo>
                  <a:pt x="122404" y="129855"/>
                </a:lnTo>
                <a:lnTo>
                  <a:pt x="120672" y="132312"/>
                </a:lnTo>
                <a:lnTo>
                  <a:pt x="98399" y="145847"/>
                </a:lnTo>
                <a:lnTo>
                  <a:pt x="70481" y="150573"/>
                </a:lnTo>
                <a:close/>
              </a:path>
              <a:path w="224154" h="262890">
                <a:moveTo>
                  <a:pt x="122404" y="129855"/>
                </a:moveTo>
                <a:lnTo>
                  <a:pt x="70481" y="129855"/>
                </a:lnTo>
                <a:lnTo>
                  <a:pt x="89119" y="126535"/>
                </a:lnTo>
                <a:lnTo>
                  <a:pt x="104093" y="117228"/>
                </a:lnTo>
                <a:lnTo>
                  <a:pt x="114061" y="102914"/>
                </a:lnTo>
                <a:lnTo>
                  <a:pt x="117681" y="84577"/>
                </a:lnTo>
                <a:lnTo>
                  <a:pt x="114061" y="66453"/>
                </a:lnTo>
                <a:lnTo>
                  <a:pt x="104093" y="52193"/>
                </a:lnTo>
                <a:lnTo>
                  <a:pt x="89119" y="42859"/>
                </a:lnTo>
                <a:lnTo>
                  <a:pt x="70481" y="39512"/>
                </a:lnTo>
                <a:lnTo>
                  <a:pt x="122318" y="39512"/>
                </a:lnTo>
                <a:lnTo>
                  <a:pt x="135415" y="57989"/>
                </a:lnTo>
                <a:lnTo>
                  <a:pt x="140748" y="84577"/>
                </a:lnTo>
                <a:lnTo>
                  <a:pt x="135415" y="111408"/>
                </a:lnTo>
                <a:lnTo>
                  <a:pt x="122404" y="129855"/>
                </a:lnTo>
                <a:close/>
              </a:path>
              <a:path w="224154" h="262890">
                <a:moveTo>
                  <a:pt x="223830" y="262274"/>
                </a:moveTo>
                <a:lnTo>
                  <a:pt x="42075" y="262274"/>
                </a:lnTo>
                <a:lnTo>
                  <a:pt x="42075" y="176202"/>
                </a:lnTo>
                <a:lnTo>
                  <a:pt x="65782" y="176202"/>
                </a:lnTo>
                <a:lnTo>
                  <a:pt x="65782" y="242625"/>
                </a:lnTo>
                <a:lnTo>
                  <a:pt x="223830" y="242625"/>
                </a:lnTo>
                <a:lnTo>
                  <a:pt x="223830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4581183" y="7623040"/>
            <a:ext cx="222885" cy="268605"/>
          </a:xfrm>
          <a:custGeom>
            <a:avLst/>
            <a:gdLst/>
            <a:ahLst/>
            <a:cxnLst/>
            <a:rect l="l" t="t" r="r" b="b"/>
            <a:pathLst>
              <a:path w="222885" h="268604">
                <a:moveTo>
                  <a:pt x="221481" y="159970"/>
                </a:moveTo>
                <a:lnTo>
                  <a:pt x="197774" y="159970"/>
                </a:lnTo>
                <a:lnTo>
                  <a:pt x="197774" y="89703"/>
                </a:lnTo>
                <a:lnTo>
                  <a:pt x="143524" y="89703"/>
                </a:lnTo>
                <a:lnTo>
                  <a:pt x="143524" y="70053"/>
                </a:lnTo>
                <a:lnTo>
                  <a:pt x="197774" y="70053"/>
                </a:lnTo>
                <a:lnTo>
                  <a:pt x="197774" y="0"/>
                </a:lnTo>
                <a:lnTo>
                  <a:pt x="221481" y="0"/>
                </a:lnTo>
                <a:lnTo>
                  <a:pt x="221481" y="159970"/>
                </a:lnTo>
                <a:close/>
              </a:path>
              <a:path w="222885" h="268604">
                <a:moveTo>
                  <a:pt x="152281" y="39298"/>
                </a:moveTo>
                <a:lnTo>
                  <a:pt x="7688" y="39298"/>
                </a:lnTo>
                <a:lnTo>
                  <a:pt x="7688" y="19649"/>
                </a:lnTo>
                <a:lnTo>
                  <a:pt x="152281" y="19649"/>
                </a:lnTo>
                <a:lnTo>
                  <a:pt x="152281" y="39298"/>
                </a:lnTo>
                <a:close/>
              </a:path>
              <a:path w="222885" h="268604">
                <a:moveTo>
                  <a:pt x="12387" y="157407"/>
                </a:moveTo>
                <a:lnTo>
                  <a:pt x="0" y="138612"/>
                </a:lnTo>
                <a:lnTo>
                  <a:pt x="27528" y="123942"/>
                </a:lnTo>
                <a:lnTo>
                  <a:pt x="49149" y="102945"/>
                </a:lnTo>
                <a:lnTo>
                  <a:pt x="63282" y="77462"/>
                </a:lnTo>
                <a:lnTo>
                  <a:pt x="68345" y="49336"/>
                </a:lnTo>
                <a:lnTo>
                  <a:pt x="68345" y="39298"/>
                </a:lnTo>
                <a:lnTo>
                  <a:pt x="92266" y="39298"/>
                </a:lnTo>
                <a:lnTo>
                  <a:pt x="92306" y="49336"/>
                </a:lnTo>
                <a:lnTo>
                  <a:pt x="97084" y="74789"/>
                </a:lnTo>
                <a:lnTo>
                  <a:pt x="105252" y="88848"/>
                </a:lnTo>
                <a:lnTo>
                  <a:pt x="80839" y="88848"/>
                </a:lnTo>
                <a:lnTo>
                  <a:pt x="69783" y="111109"/>
                </a:lnTo>
                <a:lnTo>
                  <a:pt x="54302" y="130376"/>
                </a:lnTo>
                <a:lnTo>
                  <a:pt x="34976" y="146019"/>
                </a:lnTo>
                <a:lnTo>
                  <a:pt x="12387" y="157407"/>
                </a:lnTo>
                <a:close/>
              </a:path>
              <a:path w="222885" h="268604">
                <a:moveTo>
                  <a:pt x="146087" y="149932"/>
                </a:moveTo>
                <a:lnTo>
                  <a:pt x="124780" y="139682"/>
                </a:lnTo>
                <a:lnTo>
                  <a:pt x="106495" y="125677"/>
                </a:lnTo>
                <a:lnTo>
                  <a:pt x="91695" y="108529"/>
                </a:lnTo>
                <a:lnTo>
                  <a:pt x="80839" y="88848"/>
                </a:lnTo>
                <a:lnTo>
                  <a:pt x="105252" y="88848"/>
                </a:lnTo>
                <a:lnTo>
                  <a:pt x="110633" y="98112"/>
                </a:lnTo>
                <a:lnTo>
                  <a:pt x="131551" y="117391"/>
                </a:lnTo>
                <a:lnTo>
                  <a:pt x="158475" y="130923"/>
                </a:lnTo>
                <a:lnTo>
                  <a:pt x="146087" y="149932"/>
                </a:lnTo>
                <a:close/>
              </a:path>
              <a:path w="222885" h="268604">
                <a:moveTo>
                  <a:pt x="132418" y="268255"/>
                </a:moveTo>
                <a:lnTo>
                  <a:pt x="94732" y="264801"/>
                </a:lnTo>
                <a:lnTo>
                  <a:pt x="66396" y="255039"/>
                </a:lnTo>
                <a:lnTo>
                  <a:pt x="48592" y="239391"/>
                </a:lnTo>
                <a:lnTo>
                  <a:pt x="42502" y="218277"/>
                </a:lnTo>
                <a:lnTo>
                  <a:pt x="48592" y="197133"/>
                </a:lnTo>
                <a:lnTo>
                  <a:pt x="66396" y="181435"/>
                </a:lnTo>
                <a:lnTo>
                  <a:pt x="94732" y="171664"/>
                </a:lnTo>
                <a:lnTo>
                  <a:pt x="132418" y="168300"/>
                </a:lnTo>
                <a:lnTo>
                  <a:pt x="169985" y="171664"/>
                </a:lnTo>
                <a:lnTo>
                  <a:pt x="198281" y="181435"/>
                </a:lnTo>
                <a:lnTo>
                  <a:pt x="204472" y="186881"/>
                </a:lnTo>
                <a:lnTo>
                  <a:pt x="132418" y="186881"/>
                </a:lnTo>
                <a:lnTo>
                  <a:pt x="104620" y="189023"/>
                </a:lnTo>
                <a:lnTo>
                  <a:pt x="83669" y="195211"/>
                </a:lnTo>
                <a:lnTo>
                  <a:pt x="70487" y="205082"/>
                </a:lnTo>
                <a:lnTo>
                  <a:pt x="65995" y="218277"/>
                </a:lnTo>
                <a:lnTo>
                  <a:pt x="70487" y="231345"/>
                </a:lnTo>
                <a:lnTo>
                  <a:pt x="83669" y="241130"/>
                </a:lnTo>
                <a:lnTo>
                  <a:pt x="104620" y="247230"/>
                </a:lnTo>
                <a:lnTo>
                  <a:pt x="132418" y="249246"/>
                </a:lnTo>
                <a:lnTo>
                  <a:pt x="204887" y="249246"/>
                </a:lnTo>
                <a:lnTo>
                  <a:pt x="198281" y="255039"/>
                </a:lnTo>
                <a:lnTo>
                  <a:pt x="169985" y="264801"/>
                </a:lnTo>
                <a:lnTo>
                  <a:pt x="132418" y="268255"/>
                </a:lnTo>
                <a:close/>
              </a:path>
              <a:path w="222885" h="268604">
                <a:moveTo>
                  <a:pt x="204887" y="249246"/>
                </a:moveTo>
                <a:lnTo>
                  <a:pt x="132418" y="249246"/>
                </a:lnTo>
                <a:lnTo>
                  <a:pt x="160097" y="247230"/>
                </a:lnTo>
                <a:lnTo>
                  <a:pt x="181008" y="241130"/>
                </a:lnTo>
                <a:lnTo>
                  <a:pt x="194229" y="231345"/>
                </a:lnTo>
                <a:lnTo>
                  <a:pt x="198841" y="218277"/>
                </a:lnTo>
                <a:lnTo>
                  <a:pt x="194229" y="205082"/>
                </a:lnTo>
                <a:lnTo>
                  <a:pt x="181008" y="195211"/>
                </a:lnTo>
                <a:lnTo>
                  <a:pt x="160097" y="189023"/>
                </a:lnTo>
                <a:lnTo>
                  <a:pt x="132418" y="186881"/>
                </a:lnTo>
                <a:lnTo>
                  <a:pt x="204472" y="186881"/>
                </a:lnTo>
                <a:lnTo>
                  <a:pt x="216125" y="197133"/>
                </a:lnTo>
                <a:lnTo>
                  <a:pt x="222335" y="218277"/>
                </a:lnTo>
                <a:lnTo>
                  <a:pt x="216125" y="239391"/>
                </a:lnTo>
                <a:lnTo>
                  <a:pt x="204887" y="249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4876563" y="7641590"/>
            <a:ext cx="24130" cy="49530"/>
          </a:xfrm>
          <a:custGeom>
            <a:avLst/>
            <a:gdLst/>
            <a:ahLst/>
            <a:cxnLst/>
            <a:rect l="l" t="t" r="r" b="b"/>
            <a:pathLst>
              <a:path w="24129" h="49529">
                <a:moveTo>
                  <a:pt x="0" y="0"/>
                </a:moveTo>
                <a:lnTo>
                  <a:pt x="23707" y="0"/>
                </a:lnTo>
                <a:lnTo>
                  <a:pt x="23707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4876563" y="7691119"/>
            <a:ext cx="186690" cy="19050"/>
          </a:xfrm>
          <a:custGeom>
            <a:avLst/>
            <a:gdLst/>
            <a:ahLst/>
            <a:cxnLst/>
            <a:rect l="l" t="t" r="r" b="b"/>
            <a:pathLst>
              <a:path w="186689" h="19050">
                <a:moveTo>
                  <a:pt x="0" y="0"/>
                </a:moveTo>
                <a:lnTo>
                  <a:pt x="186667" y="0"/>
                </a:lnTo>
                <a:lnTo>
                  <a:pt x="1866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4876563" y="7710169"/>
            <a:ext cx="24130" cy="49530"/>
          </a:xfrm>
          <a:custGeom>
            <a:avLst/>
            <a:gdLst/>
            <a:ahLst/>
            <a:cxnLst/>
            <a:rect l="l" t="t" r="r" b="b"/>
            <a:pathLst>
              <a:path w="24129" h="49529">
                <a:moveTo>
                  <a:pt x="0" y="0"/>
                </a:moveTo>
                <a:lnTo>
                  <a:pt x="23707" y="0"/>
                </a:lnTo>
                <a:lnTo>
                  <a:pt x="23707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4876563" y="7759700"/>
            <a:ext cx="186690" cy="19050"/>
          </a:xfrm>
          <a:custGeom>
            <a:avLst/>
            <a:gdLst/>
            <a:ahLst/>
            <a:cxnLst/>
            <a:rect l="l" t="t" r="r" b="b"/>
            <a:pathLst>
              <a:path w="186689" h="19050">
                <a:moveTo>
                  <a:pt x="0" y="0"/>
                </a:moveTo>
                <a:lnTo>
                  <a:pt x="186667" y="0"/>
                </a:lnTo>
                <a:lnTo>
                  <a:pt x="1866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5039737" y="7642048"/>
            <a:ext cx="23495" cy="48895"/>
          </a:xfrm>
          <a:custGeom>
            <a:avLst/>
            <a:gdLst/>
            <a:ahLst/>
            <a:cxnLst/>
            <a:rect l="l" t="t" r="r" b="b"/>
            <a:pathLst>
              <a:path w="23495" h="48895">
                <a:moveTo>
                  <a:pt x="23493" y="48482"/>
                </a:moveTo>
                <a:lnTo>
                  <a:pt x="0" y="48482"/>
                </a:lnTo>
                <a:lnTo>
                  <a:pt x="0" y="0"/>
                </a:lnTo>
                <a:lnTo>
                  <a:pt x="23493" y="0"/>
                </a:lnTo>
                <a:lnTo>
                  <a:pt x="23493" y="484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5039737" y="7709966"/>
            <a:ext cx="23495" cy="50165"/>
          </a:xfrm>
          <a:custGeom>
            <a:avLst/>
            <a:gdLst/>
            <a:ahLst/>
            <a:cxnLst/>
            <a:rect l="l" t="t" r="r" b="b"/>
            <a:pathLst>
              <a:path w="23495" h="50165">
                <a:moveTo>
                  <a:pt x="23493" y="49977"/>
                </a:moveTo>
                <a:lnTo>
                  <a:pt x="0" y="49977"/>
                </a:lnTo>
                <a:lnTo>
                  <a:pt x="0" y="0"/>
                </a:lnTo>
                <a:lnTo>
                  <a:pt x="23493" y="0"/>
                </a:lnTo>
                <a:lnTo>
                  <a:pt x="23493" y="49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4957936" y="7779379"/>
            <a:ext cx="23495" cy="58419"/>
          </a:xfrm>
          <a:custGeom>
            <a:avLst/>
            <a:gdLst/>
            <a:ahLst/>
            <a:cxnLst/>
            <a:rect l="l" t="t" r="r" b="b"/>
            <a:pathLst>
              <a:path w="23495" h="58420">
                <a:moveTo>
                  <a:pt x="23493" y="57879"/>
                </a:moveTo>
                <a:lnTo>
                  <a:pt x="0" y="57879"/>
                </a:lnTo>
                <a:lnTo>
                  <a:pt x="0" y="0"/>
                </a:lnTo>
                <a:lnTo>
                  <a:pt x="23493" y="0"/>
                </a:lnTo>
                <a:lnTo>
                  <a:pt x="23493" y="57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4847516" y="7837259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79" h="20320">
                <a:moveTo>
                  <a:pt x="245829" y="19862"/>
                </a:moveTo>
                <a:lnTo>
                  <a:pt x="0" y="19862"/>
                </a:lnTo>
                <a:lnTo>
                  <a:pt x="0" y="0"/>
                </a:lnTo>
                <a:lnTo>
                  <a:pt x="245829" y="0"/>
                </a:lnTo>
                <a:lnTo>
                  <a:pt x="245829" y="19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5192735" y="7623040"/>
            <a:ext cx="222250" cy="269240"/>
          </a:xfrm>
          <a:custGeom>
            <a:avLst/>
            <a:gdLst/>
            <a:ahLst/>
            <a:cxnLst/>
            <a:rect l="l" t="t" r="r" b="b"/>
            <a:pathLst>
              <a:path w="222250" h="269240">
                <a:moveTo>
                  <a:pt x="221908" y="268895"/>
                </a:moveTo>
                <a:lnTo>
                  <a:pt x="198201" y="268895"/>
                </a:lnTo>
                <a:lnTo>
                  <a:pt x="198201" y="127506"/>
                </a:lnTo>
                <a:lnTo>
                  <a:pt x="139253" y="127506"/>
                </a:lnTo>
                <a:lnTo>
                  <a:pt x="139253" y="107857"/>
                </a:lnTo>
                <a:lnTo>
                  <a:pt x="198201" y="107857"/>
                </a:lnTo>
                <a:lnTo>
                  <a:pt x="198201" y="0"/>
                </a:lnTo>
                <a:lnTo>
                  <a:pt x="221908" y="0"/>
                </a:lnTo>
                <a:lnTo>
                  <a:pt x="221908" y="268895"/>
                </a:lnTo>
                <a:close/>
              </a:path>
              <a:path w="222250" h="269240">
                <a:moveTo>
                  <a:pt x="92479" y="46773"/>
                </a:moveTo>
                <a:lnTo>
                  <a:pt x="68772" y="46773"/>
                </a:lnTo>
                <a:lnTo>
                  <a:pt x="68772" y="4912"/>
                </a:lnTo>
                <a:lnTo>
                  <a:pt x="92479" y="4912"/>
                </a:lnTo>
                <a:lnTo>
                  <a:pt x="92479" y="46773"/>
                </a:lnTo>
                <a:close/>
              </a:path>
              <a:path w="222250" h="269240">
                <a:moveTo>
                  <a:pt x="152922" y="65995"/>
                </a:moveTo>
                <a:lnTo>
                  <a:pt x="7048" y="65995"/>
                </a:lnTo>
                <a:lnTo>
                  <a:pt x="7048" y="46773"/>
                </a:lnTo>
                <a:lnTo>
                  <a:pt x="152922" y="46773"/>
                </a:lnTo>
                <a:lnTo>
                  <a:pt x="152922" y="65995"/>
                </a:lnTo>
                <a:close/>
              </a:path>
              <a:path w="222250" h="269240">
                <a:moveTo>
                  <a:pt x="13455" y="216355"/>
                </a:moveTo>
                <a:lnTo>
                  <a:pt x="0" y="197987"/>
                </a:lnTo>
                <a:lnTo>
                  <a:pt x="27324" y="179469"/>
                </a:lnTo>
                <a:lnTo>
                  <a:pt x="49123" y="153162"/>
                </a:lnTo>
                <a:lnTo>
                  <a:pt x="63553" y="121609"/>
                </a:lnTo>
                <a:lnTo>
                  <a:pt x="68772" y="87353"/>
                </a:lnTo>
                <a:lnTo>
                  <a:pt x="68772" y="65995"/>
                </a:lnTo>
                <a:lnTo>
                  <a:pt x="92052" y="65995"/>
                </a:lnTo>
                <a:lnTo>
                  <a:pt x="92052" y="87353"/>
                </a:lnTo>
                <a:lnTo>
                  <a:pt x="97411" y="120121"/>
                </a:lnTo>
                <a:lnTo>
                  <a:pt x="103707" y="132952"/>
                </a:lnTo>
                <a:lnTo>
                  <a:pt x="80732" y="132952"/>
                </a:lnTo>
                <a:lnTo>
                  <a:pt x="69620" y="159680"/>
                </a:lnTo>
                <a:lnTo>
                  <a:pt x="54222" y="183143"/>
                </a:lnTo>
                <a:lnTo>
                  <a:pt x="35260" y="202362"/>
                </a:lnTo>
                <a:lnTo>
                  <a:pt x="13455" y="216355"/>
                </a:lnTo>
                <a:close/>
              </a:path>
              <a:path w="222250" h="269240">
                <a:moveTo>
                  <a:pt x="148650" y="211656"/>
                </a:moveTo>
                <a:lnTo>
                  <a:pt x="126790" y="198443"/>
                </a:lnTo>
                <a:lnTo>
                  <a:pt x="107683" y="180353"/>
                </a:lnTo>
                <a:lnTo>
                  <a:pt x="92080" y="158240"/>
                </a:lnTo>
                <a:lnTo>
                  <a:pt x="80732" y="132952"/>
                </a:lnTo>
                <a:lnTo>
                  <a:pt x="103707" y="132952"/>
                </a:lnTo>
                <a:lnTo>
                  <a:pt x="112182" y="150226"/>
                </a:lnTo>
                <a:lnTo>
                  <a:pt x="134401" y="175324"/>
                </a:lnTo>
                <a:lnTo>
                  <a:pt x="162106" y="193075"/>
                </a:lnTo>
                <a:lnTo>
                  <a:pt x="148650" y="211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5474659" y="7623040"/>
            <a:ext cx="207010" cy="269240"/>
          </a:xfrm>
          <a:custGeom>
            <a:avLst/>
            <a:gdLst/>
            <a:ahLst/>
            <a:cxnLst/>
            <a:rect l="l" t="t" r="r" b="b"/>
            <a:pathLst>
              <a:path w="207010" h="269240">
                <a:moveTo>
                  <a:pt x="206530" y="268895"/>
                </a:moveTo>
                <a:lnTo>
                  <a:pt x="183037" y="268895"/>
                </a:lnTo>
                <a:lnTo>
                  <a:pt x="183037" y="0"/>
                </a:lnTo>
                <a:lnTo>
                  <a:pt x="206530" y="0"/>
                </a:lnTo>
                <a:lnTo>
                  <a:pt x="206530" y="268895"/>
                </a:lnTo>
                <a:close/>
              </a:path>
              <a:path w="207010" h="269240">
                <a:moveTo>
                  <a:pt x="22852" y="203754"/>
                </a:moveTo>
                <a:lnTo>
                  <a:pt x="427" y="203754"/>
                </a:lnTo>
                <a:lnTo>
                  <a:pt x="427" y="101022"/>
                </a:lnTo>
                <a:lnTo>
                  <a:pt x="101022" y="101022"/>
                </a:lnTo>
                <a:lnTo>
                  <a:pt x="101022" y="44637"/>
                </a:lnTo>
                <a:lnTo>
                  <a:pt x="0" y="44637"/>
                </a:lnTo>
                <a:lnTo>
                  <a:pt x="0" y="24988"/>
                </a:lnTo>
                <a:lnTo>
                  <a:pt x="124943" y="24988"/>
                </a:lnTo>
                <a:lnTo>
                  <a:pt x="124943" y="120458"/>
                </a:lnTo>
                <a:lnTo>
                  <a:pt x="24775" y="120458"/>
                </a:lnTo>
                <a:lnTo>
                  <a:pt x="24775" y="183891"/>
                </a:lnTo>
                <a:lnTo>
                  <a:pt x="158142" y="183891"/>
                </a:lnTo>
                <a:lnTo>
                  <a:pt x="159329" y="193929"/>
                </a:lnTo>
                <a:lnTo>
                  <a:pt x="123708" y="198798"/>
                </a:lnTo>
                <a:lnTo>
                  <a:pt x="89970" y="201805"/>
                </a:lnTo>
                <a:lnTo>
                  <a:pt x="56791" y="203330"/>
                </a:lnTo>
                <a:lnTo>
                  <a:pt x="22852" y="203754"/>
                </a:lnTo>
                <a:close/>
              </a:path>
              <a:path w="207010" h="269240">
                <a:moveTo>
                  <a:pt x="158142" y="183891"/>
                </a:moveTo>
                <a:lnTo>
                  <a:pt x="24775" y="183891"/>
                </a:lnTo>
                <a:lnTo>
                  <a:pt x="57461" y="183407"/>
                </a:lnTo>
                <a:lnTo>
                  <a:pt x="89556" y="181862"/>
                </a:lnTo>
                <a:lnTo>
                  <a:pt x="122312" y="178875"/>
                </a:lnTo>
                <a:lnTo>
                  <a:pt x="156980" y="174066"/>
                </a:lnTo>
                <a:lnTo>
                  <a:pt x="158142" y="183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5804289" y="7639271"/>
            <a:ext cx="245829" cy="24604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6071904" y="7623040"/>
            <a:ext cx="222250" cy="268605"/>
          </a:xfrm>
          <a:custGeom>
            <a:avLst/>
            <a:gdLst/>
            <a:ahLst/>
            <a:cxnLst/>
            <a:rect l="l" t="t" r="r" b="b"/>
            <a:pathLst>
              <a:path w="222250" h="268604">
                <a:moveTo>
                  <a:pt x="222122" y="268468"/>
                </a:moveTo>
                <a:lnTo>
                  <a:pt x="198628" y="268468"/>
                </a:lnTo>
                <a:lnTo>
                  <a:pt x="198628" y="127720"/>
                </a:lnTo>
                <a:lnTo>
                  <a:pt x="134554" y="127720"/>
                </a:lnTo>
                <a:lnTo>
                  <a:pt x="134554" y="107857"/>
                </a:lnTo>
                <a:lnTo>
                  <a:pt x="198628" y="107857"/>
                </a:lnTo>
                <a:lnTo>
                  <a:pt x="198628" y="0"/>
                </a:lnTo>
                <a:lnTo>
                  <a:pt x="222122" y="0"/>
                </a:lnTo>
                <a:lnTo>
                  <a:pt x="222122" y="268468"/>
                </a:lnTo>
                <a:close/>
              </a:path>
              <a:path w="222250" h="268604">
                <a:moveTo>
                  <a:pt x="13028" y="217209"/>
                </a:moveTo>
                <a:lnTo>
                  <a:pt x="0" y="198414"/>
                </a:lnTo>
                <a:lnTo>
                  <a:pt x="47436" y="168905"/>
                </a:lnTo>
                <a:lnTo>
                  <a:pt x="81146" y="133740"/>
                </a:lnTo>
                <a:lnTo>
                  <a:pt x="102102" y="93429"/>
                </a:lnTo>
                <a:lnTo>
                  <a:pt x="111274" y="48482"/>
                </a:lnTo>
                <a:lnTo>
                  <a:pt x="11746" y="48482"/>
                </a:lnTo>
                <a:lnTo>
                  <a:pt x="11746" y="29260"/>
                </a:lnTo>
                <a:lnTo>
                  <a:pt x="135195" y="29260"/>
                </a:lnTo>
                <a:lnTo>
                  <a:pt x="131019" y="73739"/>
                </a:lnTo>
                <a:lnTo>
                  <a:pt x="117934" y="115470"/>
                </a:lnTo>
                <a:lnTo>
                  <a:pt x="94721" y="153757"/>
                </a:lnTo>
                <a:lnTo>
                  <a:pt x="60159" y="187903"/>
                </a:lnTo>
                <a:lnTo>
                  <a:pt x="13028" y="217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6415202" y="7620904"/>
            <a:ext cx="251460" cy="271145"/>
          </a:xfrm>
          <a:custGeom>
            <a:avLst/>
            <a:gdLst/>
            <a:ahLst/>
            <a:cxnLst/>
            <a:rect l="l" t="t" r="r" b="b"/>
            <a:pathLst>
              <a:path w="251459" h="271145">
                <a:moveTo>
                  <a:pt x="96537" y="26697"/>
                </a:moveTo>
                <a:lnTo>
                  <a:pt x="72830" y="26697"/>
                </a:lnTo>
                <a:lnTo>
                  <a:pt x="72830" y="0"/>
                </a:lnTo>
                <a:lnTo>
                  <a:pt x="96537" y="0"/>
                </a:lnTo>
                <a:lnTo>
                  <a:pt x="96537" y="26697"/>
                </a:lnTo>
                <a:close/>
              </a:path>
              <a:path w="251459" h="271145">
                <a:moveTo>
                  <a:pt x="162319" y="44851"/>
                </a:moveTo>
                <a:lnTo>
                  <a:pt x="6834" y="44851"/>
                </a:lnTo>
                <a:lnTo>
                  <a:pt x="6834" y="26697"/>
                </a:lnTo>
                <a:lnTo>
                  <a:pt x="162319" y="26697"/>
                </a:lnTo>
                <a:lnTo>
                  <a:pt x="162319" y="44851"/>
                </a:lnTo>
                <a:close/>
              </a:path>
              <a:path w="251459" h="271145">
                <a:moveTo>
                  <a:pt x="210802" y="182182"/>
                </a:moveTo>
                <a:lnTo>
                  <a:pt x="187095" y="182182"/>
                </a:lnTo>
                <a:lnTo>
                  <a:pt x="187095" y="2349"/>
                </a:lnTo>
                <a:lnTo>
                  <a:pt x="210802" y="2349"/>
                </a:lnTo>
                <a:lnTo>
                  <a:pt x="210802" y="83509"/>
                </a:lnTo>
                <a:lnTo>
                  <a:pt x="250955" y="83509"/>
                </a:lnTo>
                <a:lnTo>
                  <a:pt x="250955" y="103372"/>
                </a:lnTo>
                <a:lnTo>
                  <a:pt x="210802" y="103372"/>
                </a:lnTo>
                <a:lnTo>
                  <a:pt x="210802" y="182182"/>
                </a:lnTo>
                <a:close/>
              </a:path>
              <a:path w="251459" h="271145">
                <a:moveTo>
                  <a:pt x="2776" y="174280"/>
                </a:moveTo>
                <a:lnTo>
                  <a:pt x="0" y="154844"/>
                </a:lnTo>
                <a:lnTo>
                  <a:pt x="53386" y="154484"/>
                </a:lnTo>
                <a:lnTo>
                  <a:pt x="72830" y="153990"/>
                </a:lnTo>
                <a:lnTo>
                  <a:pt x="72830" y="134234"/>
                </a:lnTo>
                <a:lnTo>
                  <a:pt x="51590" y="130029"/>
                </a:lnTo>
                <a:lnTo>
                  <a:pt x="35387" y="121820"/>
                </a:lnTo>
                <a:lnTo>
                  <a:pt x="25090" y="109966"/>
                </a:lnTo>
                <a:lnTo>
                  <a:pt x="21571" y="94829"/>
                </a:lnTo>
                <a:lnTo>
                  <a:pt x="25976" y="78263"/>
                </a:lnTo>
                <a:lnTo>
                  <a:pt x="38711" y="65782"/>
                </a:lnTo>
                <a:lnTo>
                  <a:pt x="58574" y="57946"/>
                </a:lnTo>
                <a:lnTo>
                  <a:pt x="84363" y="55316"/>
                </a:lnTo>
                <a:lnTo>
                  <a:pt x="110216" y="57946"/>
                </a:lnTo>
                <a:lnTo>
                  <a:pt x="130042" y="65782"/>
                </a:lnTo>
                <a:lnTo>
                  <a:pt x="136364" y="71976"/>
                </a:lnTo>
                <a:lnTo>
                  <a:pt x="84363" y="71976"/>
                </a:lnTo>
                <a:lnTo>
                  <a:pt x="67607" y="73444"/>
                </a:lnTo>
                <a:lnTo>
                  <a:pt x="54916" y="77956"/>
                </a:lnTo>
                <a:lnTo>
                  <a:pt x="46910" y="85191"/>
                </a:lnTo>
                <a:lnTo>
                  <a:pt x="44210" y="94829"/>
                </a:lnTo>
                <a:lnTo>
                  <a:pt x="46910" y="104353"/>
                </a:lnTo>
                <a:lnTo>
                  <a:pt x="54916" y="111755"/>
                </a:lnTo>
                <a:lnTo>
                  <a:pt x="67607" y="116513"/>
                </a:lnTo>
                <a:lnTo>
                  <a:pt x="84363" y="118109"/>
                </a:lnTo>
                <a:lnTo>
                  <a:pt x="136586" y="118109"/>
                </a:lnTo>
                <a:lnTo>
                  <a:pt x="133526" y="121659"/>
                </a:lnTo>
                <a:lnTo>
                  <a:pt x="117560" y="129909"/>
                </a:lnTo>
                <a:lnTo>
                  <a:pt x="96537" y="134234"/>
                </a:lnTo>
                <a:lnTo>
                  <a:pt x="96537" y="153136"/>
                </a:lnTo>
                <a:lnTo>
                  <a:pt x="171195" y="153136"/>
                </a:lnTo>
                <a:lnTo>
                  <a:pt x="172358" y="163601"/>
                </a:lnTo>
                <a:lnTo>
                  <a:pt x="127990" y="169594"/>
                </a:lnTo>
                <a:lnTo>
                  <a:pt x="83482" y="172785"/>
                </a:lnTo>
                <a:lnTo>
                  <a:pt x="41017" y="174053"/>
                </a:lnTo>
                <a:lnTo>
                  <a:pt x="2776" y="174280"/>
                </a:lnTo>
                <a:close/>
              </a:path>
              <a:path w="251459" h="271145">
                <a:moveTo>
                  <a:pt x="136586" y="118109"/>
                </a:moveTo>
                <a:lnTo>
                  <a:pt x="84363" y="118109"/>
                </a:lnTo>
                <a:lnTo>
                  <a:pt x="101122" y="116513"/>
                </a:lnTo>
                <a:lnTo>
                  <a:pt x="113837" y="111755"/>
                </a:lnTo>
                <a:lnTo>
                  <a:pt x="121906" y="104353"/>
                </a:lnTo>
                <a:lnTo>
                  <a:pt x="124730" y="94829"/>
                </a:lnTo>
                <a:lnTo>
                  <a:pt x="121906" y="85191"/>
                </a:lnTo>
                <a:lnTo>
                  <a:pt x="113837" y="77956"/>
                </a:lnTo>
                <a:lnTo>
                  <a:pt x="101122" y="73444"/>
                </a:lnTo>
                <a:lnTo>
                  <a:pt x="84363" y="71976"/>
                </a:lnTo>
                <a:lnTo>
                  <a:pt x="136364" y="71976"/>
                </a:lnTo>
                <a:lnTo>
                  <a:pt x="142780" y="78263"/>
                </a:lnTo>
                <a:lnTo>
                  <a:pt x="147369" y="94829"/>
                </a:lnTo>
                <a:lnTo>
                  <a:pt x="143706" y="109846"/>
                </a:lnTo>
                <a:lnTo>
                  <a:pt x="136586" y="118109"/>
                </a:lnTo>
                <a:close/>
              </a:path>
              <a:path w="251459" h="271145">
                <a:moveTo>
                  <a:pt x="171195" y="153136"/>
                </a:moveTo>
                <a:lnTo>
                  <a:pt x="96537" y="153136"/>
                </a:lnTo>
                <a:lnTo>
                  <a:pt x="115367" y="152023"/>
                </a:lnTo>
                <a:lnTo>
                  <a:pt x="134087" y="150559"/>
                </a:lnTo>
                <a:lnTo>
                  <a:pt x="152506" y="148675"/>
                </a:lnTo>
                <a:lnTo>
                  <a:pt x="170435" y="146301"/>
                </a:lnTo>
                <a:lnTo>
                  <a:pt x="171195" y="153136"/>
                </a:lnTo>
                <a:close/>
              </a:path>
              <a:path w="251459" h="271145">
                <a:moveTo>
                  <a:pt x="210802" y="270604"/>
                </a:moveTo>
                <a:lnTo>
                  <a:pt x="187095" y="270604"/>
                </a:lnTo>
                <a:lnTo>
                  <a:pt x="187095" y="214646"/>
                </a:lnTo>
                <a:lnTo>
                  <a:pt x="33104" y="214646"/>
                </a:lnTo>
                <a:lnTo>
                  <a:pt x="33104" y="195638"/>
                </a:lnTo>
                <a:lnTo>
                  <a:pt x="210802" y="195638"/>
                </a:lnTo>
                <a:lnTo>
                  <a:pt x="210802" y="2706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6712932" y="7641590"/>
            <a:ext cx="24130" cy="49530"/>
          </a:xfrm>
          <a:custGeom>
            <a:avLst/>
            <a:gdLst/>
            <a:ahLst/>
            <a:cxnLst/>
            <a:rect l="l" t="t" r="r" b="b"/>
            <a:pathLst>
              <a:path w="24129" h="49529">
                <a:moveTo>
                  <a:pt x="0" y="0"/>
                </a:moveTo>
                <a:lnTo>
                  <a:pt x="23707" y="0"/>
                </a:lnTo>
                <a:lnTo>
                  <a:pt x="23707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6712932" y="7691119"/>
            <a:ext cx="186690" cy="19050"/>
          </a:xfrm>
          <a:custGeom>
            <a:avLst/>
            <a:gdLst/>
            <a:ahLst/>
            <a:cxnLst/>
            <a:rect l="l" t="t" r="r" b="b"/>
            <a:pathLst>
              <a:path w="186690" h="19050">
                <a:moveTo>
                  <a:pt x="0" y="0"/>
                </a:moveTo>
                <a:lnTo>
                  <a:pt x="186667" y="0"/>
                </a:lnTo>
                <a:lnTo>
                  <a:pt x="1866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6712932" y="7710169"/>
            <a:ext cx="24130" cy="49530"/>
          </a:xfrm>
          <a:custGeom>
            <a:avLst/>
            <a:gdLst/>
            <a:ahLst/>
            <a:cxnLst/>
            <a:rect l="l" t="t" r="r" b="b"/>
            <a:pathLst>
              <a:path w="24129" h="49529">
                <a:moveTo>
                  <a:pt x="0" y="0"/>
                </a:moveTo>
                <a:lnTo>
                  <a:pt x="23707" y="0"/>
                </a:lnTo>
                <a:lnTo>
                  <a:pt x="23707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6712932" y="7759700"/>
            <a:ext cx="186690" cy="19050"/>
          </a:xfrm>
          <a:custGeom>
            <a:avLst/>
            <a:gdLst/>
            <a:ahLst/>
            <a:cxnLst/>
            <a:rect l="l" t="t" r="r" b="b"/>
            <a:pathLst>
              <a:path w="186690" h="19050">
                <a:moveTo>
                  <a:pt x="0" y="0"/>
                </a:moveTo>
                <a:lnTo>
                  <a:pt x="186667" y="0"/>
                </a:lnTo>
                <a:lnTo>
                  <a:pt x="1866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6876105" y="7642048"/>
            <a:ext cx="23495" cy="48895"/>
          </a:xfrm>
          <a:custGeom>
            <a:avLst/>
            <a:gdLst/>
            <a:ahLst/>
            <a:cxnLst/>
            <a:rect l="l" t="t" r="r" b="b"/>
            <a:pathLst>
              <a:path w="23495" h="48895">
                <a:moveTo>
                  <a:pt x="23493" y="48482"/>
                </a:moveTo>
                <a:lnTo>
                  <a:pt x="0" y="48482"/>
                </a:lnTo>
                <a:lnTo>
                  <a:pt x="0" y="0"/>
                </a:lnTo>
                <a:lnTo>
                  <a:pt x="23493" y="0"/>
                </a:lnTo>
                <a:lnTo>
                  <a:pt x="23493" y="484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6876105" y="7709966"/>
            <a:ext cx="23495" cy="50165"/>
          </a:xfrm>
          <a:custGeom>
            <a:avLst/>
            <a:gdLst/>
            <a:ahLst/>
            <a:cxnLst/>
            <a:rect l="l" t="t" r="r" b="b"/>
            <a:pathLst>
              <a:path w="23495" h="50165">
                <a:moveTo>
                  <a:pt x="23493" y="49977"/>
                </a:moveTo>
                <a:lnTo>
                  <a:pt x="0" y="49977"/>
                </a:lnTo>
                <a:lnTo>
                  <a:pt x="0" y="0"/>
                </a:lnTo>
                <a:lnTo>
                  <a:pt x="23493" y="0"/>
                </a:lnTo>
                <a:lnTo>
                  <a:pt x="23493" y="49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6794305" y="7779379"/>
            <a:ext cx="23495" cy="58419"/>
          </a:xfrm>
          <a:custGeom>
            <a:avLst/>
            <a:gdLst/>
            <a:ahLst/>
            <a:cxnLst/>
            <a:rect l="l" t="t" r="r" b="b"/>
            <a:pathLst>
              <a:path w="23495" h="58420">
                <a:moveTo>
                  <a:pt x="23493" y="57879"/>
                </a:moveTo>
                <a:lnTo>
                  <a:pt x="0" y="57879"/>
                </a:lnTo>
                <a:lnTo>
                  <a:pt x="0" y="0"/>
                </a:lnTo>
                <a:lnTo>
                  <a:pt x="23493" y="0"/>
                </a:lnTo>
                <a:lnTo>
                  <a:pt x="23493" y="57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6683885" y="7837259"/>
            <a:ext cx="246379" cy="20320"/>
          </a:xfrm>
          <a:custGeom>
            <a:avLst/>
            <a:gdLst/>
            <a:ahLst/>
            <a:cxnLst/>
            <a:rect l="l" t="t" r="r" b="b"/>
            <a:pathLst>
              <a:path w="246379" h="20320">
                <a:moveTo>
                  <a:pt x="245829" y="19862"/>
                </a:moveTo>
                <a:lnTo>
                  <a:pt x="0" y="19862"/>
                </a:lnTo>
                <a:lnTo>
                  <a:pt x="0" y="0"/>
                </a:lnTo>
                <a:lnTo>
                  <a:pt x="245829" y="0"/>
                </a:lnTo>
                <a:lnTo>
                  <a:pt x="245829" y="19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6952994" y="7623040"/>
            <a:ext cx="250190" cy="268605"/>
          </a:xfrm>
          <a:custGeom>
            <a:avLst/>
            <a:gdLst/>
            <a:ahLst/>
            <a:cxnLst/>
            <a:rect l="l" t="t" r="r" b="b"/>
            <a:pathLst>
              <a:path w="250190" h="268604">
                <a:moveTo>
                  <a:pt x="206103" y="268255"/>
                </a:moveTo>
                <a:lnTo>
                  <a:pt x="182396" y="268255"/>
                </a:lnTo>
                <a:lnTo>
                  <a:pt x="182396" y="0"/>
                </a:lnTo>
                <a:lnTo>
                  <a:pt x="206103" y="0"/>
                </a:lnTo>
                <a:lnTo>
                  <a:pt x="206103" y="109138"/>
                </a:lnTo>
                <a:lnTo>
                  <a:pt x="249673" y="109138"/>
                </a:lnTo>
                <a:lnTo>
                  <a:pt x="249673" y="129215"/>
                </a:lnTo>
                <a:lnTo>
                  <a:pt x="206103" y="129215"/>
                </a:lnTo>
                <a:lnTo>
                  <a:pt x="206103" y="268255"/>
                </a:lnTo>
                <a:close/>
              </a:path>
              <a:path w="250190" h="268604">
                <a:moveTo>
                  <a:pt x="13241" y="217209"/>
                </a:moveTo>
                <a:lnTo>
                  <a:pt x="0" y="198628"/>
                </a:lnTo>
                <a:lnTo>
                  <a:pt x="46119" y="169614"/>
                </a:lnTo>
                <a:lnTo>
                  <a:pt x="80305" y="134634"/>
                </a:lnTo>
                <a:lnTo>
                  <a:pt x="102477" y="94168"/>
                </a:lnTo>
                <a:lnTo>
                  <a:pt x="112556" y="48695"/>
                </a:lnTo>
                <a:lnTo>
                  <a:pt x="12601" y="48695"/>
                </a:lnTo>
                <a:lnTo>
                  <a:pt x="12601" y="28833"/>
                </a:lnTo>
                <a:lnTo>
                  <a:pt x="136690" y="28833"/>
                </a:lnTo>
                <a:lnTo>
                  <a:pt x="132176" y="73479"/>
                </a:lnTo>
                <a:lnTo>
                  <a:pt x="118363" y="115563"/>
                </a:lnTo>
                <a:lnTo>
                  <a:pt x="94463" y="154161"/>
                </a:lnTo>
                <a:lnTo>
                  <a:pt x="59685" y="188350"/>
                </a:lnTo>
                <a:lnTo>
                  <a:pt x="13241" y="217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7296570" y="7623253"/>
            <a:ext cx="228600" cy="262890"/>
          </a:xfrm>
          <a:custGeom>
            <a:avLst/>
            <a:gdLst/>
            <a:ahLst/>
            <a:cxnLst/>
            <a:rect l="l" t="t" r="r" b="b"/>
            <a:pathLst>
              <a:path w="228600" h="262890">
                <a:moveTo>
                  <a:pt x="222122" y="201191"/>
                </a:moveTo>
                <a:lnTo>
                  <a:pt x="198414" y="201191"/>
                </a:lnTo>
                <a:lnTo>
                  <a:pt x="198414" y="83082"/>
                </a:lnTo>
                <a:lnTo>
                  <a:pt x="138612" y="83082"/>
                </a:lnTo>
                <a:lnTo>
                  <a:pt x="138612" y="63219"/>
                </a:lnTo>
                <a:lnTo>
                  <a:pt x="198414" y="63219"/>
                </a:lnTo>
                <a:lnTo>
                  <a:pt x="198414" y="0"/>
                </a:lnTo>
                <a:lnTo>
                  <a:pt x="222122" y="0"/>
                </a:lnTo>
                <a:lnTo>
                  <a:pt x="222122" y="201191"/>
                </a:lnTo>
                <a:close/>
              </a:path>
              <a:path w="228600" h="262890">
                <a:moveTo>
                  <a:pt x="12601" y="162319"/>
                </a:moveTo>
                <a:lnTo>
                  <a:pt x="0" y="143097"/>
                </a:lnTo>
                <a:lnTo>
                  <a:pt x="27555" y="128060"/>
                </a:lnTo>
                <a:lnTo>
                  <a:pt x="49043" y="106255"/>
                </a:lnTo>
                <a:lnTo>
                  <a:pt x="63042" y="79484"/>
                </a:lnTo>
                <a:lnTo>
                  <a:pt x="68131" y="49550"/>
                </a:lnTo>
                <a:lnTo>
                  <a:pt x="68131" y="16231"/>
                </a:lnTo>
                <a:lnTo>
                  <a:pt x="91411" y="16231"/>
                </a:lnTo>
                <a:lnTo>
                  <a:pt x="91411" y="50404"/>
                </a:lnTo>
                <a:lnTo>
                  <a:pt x="96263" y="77772"/>
                </a:lnTo>
                <a:lnTo>
                  <a:pt x="103923" y="91732"/>
                </a:lnTo>
                <a:lnTo>
                  <a:pt x="79985" y="91732"/>
                </a:lnTo>
                <a:lnTo>
                  <a:pt x="69126" y="114640"/>
                </a:lnTo>
                <a:lnTo>
                  <a:pt x="53901" y="134434"/>
                </a:lnTo>
                <a:lnTo>
                  <a:pt x="34873" y="150524"/>
                </a:lnTo>
                <a:lnTo>
                  <a:pt x="12601" y="162319"/>
                </a:lnTo>
                <a:close/>
              </a:path>
              <a:path w="228600" h="262890">
                <a:moveTo>
                  <a:pt x="144592" y="155912"/>
                </a:moveTo>
                <a:lnTo>
                  <a:pt x="123655" y="145028"/>
                </a:lnTo>
                <a:lnTo>
                  <a:pt x="105561" y="130349"/>
                </a:lnTo>
                <a:lnTo>
                  <a:pt x="90831" y="112407"/>
                </a:lnTo>
                <a:lnTo>
                  <a:pt x="79985" y="91732"/>
                </a:lnTo>
                <a:lnTo>
                  <a:pt x="103923" y="91732"/>
                </a:lnTo>
                <a:lnTo>
                  <a:pt x="109886" y="102597"/>
                </a:lnTo>
                <a:lnTo>
                  <a:pt x="130877" y="123058"/>
                </a:lnTo>
                <a:lnTo>
                  <a:pt x="157834" y="137331"/>
                </a:lnTo>
                <a:lnTo>
                  <a:pt x="144592" y="155912"/>
                </a:lnTo>
                <a:close/>
              </a:path>
              <a:path w="228600" h="262890">
                <a:moveTo>
                  <a:pt x="228315" y="262274"/>
                </a:moveTo>
                <a:lnTo>
                  <a:pt x="48482" y="262274"/>
                </a:lnTo>
                <a:lnTo>
                  <a:pt x="48482" y="178124"/>
                </a:lnTo>
                <a:lnTo>
                  <a:pt x="72403" y="178124"/>
                </a:lnTo>
                <a:lnTo>
                  <a:pt x="72403" y="242625"/>
                </a:lnTo>
                <a:lnTo>
                  <a:pt x="228315" y="242625"/>
                </a:lnTo>
                <a:lnTo>
                  <a:pt x="228315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7562048" y="7623040"/>
            <a:ext cx="231140" cy="267970"/>
          </a:xfrm>
          <a:custGeom>
            <a:avLst/>
            <a:gdLst/>
            <a:ahLst/>
            <a:cxnLst/>
            <a:rect l="l" t="t" r="r" b="b"/>
            <a:pathLst>
              <a:path w="231140" h="267970">
                <a:moveTo>
                  <a:pt x="229383" y="73257"/>
                </a:moveTo>
                <a:lnTo>
                  <a:pt x="206957" y="73257"/>
                </a:lnTo>
                <a:lnTo>
                  <a:pt x="206957" y="0"/>
                </a:lnTo>
                <a:lnTo>
                  <a:pt x="229383" y="0"/>
                </a:lnTo>
                <a:lnTo>
                  <a:pt x="229383" y="73257"/>
                </a:lnTo>
                <a:close/>
              </a:path>
              <a:path w="231140" h="267970">
                <a:moveTo>
                  <a:pt x="170863" y="160397"/>
                </a:moveTo>
                <a:lnTo>
                  <a:pt x="148650" y="160397"/>
                </a:lnTo>
                <a:lnTo>
                  <a:pt x="148650" y="5339"/>
                </a:lnTo>
                <a:lnTo>
                  <a:pt x="170863" y="5339"/>
                </a:lnTo>
                <a:lnTo>
                  <a:pt x="170863" y="73257"/>
                </a:lnTo>
                <a:lnTo>
                  <a:pt x="229383" y="73257"/>
                </a:lnTo>
                <a:lnTo>
                  <a:pt x="229383" y="92906"/>
                </a:lnTo>
                <a:lnTo>
                  <a:pt x="170863" y="92906"/>
                </a:lnTo>
                <a:lnTo>
                  <a:pt x="170863" y="160397"/>
                </a:lnTo>
                <a:close/>
              </a:path>
              <a:path w="231140" h="267970">
                <a:moveTo>
                  <a:pt x="229383" y="170008"/>
                </a:moveTo>
                <a:lnTo>
                  <a:pt x="206957" y="170008"/>
                </a:lnTo>
                <a:lnTo>
                  <a:pt x="206957" y="92906"/>
                </a:lnTo>
                <a:lnTo>
                  <a:pt x="229383" y="92906"/>
                </a:lnTo>
                <a:lnTo>
                  <a:pt x="229383" y="170008"/>
                </a:lnTo>
                <a:close/>
              </a:path>
              <a:path w="231140" h="267970">
                <a:moveTo>
                  <a:pt x="80946" y="32250"/>
                </a:moveTo>
                <a:lnTo>
                  <a:pt x="57452" y="32250"/>
                </a:lnTo>
                <a:lnTo>
                  <a:pt x="57452" y="1922"/>
                </a:lnTo>
                <a:lnTo>
                  <a:pt x="80946" y="1922"/>
                </a:lnTo>
                <a:lnTo>
                  <a:pt x="80946" y="32250"/>
                </a:lnTo>
                <a:close/>
              </a:path>
              <a:path w="231140" h="267970">
                <a:moveTo>
                  <a:pt x="137758" y="51258"/>
                </a:moveTo>
                <a:lnTo>
                  <a:pt x="0" y="51258"/>
                </a:lnTo>
                <a:lnTo>
                  <a:pt x="0" y="32250"/>
                </a:lnTo>
                <a:lnTo>
                  <a:pt x="137758" y="32250"/>
                </a:lnTo>
                <a:lnTo>
                  <a:pt x="137758" y="51258"/>
                </a:lnTo>
                <a:close/>
              </a:path>
              <a:path w="231140" h="267970">
                <a:moveTo>
                  <a:pt x="68985" y="157194"/>
                </a:moveTo>
                <a:lnTo>
                  <a:pt x="45775" y="153956"/>
                </a:lnTo>
                <a:lnTo>
                  <a:pt x="27631" y="144753"/>
                </a:lnTo>
                <a:lnTo>
                  <a:pt x="15854" y="130343"/>
                </a:lnTo>
                <a:lnTo>
                  <a:pt x="11746" y="111488"/>
                </a:lnTo>
                <a:lnTo>
                  <a:pt x="15854" y="92509"/>
                </a:lnTo>
                <a:lnTo>
                  <a:pt x="27631" y="78036"/>
                </a:lnTo>
                <a:lnTo>
                  <a:pt x="45775" y="68809"/>
                </a:lnTo>
                <a:lnTo>
                  <a:pt x="68985" y="65568"/>
                </a:lnTo>
                <a:lnTo>
                  <a:pt x="92416" y="68809"/>
                </a:lnTo>
                <a:lnTo>
                  <a:pt x="110660" y="78036"/>
                </a:lnTo>
                <a:lnTo>
                  <a:pt x="114976" y="83295"/>
                </a:lnTo>
                <a:lnTo>
                  <a:pt x="68985" y="83295"/>
                </a:lnTo>
                <a:lnTo>
                  <a:pt x="54335" y="85328"/>
                </a:lnTo>
                <a:lnTo>
                  <a:pt x="42929" y="91064"/>
                </a:lnTo>
                <a:lnTo>
                  <a:pt x="35527" y="99964"/>
                </a:lnTo>
                <a:lnTo>
                  <a:pt x="32891" y="111488"/>
                </a:lnTo>
                <a:lnTo>
                  <a:pt x="35527" y="122887"/>
                </a:lnTo>
                <a:lnTo>
                  <a:pt x="42929" y="131724"/>
                </a:lnTo>
                <a:lnTo>
                  <a:pt x="54335" y="137437"/>
                </a:lnTo>
                <a:lnTo>
                  <a:pt x="68985" y="139466"/>
                </a:lnTo>
                <a:lnTo>
                  <a:pt x="115017" y="139466"/>
                </a:lnTo>
                <a:lnTo>
                  <a:pt x="110660" y="144753"/>
                </a:lnTo>
                <a:lnTo>
                  <a:pt x="92416" y="153956"/>
                </a:lnTo>
                <a:lnTo>
                  <a:pt x="68985" y="157194"/>
                </a:lnTo>
                <a:close/>
              </a:path>
              <a:path w="231140" h="267970">
                <a:moveTo>
                  <a:pt x="115017" y="139466"/>
                </a:moveTo>
                <a:lnTo>
                  <a:pt x="68985" y="139466"/>
                </a:lnTo>
                <a:lnTo>
                  <a:pt x="83759" y="137437"/>
                </a:lnTo>
                <a:lnTo>
                  <a:pt x="95229" y="131724"/>
                </a:lnTo>
                <a:lnTo>
                  <a:pt x="102654" y="122887"/>
                </a:lnTo>
                <a:lnTo>
                  <a:pt x="105294" y="111488"/>
                </a:lnTo>
                <a:lnTo>
                  <a:pt x="102654" y="99964"/>
                </a:lnTo>
                <a:lnTo>
                  <a:pt x="95229" y="91064"/>
                </a:lnTo>
                <a:lnTo>
                  <a:pt x="83759" y="85328"/>
                </a:lnTo>
                <a:lnTo>
                  <a:pt x="68985" y="83295"/>
                </a:lnTo>
                <a:lnTo>
                  <a:pt x="114976" y="83295"/>
                </a:lnTo>
                <a:lnTo>
                  <a:pt x="122537" y="92509"/>
                </a:lnTo>
                <a:lnTo>
                  <a:pt x="126865" y="111488"/>
                </a:lnTo>
                <a:lnTo>
                  <a:pt x="122537" y="130343"/>
                </a:lnTo>
                <a:lnTo>
                  <a:pt x="115017" y="139466"/>
                </a:lnTo>
                <a:close/>
              </a:path>
              <a:path w="231140" h="267970">
                <a:moveTo>
                  <a:pt x="140748" y="267827"/>
                </a:moveTo>
                <a:lnTo>
                  <a:pt x="102758" y="264730"/>
                </a:lnTo>
                <a:lnTo>
                  <a:pt x="74378" y="255707"/>
                </a:lnTo>
                <a:lnTo>
                  <a:pt x="56651" y="241157"/>
                </a:lnTo>
                <a:lnTo>
                  <a:pt x="50618" y="221481"/>
                </a:lnTo>
                <a:lnTo>
                  <a:pt x="56651" y="201434"/>
                </a:lnTo>
                <a:lnTo>
                  <a:pt x="74378" y="186694"/>
                </a:lnTo>
                <a:lnTo>
                  <a:pt x="102758" y="177600"/>
                </a:lnTo>
                <a:lnTo>
                  <a:pt x="140748" y="174493"/>
                </a:lnTo>
                <a:lnTo>
                  <a:pt x="178618" y="177600"/>
                </a:lnTo>
                <a:lnTo>
                  <a:pt x="206957" y="186694"/>
                </a:lnTo>
                <a:lnTo>
                  <a:pt x="214648" y="193075"/>
                </a:lnTo>
                <a:lnTo>
                  <a:pt x="140748" y="193075"/>
                </a:lnTo>
                <a:lnTo>
                  <a:pt x="112646" y="194840"/>
                </a:lnTo>
                <a:lnTo>
                  <a:pt x="91652" y="200310"/>
                </a:lnTo>
                <a:lnTo>
                  <a:pt x="78546" y="209263"/>
                </a:lnTo>
                <a:lnTo>
                  <a:pt x="74111" y="221481"/>
                </a:lnTo>
                <a:lnTo>
                  <a:pt x="78546" y="233238"/>
                </a:lnTo>
                <a:lnTo>
                  <a:pt x="91652" y="242011"/>
                </a:lnTo>
                <a:lnTo>
                  <a:pt x="112646" y="247461"/>
                </a:lnTo>
                <a:lnTo>
                  <a:pt x="140748" y="249246"/>
                </a:lnTo>
                <a:lnTo>
                  <a:pt x="214847" y="249246"/>
                </a:lnTo>
                <a:lnTo>
                  <a:pt x="206957" y="255707"/>
                </a:lnTo>
                <a:lnTo>
                  <a:pt x="178618" y="264730"/>
                </a:lnTo>
                <a:lnTo>
                  <a:pt x="140748" y="267827"/>
                </a:lnTo>
                <a:close/>
              </a:path>
              <a:path w="231140" h="267970">
                <a:moveTo>
                  <a:pt x="214847" y="249246"/>
                </a:moveTo>
                <a:lnTo>
                  <a:pt x="140748" y="249246"/>
                </a:lnTo>
                <a:lnTo>
                  <a:pt x="168700" y="247461"/>
                </a:lnTo>
                <a:lnTo>
                  <a:pt x="189604" y="242011"/>
                </a:lnTo>
                <a:lnTo>
                  <a:pt x="202739" y="233238"/>
                </a:lnTo>
                <a:lnTo>
                  <a:pt x="207385" y="221481"/>
                </a:lnTo>
                <a:lnTo>
                  <a:pt x="202739" y="209263"/>
                </a:lnTo>
                <a:lnTo>
                  <a:pt x="189604" y="200310"/>
                </a:lnTo>
                <a:lnTo>
                  <a:pt x="168700" y="194840"/>
                </a:lnTo>
                <a:lnTo>
                  <a:pt x="140748" y="193075"/>
                </a:lnTo>
                <a:lnTo>
                  <a:pt x="214648" y="193075"/>
                </a:lnTo>
                <a:lnTo>
                  <a:pt x="224725" y="201434"/>
                </a:lnTo>
                <a:lnTo>
                  <a:pt x="230878" y="221481"/>
                </a:lnTo>
                <a:lnTo>
                  <a:pt x="224725" y="241157"/>
                </a:lnTo>
                <a:lnTo>
                  <a:pt x="214847" y="249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7908337" y="7647388"/>
            <a:ext cx="245829" cy="20952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8180010" y="7623253"/>
            <a:ext cx="225425" cy="262890"/>
          </a:xfrm>
          <a:custGeom>
            <a:avLst/>
            <a:gdLst/>
            <a:ahLst/>
            <a:cxnLst/>
            <a:rect l="l" t="t" r="r" b="b"/>
            <a:pathLst>
              <a:path w="225425" h="262890">
                <a:moveTo>
                  <a:pt x="218277" y="198414"/>
                </a:moveTo>
                <a:lnTo>
                  <a:pt x="194570" y="198414"/>
                </a:lnTo>
                <a:lnTo>
                  <a:pt x="194570" y="102517"/>
                </a:lnTo>
                <a:lnTo>
                  <a:pt x="134981" y="102517"/>
                </a:lnTo>
                <a:lnTo>
                  <a:pt x="134981" y="82655"/>
                </a:lnTo>
                <a:lnTo>
                  <a:pt x="194570" y="82655"/>
                </a:lnTo>
                <a:lnTo>
                  <a:pt x="194570" y="0"/>
                </a:lnTo>
                <a:lnTo>
                  <a:pt x="218277" y="0"/>
                </a:lnTo>
                <a:lnTo>
                  <a:pt x="218277" y="198414"/>
                </a:lnTo>
                <a:close/>
              </a:path>
              <a:path w="225425" h="262890">
                <a:moveTo>
                  <a:pt x="10251" y="167018"/>
                </a:moveTo>
                <a:lnTo>
                  <a:pt x="0" y="148010"/>
                </a:lnTo>
                <a:lnTo>
                  <a:pt x="42492" y="129418"/>
                </a:lnTo>
                <a:lnTo>
                  <a:pt x="76194" y="104760"/>
                </a:lnTo>
                <a:lnTo>
                  <a:pt x="99324" y="74816"/>
                </a:lnTo>
                <a:lnTo>
                  <a:pt x="110099" y="40366"/>
                </a:lnTo>
                <a:lnTo>
                  <a:pt x="13455" y="40366"/>
                </a:lnTo>
                <a:lnTo>
                  <a:pt x="13455" y="20503"/>
                </a:lnTo>
                <a:lnTo>
                  <a:pt x="136049" y="20503"/>
                </a:lnTo>
                <a:lnTo>
                  <a:pt x="127026" y="68985"/>
                </a:lnTo>
                <a:lnTo>
                  <a:pt x="101663" y="110260"/>
                </a:lnTo>
                <a:lnTo>
                  <a:pt x="62044" y="143284"/>
                </a:lnTo>
                <a:lnTo>
                  <a:pt x="10251" y="167018"/>
                </a:lnTo>
                <a:close/>
              </a:path>
              <a:path w="225425" h="262890">
                <a:moveTo>
                  <a:pt x="225112" y="262274"/>
                </a:moveTo>
                <a:lnTo>
                  <a:pt x="47414" y="262274"/>
                </a:lnTo>
                <a:lnTo>
                  <a:pt x="47414" y="178124"/>
                </a:lnTo>
                <a:lnTo>
                  <a:pt x="71548" y="178124"/>
                </a:lnTo>
                <a:lnTo>
                  <a:pt x="71548" y="242625"/>
                </a:lnTo>
                <a:lnTo>
                  <a:pt x="225112" y="242625"/>
                </a:lnTo>
                <a:lnTo>
                  <a:pt x="225112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1431674" y="8173020"/>
            <a:ext cx="224790" cy="21590"/>
          </a:xfrm>
          <a:custGeom>
            <a:avLst/>
            <a:gdLst/>
            <a:ahLst/>
            <a:cxnLst/>
            <a:rect l="l" t="t" r="r" b="b"/>
            <a:pathLst>
              <a:path w="224789" h="21590">
                <a:moveTo>
                  <a:pt x="224524" y="21339"/>
                </a:moveTo>
                <a:lnTo>
                  <a:pt x="0" y="21339"/>
                </a:lnTo>
                <a:lnTo>
                  <a:pt x="0" y="0"/>
                </a:lnTo>
                <a:lnTo>
                  <a:pt x="224524" y="0"/>
                </a:lnTo>
                <a:lnTo>
                  <a:pt x="224524" y="21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1715654" y="8056124"/>
            <a:ext cx="224154" cy="262890"/>
          </a:xfrm>
          <a:custGeom>
            <a:avLst/>
            <a:gdLst/>
            <a:ahLst/>
            <a:cxnLst/>
            <a:rect l="l" t="t" r="r" b="b"/>
            <a:pathLst>
              <a:path w="224155" h="262890">
                <a:moveTo>
                  <a:pt x="215501" y="196278"/>
                </a:moveTo>
                <a:lnTo>
                  <a:pt x="191793" y="196278"/>
                </a:lnTo>
                <a:lnTo>
                  <a:pt x="191793" y="0"/>
                </a:lnTo>
                <a:lnTo>
                  <a:pt x="215501" y="0"/>
                </a:lnTo>
                <a:lnTo>
                  <a:pt x="215501" y="196278"/>
                </a:lnTo>
                <a:close/>
              </a:path>
              <a:path w="224155" h="262890">
                <a:moveTo>
                  <a:pt x="70481" y="150573"/>
                </a:moveTo>
                <a:lnTo>
                  <a:pt x="42528" y="145847"/>
                </a:lnTo>
                <a:lnTo>
                  <a:pt x="20183" y="132312"/>
                </a:lnTo>
                <a:lnTo>
                  <a:pt x="5366" y="111408"/>
                </a:lnTo>
                <a:lnTo>
                  <a:pt x="0" y="84577"/>
                </a:lnTo>
                <a:lnTo>
                  <a:pt x="5366" y="57989"/>
                </a:lnTo>
                <a:lnTo>
                  <a:pt x="20183" y="37189"/>
                </a:lnTo>
                <a:lnTo>
                  <a:pt x="42528" y="23637"/>
                </a:lnTo>
                <a:lnTo>
                  <a:pt x="70481" y="18794"/>
                </a:lnTo>
                <a:lnTo>
                  <a:pt x="98399" y="23637"/>
                </a:lnTo>
                <a:lnTo>
                  <a:pt x="120672" y="37189"/>
                </a:lnTo>
                <a:lnTo>
                  <a:pt x="122318" y="39512"/>
                </a:lnTo>
                <a:lnTo>
                  <a:pt x="70481" y="39512"/>
                </a:lnTo>
                <a:lnTo>
                  <a:pt x="51632" y="42859"/>
                </a:lnTo>
                <a:lnTo>
                  <a:pt x="36628" y="52193"/>
                </a:lnTo>
                <a:lnTo>
                  <a:pt x="26750" y="66453"/>
                </a:lnTo>
                <a:lnTo>
                  <a:pt x="23280" y="84577"/>
                </a:lnTo>
                <a:lnTo>
                  <a:pt x="26750" y="102914"/>
                </a:lnTo>
                <a:lnTo>
                  <a:pt x="36628" y="117228"/>
                </a:lnTo>
                <a:lnTo>
                  <a:pt x="51632" y="126535"/>
                </a:lnTo>
                <a:lnTo>
                  <a:pt x="70481" y="129855"/>
                </a:lnTo>
                <a:lnTo>
                  <a:pt x="122404" y="129855"/>
                </a:lnTo>
                <a:lnTo>
                  <a:pt x="120672" y="132312"/>
                </a:lnTo>
                <a:lnTo>
                  <a:pt x="98399" y="145847"/>
                </a:lnTo>
                <a:lnTo>
                  <a:pt x="70481" y="150573"/>
                </a:lnTo>
                <a:close/>
              </a:path>
              <a:path w="224155" h="262890">
                <a:moveTo>
                  <a:pt x="122404" y="129855"/>
                </a:moveTo>
                <a:lnTo>
                  <a:pt x="70481" y="129855"/>
                </a:lnTo>
                <a:lnTo>
                  <a:pt x="89119" y="126535"/>
                </a:lnTo>
                <a:lnTo>
                  <a:pt x="104093" y="117228"/>
                </a:lnTo>
                <a:lnTo>
                  <a:pt x="114061" y="102914"/>
                </a:lnTo>
                <a:lnTo>
                  <a:pt x="117681" y="84577"/>
                </a:lnTo>
                <a:lnTo>
                  <a:pt x="114061" y="66453"/>
                </a:lnTo>
                <a:lnTo>
                  <a:pt x="104093" y="52193"/>
                </a:lnTo>
                <a:lnTo>
                  <a:pt x="89119" y="42859"/>
                </a:lnTo>
                <a:lnTo>
                  <a:pt x="70481" y="39512"/>
                </a:lnTo>
                <a:lnTo>
                  <a:pt x="122318" y="39512"/>
                </a:lnTo>
                <a:lnTo>
                  <a:pt x="135415" y="57989"/>
                </a:lnTo>
                <a:lnTo>
                  <a:pt x="140748" y="84577"/>
                </a:lnTo>
                <a:lnTo>
                  <a:pt x="135415" y="111408"/>
                </a:lnTo>
                <a:lnTo>
                  <a:pt x="122404" y="129855"/>
                </a:lnTo>
                <a:close/>
              </a:path>
              <a:path w="224155" h="262890">
                <a:moveTo>
                  <a:pt x="223830" y="262274"/>
                </a:moveTo>
                <a:lnTo>
                  <a:pt x="42075" y="262274"/>
                </a:lnTo>
                <a:lnTo>
                  <a:pt x="42075" y="176202"/>
                </a:lnTo>
                <a:lnTo>
                  <a:pt x="65782" y="176202"/>
                </a:lnTo>
                <a:lnTo>
                  <a:pt x="65782" y="242625"/>
                </a:lnTo>
                <a:lnTo>
                  <a:pt x="223830" y="242625"/>
                </a:lnTo>
                <a:lnTo>
                  <a:pt x="223830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1977929" y="8055910"/>
            <a:ext cx="221615" cy="265430"/>
          </a:xfrm>
          <a:custGeom>
            <a:avLst/>
            <a:gdLst/>
            <a:ahLst/>
            <a:cxnLst/>
            <a:rect l="l" t="t" r="r" b="b"/>
            <a:pathLst>
              <a:path w="221614" h="265429">
                <a:moveTo>
                  <a:pt x="221267" y="145874"/>
                </a:moveTo>
                <a:lnTo>
                  <a:pt x="197774" y="145874"/>
                </a:lnTo>
                <a:lnTo>
                  <a:pt x="197774" y="85004"/>
                </a:lnTo>
                <a:lnTo>
                  <a:pt x="143311" y="85004"/>
                </a:lnTo>
                <a:lnTo>
                  <a:pt x="143311" y="65141"/>
                </a:lnTo>
                <a:lnTo>
                  <a:pt x="197774" y="65141"/>
                </a:lnTo>
                <a:lnTo>
                  <a:pt x="197774" y="0"/>
                </a:lnTo>
                <a:lnTo>
                  <a:pt x="221267" y="0"/>
                </a:lnTo>
                <a:lnTo>
                  <a:pt x="221267" y="145874"/>
                </a:lnTo>
                <a:close/>
              </a:path>
              <a:path w="221614" h="265429">
                <a:moveTo>
                  <a:pt x="152281" y="35881"/>
                </a:moveTo>
                <a:lnTo>
                  <a:pt x="7688" y="35881"/>
                </a:lnTo>
                <a:lnTo>
                  <a:pt x="7688" y="16231"/>
                </a:lnTo>
                <a:lnTo>
                  <a:pt x="152281" y="16231"/>
                </a:lnTo>
                <a:lnTo>
                  <a:pt x="152281" y="35881"/>
                </a:lnTo>
                <a:close/>
              </a:path>
              <a:path w="221614" h="265429">
                <a:moveTo>
                  <a:pt x="12387" y="150145"/>
                </a:moveTo>
                <a:lnTo>
                  <a:pt x="0" y="131564"/>
                </a:lnTo>
                <a:lnTo>
                  <a:pt x="27438" y="117154"/>
                </a:lnTo>
                <a:lnTo>
                  <a:pt x="49069" y="96537"/>
                </a:lnTo>
                <a:lnTo>
                  <a:pt x="63252" y="71435"/>
                </a:lnTo>
                <a:lnTo>
                  <a:pt x="68345" y="43570"/>
                </a:lnTo>
                <a:lnTo>
                  <a:pt x="68345" y="35881"/>
                </a:lnTo>
                <a:lnTo>
                  <a:pt x="92266" y="35881"/>
                </a:lnTo>
                <a:lnTo>
                  <a:pt x="92266" y="43570"/>
                </a:lnTo>
                <a:lnTo>
                  <a:pt x="97084" y="69056"/>
                </a:lnTo>
                <a:lnTo>
                  <a:pt x="105163" y="82975"/>
                </a:lnTo>
                <a:lnTo>
                  <a:pt x="80732" y="82975"/>
                </a:lnTo>
                <a:lnTo>
                  <a:pt x="69633" y="104853"/>
                </a:lnTo>
                <a:lnTo>
                  <a:pt x="54168" y="123768"/>
                </a:lnTo>
                <a:lnTo>
                  <a:pt x="34900" y="139079"/>
                </a:lnTo>
                <a:lnTo>
                  <a:pt x="12387" y="150145"/>
                </a:lnTo>
                <a:close/>
              </a:path>
              <a:path w="221614" h="265429">
                <a:moveTo>
                  <a:pt x="146087" y="143952"/>
                </a:moveTo>
                <a:lnTo>
                  <a:pt x="124718" y="133613"/>
                </a:lnTo>
                <a:lnTo>
                  <a:pt x="106402" y="119630"/>
                </a:lnTo>
                <a:lnTo>
                  <a:pt x="91590" y="102564"/>
                </a:lnTo>
                <a:lnTo>
                  <a:pt x="80732" y="82975"/>
                </a:lnTo>
                <a:lnTo>
                  <a:pt x="105163" y="82975"/>
                </a:lnTo>
                <a:lnTo>
                  <a:pt x="110633" y="92399"/>
                </a:lnTo>
                <a:lnTo>
                  <a:pt x="131551" y="111778"/>
                </a:lnTo>
                <a:lnTo>
                  <a:pt x="158475" y="125370"/>
                </a:lnTo>
                <a:lnTo>
                  <a:pt x="146087" y="143952"/>
                </a:lnTo>
                <a:close/>
              </a:path>
              <a:path w="221614" h="265429">
                <a:moveTo>
                  <a:pt x="221267" y="264837"/>
                </a:moveTo>
                <a:lnTo>
                  <a:pt x="48482" y="264837"/>
                </a:lnTo>
                <a:lnTo>
                  <a:pt x="48482" y="158689"/>
                </a:lnTo>
                <a:lnTo>
                  <a:pt x="72189" y="158689"/>
                </a:lnTo>
                <a:lnTo>
                  <a:pt x="72189" y="192220"/>
                </a:lnTo>
                <a:lnTo>
                  <a:pt x="221267" y="192220"/>
                </a:lnTo>
                <a:lnTo>
                  <a:pt x="221267" y="211229"/>
                </a:lnTo>
                <a:lnTo>
                  <a:pt x="72189" y="211229"/>
                </a:lnTo>
                <a:lnTo>
                  <a:pt x="72189" y="245402"/>
                </a:lnTo>
                <a:lnTo>
                  <a:pt x="221267" y="245402"/>
                </a:lnTo>
                <a:lnTo>
                  <a:pt x="221267" y="264837"/>
                </a:lnTo>
                <a:close/>
              </a:path>
              <a:path w="221614" h="265429">
                <a:moveTo>
                  <a:pt x="221267" y="192220"/>
                </a:moveTo>
                <a:lnTo>
                  <a:pt x="197774" y="192220"/>
                </a:lnTo>
                <a:lnTo>
                  <a:pt x="197774" y="158689"/>
                </a:lnTo>
                <a:lnTo>
                  <a:pt x="221267" y="158689"/>
                </a:lnTo>
                <a:lnTo>
                  <a:pt x="221267" y="192220"/>
                </a:lnTo>
                <a:close/>
              </a:path>
              <a:path w="221614" h="265429">
                <a:moveTo>
                  <a:pt x="221267" y="245402"/>
                </a:moveTo>
                <a:lnTo>
                  <a:pt x="197774" y="245402"/>
                </a:lnTo>
                <a:lnTo>
                  <a:pt x="197774" y="211229"/>
                </a:lnTo>
                <a:lnTo>
                  <a:pt x="221267" y="211229"/>
                </a:lnTo>
                <a:lnTo>
                  <a:pt x="221267" y="245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2335062" y="8055910"/>
            <a:ext cx="210185" cy="267970"/>
          </a:xfrm>
          <a:custGeom>
            <a:avLst/>
            <a:gdLst/>
            <a:ahLst/>
            <a:cxnLst/>
            <a:rect l="l" t="t" r="r" b="b"/>
            <a:pathLst>
              <a:path w="210185" h="267970">
                <a:moveTo>
                  <a:pt x="209093" y="43997"/>
                </a:moveTo>
                <a:lnTo>
                  <a:pt x="185386" y="43997"/>
                </a:lnTo>
                <a:lnTo>
                  <a:pt x="185386" y="0"/>
                </a:lnTo>
                <a:lnTo>
                  <a:pt x="209093" y="0"/>
                </a:lnTo>
                <a:lnTo>
                  <a:pt x="209093" y="43997"/>
                </a:lnTo>
                <a:close/>
              </a:path>
              <a:path w="210185" h="267970">
                <a:moveTo>
                  <a:pt x="121953" y="142670"/>
                </a:moveTo>
                <a:lnTo>
                  <a:pt x="0" y="142670"/>
                </a:lnTo>
                <a:lnTo>
                  <a:pt x="0" y="16445"/>
                </a:lnTo>
                <a:lnTo>
                  <a:pt x="23707" y="16445"/>
                </a:lnTo>
                <a:lnTo>
                  <a:pt x="23707" y="59802"/>
                </a:lnTo>
                <a:lnTo>
                  <a:pt x="209093" y="59802"/>
                </a:lnTo>
                <a:lnTo>
                  <a:pt x="209093" y="63432"/>
                </a:lnTo>
                <a:lnTo>
                  <a:pt x="121953" y="63432"/>
                </a:lnTo>
                <a:lnTo>
                  <a:pt x="121953" y="78810"/>
                </a:lnTo>
                <a:lnTo>
                  <a:pt x="23707" y="78810"/>
                </a:lnTo>
                <a:lnTo>
                  <a:pt x="23707" y="123448"/>
                </a:lnTo>
                <a:lnTo>
                  <a:pt x="121953" y="123448"/>
                </a:lnTo>
                <a:lnTo>
                  <a:pt x="121953" y="142670"/>
                </a:lnTo>
                <a:close/>
              </a:path>
              <a:path w="210185" h="267970">
                <a:moveTo>
                  <a:pt x="209093" y="59802"/>
                </a:moveTo>
                <a:lnTo>
                  <a:pt x="98459" y="59802"/>
                </a:lnTo>
                <a:lnTo>
                  <a:pt x="98459" y="16445"/>
                </a:lnTo>
                <a:lnTo>
                  <a:pt x="121953" y="16445"/>
                </a:lnTo>
                <a:lnTo>
                  <a:pt x="121953" y="43997"/>
                </a:lnTo>
                <a:lnTo>
                  <a:pt x="209093" y="43997"/>
                </a:lnTo>
                <a:lnTo>
                  <a:pt x="209093" y="59802"/>
                </a:lnTo>
                <a:close/>
              </a:path>
              <a:path w="210185" h="267970">
                <a:moveTo>
                  <a:pt x="209093" y="99100"/>
                </a:moveTo>
                <a:lnTo>
                  <a:pt x="185386" y="99100"/>
                </a:lnTo>
                <a:lnTo>
                  <a:pt x="185386" y="63432"/>
                </a:lnTo>
                <a:lnTo>
                  <a:pt x="209093" y="63432"/>
                </a:lnTo>
                <a:lnTo>
                  <a:pt x="209093" y="99100"/>
                </a:lnTo>
                <a:close/>
              </a:path>
              <a:path w="210185" h="267970">
                <a:moveTo>
                  <a:pt x="121953" y="123448"/>
                </a:moveTo>
                <a:lnTo>
                  <a:pt x="98459" y="123448"/>
                </a:lnTo>
                <a:lnTo>
                  <a:pt x="98459" y="78810"/>
                </a:lnTo>
                <a:lnTo>
                  <a:pt x="121953" y="78810"/>
                </a:lnTo>
                <a:lnTo>
                  <a:pt x="121953" y="99100"/>
                </a:lnTo>
                <a:lnTo>
                  <a:pt x="209093" y="99100"/>
                </a:lnTo>
                <a:lnTo>
                  <a:pt x="209093" y="118749"/>
                </a:lnTo>
                <a:lnTo>
                  <a:pt x="121953" y="118749"/>
                </a:lnTo>
                <a:lnTo>
                  <a:pt x="121953" y="123448"/>
                </a:lnTo>
                <a:close/>
              </a:path>
              <a:path w="210185" h="267970">
                <a:moveTo>
                  <a:pt x="209093" y="162747"/>
                </a:moveTo>
                <a:lnTo>
                  <a:pt x="185386" y="162747"/>
                </a:lnTo>
                <a:lnTo>
                  <a:pt x="185386" y="118749"/>
                </a:lnTo>
                <a:lnTo>
                  <a:pt x="209093" y="118749"/>
                </a:lnTo>
                <a:lnTo>
                  <a:pt x="209093" y="162747"/>
                </a:lnTo>
                <a:close/>
              </a:path>
              <a:path w="210185" h="267970">
                <a:moveTo>
                  <a:pt x="120031" y="267827"/>
                </a:moveTo>
                <a:lnTo>
                  <a:pt x="82344" y="264500"/>
                </a:lnTo>
                <a:lnTo>
                  <a:pt x="54008" y="254826"/>
                </a:lnTo>
                <a:lnTo>
                  <a:pt x="36204" y="239265"/>
                </a:lnTo>
                <a:lnTo>
                  <a:pt x="30114" y="218277"/>
                </a:lnTo>
                <a:lnTo>
                  <a:pt x="36204" y="196916"/>
                </a:lnTo>
                <a:lnTo>
                  <a:pt x="54008" y="181141"/>
                </a:lnTo>
                <a:lnTo>
                  <a:pt x="82344" y="171333"/>
                </a:lnTo>
                <a:lnTo>
                  <a:pt x="120031" y="167872"/>
                </a:lnTo>
                <a:lnTo>
                  <a:pt x="157597" y="171333"/>
                </a:lnTo>
                <a:lnTo>
                  <a:pt x="185893" y="181141"/>
                </a:lnTo>
                <a:lnTo>
                  <a:pt x="191903" y="186454"/>
                </a:lnTo>
                <a:lnTo>
                  <a:pt x="120031" y="186454"/>
                </a:lnTo>
                <a:lnTo>
                  <a:pt x="92232" y="188693"/>
                </a:lnTo>
                <a:lnTo>
                  <a:pt x="71281" y="194917"/>
                </a:lnTo>
                <a:lnTo>
                  <a:pt x="58100" y="204865"/>
                </a:lnTo>
                <a:lnTo>
                  <a:pt x="53608" y="218277"/>
                </a:lnTo>
                <a:lnTo>
                  <a:pt x="58100" y="231192"/>
                </a:lnTo>
                <a:lnTo>
                  <a:pt x="71281" y="240863"/>
                </a:lnTo>
                <a:lnTo>
                  <a:pt x="92232" y="246930"/>
                </a:lnTo>
                <a:lnTo>
                  <a:pt x="120031" y="249032"/>
                </a:lnTo>
                <a:lnTo>
                  <a:pt x="192536" y="249032"/>
                </a:lnTo>
                <a:lnTo>
                  <a:pt x="185893" y="254826"/>
                </a:lnTo>
                <a:lnTo>
                  <a:pt x="157597" y="264500"/>
                </a:lnTo>
                <a:lnTo>
                  <a:pt x="120031" y="267827"/>
                </a:lnTo>
                <a:close/>
              </a:path>
              <a:path w="210185" h="267970">
                <a:moveTo>
                  <a:pt x="192536" y="249032"/>
                </a:moveTo>
                <a:lnTo>
                  <a:pt x="120031" y="249032"/>
                </a:lnTo>
                <a:lnTo>
                  <a:pt x="147709" y="246930"/>
                </a:lnTo>
                <a:lnTo>
                  <a:pt x="168620" y="240863"/>
                </a:lnTo>
                <a:lnTo>
                  <a:pt x="181842" y="231192"/>
                </a:lnTo>
                <a:lnTo>
                  <a:pt x="186454" y="218277"/>
                </a:lnTo>
                <a:lnTo>
                  <a:pt x="181842" y="204865"/>
                </a:lnTo>
                <a:lnTo>
                  <a:pt x="168620" y="194917"/>
                </a:lnTo>
                <a:lnTo>
                  <a:pt x="147709" y="188693"/>
                </a:lnTo>
                <a:lnTo>
                  <a:pt x="120031" y="186454"/>
                </a:lnTo>
                <a:lnTo>
                  <a:pt x="191903" y="186454"/>
                </a:lnTo>
                <a:lnTo>
                  <a:pt x="203737" y="196916"/>
                </a:lnTo>
                <a:lnTo>
                  <a:pt x="209948" y="218277"/>
                </a:lnTo>
                <a:lnTo>
                  <a:pt x="203737" y="239265"/>
                </a:lnTo>
                <a:lnTo>
                  <a:pt x="192536" y="249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2620617" y="8067040"/>
            <a:ext cx="182245" cy="19050"/>
          </a:xfrm>
          <a:custGeom>
            <a:avLst/>
            <a:gdLst/>
            <a:ahLst/>
            <a:cxnLst/>
            <a:rect l="l" t="t" r="r" b="b"/>
            <a:pathLst>
              <a:path w="182244" h="19050">
                <a:moveTo>
                  <a:pt x="0" y="0"/>
                </a:moveTo>
                <a:lnTo>
                  <a:pt x="181755" y="0"/>
                </a:lnTo>
                <a:lnTo>
                  <a:pt x="18175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2620617" y="8086090"/>
            <a:ext cx="23495" cy="52069"/>
          </a:xfrm>
          <a:custGeom>
            <a:avLst/>
            <a:gdLst/>
            <a:ahLst/>
            <a:cxnLst/>
            <a:rect l="l" t="t" r="r" b="b"/>
            <a:pathLst>
              <a:path w="23494" h="52070">
                <a:moveTo>
                  <a:pt x="0" y="0"/>
                </a:moveTo>
                <a:lnTo>
                  <a:pt x="23280" y="0"/>
                </a:lnTo>
                <a:lnTo>
                  <a:pt x="23280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2620617" y="8138159"/>
            <a:ext cx="182245" cy="20320"/>
          </a:xfrm>
          <a:custGeom>
            <a:avLst/>
            <a:gdLst/>
            <a:ahLst/>
            <a:cxnLst/>
            <a:rect l="l" t="t" r="r" b="b"/>
            <a:pathLst>
              <a:path w="182244" h="20320">
                <a:moveTo>
                  <a:pt x="0" y="0"/>
                </a:moveTo>
                <a:lnTo>
                  <a:pt x="181755" y="0"/>
                </a:lnTo>
                <a:lnTo>
                  <a:pt x="181755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2778879" y="8086238"/>
            <a:ext cx="23495" cy="52705"/>
          </a:xfrm>
          <a:custGeom>
            <a:avLst/>
            <a:gdLst/>
            <a:ahLst/>
            <a:cxnLst/>
            <a:rect l="l" t="t" r="r" b="b"/>
            <a:pathLst>
              <a:path w="23494" h="52704">
                <a:moveTo>
                  <a:pt x="23493" y="52540"/>
                </a:moveTo>
                <a:lnTo>
                  <a:pt x="0" y="52540"/>
                </a:lnTo>
                <a:lnTo>
                  <a:pt x="0" y="0"/>
                </a:lnTo>
                <a:lnTo>
                  <a:pt x="23493" y="0"/>
                </a:lnTo>
                <a:lnTo>
                  <a:pt x="23493" y="525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2699641" y="8158001"/>
            <a:ext cx="23495" cy="34290"/>
          </a:xfrm>
          <a:custGeom>
            <a:avLst/>
            <a:gdLst/>
            <a:ahLst/>
            <a:cxnLst/>
            <a:rect l="l" t="t" r="r" b="b"/>
            <a:pathLst>
              <a:path w="23494" h="34290">
                <a:moveTo>
                  <a:pt x="23493" y="34172"/>
                </a:moveTo>
                <a:lnTo>
                  <a:pt x="0" y="34172"/>
                </a:lnTo>
                <a:lnTo>
                  <a:pt x="0" y="0"/>
                </a:lnTo>
                <a:lnTo>
                  <a:pt x="23493" y="0"/>
                </a:lnTo>
                <a:lnTo>
                  <a:pt x="23493" y="341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2589008" y="8192174"/>
            <a:ext cx="245110" cy="19685"/>
          </a:xfrm>
          <a:custGeom>
            <a:avLst/>
            <a:gdLst/>
            <a:ahLst/>
            <a:cxnLst/>
            <a:rect l="l" t="t" r="r" b="b"/>
            <a:pathLst>
              <a:path w="245110" h="19684">
                <a:moveTo>
                  <a:pt x="244761" y="19435"/>
                </a:moveTo>
                <a:lnTo>
                  <a:pt x="0" y="19435"/>
                </a:lnTo>
                <a:lnTo>
                  <a:pt x="0" y="0"/>
                </a:lnTo>
                <a:lnTo>
                  <a:pt x="244761" y="0"/>
                </a:lnTo>
                <a:lnTo>
                  <a:pt x="244761" y="19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2616132" y="8239759"/>
            <a:ext cx="187325" cy="19050"/>
          </a:xfrm>
          <a:custGeom>
            <a:avLst/>
            <a:gdLst/>
            <a:ahLst/>
            <a:cxnLst/>
            <a:rect l="l" t="t" r="r" b="b"/>
            <a:pathLst>
              <a:path w="187325" h="19050">
                <a:moveTo>
                  <a:pt x="0" y="0"/>
                </a:moveTo>
                <a:lnTo>
                  <a:pt x="187308" y="0"/>
                </a:lnTo>
                <a:lnTo>
                  <a:pt x="18730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2779520" y="8258809"/>
            <a:ext cx="24130" cy="66040"/>
          </a:xfrm>
          <a:custGeom>
            <a:avLst/>
            <a:gdLst/>
            <a:ahLst/>
            <a:cxnLst/>
            <a:rect l="l" t="t" r="r" b="b"/>
            <a:pathLst>
              <a:path w="24130" h="66040">
                <a:moveTo>
                  <a:pt x="0" y="0"/>
                </a:moveTo>
                <a:lnTo>
                  <a:pt x="23920" y="0"/>
                </a:lnTo>
                <a:lnTo>
                  <a:pt x="23920" y="66040"/>
                </a:lnTo>
                <a:lnTo>
                  <a:pt x="0" y="660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2976643" y="8085190"/>
            <a:ext cx="47625" cy="198120"/>
          </a:xfrm>
          <a:custGeom>
            <a:avLst/>
            <a:gdLst/>
            <a:ahLst/>
            <a:cxnLst/>
            <a:rect l="l" t="t" r="r" b="b"/>
            <a:pathLst>
              <a:path w="47625" h="198120">
                <a:moveTo>
                  <a:pt x="23503" y="46389"/>
                </a:moveTo>
                <a:lnTo>
                  <a:pt x="14612" y="44765"/>
                </a:lnTo>
                <a:lnTo>
                  <a:pt x="7113" y="40126"/>
                </a:lnTo>
                <a:lnTo>
                  <a:pt x="1932" y="32820"/>
                </a:lnTo>
                <a:lnTo>
                  <a:pt x="0" y="23194"/>
                </a:lnTo>
                <a:lnTo>
                  <a:pt x="1932" y="13568"/>
                </a:lnTo>
                <a:lnTo>
                  <a:pt x="7113" y="6262"/>
                </a:lnTo>
                <a:lnTo>
                  <a:pt x="14612" y="1623"/>
                </a:lnTo>
                <a:lnTo>
                  <a:pt x="23503" y="0"/>
                </a:lnTo>
                <a:lnTo>
                  <a:pt x="32395" y="1623"/>
                </a:lnTo>
                <a:lnTo>
                  <a:pt x="39894" y="6262"/>
                </a:lnTo>
                <a:lnTo>
                  <a:pt x="45074" y="13568"/>
                </a:lnTo>
                <a:lnTo>
                  <a:pt x="47007" y="23194"/>
                </a:lnTo>
                <a:lnTo>
                  <a:pt x="45074" y="32820"/>
                </a:lnTo>
                <a:lnTo>
                  <a:pt x="39894" y="40126"/>
                </a:lnTo>
                <a:lnTo>
                  <a:pt x="32395" y="44765"/>
                </a:lnTo>
                <a:lnTo>
                  <a:pt x="23503" y="46389"/>
                </a:lnTo>
                <a:close/>
              </a:path>
              <a:path w="47625" h="198120">
                <a:moveTo>
                  <a:pt x="23503" y="197927"/>
                </a:moveTo>
                <a:lnTo>
                  <a:pt x="14612" y="196260"/>
                </a:lnTo>
                <a:lnTo>
                  <a:pt x="7113" y="191549"/>
                </a:lnTo>
                <a:lnTo>
                  <a:pt x="1932" y="184228"/>
                </a:lnTo>
                <a:lnTo>
                  <a:pt x="0" y="174733"/>
                </a:lnTo>
                <a:lnTo>
                  <a:pt x="1932" y="165059"/>
                </a:lnTo>
                <a:lnTo>
                  <a:pt x="7113" y="157646"/>
                </a:lnTo>
                <a:lnTo>
                  <a:pt x="14612" y="152901"/>
                </a:lnTo>
                <a:lnTo>
                  <a:pt x="23503" y="151229"/>
                </a:lnTo>
                <a:lnTo>
                  <a:pt x="32395" y="152901"/>
                </a:lnTo>
                <a:lnTo>
                  <a:pt x="39894" y="157646"/>
                </a:lnTo>
                <a:lnTo>
                  <a:pt x="45074" y="165059"/>
                </a:lnTo>
                <a:lnTo>
                  <a:pt x="47007" y="174733"/>
                </a:lnTo>
                <a:lnTo>
                  <a:pt x="45074" y="184228"/>
                </a:lnTo>
                <a:lnTo>
                  <a:pt x="39894" y="191549"/>
                </a:lnTo>
                <a:lnTo>
                  <a:pt x="32395" y="196260"/>
                </a:lnTo>
                <a:lnTo>
                  <a:pt x="23503" y="197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3162680" y="8055910"/>
            <a:ext cx="234315" cy="268605"/>
          </a:xfrm>
          <a:custGeom>
            <a:avLst/>
            <a:gdLst/>
            <a:ahLst/>
            <a:cxnLst/>
            <a:rect l="l" t="t" r="r" b="b"/>
            <a:pathLst>
              <a:path w="234314" h="268604">
                <a:moveTo>
                  <a:pt x="233868" y="268468"/>
                </a:moveTo>
                <a:lnTo>
                  <a:pt x="211015" y="268468"/>
                </a:lnTo>
                <a:lnTo>
                  <a:pt x="211015" y="0"/>
                </a:lnTo>
                <a:lnTo>
                  <a:pt x="233868" y="0"/>
                </a:lnTo>
                <a:lnTo>
                  <a:pt x="233868" y="268468"/>
                </a:lnTo>
                <a:close/>
              </a:path>
              <a:path w="234314" h="268604">
                <a:moveTo>
                  <a:pt x="181755" y="254158"/>
                </a:moveTo>
                <a:lnTo>
                  <a:pt x="159329" y="254158"/>
                </a:lnTo>
                <a:lnTo>
                  <a:pt x="159329" y="153136"/>
                </a:lnTo>
                <a:lnTo>
                  <a:pt x="122807" y="153136"/>
                </a:lnTo>
                <a:lnTo>
                  <a:pt x="122807" y="133486"/>
                </a:lnTo>
                <a:lnTo>
                  <a:pt x="159329" y="133486"/>
                </a:lnTo>
                <a:lnTo>
                  <a:pt x="159329" y="96324"/>
                </a:lnTo>
                <a:lnTo>
                  <a:pt x="122807" y="96324"/>
                </a:lnTo>
                <a:lnTo>
                  <a:pt x="122807" y="76674"/>
                </a:lnTo>
                <a:lnTo>
                  <a:pt x="159329" y="76674"/>
                </a:lnTo>
                <a:lnTo>
                  <a:pt x="159329" y="6620"/>
                </a:lnTo>
                <a:lnTo>
                  <a:pt x="181755" y="6620"/>
                </a:lnTo>
                <a:lnTo>
                  <a:pt x="181755" y="254158"/>
                </a:lnTo>
                <a:close/>
              </a:path>
              <a:path w="234314" h="268604">
                <a:moveTo>
                  <a:pt x="129215" y="53821"/>
                </a:moveTo>
                <a:lnTo>
                  <a:pt x="5766" y="53821"/>
                </a:lnTo>
                <a:lnTo>
                  <a:pt x="5766" y="33959"/>
                </a:lnTo>
                <a:lnTo>
                  <a:pt x="129215" y="33959"/>
                </a:lnTo>
                <a:lnTo>
                  <a:pt x="129215" y="53821"/>
                </a:lnTo>
                <a:close/>
              </a:path>
              <a:path w="234314" h="268604">
                <a:moveTo>
                  <a:pt x="2990" y="202686"/>
                </a:moveTo>
                <a:lnTo>
                  <a:pt x="0" y="182396"/>
                </a:lnTo>
                <a:lnTo>
                  <a:pt x="28405" y="182182"/>
                </a:lnTo>
                <a:lnTo>
                  <a:pt x="28405" y="53821"/>
                </a:lnTo>
                <a:lnTo>
                  <a:pt x="49977" y="53821"/>
                </a:lnTo>
                <a:lnTo>
                  <a:pt x="49977" y="181755"/>
                </a:lnTo>
                <a:lnTo>
                  <a:pt x="135490" y="181755"/>
                </a:lnTo>
                <a:lnTo>
                  <a:pt x="136690" y="194356"/>
                </a:lnTo>
                <a:lnTo>
                  <a:pt x="103035" y="198601"/>
                </a:lnTo>
                <a:lnTo>
                  <a:pt x="67357" y="201084"/>
                </a:lnTo>
                <a:lnTo>
                  <a:pt x="32921" y="202285"/>
                </a:lnTo>
                <a:lnTo>
                  <a:pt x="2990" y="202686"/>
                </a:lnTo>
                <a:close/>
              </a:path>
              <a:path w="234314" h="268604">
                <a:moveTo>
                  <a:pt x="135490" y="181755"/>
                </a:moveTo>
                <a:lnTo>
                  <a:pt x="49977" y="181755"/>
                </a:lnTo>
                <a:lnTo>
                  <a:pt x="84790" y="180474"/>
                </a:lnTo>
                <a:lnTo>
                  <a:pt x="84790" y="53821"/>
                </a:lnTo>
                <a:lnTo>
                  <a:pt x="106575" y="53821"/>
                </a:lnTo>
                <a:lnTo>
                  <a:pt x="106575" y="179085"/>
                </a:lnTo>
                <a:lnTo>
                  <a:pt x="135236" y="179085"/>
                </a:lnTo>
                <a:lnTo>
                  <a:pt x="135490" y="181755"/>
                </a:lnTo>
                <a:close/>
              </a:path>
              <a:path w="234314" h="268604">
                <a:moveTo>
                  <a:pt x="135236" y="179085"/>
                </a:moveTo>
                <a:lnTo>
                  <a:pt x="106575" y="179085"/>
                </a:lnTo>
                <a:lnTo>
                  <a:pt x="121259" y="177871"/>
                </a:lnTo>
                <a:lnTo>
                  <a:pt x="128260" y="177178"/>
                </a:lnTo>
                <a:lnTo>
                  <a:pt x="134981" y="176416"/>
                </a:lnTo>
                <a:lnTo>
                  <a:pt x="135236" y="1790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3429227" y="8055910"/>
            <a:ext cx="256540" cy="268605"/>
          </a:xfrm>
          <a:custGeom>
            <a:avLst/>
            <a:gdLst/>
            <a:ahLst/>
            <a:cxnLst/>
            <a:rect l="l" t="t" r="r" b="b"/>
            <a:pathLst>
              <a:path w="256539" h="268604">
                <a:moveTo>
                  <a:pt x="211656" y="268468"/>
                </a:moveTo>
                <a:lnTo>
                  <a:pt x="187949" y="268468"/>
                </a:lnTo>
                <a:lnTo>
                  <a:pt x="187949" y="0"/>
                </a:lnTo>
                <a:lnTo>
                  <a:pt x="211656" y="0"/>
                </a:lnTo>
                <a:lnTo>
                  <a:pt x="211656" y="108925"/>
                </a:lnTo>
                <a:lnTo>
                  <a:pt x="256508" y="108925"/>
                </a:lnTo>
                <a:lnTo>
                  <a:pt x="256508" y="129428"/>
                </a:lnTo>
                <a:lnTo>
                  <a:pt x="211656" y="129428"/>
                </a:lnTo>
                <a:lnTo>
                  <a:pt x="211656" y="268468"/>
                </a:lnTo>
                <a:close/>
              </a:path>
              <a:path w="256539" h="268604">
                <a:moveTo>
                  <a:pt x="14950" y="211015"/>
                </a:moveTo>
                <a:lnTo>
                  <a:pt x="0" y="192007"/>
                </a:lnTo>
                <a:lnTo>
                  <a:pt x="27471" y="171964"/>
                </a:lnTo>
                <a:lnTo>
                  <a:pt x="49817" y="143151"/>
                </a:lnTo>
                <a:lnTo>
                  <a:pt x="64874" y="108811"/>
                </a:lnTo>
                <a:lnTo>
                  <a:pt x="70481" y="72189"/>
                </a:lnTo>
                <a:lnTo>
                  <a:pt x="70481" y="23280"/>
                </a:lnTo>
                <a:lnTo>
                  <a:pt x="93974" y="23280"/>
                </a:lnTo>
                <a:lnTo>
                  <a:pt x="93974" y="72189"/>
                </a:lnTo>
                <a:lnTo>
                  <a:pt x="99354" y="107380"/>
                </a:lnTo>
                <a:lnTo>
                  <a:pt x="105686" y="121312"/>
                </a:lnTo>
                <a:lnTo>
                  <a:pt x="82548" y="121312"/>
                </a:lnTo>
                <a:lnTo>
                  <a:pt x="71190" y="149760"/>
                </a:lnTo>
                <a:lnTo>
                  <a:pt x="55597" y="174934"/>
                </a:lnTo>
                <a:lnTo>
                  <a:pt x="36580" y="195723"/>
                </a:lnTo>
                <a:lnTo>
                  <a:pt x="14950" y="211015"/>
                </a:lnTo>
                <a:close/>
              </a:path>
              <a:path w="256539" h="268604">
                <a:moveTo>
                  <a:pt x="148650" y="205890"/>
                </a:moveTo>
                <a:lnTo>
                  <a:pt x="127569" y="191383"/>
                </a:lnTo>
                <a:lnTo>
                  <a:pt x="109032" y="171770"/>
                </a:lnTo>
                <a:lnTo>
                  <a:pt x="93777" y="148073"/>
                </a:lnTo>
                <a:lnTo>
                  <a:pt x="82548" y="121312"/>
                </a:lnTo>
                <a:lnTo>
                  <a:pt x="105686" y="121312"/>
                </a:lnTo>
                <a:lnTo>
                  <a:pt x="114264" y="140187"/>
                </a:lnTo>
                <a:lnTo>
                  <a:pt x="136383" y="167669"/>
                </a:lnTo>
                <a:lnTo>
                  <a:pt x="163387" y="186881"/>
                </a:lnTo>
                <a:lnTo>
                  <a:pt x="148650" y="205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3700472" y="8054629"/>
            <a:ext cx="245110" cy="269240"/>
          </a:xfrm>
          <a:custGeom>
            <a:avLst/>
            <a:gdLst/>
            <a:ahLst/>
            <a:cxnLst/>
            <a:rect l="l" t="t" r="r" b="b"/>
            <a:pathLst>
              <a:path w="245110" h="269240">
                <a:moveTo>
                  <a:pt x="133913" y="27765"/>
                </a:moveTo>
                <a:lnTo>
                  <a:pt x="110633" y="27765"/>
                </a:lnTo>
                <a:lnTo>
                  <a:pt x="110633" y="0"/>
                </a:lnTo>
                <a:lnTo>
                  <a:pt x="133913" y="0"/>
                </a:lnTo>
                <a:lnTo>
                  <a:pt x="133913" y="27765"/>
                </a:lnTo>
                <a:close/>
              </a:path>
              <a:path w="245110" h="269240">
                <a:moveTo>
                  <a:pt x="219772" y="46773"/>
                </a:moveTo>
                <a:lnTo>
                  <a:pt x="25202" y="46773"/>
                </a:lnTo>
                <a:lnTo>
                  <a:pt x="25202" y="27765"/>
                </a:lnTo>
                <a:lnTo>
                  <a:pt x="219772" y="27765"/>
                </a:lnTo>
                <a:lnTo>
                  <a:pt x="219772" y="46773"/>
                </a:lnTo>
                <a:close/>
              </a:path>
              <a:path w="245110" h="269240">
                <a:moveTo>
                  <a:pt x="22212" y="121312"/>
                </a:moveTo>
                <a:lnTo>
                  <a:pt x="14523" y="103158"/>
                </a:lnTo>
                <a:lnTo>
                  <a:pt x="50287" y="96540"/>
                </a:lnTo>
                <a:lnTo>
                  <a:pt x="80065" y="84577"/>
                </a:lnTo>
                <a:lnTo>
                  <a:pt x="100752" y="67807"/>
                </a:lnTo>
                <a:lnTo>
                  <a:pt x="109245" y="46773"/>
                </a:lnTo>
                <a:lnTo>
                  <a:pt x="135195" y="46773"/>
                </a:lnTo>
                <a:lnTo>
                  <a:pt x="143600" y="67807"/>
                </a:lnTo>
                <a:lnTo>
                  <a:pt x="150041" y="73043"/>
                </a:lnTo>
                <a:lnTo>
                  <a:pt x="122273" y="73043"/>
                </a:lnTo>
                <a:lnTo>
                  <a:pt x="105948" y="91458"/>
                </a:lnTo>
                <a:lnTo>
                  <a:pt x="82655" y="105668"/>
                </a:lnTo>
                <a:lnTo>
                  <a:pt x="54155" y="115632"/>
                </a:lnTo>
                <a:lnTo>
                  <a:pt x="22212" y="121312"/>
                </a:lnTo>
                <a:close/>
              </a:path>
              <a:path w="245110" h="269240">
                <a:moveTo>
                  <a:pt x="222335" y="121312"/>
                </a:moveTo>
                <a:lnTo>
                  <a:pt x="190227" y="115632"/>
                </a:lnTo>
                <a:lnTo>
                  <a:pt x="161692" y="105668"/>
                </a:lnTo>
                <a:lnTo>
                  <a:pt x="138464" y="91458"/>
                </a:lnTo>
                <a:lnTo>
                  <a:pt x="122273" y="73043"/>
                </a:lnTo>
                <a:lnTo>
                  <a:pt x="150041" y="73043"/>
                </a:lnTo>
                <a:lnTo>
                  <a:pt x="164228" y="84577"/>
                </a:lnTo>
                <a:lnTo>
                  <a:pt x="194048" y="96540"/>
                </a:lnTo>
                <a:lnTo>
                  <a:pt x="230024" y="103158"/>
                </a:lnTo>
                <a:lnTo>
                  <a:pt x="222335" y="121312"/>
                </a:lnTo>
                <a:close/>
              </a:path>
              <a:path w="245110" h="269240">
                <a:moveTo>
                  <a:pt x="244761" y="155698"/>
                </a:moveTo>
                <a:lnTo>
                  <a:pt x="0" y="155698"/>
                </a:lnTo>
                <a:lnTo>
                  <a:pt x="0" y="136476"/>
                </a:lnTo>
                <a:lnTo>
                  <a:pt x="244761" y="136476"/>
                </a:lnTo>
                <a:lnTo>
                  <a:pt x="244761" y="155698"/>
                </a:lnTo>
                <a:close/>
              </a:path>
              <a:path w="245110" h="269240">
                <a:moveTo>
                  <a:pt x="133913" y="186454"/>
                </a:moveTo>
                <a:lnTo>
                  <a:pt x="110633" y="186454"/>
                </a:lnTo>
                <a:lnTo>
                  <a:pt x="110633" y="155698"/>
                </a:lnTo>
                <a:lnTo>
                  <a:pt x="133913" y="155698"/>
                </a:lnTo>
                <a:lnTo>
                  <a:pt x="133913" y="186454"/>
                </a:lnTo>
                <a:close/>
              </a:path>
              <a:path w="245110" h="269240">
                <a:moveTo>
                  <a:pt x="214433" y="268895"/>
                </a:moveTo>
                <a:lnTo>
                  <a:pt x="190512" y="268895"/>
                </a:lnTo>
                <a:lnTo>
                  <a:pt x="190512" y="205890"/>
                </a:lnTo>
                <a:lnTo>
                  <a:pt x="27124" y="205890"/>
                </a:lnTo>
                <a:lnTo>
                  <a:pt x="27124" y="186454"/>
                </a:lnTo>
                <a:lnTo>
                  <a:pt x="214433" y="186454"/>
                </a:lnTo>
                <a:lnTo>
                  <a:pt x="214433" y="268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4045758" y="8055910"/>
            <a:ext cx="222250" cy="269240"/>
          </a:xfrm>
          <a:custGeom>
            <a:avLst/>
            <a:gdLst/>
            <a:ahLst/>
            <a:cxnLst/>
            <a:rect l="l" t="t" r="r" b="b"/>
            <a:pathLst>
              <a:path w="222250" h="269240">
                <a:moveTo>
                  <a:pt x="221908" y="268895"/>
                </a:moveTo>
                <a:lnTo>
                  <a:pt x="198201" y="268895"/>
                </a:lnTo>
                <a:lnTo>
                  <a:pt x="198201" y="127506"/>
                </a:lnTo>
                <a:lnTo>
                  <a:pt x="139253" y="127506"/>
                </a:lnTo>
                <a:lnTo>
                  <a:pt x="139253" y="107857"/>
                </a:lnTo>
                <a:lnTo>
                  <a:pt x="198201" y="107857"/>
                </a:lnTo>
                <a:lnTo>
                  <a:pt x="198201" y="0"/>
                </a:lnTo>
                <a:lnTo>
                  <a:pt x="221908" y="0"/>
                </a:lnTo>
                <a:lnTo>
                  <a:pt x="221908" y="268895"/>
                </a:lnTo>
                <a:close/>
              </a:path>
              <a:path w="222250" h="269240">
                <a:moveTo>
                  <a:pt x="92479" y="46773"/>
                </a:moveTo>
                <a:lnTo>
                  <a:pt x="68772" y="46773"/>
                </a:lnTo>
                <a:lnTo>
                  <a:pt x="68772" y="4912"/>
                </a:lnTo>
                <a:lnTo>
                  <a:pt x="92479" y="4912"/>
                </a:lnTo>
                <a:lnTo>
                  <a:pt x="92479" y="46773"/>
                </a:lnTo>
                <a:close/>
              </a:path>
              <a:path w="222250" h="269240">
                <a:moveTo>
                  <a:pt x="152922" y="65995"/>
                </a:moveTo>
                <a:lnTo>
                  <a:pt x="7048" y="65995"/>
                </a:lnTo>
                <a:lnTo>
                  <a:pt x="7048" y="46773"/>
                </a:lnTo>
                <a:lnTo>
                  <a:pt x="152922" y="46773"/>
                </a:lnTo>
                <a:lnTo>
                  <a:pt x="152922" y="65995"/>
                </a:lnTo>
                <a:close/>
              </a:path>
              <a:path w="222250" h="269240">
                <a:moveTo>
                  <a:pt x="13455" y="216355"/>
                </a:moveTo>
                <a:lnTo>
                  <a:pt x="0" y="197987"/>
                </a:lnTo>
                <a:lnTo>
                  <a:pt x="27324" y="179469"/>
                </a:lnTo>
                <a:lnTo>
                  <a:pt x="49123" y="153162"/>
                </a:lnTo>
                <a:lnTo>
                  <a:pt x="63553" y="121609"/>
                </a:lnTo>
                <a:lnTo>
                  <a:pt x="68772" y="87353"/>
                </a:lnTo>
                <a:lnTo>
                  <a:pt x="68772" y="65995"/>
                </a:lnTo>
                <a:lnTo>
                  <a:pt x="92052" y="65995"/>
                </a:lnTo>
                <a:lnTo>
                  <a:pt x="92052" y="87353"/>
                </a:lnTo>
                <a:lnTo>
                  <a:pt x="97411" y="120121"/>
                </a:lnTo>
                <a:lnTo>
                  <a:pt x="103707" y="132952"/>
                </a:lnTo>
                <a:lnTo>
                  <a:pt x="80732" y="132952"/>
                </a:lnTo>
                <a:lnTo>
                  <a:pt x="69620" y="159680"/>
                </a:lnTo>
                <a:lnTo>
                  <a:pt x="54222" y="183143"/>
                </a:lnTo>
                <a:lnTo>
                  <a:pt x="35260" y="202362"/>
                </a:lnTo>
                <a:lnTo>
                  <a:pt x="13455" y="216355"/>
                </a:lnTo>
                <a:close/>
              </a:path>
              <a:path w="222250" h="269240">
                <a:moveTo>
                  <a:pt x="148650" y="211656"/>
                </a:moveTo>
                <a:lnTo>
                  <a:pt x="126790" y="198443"/>
                </a:lnTo>
                <a:lnTo>
                  <a:pt x="107683" y="180353"/>
                </a:lnTo>
                <a:lnTo>
                  <a:pt x="92080" y="158240"/>
                </a:lnTo>
                <a:lnTo>
                  <a:pt x="80732" y="132952"/>
                </a:lnTo>
                <a:lnTo>
                  <a:pt x="103707" y="132952"/>
                </a:lnTo>
                <a:lnTo>
                  <a:pt x="112182" y="150226"/>
                </a:lnTo>
                <a:lnTo>
                  <a:pt x="134401" y="175324"/>
                </a:lnTo>
                <a:lnTo>
                  <a:pt x="162106" y="193075"/>
                </a:lnTo>
                <a:lnTo>
                  <a:pt x="148650" y="211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4327682" y="8055910"/>
            <a:ext cx="207010" cy="269240"/>
          </a:xfrm>
          <a:custGeom>
            <a:avLst/>
            <a:gdLst/>
            <a:ahLst/>
            <a:cxnLst/>
            <a:rect l="l" t="t" r="r" b="b"/>
            <a:pathLst>
              <a:path w="207010" h="269240">
                <a:moveTo>
                  <a:pt x="206530" y="268895"/>
                </a:moveTo>
                <a:lnTo>
                  <a:pt x="183037" y="268895"/>
                </a:lnTo>
                <a:lnTo>
                  <a:pt x="183037" y="0"/>
                </a:lnTo>
                <a:lnTo>
                  <a:pt x="206530" y="0"/>
                </a:lnTo>
                <a:lnTo>
                  <a:pt x="206530" y="268895"/>
                </a:lnTo>
                <a:close/>
              </a:path>
              <a:path w="207010" h="269240">
                <a:moveTo>
                  <a:pt x="22852" y="203754"/>
                </a:moveTo>
                <a:lnTo>
                  <a:pt x="427" y="203754"/>
                </a:lnTo>
                <a:lnTo>
                  <a:pt x="427" y="101022"/>
                </a:lnTo>
                <a:lnTo>
                  <a:pt x="101022" y="101022"/>
                </a:lnTo>
                <a:lnTo>
                  <a:pt x="101022" y="44637"/>
                </a:lnTo>
                <a:lnTo>
                  <a:pt x="0" y="44637"/>
                </a:lnTo>
                <a:lnTo>
                  <a:pt x="0" y="24988"/>
                </a:lnTo>
                <a:lnTo>
                  <a:pt x="124943" y="24988"/>
                </a:lnTo>
                <a:lnTo>
                  <a:pt x="124943" y="120458"/>
                </a:lnTo>
                <a:lnTo>
                  <a:pt x="24775" y="120458"/>
                </a:lnTo>
                <a:lnTo>
                  <a:pt x="24775" y="183891"/>
                </a:lnTo>
                <a:lnTo>
                  <a:pt x="158142" y="183891"/>
                </a:lnTo>
                <a:lnTo>
                  <a:pt x="159329" y="193929"/>
                </a:lnTo>
                <a:lnTo>
                  <a:pt x="123708" y="198798"/>
                </a:lnTo>
                <a:lnTo>
                  <a:pt x="89970" y="201805"/>
                </a:lnTo>
                <a:lnTo>
                  <a:pt x="56791" y="203330"/>
                </a:lnTo>
                <a:lnTo>
                  <a:pt x="22852" y="203754"/>
                </a:lnTo>
                <a:close/>
              </a:path>
              <a:path w="207010" h="269240">
                <a:moveTo>
                  <a:pt x="158142" y="183891"/>
                </a:moveTo>
                <a:lnTo>
                  <a:pt x="24775" y="183891"/>
                </a:lnTo>
                <a:lnTo>
                  <a:pt x="57461" y="183407"/>
                </a:lnTo>
                <a:lnTo>
                  <a:pt x="89556" y="181862"/>
                </a:lnTo>
                <a:lnTo>
                  <a:pt x="122312" y="178875"/>
                </a:lnTo>
                <a:lnTo>
                  <a:pt x="156980" y="174066"/>
                </a:lnTo>
                <a:lnTo>
                  <a:pt x="158142" y="183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4578424" y="8055910"/>
            <a:ext cx="222885" cy="269240"/>
          </a:xfrm>
          <a:custGeom>
            <a:avLst/>
            <a:gdLst/>
            <a:ahLst/>
            <a:cxnLst/>
            <a:rect l="l" t="t" r="r" b="b"/>
            <a:pathLst>
              <a:path w="222885" h="269240">
                <a:moveTo>
                  <a:pt x="222762" y="268895"/>
                </a:moveTo>
                <a:lnTo>
                  <a:pt x="199055" y="268895"/>
                </a:lnTo>
                <a:lnTo>
                  <a:pt x="199055" y="0"/>
                </a:lnTo>
                <a:lnTo>
                  <a:pt x="222762" y="0"/>
                </a:lnTo>
                <a:lnTo>
                  <a:pt x="222762" y="268895"/>
                </a:lnTo>
                <a:close/>
              </a:path>
              <a:path w="222885" h="269240">
                <a:moveTo>
                  <a:pt x="14950" y="212510"/>
                </a:moveTo>
                <a:lnTo>
                  <a:pt x="0" y="192648"/>
                </a:lnTo>
                <a:lnTo>
                  <a:pt x="28265" y="173225"/>
                </a:lnTo>
                <a:lnTo>
                  <a:pt x="51525" y="144592"/>
                </a:lnTo>
                <a:lnTo>
                  <a:pt x="67337" y="109872"/>
                </a:lnTo>
                <a:lnTo>
                  <a:pt x="73257" y="72189"/>
                </a:lnTo>
                <a:lnTo>
                  <a:pt x="73257" y="23280"/>
                </a:lnTo>
                <a:lnTo>
                  <a:pt x="96964" y="23280"/>
                </a:lnTo>
                <a:lnTo>
                  <a:pt x="96964" y="72189"/>
                </a:lnTo>
                <a:lnTo>
                  <a:pt x="102664" y="108454"/>
                </a:lnTo>
                <a:lnTo>
                  <a:pt x="109106" y="122167"/>
                </a:lnTo>
                <a:lnTo>
                  <a:pt x="85324" y="122167"/>
                </a:lnTo>
                <a:lnTo>
                  <a:pt x="73532" y="151135"/>
                </a:lnTo>
                <a:lnTo>
                  <a:pt x="57305" y="176589"/>
                </a:lnTo>
                <a:lnTo>
                  <a:pt x="37494" y="197418"/>
                </a:lnTo>
                <a:lnTo>
                  <a:pt x="14950" y="212510"/>
                </a:lnTo>
                <a:close/>
              </a:path>
              <a:path w="222885" h="269240">
                <a:moveTo>
                  <a:pt x="155058" y="207171"/>
                </a:moveTo>
                <a:lnTo>
                  <a:pt x="133079" y="192958"/>
                </a:lnTo>
                <a:lnTo>
                  <a:pt x="113543" y="173399"/>
                </a:lnTo>
                <a:lnTo>
                  <a:pt x="97331" y="149475"/>
                </a:lnTo>
                <a:lnTo>
                  <a:pt x="85324" y="122167"/>
                </a:lnTo>
                <a:lnTo>
                  <a:pt x="109106" y="122167"/>
                </a:lnTo>
                <a:lnTo>
                  <a:pt x="118376" y="141896"/>
                </a:lnTo>
                <a:lnTo>
                  <a:pt x="141536" y="169531"/>
                </a:lnTo>
                <a:lnTo>
                  <a:pt x="169581" y="188376"/>
                </a:lnTo>
                <a:lnTo>
                  <a:pt x="155058" y="2071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4847106" y="8055910"/>
            <a:ext cx="233045" cy="265430"/>
          </a:xfrm>
          <a:custGeom>
            <a:avLst/>
            <a:gdLst/>
            <a:ahLst/>
            <a:cxnLst/>
            <a:rect l="l" t="t" r="r" b="b"/>
            <a:pathLst>
              <a:path w="233045" h="265429">
                <a:moveTo>
                  <a:pt x="222762" y="138826"/>
                </a:moveTo>
                <a:lnTo>
                  <a:pt x="199055" y="138826"/>
                </a:lnTo>
                <a:lnTo>
                  <a:pt x="199055" y="68985"/>
                </a:lnTo>
                <a:lnTo>
                  <a:pt x="139253" y="68985"/>
                </a:lnTo>
                <a:lnTo>
                  <a:pt x="139253" y="49336"/>
                </a:lnTo>
                <a:lnTo>
                  <a:pt x="199055" y="49336"/>
                </a:lnTo>
                <a:lnTo>
                  <a:pt x="199055" y="0"/>
                </a:lnTo>
                <a:lnTo>
                  <a:pt x="222762" y="0"/>
                </a:lnTo>
                <a:lnTo>
                  <a:pt x="222762" y="138826"/>
                </a:lnTo>
                <a:close/>
              </a:path>
              <a:path w="233045" h="265429">
                <a:moveTo>
                  <a:pt x="12814" y="139466"/>
                </a:moveTo>
                <a:lnTo>
                  <a:pt x="0" y="120458"/>
                </a:lnTo>
                <a:lnTo>
                  <a:pt x="27678" y="106792"/>
                </a:lnTo>
                <a:lnTo>
                  <a:pt x="49229" y="86899"/>
                </a:lnTo>
                <a:lnTo>
                  <a:pt x="63252" y="62161"/>
                </a:lnTo>
                <a:lnTo>
                  <a:pt x="68345" y="33959"/>
                </a:lnTo>
                <a:lnTo>
                  <a:pt x="68345" y="8543"/>
                </a:lnTo>
                <a:lnTo>
                  <a:pt x="91625" y="8543"/>
                </a:lnTo>
                <a:lnTo>
                  <a:pt x="91625" y="33959"/>
                </a:lnTo>
                <a:lnTo>
                  <a:pt x="96454" y="59571"/>
                </a:lnTo>
                <a:lnTo>
                  <a:pt x="105120" y="74005"/>
                </a:lnTo>
                <a:lnTo>
                  <a:pt x="80412" y="74005"/>
                </a:lnTo>
                <a:lnTo>
                  <a:pt x="69459" y="95511"/>
                </a:lnTo>
                <a:lnTo>
                  <a:pt x="54222" y="113904"/>
                </a:lnTo>
                <a:lnTo>
                  <a:pt x="35180" y="128712"/>
                </a:lnTo>
                <a:lnTo>
                  <a:pt x="12814" y="139466"/>
                </a:lnTo>
                <a:close/>
              </a:path>
              <a:path w="233045" h="265429">
                <a:moveTo>
                  <a:pt x="145660" y="132846"/>
                </a:moveTo>
                <a:lnTo>
                  <a:pt x="124608" y="123006"/>
                </a:lnTo>
                <a:lnTo>
                  <a:pt x="106348" y="109632"/>
                </a:lnTo>
                <a:lnTo>
                  <a:pt x="91433" y="93155"/>
                </a:lnTo>
                <a:lnTo>
                  <a:pt x="80412" y="74005"/>
                </a:lnTo>
                <a:lnTo>
                  <a:pt x="105120" y="74005"/>
                </a:lnTo>
                <a:lnTo>
                  <a:pt x="110233" y="82521"/>
                </a:lnTo>
                <a:lnTo>
                  <a:pt x="131421" y="101266"/>
                </a:lnTo>
                <a:lnTo>
                  <a:pt x="158475" y="114264"/>
                </a:lnTo>
                <a:lnTo>
                  <a:pt x="145660" y="132846"/>
                </a:lnTo>
                <a:close/>
              </a:path>
              <a:path w="233045" h="265429">
                <a:moveTo>
                  <a:pt x="232800" y="264837"/>
                </a:moveTo>
                <a:lnTo>
                  <a:pt x="49336" y="264837"/>
                </a:lnTo>
                <a:lnTo>
                  <a:pt x="49336" y="198201"/>
                </a:lnTo>
                <a:lnTo>
                  <a:pt x="199269" y="198201"/>
                </a:lnTo>
                <a:lnTo>
                  <a:pt x="199269" y="171503"/>
                </a:lnTo>
                <a:lnTo>
                  <a:pt x="48695" y="171503"/>
                </a:lnTo>
                <a:lnTo>
                  <a:pt x="48695" y="152495"/>
                </a:lnTo>
                <a:lnTo>
                  <a:pt x="222762" y="152495"/>
                </a:lnTo>
                <a:lnTo>
                  <a:pt x="222762" y="216355"/>
                </a:lnTo>
                <a:lnTo>
                  <a:pt x="72616" y="216355"/>
                </a:lnTo>
                <a:lnTo>
                  <a:pt x="72616" y="245615"/>
                </a:lnTo>
                <a:lnTo>
                  <a:pt x="232800" y="245615"/>
                </a:lnTo>
                <a:lnTo>
                  <a:pt x="232800" y="2648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5223277" y="8067040"/>
            <a:ext cx="23495" cy="36830"/>
          </a:xfrm>
          <a:custGeom>
            <a:avLst/>
            <a:gdLst/>
            <a:ahLst/>
            <a:cxnLst/>
            <a:rect l="l" t="t" r="r" b="b"/>
            <a:pathLst>
              <a:path w="23495" h="36829">
                <a:moveTo>
                  <a:pt x="0" y="0"/>
                </a:moveTo>
                <a:lnTo>
                  <a:pt x="23493" y="0"/>
                </a:lnTo>
                <a:lnTo>
                  <a:pt x="23493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5223277" y="8103869"/>
            <a:ext cx="182880" cy="19050"/>
          </a:xfrm>
          <a:custGeom>
            <a:avLst/>
            <a:gdLst/>
            <a:ahLst/>
            <a:cxnLst/>
            <a:rect l="l" t="t" r="r" b="b"/>
            <a:pathLst>
              <a:path w="182879" h="19050">
                <a:moveTo>
                  <a:pt x="0" y="0"/>
                </a:moveTo>
                <a:lnTo>
                  <a:pt x="182609" y="0"/>
                </a:lnTo>
                <a:lnTo>
                  <a:pt x="18260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5223277" y="8122919"/>
            <a:ext cx="23495" cy="40640"/>
          </a:xfrm>
          <a:custGeom>
            <a:avLst/>
            <a:gdLst/>
            <a:ahLst/>
            <a:cxnLst/>
            <a:rect l="l" t="t" r="r" b="b"/>
            <a:pathLst>
              <a:path w="23495" h="40640">
                <a:moveTo>
                  <a:pt x="0" y="0"/>
                </a:moveTo>
                <a:lnTo>
                  <a:pt x="23493" y="0"/>
                </a:lnTo>
                <a:lnTo>
                  <a:pt x="23493" y="4064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5223277" y="8163559"/>
            <a:ext cx="182880" cy="19050"/>
          </a:xfrm>
          <a:custGeom>
            <a:avLst/>
            <a:gdLst/>
            <a:ahLst/>
            <a:cxnLst/>
            <a:rect l="l" t="t" r="r" b="b"/>
            <a:pathLst>
              <a:path w="182879" h="19050">
                <a:moveTo>
                  <a:pt x="0" y="0"/>
                </a:moveTo>
                <a:lnTo>
                  <a:pt x="182609" y="0"/>
                </a:lnTo>
                <a:lnTo>
                  <a:pt x="18260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5382180" y="8067016"/>
            <a:ext cx="24130" cy="37465"/>
          </a:xfrm>
          <a:custGeom>
            <a:avLst/>
            <a:gdLst/>
            <a:ahLst/>
            <a:cxnLst/>
            <a:rect l="l" t="t" r="r" b="b"/>
            <a:pathLst>
              <a:path w="24129" h="37465">
                <a:moveTo>
                  <a:pt x="23707" y="37162"/>
                </a:moveTo>
                <a:lnTo>
                  <a:pt x="0" y="37162"/>
                </a:lnTo>
                <a:lnTo>
                  <a:pt x="0" y="0"/>
                </a:lnTo>
                <a:lnTo>
                  <a:pt x="23707" y="0"/>
                </a:lnTo>
                <a:lnTo>
                  <a:pt x="23707" y="37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5382180" y="8123401"/>
            <a:ext cx="24130" cy="40005"/>
          </a:xfrm>
          <a:custGeom>
            <a:avLst/>
            <a:gdLst/>
            <a:ahLst/>
            <a:cxnLst/>
            <a:rect l="l" t="t" r="r" b="b"/>
            <a:pathLst>
              <a:path w="24129" h="40004">
                <a:moveTo>
                  <a:pt x="23707" y="39939"/>
                </a:moveTo>
                <a:lnTo>
                  <a:pt x="0" y="39939"/>
                </a:lnTo>
                <a:lnTo>
                  <a:pt x="0" y="0"/>
                </a:lnTo>
                <a:lnTo>
                  <a:pt x="23707" y="0"/>
                </a:lnTo>
                <a:lnTo>
                  <a:pt x="23707" y="39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5191667" y="8215240"/>
            <a:ext cx="246379" cy="19685"/>
          </a:xfrm>
          <a:custGeom>
            <a:avLst/>
            <a:gdLst/>
            <a:ahLst/>
            <a:cxnLst/>
            <a:rect l="l" t="t" r="r" b="b"/>
            <a:pathLst>
              <a:path w="246379" h="19684">
                <a:moveTo>
                  <a:pt x="245829" y="19222"/>
                </a:moveTo>
                <a:lnTo>
                  <a:pt x="0" y="19222"/>
                </a:lnTo>
                <a:lnTo>
                  <a:pt x="0" y="0"/>
                </a:lnTo>
                <a:lnTo>
                  <a:pt x="245829" y="0"/>
                </a:lnTo>
                <a:lnTo>
                  <a:pt x="245829" y="192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5302301" y="8234462"/>
            <a:ext cx="23495" cy="90170"/>
          </a:xfrm>
          <a:custGeom>
            <a:avLst/>
            <a:gdLst/>
            <a:ahLst/>
            <a:cxnLst/>
            <a:rect l="l" t="t" r="r" b="b"/>
            <a:pathLst>
              <a:path w="23495" h="90170">
                <a:moveTo>
                  <a:pt x="23280" y="89916"/>
                </a:moveTo>
                <a:lnTo>
                  <a:pt x="0" y="89916"/>
                </a:lnTo>
                <a:lnTo>
                  <a:pt x="0" y="0"/>
                </a:lnTo>
                <a:lnTo>
                  <a:pt x="23280" y="0"/>
                </a:lnTo>
                <a:lnTo>
                  <a:pt x="23280" y="899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5459495" y="8067016"/>
            <a:ext cx="245745" cy="257810"/>
          </a:xfrm>
          <a:custGeom>
            <a:avLst/>
            <a:gdLst/>
            <a:ahLst/>
            <a:cxnLst/>
            <a:rect l="l" t="t" r="r" b="b"/>
            <a:pathLst>
              <a:path w="245745" h="257809">
                <a:moveTo>
                  <a:pt x="222762" y="19222"/>
                </a:moveTo>
                <a:lnTo>
                  <a:pt x="22425" y="19222"/>
                </a:lnTo>
                <a:lnTo>
                  <a:pt x="22425" y="0"/>
                </a:lnTo>
                <a:lnTo>
                  <a:pt x="222762" y="0"/>
                </a:lnTo>
                <a:lnTo>
                  <a:pt x="222762" y="19222"/>
                </a:lnTo>
                <a:close/>
              </a:path>
              <a:path w="245745" h="257809">
                <a:moveTo>
                  <a:pt x="22639" y="98246"/>
                </a:moveTo>
                <a:lnTo>
                  <a:pt x="13882" y="79237"/>
                </a:lnTo>
                <a:lnTo>
                  <a:pt x="48210" y="71917"/>
                </a:lnTo>
                <a:lnTo>
                  <a:pt x="77862" y="58720"/>
                </a:lnTo>
                <a:lnTo>
                  <a:pt x="98805" y="40778"/>
                </a:lnTo>
                <a:lnTo>
                  <a:pt x="107003" y="19222"/>
                </a:lnTo>
                <a:lnTo>
                  <a:pt x="137758" y="19222"/>
                </a:lnTo>
                <a:lnTo>
                  <a:pt x="145839" y="40778"/>
                </a:lnTo>
                <a:lnTo>
                  <a:pt x="148347" y="42929"/>
                </a:lnTo>
                <a:lnTo>
                  <a:pt x="122380" y="42929"/>
                </a:lnTo>
                <a:lnTo>
                  <a:pt x="106706" y="63436"/>
                </a:lnTo>
                <a:lnTo>
                  <a:pt x="83402" y="79718"/>
                </a:lnTo>
                <a:lnTo>
                  <a:pt x="54652" y="91435"/>
                </a:lnTo>
                <a:lnTo>
                  <a:pt x="22639" y="98246"/>
                </a:lnTo>
                <a:close/>
              </a:path>
              <a:path w="245745" h="257809">
                <a:moveTo>
                  <a:pt x="222122" y="98246"/>
                </a:moveTo>
                <a:lnTo>
                  <a:pt x="190093" y="91435"/>
                </a:lnTo>
                <a:lnTo>
                  <a:pt x="161318" y="79718"/>
                </a:lnTo>
                <a:lnTo>
                  <a:pt x="138010" y="63436"/>
                </a:lnTo>
                <a:lnTo>
                  <a:pt x="122380" y="42929"/>
                </a:lnTo>
                <a:lnTo>
                  <a:pt x="148347" y="42929"/>
                </a:lnTo>
                <a:lnTo>
                  <a:pt x="166765" y="58720"/>
                </a:lnTo>
                <a:lnTo>
                  <a:pt x="196520" y="71917"/>
                </a:lnTo>
                <a:lnTo>
                  <a:pt x="231092" y="79237"/>
                </a:lnTo>
                <a:lnTo>
                  <a:pt x="222122" y="98246"/>
                </a:lnTo>
                <a:close/>
              </a:path>
              <a:path w="245745" h="257809">
                <a:moveTo>
                  <a:pt x="133913" y="123875"/>
                </a:moveTo>
                <a:lnTo>
                  <a:pt x="110633" y="123875"/>
                </a:lnTo>
                <a:lnTo>
                  <a:pt x="110633" y="83082"/>
                </a:lnTo>
                <a:lnTo>
                  <a:pt x="133913" y="83082"/>
                </a:lnTo>
                <a:lnTo>
                  <a:pt x="133913" y="123875"/>
                </a:lnTo>
                <a:close/>
              </a:path>
              <a:path w="245745" h="257809">
                <a:moveTo>
                  <a:pt x="245402" y="143311"/>
                </a:moveTo>
                <a:lnTo>
                  <a:pt x="0" y="143311"/>
                </a:lnTo>
                <a:lnTo>
                  <a:pt x="0" y="123875"/>
                </a:lnTo>
                <a:lnTo>
                  <a:pt x="245402" y="123875"/>
                </a:lnTo>
                <a:lnTo>
                  <a:pt x="245402" y="143311"/>
                </a:lnTo>
                <a:close/>
              </a:path>
              <a:path w="245745" h="257809">
                <a:moveTo>
                  <a:pt x="214433" y="257362"/>
                </a:moveTo>
                <a:lnTo>
                  <a:pt x="190512" y="257362"/>
                </a:lnTo>
                <a:lnTo>
                  <a:pt x="190512" y="189230"/>
                </a:lnTo>
                <a:lnTo>
                  <a:pt x="27124" y="189230"/>
                </a:lnTo>
                <a:lnTo>
                  <a:pt x="27124" y="170008"/>
                </a:lnTo>
                <a:lnTo>
                  <a:pt x="214433" y="170008"/>
                </a:lnTo>
                <a:lnTo>
                  <a:pt x="214433" y="257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5930941" y="8035089"/>
            <a:ext cx="80645" cy="294640"/>
          </a:xfrm>
          <a:custGeom>
            <a:avLst/>
            <a:gdLst/>
            <a:ahLst/>
            <a:cxnLst/>
            <a:rect l="l" t="t" r="r" b="b"/>
            <a:pathLst>
              <a:path w="80645" h="294640">
                <a:moveTo>
                  <a:pt x="61543" y="294417"/>
                </a:moveTo>
                <a:lnTo>
                  <a:pt x="36270" y="263979"/>
                </a:lnTo>
                <a:lnTo>
                  <a:pt x="16854" y="229279"/>
                </a:lnTo>
                <a:lnTo>
                  <a:pt x="4397" y="190346"/>
                </a:lnTo>
                <a:lnTo>
                  <a:pt x="0" y="147208"/>
                </a:lnTo>
                <a:lnTo>
                  <a:pt x="4397" y="104071"/>
                </a:lnTo>
                <a:lnTo>
                  <a:pt x="16854" y="65138"/>
                </a:lnTo>
                <a:lnTo>
                  <a:pt x="36270" y="30438"/>
                </a:lnTo>
                <a:lnTo>
                  <a:pt x="61543" y="0"/>
                </a:lnTo>
                <a:lnTo>
                  <a:pt x="80098" y="9587"/>
                </a:lnTo>
                <a:lnTo>
                  <a:pt x="56106" y="38875"/>
                </a:lnTo>
                <a:lnTo>
                  <a:pt x="38000" y="71555"/>
                </a:lnTo>
                <a:lnTo>
                  <a:pt x="26562" y="107657"/>
                </a:lnTo>
                <a:lnTo>
                  <a:pt x="22576" y="147208"/>
                </a:lnTo>
                <a:lnTo>
                  <a:pt x="26562" y="186760"/>
                </a:lnTo>
                <a:lnTo>
                  <a:pt x="38000" y="222862"/>
                </a:lnTo>
                <a:lnTo>
                  <a:pt x="56106" y="255542"/>
                </a:lnTo>
                <a:lnTo>
                  <a:pt x="80098" y="284830"/>
                </a:lnTo>
                <a:lnTo>
                  <a:pt x="61543" y="294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6037226" y="8056124"/>
            <a:ext cx="229235" cy="262890"/>
          </a:xfrm>
          <a:custGeom>
            <a:avLst/>
            <a:gdLst/>
            <a:ahLst/>
            <a:cxnLst/>
            <a:rect l="l" t="t" r="r" b="b"/>
            <a:pathLst>
              <a:path w="229235" h="262890">
                <a:moveTo>
                  <a:pt x="221481" y="196919"/>
                </a:moveTo>
                <a:lnTo>
                  <a:pt x="197774" y="196919"/>
                </a:lnTo>
                <a:lnTo>
                  <a:pt x="197774" y="93761"/>
                </a:lnTo>
                <a:lnTo>
                  <a:pt x="142457" y="93761"/>
                </a:lnTo>
                <a:lnTo>
                  <a:pt x="142457" y="74325"/>
                </a:lnTo>
                <a:lnTo>
                  <a:pt x="197774" y="74325"/>
                </a:lnTo>
                <a:lnTo>
                  <a:pt x="197774" y="0"/>
                </a:lnTo>
                <a:lnTo>
                  <a:pt x="221481" y="0"/>
                </a:lnTo>
                <a:lnTo>
                  <a:pt x="221481" y="196919"/>
                </a:lnTo>
                <a:close/>
              </a:path>
              <a:path w="229235" h="262890">
                <a:moveTo>
                  <a:pt x="152281" y="41434"/>
                </a:moveTo>
                <a:lnTo>
                  <a:pt x="7688" y="41434"/>
                </a:lnTo>
                <a:lnTo>
                  <a:pt x="7688" y="21785"/>
                </a:lnTo>
                <a:lnTo>
                  <a:pt x="152281" y="21785"/>
                </a:lnTo>
                <a:lnTo>
                  <a:pt x="152281" y="41434"/>
                </a:lnTo>
                <a:close/>
              </a:path>
              <a:path w="229235" h="262890">
                <a:moveTo>
                  <a:pt x="12387" y="162533"/>
                </a:moveTo>
                <a:lnTo>
                  <a:pt x="0" y="143097"/>
                </a:lnTo>
                <a:lnTo>
                  <a:pt x="27438" y="128931"/>
                </a:lnTo>
                <a:lnTo>
                  <a:pt x="49069" y="108417"/>
                </a:lnTo>
                <a:lnTo>
                  <a:pt x="63252" y="83299"/>
                </a:lnTo>
                <a:lnTo>
                  <a:pt x="68345" y="55316"/>
                </a:lnTo>
                <a:lnTo>
                  <a:pt x="68345" y="41434"/>
                </a:lnTo>
                <a:lnTo>
                  <a:pt x="92266" y="41434"/>
                </a:lnTo>
                <a:lnTo>
                  <a:pt x="92266" y="55316"/>
                </a:lnTo>
                <a:lnTo>
                  <a:pt x="97084" y="80802"/>
                </a:lnTo>
                <a:lnTo>
                  <a:pt x="105287" y="94935"/>
                </a:lnTo>
                <a:lnTo>
                  <a:pt x="80732" y="94935"/>
                </a:lnTo>
                <a:lnTo>
                  <a:pt x="69633" y="116881"/>
                </a:lnTo>
                <a:lnTo>
                  <a:pt x="54168" y="135862"/>
                </a:lnTo>
                <a:lnTo>
                  <a:pt x="34900" y="151280"/>
                </a:lnTo>
                <a:lnTo>
                  <a:pt x="12387" y="162533"/>
                </a:lnTo>
                <a:close/>
              </a:path>
              <a:path w="229235" h="262890">
                <a:moveTo>
                  <a:pt x="146087" y="156126"/>
                </a:moveTo>
                <a:lnTo>
                  <a:pt x="124718" y="145874"/>
                </a:lnTo>
                <a:lnTo>
                  <a:pt x="106402" y="131858"/>
                </a:lnTo>
                <a:lnTo>
                  <a:pt x="91590" y="114678"/>
                </a:lnTo>
                <a:lnTo>
                  <a:pt x="80732" y="94935"/>
                </a:lnTo>
                <a:lnTo>
                  <a:pt x="105287" y="94935"/>
                </a:lnTo>
                <a:lnTo>
                  <a:pt x="110633" y="104146"/>
                </a:lnTo>
                <a:lnTo>
                  <a:pt x="131551" y="123525"/>
                </a:lnTo>
                <a:lnTo>
                  <a:pt x="158475" y="137117"/>
                </a:lnTo>
                <a:lnTo>
                  <a:pt x="146087" y="156126"/>
                </a:lnTo>
                <a:close/>
              </a:path>
              <a:path w="229235" h="262890">
                <a:moveTo>
                  <a:pt x="228956" y="262274"/>
                </a:moveTo>
                <a:lnTo>
                  <a:pt x="49123" y="262274"/>
                </a:lnTo>
                <a:lnTo>
                  <a:pt x="49123" y="179192"/>
                </a:lnTo>
                <a:lnTo>
                  <a:pt x="72830" y="179192"/>
                </a:lnTo>
                <a:lnTo>
                  <a:pt x="72830" y="242625"/>
                </a:lnTo>
                <a:lnTo>
                  <a:pt x="228956" y="242625"/>
                </a:lnTo>
                <a:lnTo>
                  <a:pt x="228956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6303559" y="8068939"/>
            <a:ext cx="246379" cy="255904"/>
          </a:xfrm>
          <a:custGeom>
            <a:avLst/>
            <a:gdLst/>
            <a:ahLst/>
            <a:cxnLst/>
            <a:rect l="l" t="t" r="r" b="b"/>
            <a:pathLst>
              <a:path w="246379" h="255904">
                <a:moveTo>
                  <a:pt x="215287" y="255440"/>
                </a:moveTo>
                <a:lnTo>
                  <a:pt x="191366" y="255440"/>
                </a:lnTo>
                <a:lnTo>
                  <a:pt x="191366" y="184318"/>
                </a:lnTo>
                <a:lnTo>
                  <a:pt x="25415" y="184318"/>
                </a:lnTo>
                <a:lnTo>
                  <a:pt x="25415" y="164882"/>
                </a:lnTo>
                <a:lnTo>
                  <a:pt x="110633" y="164882"/>
                </a:lnTo>
                <a:lnTo>
                  <a:pt x="110633" y="115332"/>
                </a:lnTo>
                <a:lnTo>
                  <a:pt x="0" y="115332"/>
                </a:lnTo>
                <a:lnTo>
                  <a:pt x="0" y="95896"/>
                </a:lnTo>
                <a:lnTo>
                  <a:pt x="183143" y="95896"/>
                </a:lnTo>
                <a:lnTo>
                  <a:pt x="187156" y="72927"/>
                </a:lnTo>
                <a:lnTo>
                  <a:pt x="189217" y="52860"/>
                </a:lnTo>
                <a:lnTo>
                  <a:pt x="189976" y="35197"/>
                </a:lnTo>
                <a:lnTo>
                  <a:pt x="190085" y="19435"/>
                </a:lnTo>
                <a:lnTo>
                  <a:pt x="31182" y="19435"/>
                </a:lnTo>
                <a:lnTo>
                  <a:pt x="31182" y="0"/>
                </a:lnTo>
                <a:lnTo>
                  <a:pt x="213578" y="0"/>
                </a:lnTo>
                <a:lnTo>
                  <a:pt x="213473" y="35257"/>
                </a:lnTo>
                <a:lnTo>
                  <a:pt x="212737" y="53020"/>
                </a:lnTo>
                <a:lnTo>
                  <a:pt x="210740" y="73107"/>
                </a:lnTo>
                <a:lnTo>
                  <a:pt x="206851" y="95896"/>
                </a:lnTo>
                <a:lnTo>
                  <a:pt x="245829" y="95896"/>
                </a:lnTo>
                <a:lnTo>
                  <a:pt x="245829" y="115332"/>
                </a:lnTo>
                <a:lnTo>
                  <a:pt x="134127" y="115332"/>
                </a:lnTo>
                <a:lnTo>
                  <a:pt x="134127" y="164882"/>
                </a:lnTo>
                <a:lnTo>
                  <a:pt x="215287" y="164882"/>
                </a:lnTo>
                <a:lnTo>
                  <a:pt x="215287" y="255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6659888" y="8056124"/>
            <a:ext cx="224790" cy="262890"/>
          </a:xfrm>
          <a:custGeom>
            <a:avLst/>
            <a:gdLst/>
            <a:ahLst/>
            <a:cxnLst/>
            <a:rect l="l" t="t" r="r" b="b"/>
            <a:pathLst>
              <a:path w="224790" h="262890">
                <a:moveTo>
                  <a:pt x="216141" y="80305"/>
                </a:moveTo>
                <a:lnTo>
                  <a:pt x="193716" y="80305"/>
                </a:lnTo>
                <a:lnTo>
                  <a:pt x="193716" y="0"/>
                </a:lnTo>
                <a:lnTo>
                  <a:pt x="216141" y="0"/>
                </a:lnTo>
                <a:lnTo>
                  <a:pt x="216141" y="80305"/>
                </a:lnTo>
                <a:close/>
              </a:path>
              <a:path w="224790" h="262890">
                <a:moveTo>
                  <a:pt x="155912" y="192007"/>
                </a:moveTo>
                <a:lnTo>
                  <a:pt x="133700" y="192007"/>
                </a:lnTo>
                <a:lnTo>
                  <a:pt x="133700" y="5125"/>
                </a:lnTo>
                <a:lnTo>
                  <a:pt x="155912" y="5125"/>
                </a:lnTo>
                <a:lnTo>
                  <a:pt x="155912" y="80305"/>
                </a:lnTo>
                <a:lnTo>
                  <a:pt x="216141" y="80305"/>
                </a:lnTo>
                <a:lnTo>
                  <a:pt x="216141" y="100168"/>
                </a:lnTo>
                <a:lnTo>
                  <a:pt x="155912" y="100168"/>
                </a:lnTo>
                <a:lnTo>
                  <a:pt x="155912" y="192007"/>
                </a:lnTo>
                <a:close/>
              </a:path>
              <a:path w="224790" h="262890">
                <a:moveTo>
                  <a:pt x="18154" y="159543"/>
                </a:moveTo>
                <a:lnTo>
                  <a:pt x="640" y="159543"/>
                </a:lnTo>
                <a:lnTo>
                  <a:pt x="640" y="80946"/>
                </a:lnTo>
                <a:lnTo>
                  <a:pt x="79024" y="80946"/>
                </a:lnTo>
                <a:lnTo>
                  <a:pt x="79024" y="42288"/>
                </a:lnTo>
                <a:lnTo>
                  <a:pt x="0" y="42288"/>
                </a:lnTo>
                <a:lnTo>
                  <a:pt x="0" y="23066"/>
                </a:lnTo>
                <a:lnTo>
                  <a:pt x="101663" y="23066"/>
                </a:lnTo>
                <a:lnTo>
                  <a:pt x="101663" y="99527"/>
                </a:lnTo>
                <a:lnTo>
                  <a:pt x="23707" y="99527"/>
                </a:lnTo>
                <a:lnTo>
                  <a:pt x="23707" y="140321"/>
                </a:lnTo>
                <a:lnTo>
                  <a:pt x="118977" y="140321"/>
                </a:lnTo>
                <a:lnTo>
                  <a:pt x="120458" y="151427"/>
                </a:lnTo>
                <a:lnTo>
                  <a:pt x="95252" y="155488"/>
                </a:lnTo>
                <a:lnTo>
                  <a:pt x="70828" y="157968"/>
                </a:lnTo>
                <a:lnTo>
                  <a:pt x="45642" y="159206"/>
                </a:lnTo>
                <a:lnTo>
                  <a:pt x="18154" y="159543"/>
                </a:lnTo>
                <a:close/>
              </a:path>
              <a:path w="224790" h="262890">
                <a:moveTo>
                  <a:pt x="216141" y="199909"/>
                </a:moveTo>
                <a:lnTo>
                  <a:pt x="193716" y="199909"/>
                </a:lnTo>
                <a:lnTo>
                  <a:pt x="193716" y="100168"/>
                </a:lnTo>
                <a:lnTo>
                  <a:pt x="216141" y="100168"/>
                </a:lnTo>
                <a:lnTo>
                  <a:pt x="216141" y="199909"/>
                </a:lnTo>
                <a:close/>
              </a:path>
              <a:path w="224790" h="262890">
                <a:moveTo>
                  <a:pt x="118977" y="140321"/>
                </a:moveTo>
                <a:lnTo>
                  <a:pt x="23707" y="140321"/>
                </a:lnTo>
                <a:lnTo>
                  <a:pt x="48801" y="139894"/>
                </a:lnTo>
                <a:lnTo>
                  <a:pt x="72042" y="138585"/>
                </a:lnTo>
                <a:lnTo>
                  <a:pt x="94663" y="136116"/>
                </a:lnTo>
                <a:lnTo>
                  <a:pt x="117895" y="132205"/>
                </a:lnTo>
                <a:lnTo>
                  <a:pt x="118977" y="140321"/>
                </a:lnTo>
                <a:close/>
              </a:path>
              <a:path w="224790" h="262890">
                <a:moveTo>
                  <a:pt x="224471" y="262274"/>
                </a:moveTo>
                <a:lnTo>
                  <a:pt x="40152" y="262274"/>
                </a:lnTo>
                <a:lnTo>
                  <a:pt x="40152" y="181542"/>
                </a:lnTo>
                <a:lnTo>
                  <a:pt x="63860" y="181542"/>
                </a:lnTo>
                <a:lnTo>
                  <a:pt x="63860" y="242625"/>
                </a:lnTo>
                <a:lnTo>
                  <a:pt x="224471" y="242625"/>
                </a:lnTo>
                <a:lnTo>
                  <a:pt x="224471" y="262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6928997" y="8055910"/>
            <a:ext cx="209550" cy="269240"/>
          </a:xfrm>
          <a:custGeom>
            <a:avLst/>
            <a:gdLst/>
            <a:ahLst/>
            <a:cxnLst/>
            <a:rect l="l" t="t" r="r" b="b"/>
            <a:pathLst>
              <a:path w="209550" h="269240">
                <a:moveTo>
                  <a:pt x="209307" y="268895"/>
                </a:moveTo>
                <a:lnTo>
                  <a:pt x="185600" y="268895"/>
                </a:lnTo>
                <a:lnTo>
                  <a:pt x="185600" y="117468"/>
                </a:lnTo>
                <a:lnTo>
                  <a:pt x="107216" y="117468"/>
                </a:lnTo>
                <a:lnTo>
                  <a:pt x="107216" y="97605"/>
                </a:lnTo>
                <a:lnTo>
                  <a:pt x="185600" y="97605"/>
                </a:lnTo>
                <a:lnTo>
                  <a:pt x="185600" y="0"/>
                </a:lnTo>
                <a:lnTo>
                  <a:pt x="209307" y="0"/>
                </a:lnTo>
                <a:lnTo>
                  <a:pt x="209307" y="268895"/>
                </a:lnTo>
                <a:close/>
              </a:path>
              <a:path w="209550" h="269240">
                <a:moveTo>
                  <a:pt x="20717" y="202472"/>
                </a:moveTo>
                <a:lnTo>
                  <a:pt x="0" y="202472"/>
                </a:lnTo>
                <a:lnTo>
                  <a:pt x="0" y="25629"/>
                </a:lnTo>
                <a:lnTo>
                  <a:pt x="123235" y="25629"/>
                </a:lnTo>
                <a:lnTo>
                  <a:pt x="123235" y="45492"/>
                </a:lnTo>
                <a:lnTo>
                  <a:pt x="23920" y="45492"/>
                </a:lnTo>
                <a:lnTo>
                  <a:pt x="23920" y="182396"/>
                </a:lnTo>
                <a:lnTo>
                  <a:pt x="142840" y="182396"/>
                </a:lnTo>
                <a:lnTo>
                  <a:pt x="144379" y="193288"/>
                </a:lnTo>
                <a:lnTo>
                  <a:pt x="115626" y="197877"/>
                </a:lnTo>
                <a:lnTo>
                  <a:pt x="87033" y="200684"/>
                </a:lnTo>
                <a:lnTo>
                  <a:pt x="56197" y="202088"/>
                </a:lnTo>
                <a:lnTo>
                  <a:pt x="20717" y="202472"/>
                </a:lnTo>
                <a:close/>
              </a:path>
              <a:path w="209550" h="269240">
                <a:moveTo>
                  <a:pt x="142840" y="182396"/>
                </a:moveTo>
                <a:lnTo>
                  <a:pt x="23920" y="182396"/>
                </a:lnTo>
                <a:lnTo>
                  <a:pt x="57461" y="181989"/>
                </a:lnTo>
                <a:lnTo>
                  <a:pt x="86886" y="180661"/>
                </a:lnTo>
                <a:lnTo>
                  <a:pt x="114249" y="178011"/>
                </a:lnTo>
                <a:lnTo>
                  <a:pt x="141602" y="173639"/>
                </a:lnTo>
                <a:lnTo>
                  <a:pt x="142840" y="182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7196398" y="8056124"/>
            <a:ext cx="210185" cy="267970"/>
          </a:xfrm>
          <a:custGeom>
            <a:avLst/>
            <a:gdLst/>
            <a:ahLst/>
            <a:cxnLst/>
            <a:rect l="l" t="t" r="r" b="b"/>
            <a:pathLst>
              <a:path w="210184" h="267970">
                <a:moveTo>
                  <a:pt x="208239" y="165310"/>
                </a:moveTo>
                <a:lnTo>
                  <a:pt x="184532" y="165310"/>
                </a:lnTo>
                <a:lnTo>
                  <a:pt x="184532" y="0"/>
                </a:lnTo>
                <a:lnTo>
                  <a:pt x="208239" y="0"/>
                </a:lnTo>
                <a:lnTo>
                  <a:pt x="208239" y="165310"/>
                </a:lnTo>
                <a:close/>
              </a:path>
              <a:path w="210184" h="267970">
                <a:moveTo>
                  <a:pt x="22425" y="148437"/>
                </a:moveTo>
                <a:lnTo>
                  <a:pt x="640" y="148437"/>
                </a:lnTo>
                <a:lnTo>
                  <a:pt x="640" y="71976"/>
                </a:lnTo>
                <a:lnTo>
                  <a:pt x="99314" y="71976"/>
                </a:lnTo>
                <a:lnTo>
                  <a:pt x="99314" y="36735"/>
                </a:lnTo>
                <a:lnTo>
                  <a:pt x="0" y="36735"/>
                </a:lnTo>
                <a:lnTo>
                  <a:pt x="0" y="16872"/>
                </a:lnTo>
                <a:lnTo>
                  <a:pt x="122807" y="16872"/>
                </a:lnTo>
                <a:lnTo>
                  <a:pt x="122807" y="90557"/>
                </a:lnTo>
                <a:lnTo>
                  <a:pt x="23707" y="90557"/>
                </a:lnTo>
                <a:lnTo>
                  <a:pt x="23707" y="128574"/>
                </a:lnTo>
                <a:lnTo>
                  <a:pt x="152267" y="128574"/>
                </a:lnTo>
                <a:lnTo>
                  <a:pt x="153990" y="139894"/>
                </a:lnTo>
                <a:lnTo>
                  <a:pt x="121299" y="144292"/>
                </a:lnTo>
                <a:lnTo>
                  <a:pt x="89809" y="146888"/>
                </a:lnTo>
                <a:lnTo>
                  <a:pt x="57519" y="148123"/>
                </a:lnTo>
                <a:lnTo>
                  <a:pt x="22425" y="148437"/>
                </a:lnTo>
                <a:close/>
              </a:path>
              <a:path w="210184" h="267970">
                <a:moveTo>
                  <a:pt x="152267" y="128574"/>
                </a:moveTo>
                <a:lnTo>
                  <a:pt x="23707" y="128574"/>
                </a:lnTo>
                <a:lnTo>
                  <a:pt x="57773" y="128249"/>
                </a:lnTo>
                <a:lnTo>
                  <a:pt x="89115" y="127012"/>
                </a:lnTo>
                <a:lnTo>
                  <a:pt x="119577" y="124474"/>
                </a:lnTo>
                <a:lnTo>
                  <a:pt x="151000" y="120244"/>
                </a:lnTo>
                <a:lnTo>
                  <a:pt x="152267" y="128574"/>
                </a:lnTo>
                <a:close/>
              </a:path>
              <a:path w="210184" h="267970">
                <a:moveTo>
                  <a:pt x="119177" y="267614"/>
                </a:moveTo>
                <a:lnTo>
                  <a:pt x="81116" y="264363"/>
                </a:lnTo>
                <a:lnTo>
                  <a:pt x="52567" y="254906"/>
                </a:lnTo>
                <a:lnTo>
                  <a:pt x="34629" y="239682"/>
                </a:lnTo>
                <a:lnTo>
                  <a:pt x="28405" y="219131"/>
                </a:lnTo>
                <a:lnTo>
                  <a:pt x="34629" y="198581"/>
                </a:lnTo>
                <a:lnTo>
                  <a:pt x="52567" y="183357"/>
                </a:lnTo>
                <a:lnTo>
                  <a:pt x="81116" y="173899"/>
                </a:lnTo>
                <a:lnTo>
                  <a:pt x="119177" y="170649"/>
                </a:lnTo>
                <a:lnTo>
                  <a:pt x="157147" y="173899"/>
                </a:lnTo>
                <a:lnTo>
                  <a:pt x="185706" y="183357"/>
                </a:lnTo>
                <a:lnTo>
                  <a:pt x="193150" y="189658"/>
                </a:lnTo>
                <a:lnTo>
                  <a:pt x="119177" y="189658"/>
                </a:lnTo>
                <a:lnTo>
                  <a:pt x="91004" y="191680"/>
                </a:lnTo>
                <a:lnTo>
                  <a:pt x="69840" y="197507"/>
                </a:lnTo>
                <a:lnTo>
                  <a:pt x="56524" y="206777"/>
                </a:lnTo>
                <a:lnTo>
                  <a:pt x="51899" y="219131"/>
                </a:lnTo>
                <a:lnTo>
                  <a:pt x="56524" y="231576"/>
                </a:lnTo>
                <a:lnTo>
                  <a:pt x="69840" y="240836"/>
                </a:lnTo>
                <a:lnTo>
                  <a:pt x="91004" y="246613"/>
                </a:lnTo>
                <a:lnTo>
                  <a:pt x="119177" y="248605"/>
                </a:lnTo>
                <a:lnTo>
                  <a:pt x="193150" y="248605"/>
                </a:lnTo>
                <a:lnTo>
                  <a:pt x="185706" y="254906"/>
                </a:lnTo>
                <a:lnTo>
                  <a:pt x="157147" y="264363"/>
                </a:lnTo>
                <a:lnTo>
                  <a:pt x="119177" y="267614"/>
                </a:lnTo>
                <a:close/>
              </a:path>
              <a:path w="210184" h="267970">
                <a:moveTo>
                  <a:pt x="193150" y="248605"/>
                </a:moveTo>
                <a:lnTo>
                  <a:pt x="119177" y="248605"/>
                </a:lnTo>
                <a:lnTo>
                  <a:pt x="147225" y="246613"/>
                </a:lnTo>
                <a:lnTo>
                  <a:pt x="168326" y="240836"/>
                </a:lnTo>
                <a:lnTo>
                  <a:pt x="181618" y="231576"/>
                </a:lnTo>
                <a:lnTo>
                  <a:pt x="186240" y="219131"/>
                </a:lnTo>
                <a:lnTo>
                  <a:pt x="181618" y="206777"/>
                </a:lnTo>
                <a:lnTo>
                  <a:pt x="168326" y="197507"/>
                </a:lnTo>
                <a:lnTo>
                  <a:pt x="147225" y="191680"/>
                </a:lnTo>
                <a:lnTo>
                  <a:pt x="119177" y="189658"/>
                </a:lnTo>
                <a:lnTo>
                  <a:pt x="193150" y="189658"/>
                </a:lnTo>
                <a:lnTo>
                  <a:pt x="203694" y="198581"/>
                </a:lnTo>
                <a:lnTo>
                  <a:pt x="209948" y="219131"/>
                </a:lnTo>
                <a:lnTo>
                  <a:pt x="203694" y="239682"/>
                </a:lnTo>
                <a:lnTo>
                  <a:pt x="193150" y="2486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7528013" y="8069580"/>
            <a:ext cx="244475" cy="254635"/>
          </a:xfrm>
          <a:custGeom>
            <a:avLst/>
            <a:gdLst/>
            <a:ahLst/>
            <a:cxnLst/>
            <a:rect l="l" t="t" r="r" b="b"/>
            <a:pathLst>
              <a:path w="244475" h="254634">
                <a:moveTo>
                  <a:pt x="205676" y="93974"/>
                </a:moveTo>
                <a:lnTo>
                  <a:pt x="182396" y="91411"/>
                </a:lnTo>
                <a:lnTo>
                  <a:pt x="186594" y="71929"/>
                </a:lnTo>
                <a:lnTo>
                  <a:pt x="188750" y="54569"/>
                </a:lnTo>
                <a:lnTo>
                  <a:pt x="189544" y="38490"/>
                </a:lnTo>
                <a:lnTo>
                  <a:pt x="189658" y="19435"/>
                </a:lnTo>
                <a:lnTo>
                  <a:pt x="29046" y="19435"/>
                </a:lnTo>
                <a:lnTo>
                  <a:pt x="29046" y="0"/>
                </a:lnTo>
                <a:lnTo>
                  <a:pt x="213151" y="0"/>
                </a:lnTo>
                <a:lnTo>
                  <a:pt x="213034" y="39161"/>
                </a:lnTo>
                <a:lnTo>
                  <a:pt x="212217" y="56091"/>
                </a:lnTo>
                <a:lnTo>
                  <a:pt x="209998" y="74181"/>
                </a:lnTo>
                <a:lnTo>
                  <a:pt x="205676" y="93974"/>
                </a:lnTo>
                <a:close/>
              </a:path>
              <a:path w="244475" h="254634">
                <a:moveTo>
                  <a:pt x="124516" y="111488"/>
                </a:moveTo>
                <a:lnTo>
                  <a:pt x="101236" y="111488"/>
                </a:lnTo>
                <a:lnTo>
                  <a:pt x="101236" y="59588"/>
                </a:lnTo>
                <a:lnTo>
                  <a:pt x="124516" y="59588"/>
                </a:lnTo>
                <a:lnTo>
                  <a:pt x="124516" y="111488"/>
                </a:lnTo>
                <a:close/>
              </a:path>
              <a:path w="244475" h="254634">
                <a:moveTo>
                  <a:pt x="244334" y="130923"/>
                </a:moveTo>
                <a:lnTo>
                  <a:pt x="0" y="130923"/>
                </a:lnTo>
                <a:lnTo>
                  <a:pt x="0" y="111488"/>
                </a:lnTo>
                <a:lnTo>
                  <a:pt x="244334" y="111488"/>
                </a:lnTo>
                <a:lnTo>
                  <a:pt x="244334" y="130923"/>
                </a:lnTo>
                <a:close/>
              </a:path>
              <a:path w="244475" h="254634">
                <a:moveTo>
                  <a:pt x="121099" y="254158"/>
                </a:moveTo>
                <a:lnTo>
                  <a:pt x="82177" y="250841"/>
                </a:lnTo>
                <a:lnTo>
                  <a:pt x="52567" y="241237"/>
                </a:lnTo>
                <a:lnTo>
                  <a:pt x="33728" y="225866"/>
                </a:lnTo>
                <a:lnTo>
                  <a:pt x="27124" y="205249"/>
                </a:lnTo>
                <a:lnTo>
                  <a:pt x="33728" y="184385"/>
                </a:lnTo>
                <a:lnTo>
                  <a:pt x="52567" y="168887"/>
                </a:lnTo>
                <a:lnTo>
                  <a:pt x="82177" y="159236"/>
                </a:lnTo>
                <a:lnTo>
                  <a:pt x="121099" y="155912"/>
                </a:lnTo>
                <a:lnTo>
                  <a:pt x="160147" y="159236"/>
                </a:lnTo>
                <a:lnTo>
                  <a:pt x="189844" y="168887"/>
                </a:lnTo>
                <a:lnTo>
                  <a:pt x="196169" y="174066"/>
                </a:lnTo>
                <a:lnTo>
                  <a:pt x="121099" y="174066"/>
                </a:lnTo>
                <a:lnTo>
                  <a:pt x="92069" y="176326"/>
                </a:lnTo>
                <a:lnTo>
                  <a:pt x="69866" y="182529"/>
                </a:lnTo>
                <a:lnTo>
                  <a:pt x="55714" y="192297"/>
                </a:lnTo>
                <a:lnTo>
                  <a:pt x="50831" y="205249"/>
                </a:lnTo>
                <a:lnTo>
                  <a:pt x="55714" y="217793"/>
                </a:lnTo>
                <a:lnTo>
                  <a:pt x="69866" y="227274"/>
                </a:lnTo>
                <a:lnTo>
                  <a:pt x="92069" y="233271"/>
                </a:lnTo>
                <a:lnTo>
                  <a:pt x="121099" y="235363"/>
                </a:lnTo>
                <a:lnTo>
                  <a:pt x="197076" y="235363"/>
                </a:lnTo>
                <a:lnTo>
                  <a:pt x="189844" y="241237"/>
                </a:lnTo>
                <a:lnTo>
                  <a:pt x="160147" y="250841"/>
                </a:lnTo>
                <a:lnTo>
                  <a:pt x="121099" y="254158"/>
                </a:lnTo>
                <a:close/>
              </a:path>
              <a:path w="244475" h="254634">
                <a:moveTo>
                  <a:pt x="197076" y="235363"/>
                </a:moveTo>
                <a:lnTo>
                  <a:pt x="121099" y="235363"/>
                </a:lnTo>
                <a:lnTo>
                  <a:pt x="150226" y="233271"/>
                </a:lnTo>
                <a:lnTo>
                  <a:pt x="172464" y="227274"/>
                </a:lnTo>
                <a:lnTo>
                  <a:pt x="186694" y="217793"/>
                </a:lnTo>
                <a:lnTo>
                  <a:pt x="191793" y="205249"/>
                </a:lnTo>
                <a:lnTo>
                  <a:pt x="186694" y="192297"/>
                </a:lnTo>
                <a:lnTo>
                  <a:pt x="172464" y="182529"/>
                </a:lnTo>
                <a:lnTo>
                  <a:pt x="150226" y="176326"/>
                </a:lnTo>
                <a:lnTo>
                  <a:pt x="121099" y="174066"/>
                </a:lnTo>
                <a:lnTo>
                  <a:pt x="196169" y="174066"/>
                </a:lnTo>
                <a:lnTo>
                  <a:pt x="208770" y="184385"/>
                </a:lnTo>
                <a:lnTo>
                  <a:pt x="215501" y="205249"/>
                </a:lnTo>
                <a:lnTo>
                  <a:pt x="208770" y="225866"/>
                </a:lnTo>
                <a:lnTo>
                  <a:pt x="197076" y="2353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/>
          <p:nvPr/>
        </p:nvSpPr>
        <p:spPr>
          <a:xfrm>
            <a:off x="7794132" y="8055910"/>
            <a:ext cx="251460" cy="267970"/>
          </a:xfrm>
          <a:custGeom>
            <a:avLst/>
            <a:gdLst/>
            <a:ahLst/>
            <a:cxnLst/>
            <a:rect l="l" t="t" r="r" b="b"/>
            <a:pathLst>
              <a:path w="251459" h="267970">
                <a:moveTo>
                  <a:pt x="211015" y="162106"/>
                </a:moveTo>
                <a:lnTo>
                  <a:pt x="187308" y="162106"/>
                </a:lnTo>
                <a:lnTo>
                  <a:pt x="187308" y="0"/>
                </a:lnTo>
                <a:lnTo>
                  <a:pt x="211015" y="0"/>
                </a:lnTo>
                <a:lnTo>
                  <a:pt x="211015" y="68558"/>
                </a:lnTo>
                <a:lnTo>
                  <a:pt x="251382" y="68558"/>
                </a:lnTo>
                <a:lnTo>
                  <a:pt x="251382" y="88421"/>
                </a:lnTo>
                <a:lnTo>
                  <a:pt x="211015" y="88421"/>
                </a:lnTo>
                <a:lnTo>
                  <a:pt x="211015" y="162106"/>
                </a:lnTo>
                <a:close/>
              </a:path>
              <a:path w="251459" h="267970">
                <a:moveTo>
                  <a:pt x="152281" y="39512"/>
                </a:moveTo>
                <a:lnTo>
                  <a:pt x="7261" y="39512"/>
                </a:lnTo>
                <a:lnTo>
                  <a:pt x="7261" y="19862"/>
                </a:lnTo>
                <a:lnTo>
                  <a:pt x="152281" y="19862"/>
                </a:lnTo>
                <a:lnTo>
                  <a:pt x="152281" y="39512"/>
                </a:lnTo>
                <a:close/>
              </a:path>
              <a:path w="251459" h="267970">
                <a:moveTo>
                  <a:pt x="12173" y="156980"/>
                </a:moveTo>
                <a:lnTo>
                  <a:pt x="0" y="137971"/>
                </a:lnTo>
                <a:lnTo>
                  <a:pt x="27711" y="124059"/>
                </a:lnTo>
                <a:lnTo>
                  <a:pt x="49336" y="103879"/>
                </a:lnTo>
                <a:lnTo>
                  <a:pt x="63432" y="79014"/>
                </a:lnTo>
                <a:lnTo>
                  <a:pt x="68558" y="51045"/>
                </a:lnTo>
                <a:lnTo>
                  <a:pt x="68558" y="39512"/>
                </a:lnTo>
                <a:lnTo>
                  <a:pt x="92052" y="39512"/>
                </a:lnTo>
                <a:lnTo>
                  <a:pt x="92092" y="51045"/>
                </a:lnTo>
                <a:lnTo>
                  <a:pt x="96774" y="76314"/>
                </a:lnTo>
                <a:lnTo>
                  <a:pt x="105159" y="90557"/>
                </a:lnTo>
                <a:lnTo>
                  <a:pt x="80732" y="90557"/>
                </a:lnTo>
                <a:lnTo>
                  <a:pt x="69690" y="112274"/>
                </a:lnTo>
                <a:lnTo>
                  <a:pt x="54222" y="130937"/>
                </a:lnTo>
                <a:lnTo>
                  <a:pt x="34870" y="146016"/>
                </a:lnTo>
                <a:lnTo>
                  <a:pt x="12173" y="156980"/>
                </a:lnTo>
                <a:close/>
              </a:path>
              <a:path w="251459" h="267970">
                <a:moveTo>
                  <a:pt x="146515" y="149078"/>
                </a:moveTo>
                <a:lnTo>
                  <a:pt x="124838" y="139393"/>
                </a:lnTo>
                <a:lnTo>
                  <a:pt x="106375" y="126064"/>
                </a:lnTo>
                <a:lnTo>
                  <a:pt x="91536" y="109612"/>
                </a:lnTo>
                <a:lnTo>
                  <a:pt x="80732" y="90557"/>
                </a:lnTo>
                <a:lnTo>
                  <a:pt x="105159" y="90557"/>
                </a:lnTo>
                <a:lnTo>
                  <a:pt x="110126" y="98993"/>
                </a:lnTo>
                <a:lnTo>
                  <a:pt x="130887" y="117508"/>
                </a:lnTo>
                <a:lnTo>
                  <a:pt x="157834" y="130496"/>
                </a:lnTo>
                <a:lnTo>
                  <a:pt x="146515" y="149078"/>
                </a:lnTo>
                <a:close/>
              </a:path>
              <a:path w="251459" h="267970">
                <a:moveTo>
                  <a:pt x="124943" y="267827"/>
                </a:moveTo>
                <a:lnTo>
                  <a:pt x="87690" y="264500"/>
                </a:lnTo>
                <a:lnTo>
                  <a:pt x="59668" y="254826"/>
                </a:lnTo>
                <a:lnTo>
                  <a:pt x="42018" y="239265"/>
                </a:lnTo>
                <a:lnTo>
                  <a:pt x="35881" y="218277"/>
                </a:lnTo>
                <a:lnTo>
                  <a:pt x="42018" y="197570"/>
                </a:lnTo>
                <a:lnTo>
                  <a:pt x="59668" y="182209"/>
                </a:lnTo>
                <a:lnTo>
                  <a:pt x="87690" y="172655"/>
                </a:lnTo>
                <a:lnTo>
                  <a:pt x="124943" y="169368"/>
                </a:lnTo>
                <a:lnTo>
                  <a:pt x="162006" y="172655"/>
                </a:lnTo>
                <a:lnTo>
                  <a:pt x="189818" y="182209"/>
                </a:lnTo>
                <a:lnTo>
                  <a:pt x="196836" y="188376"/>
                </a:lnTo>
                <a:lnTo>
                  <a:pt x="124943" y="188376"/>
                </a:lnTo>
                <a:lnTo>
                  <a:pt x="97582" y="190405"/>
                </a:lnTo>
                <a:lnTo>
                  <a:pt x="76968" y="196278"/>
                </a:lnTo>
                <a:lnTo>
                  <a:pt x="64003" y="205676"/>
                </a:lnTo>
                <a:lnTo>
                  <a:pt x="59588" y="218277"/>
                </a:lnTo>
                <a:lnTo>
                  <a:pt x="64003" y="231159"/>
                </a:lnTo>
                <a:lnTo>
                  <a:pt x="76968" y="240756"/>
                </a:lnTo>
                <a:lnTo>
                  <a:pt x="97582" y="246750"/>
                </a:lnTo>
                <a:lnTo>
                  <a:pt x="124943" y="248819"/>
                </a:lnTo>
                <a:lnTo>
                  <a:pt x="196565" y="248819"/>
                </a:lnTo>
                <a:lnTo>
                  <a:pt x="189818" y="254826"/>
                </a:lnTo>
                <a:lnTo>
                  <a:pt x="162006" y="264500"/>
                </a:lnTo>
                <a:lnTo>
                  <a:pt x="124943" y="267827"/>
                </a:lnTo>
                <a:close/>
              </a:path>
              <a:path w="251459" h="267970">
                <a:moveTo>
                  <a:pt x="196565" y="248819"/>
                </a:moveTo>
                <a:lnTo>
                  <a:pt x="124943" y="248819"/>
                </a:lnTo>
                <a:lnTo>
                  <a:pt x="152275" y="246750"/>
                </a:lnTo>
                <a:lnTo>
                  <a:pt x="172838" y="240756"/>
                </a:lnTo>
                <a:lnTo>
                  <a:pt x="185793" y="231159"/>
                </a:lnTo>
                <a:lnTo>
                  <a:pt x="190298" y="218277"/>
                </a:lnTo>
                <a:lnTo>
                  <a:pt x="185793" y="205676"/>
                </a:lnTo>
                <a:lnTo>
                  <a:pt x="172838" y="196278"/>
                </a:lnTo>
                <a:lnTo>
                  <a:pt x="152275" y="190405"/>
                </a:lnTo>
                <a:lnTo>
                  <a:pt x="124943" y="188376"/>
                </a:lnTo>
                <a:lnTo>
                  <a:pt x="196836" y="188376"/>
                </a:lnTo>
                <a:lnTo>
                  <a:pt x="207298" y="197570"/>
                </a:lnTo>
                <a:lnTo>
                  <a:pt x="213365" y="218277"/>
                </a:lnTo>
                <a:lnTo>
                  <a:pt x="207298" y="239265"/>
                </a:lnTo>
                <a:lnTo>
                  <a:pt x="196565" y="2488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4" name="object 284"/>
          <p:cNvSpPr/>
          <p:nvPr/>
        </p:nvSpPr>
        <p:spPr>
          <a:xfrm>
            <a:off x="8149391" y="8078123"/>
            <a:ext cx="142243" cy="22169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8331361" y="8081112"/>
            <a:ext cx="146515" cy="22169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6" name="object 286"/>
          <p:cNvSpPr/>
          <p:nvPr/>
        </p:nvSpPr>
        <p:spPr>
          <a:xfrm>
            <a:off x="1400412" y="8502023"/>
            <a:ext cx="244334" cy="25394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/>
          <p:nvPr/>
        </p:nvSpPr>
        <p:spPr>
          <a:xfrm>
            <a:off x="1670932" y="8467959"/>
            <a:ext cx="80645" cy="294640"/>
          </a:xfrm>
          <a:custGeom>
            <a:avLst/>
            <a:gdLst/>
            <a:ahLst/>
            <a:cxnLst/>
            <a:rect l="l" t="t" r="r" b="b"/>
            <a:pathLst>
              <a:path w="80644" h="294640">
                <a:moveTo>
                  <a:pt x="18555" y="294417"/>
                </a:moveTo>
                <a:lnTo>
                  <a:pt x="0" y="284830"/>
                </a:lnTo>
                <a:lnTo>
                  <a:pt x="23991" y="255542"/>
                </a:lnTo>
                <a:lnTo>
                  <a:pt x="42098" y="222862"/>
                </a:lnTo>
                <a:lnTo>
                  <a:pt x="53536" y="186760"/>
                </a:lnTo>
                <a:lnTo>
                  <a:pt x="57522" y="147208"/>
                </a:lnTo>
                <a:lnTo>
                  <a:pt x="53536" y="107657"/>
                </a:lnTo>
                <a:lnTo>
                  <a:pt x="42098" y="71555"/>
                </a:lnTo>
                <a:lnTo>
                  <a:pt x="23991" y="38875"/>
                </a:lnTo>
                <a:lnTo>
                  <a:pt x="0" y="9587"/>
                </a:lnTo>
                <a:lnTo>
                  <a:pt x="18555" y="0"/>
                </a:lnTo>
                <a:lnTo>
                  <a:pt x="43828" y="30438"/>
                </a:lnTo>
                <a:lnTo>
                  <a:pt x="63244" y="65138"/>
                </a:lnTo>
                <a:lnTo>
                  <a:pt x="75701" y="104071"/>
                </a:lnTo>
                <a:lnTo>
                  <a:pt x="80098" y="147208"/>
                </a:lnTo>
                <a:lnTo>
                  <a:pt x="75701" y="190346"/>
                </a:lnTo>
                <a:lnTo>
                  <a:pt x="63244" y="229279"/>
                </a:lnTo>
                <a:lnTo>
                  <a:pt x="43828" y="263979"/>
                </a:lnTo>
                <a:lnTo>
                  <a:pt x="18555" y="294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8" name="object 288"/>
          <p:cNvSpPr/>
          <p:nvPr/>
        </p:nvSpPr>
        <p:spPr>
          <a:xfrm>
            <a:off x="1976861" y="8499674"/>
            <a:ext cx="245110" cy="257175"/>
          </a:xfrm>
          <a:custGeom>
            <a:avLst/>
            <a:gdLst/>
            <a:ahLst/>
            <a:cxnLst/>
            <a:rect l="l" t="t" r="r" b="b"/>
            <a:pathLst>
              <a:path w="245110" h="257175">
                <a:moveTo>
                  <a:pt x="216141" y="91198"/>
                </a:moveTo>
                <a:lnTo>
                  <a:pt x="30968" y="91198"/>
                </a:lnTo>
                <a:lnTo>
                  <a:pt x="30968" y="0"/>
                </a:lnTo>
                <a:lnTo>
                  <a:pt x="214433" y="0"/>
                </a:lnTo>
                <a:lnTo>
                  <a:pt x="214433" y="19649"/>
                </a:lnTo>
                <a:lnTo>
                  <a:pt x="54462" y="19649"/>
                </a:lnTo>
                <a:lnTo>
                  <a:pt x="54462" y="71762"/>
                </a:lnTo>
                <a:lnTo>
                  <a:pt x="216141" y="71762"/>
                </a:lnTo>
                <a:lnTo>
                  <a:pt x="216141" y="91198"/>
                </a:lnTo>
                <a:close/>
              </a:path>
              <a:path w="245110" h="257175">
                <a:moveTo>
                  <a:pt x="244974" y="136690"/>
                </a:moveTo>
                <a:lnTo>
                  <a:pt x="0" y="136690"/>
                </a:lnTo>
                <a:lnTo>
                  <a:pt x="0" y="116827"/>
                </a:lnTo>
                <a:lnTo>
                  <a:pt x="244974" y="116827"/>
                </a:lnTo>
                <a:lnTo>
                  <a:pt x="244974" y="136690"/>
                </a:lnTo>
                <a:close/>
              </a:path>
              <a:path w="245110" h="257175">
                <a:moveTo>
                  <a:pt x="122167" y="256935"/>
                </a:moveTo>
                <a:lnTo>
                  <a:pt x="83265" y="253748"/>
                </a:lnTo>
                <a:lnTo>
                  <a:pt x="54115" y="244414"/>
                </a:lnTo>
                <a:lnTo>
                  <a:pt x="35817" y="229273"/>
                </a:lnTo>
                <a:lnTo>
                  <a:pt x="29473" y="208666"/>
                </a:lnTo>
                <a:lnTo>
                  <a:pt x="35817" y="188026"/>
                </a:lnTo>
                <a:lnTo>
                  <a:pt x="54115" y="172811"/>
                </a:lnTo>
                <a:lnTo>
                  <a:pt x="83265" y="163404"/>
                </a:lnTo>
                <a:lnTo>
                  <a:pt x="122167" y="160184"/>
                </a:lnTo>
                <a:lnTo>
                  <a:pt x="160914" y="163404"/>
                </a:lnTo>
                <a:lnTo>
                  <a:pt x="189951" y="172811"/>
                </a:lnTo>
                <a:lnTo>
                  <a:pt x="197098" y="178765"/>
                </a:lnTo>
                <a:lnTo>
                  <a:pt x="122167" y="178765"/>
                </a:lnTo>
                <a:lnTo>
                  <a:pt x="93313" y="180884"/>
                </a:lnTo>
                <a:lnTo>
                  <a:pt x="71709" y="186748"/>
                </a:lnTo>
                <a:lnTo>
                  <a:pt x="58193" y="196095"/>
                </a:lnTo>
                <a:lnTo>
                  <a:pt x="53608" y="208666"/>
                </a:lnTo>
                <a:lnTo>
                  <a:pt x="58193" y="221200"/>
                </a:lnTo>
                <a:lnTo>
                  <a:pt x="71709" y="230451"/>
                </a:lnTo>
                <a:lnTo>
                  <a:pt x="93313" y="236178"/>
                </a:lnTo>
                <a:lnTo>
                  <a:pt x="122167" y="238140"/>
                </a:lnTo>
                <a:lnTo>
                  <a:pt x="197519" y="238140"/>
                </a:lnTo>
                <a:lnTo>
                  <a:pt x="189951" y="244414"/>
                </a:lnTo>
                <a:lnTo>
                  <a:pt x="160914" y="253748"/>
                </a:lnTo>
                <a:lnTo>
                  <a:pt x="122167" y="256935"/>
                </a:lnTo>
                <a:close/>
              </a:path>
              <a:path w="245110" h="257175">
                <a:moveTo>
                  <a:pt x="197519" y="238140"/>
                </a:moveTo>
                <a:lnTo>
                  <a:pt x="122167" y="238140"/>
                </a:lnTo>
                <a:lnTo>
                  <a:pt x="150903" y="236178"/>
                </a:lnTo>
                <a:lnTo>
                  <a:pt x="172491" y="230451"/>
                </a:lnTo>
                <a:lnTo>
                  <a:pt x="186110" y="221200"/>
                </a:lnTo>
                <a:lnTo>
                  <a:pt x="190939" y="208666"/>
                </a:lnTo>
                <a:lnTo>
                  <a:pt x="186110" y="196095"/>
                </a:lnTo>
                <a:lnTo>
                  <a:pt x="172491" y="186748"/>
                </a:lnTo>
                <a:lnTo>
                  <a:pt x="150903" y="180884"/>
                </a:lnTo>
                <a:lnTo>
                  <a:pt x="122167" y="178765"/>
                </a:lnTo>
                <a:lnTo>
                  <a:pt x="197098" y="178765"/>
                </a:lnTo>
                <a:lnTo>
                  <a:pt x="208216" y="188026"/>
                </a:lnTo>
                <a:lnTo>
                  <a:pt x="214646" y="208666"/>
                </a:lnTo>
                <a:lnTo>
                  <a:pt x="208216" y="229273"/>
                </a:lnTo>
                <a:lnTo>
                  <a:pt x="197519" y="2381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/>
          <p:nvPr/>
        </p:nvSpPr>
        <p:spPr>
          <a:xfrm>
            <a:off x="2322248" y="8488781"/>
            <a:ext cx="222250" cy="269240"/>
          </a:xfrm>
          <a:custGeom>
            <a:avLst/>
            <a:gdLst/>
            <a:ahLst/>
            <a:cxnLst/>
            <a:rect l="l" t="t" r="r" b="b"/>
            <a:pathLst>
              <a:path w="222250" h="269240">
                <a:moveTo>
                  <a:pt x="221908" y="268895"/>
                </a:moveTo>
                <a:lnTo>
                  <a:pt x="198201" y="268895"/>
                </a:lnTo>
                <a:lnTo>
                  <a:pt x="198201" y="127506"/>
                </a:lnTo>
                <a:lnTo>
                  <a:pt x="139253" y="127506"/>
                </a:lnTo>
                <a:lnTo>
                  <a:pt x="139253" y="107857"/>
                </a:lnTo>
                <a:lnTo>
                  <a:pt x="198201" y="107857"/>
                </a:lnTo>
                <a:lnTo>
                  <a:pt x="198201" y="0"/>
                </a:lnTo>
                <a:lnTo>
                  <a:pt x="221908" y="0"/>
                </a:lnTo>
                <a:lnTo>
                  <a:pt x="221908" y="268895"/>
                </a:lnTo>
                <a:close/>
              </a:path>
              <a:path w="222250" h="269240">
                <a:moveTo>
                  <a:pt x="92479" y="46773"/>
                </a:moveTo>
                <a:lnTo>
                  <a:pt x="68772" y="46773"/>
                </a:lnTo>
                <a:lnTo>
                  <a:pt x="68772" y="4912"/>
                </a:lnTo>
                <a:lnTo>
                  <a:pt x="92479" y="4912"/>
                </a:lnTo>
                <a:lnTo>
                  <a:pt x="92479" y="46773"/>
                </a:lnTo>
                <a:close/>
              </a:path>
              <a:path w="222250" h="269240">
                <a:moveTo>
                  <a:pt x="152922" y="65995"/>
                </a:moveTo>
                <a:lnTo>
                  <a:pt x="7048" y="65995"/>
                </a:lnTo>
                <a:lnTo>
                  <a:pt x="7048" y="46773"/>
                </a:lnTo>
                <a:lnTo>
                  <a:pt x="152922" y="46773"/>
                </a:lnTo>
                <a:lnTo>
                  <a:pt x="152922" y="65995"/>
                </a:lnTo>
                <a:close/>
              </a:path>
              <a:path w="222250" h="269240">
                <a:moveTo>
                  <a:pt x="13455" y="216355"/>
                </a:moveTo>
                <a:lnTo>
                  <a:pt x="0" y="197987"/>
                </a:lnTo>
                <a:lnTo>
                  <a:pt x="27324" y="179469"/>
                </a:lnTo>
                <a:lnTo>
                  <a:pt x="49123" y="153162"/>
                </a:lnTo>
                <a:lnTo>
                  <a:pt x="63553" y="121609"/>
                </a:lnTo>
                <a:lnTo>
                  <a:pt x="68772" y="87353"/>
                </a:lnTo>
                <a:lnTo>
                  <a:pt x="68772" y="65995"/>
                </a:lnTo>
                <a:lnTo>
                  <a:pt x="92052" y="65995"/>
                </a:lnTo>
                <a:lnTo>
                  <a:pt x="92052" y="87353"/>
                </a:lnTo>
                <a:lnTo>
                  <a:pt x="97411" y="120121"/>
                </a:lnTo>
                <a:lnTo>
                  <a:pt x="103707" y="132952"/>
                </a:lnTo>
                <a:lnTo>
                  <a:pt x="80732" y="132952"/>
                </a:lnTo>
                <a:lnTo>
                  <a:pt x="69620" y="159680"/>
                </a:lnTo>
                <a:lnTo>
                  <a:pt x="54222" y="183143"/>
                </a:lnTo>
                <a:lnTo>
                  <a:pt x="35260" y="202362"/>
                </a:lnTo>
                <a:lnTo>
                  <a:pt x="13455" y="216355"/>
                </a:lnTo>
                <a:close/>
              </a:path>
              <a:path w="222250" h="269240">
                <a:moveTo>
                  <a:pt x="148650" y="211656"/>
                </a:moveTo>
                <a:lnTo>
                  <a:pt x="126790" y="198443"/>
                </a:lnTo>
                <a:lnTo>
                  <a:pt x="107683" y="180353"/>
                </a:lnTo>
                <a:lnTo>
                  <a:pt x="92080" y="158240"/>
                </a:lnTo>
                <a:lnTo>
                  <a:pt x="80732" y="132952"/>
                </a:lnTo>
                <a:lnTo>
                  <a:pt x="103707" y="132952"/>
                </a:lnTo>
                <a:lnTo>
                  <a:pt x="112182" y="150226"/>
                </a:lnTo>
                <a:lnTo>
                  <a:pt x="134401" y="175324"/>
                </a:lnTo>
                <a:lnTo>
                  <a:pt x="162106" y="193075"/>
                </a:lnTo>
                <a:lnTo>
                  <a:pt x="148650" y="211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0" name="object 290"/>
          <p:cNvSpPr/>
          <p:nvPr/>
        </p:nvSpPr>
        <p:spPr>
          <a:xfrm>
            <a:off x="2604172" y="8488781"/>
            <a:ext cx="207010" cy="269240"/>
          </a:xfrm>
          <a:custGeom>
            <a:avLst/>
            <a:gdLst/>
            <a:ahLst/>
            <a:cxnLst/>
            <a:rect l="l" t="t" r="r" b="b"/>
            <a:pathLst>
              <a:path w="207010" h="269240">
                <a:moveTo>
                  <a:pt x="206530" y="268895"/>
                </a:moveTo>
                <a:lnTo>
                  <a:pt x="183037" y="268895"/>
                </a:lnTo>
                <a:lnTo>
                  <a:pt x="183037" y="0"/>
                </a:lnTo>
                <a:lnTo>
                  <a:pt x="206530" y="0"/>
                </a:lnTo>
                <a:lnTo>
                  <a:pt x="206530" y="268895"/>
                </a:lnTo>
                <a:close/>
              </a:path>
              <a:path w="207010" h="269240">
                <a:moveTo>
                  <a:pt x="22852" y="203754"/>
                </a:moveTo>
                <a:lnTo>
                  <a:pt x="427" y="203754"/>
                </a:lnTo>
                <a:lnTo>
                  <a:pt x="427" y="101022"/>
                </a:lnTo>
                <a:lnTo>
                  <a:pt x="101022" y="101022"/>
                </a:lnTo>
                <a:lnTo>
                  <a:pt x="101022" y="44637"/>
                </a:lnTo>
                <a:lnTo>
                  <a:pt x="0" y="44637"/>
                </a:lnTo>
                <a:lnTo>
                  <a:pt x="0" y="24988"/>
                </a:lnTo>
                <a:lnTo>
                  <a:pt x="124943" y="24988"/>
                </a:lnTo>
                <a:lnTo>
                  <a:pt x="124943" y="120458"/>
                </a:lnTo>
                <a:lnTo>
                  <a:pt x="24775" y="120458"/>
                </a:lnTo>
                <a:lnTo>
                  <a:pt x="24775" y="183891"/>
                </a:lnTo>
                <a:lnTo>
                  <a:pt x="158142" y="183891"/>
                </a:lnTo>
                <a:lnTo>
                  <a:pt x="159329" y="193929"/>
                </a:lnTo>
                <a:lnTo>
                  <a:pt x="123708" y="198798"/>
                </a:lnTo>
                <a:lnTo>
                  <a:pt x="89970" y="201805"/>
                </a:lnTo>
                <a:lnTo>
                  <a:pt x="56791" y="203330"/>
                </a:lnTo>
                <a:lnTo>
                  <a:pt x="22852" y="203754"/>
                </a:lnTo>
                <a:close/>
              </a:path>
              <a:path w="207010" h="269240">
                <a:moveTo>
                  <a:pt x="158142" y="183891"/>
                </a:moveTo>
                <a:lnTo>
                  <a:pt x="24775" y="183891"/>
                </a:lnTo>
                <a:lnTo>
                  <a:pt x="57461" y="183407"/>
                </a:lnTo>
                <a:lnTo>
                  <a:pt x="89556" y="181862"/>
                </a:lnTo>
                <a:lnTo>
                  <a:pt x="122312" y="178875"/>
                </a:lnTo>
                <a:lnTo>
                  <a:pt x="156980" y="174066"/>
                </a:lnTo>
                <a:lnTo>
                  <a:pt x="158142" y="183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1" name="object 291"/>
          <p:cNvSpPr/>
          <p:nvPr/>
        </p:nvSpPr>
        <p:spPr>
          <a:xfrm>
            <a:off x="2946616" y="8488567"/>
            <a:ext cx="238125" cy="262890"/>
          </a:xfrm>
          <a:custGeom>
            <a:avLst/>
            <a:gdLst/>
            <a:ahLst/>
            <a:cxnLst/>
            <a:rect l="l" t="t" r="r" b="b"/>
            <a:pathLst>
              <a:path w="238125" h="262890">
                <a:moveTo>
                  <a:pt x="197133" y="194570"/>
                </a:moveTo>
                <a:lnTo>
                  <a:pt x="173426" y="194570"/>
                </a:lnTo>
                <a:lnTo>
                  <a:pt x="173426" y="0"/>
                </a:lnTo>
                <a:lnTo>
                  <a:pt x="197133" y="0"/>
                </a:lnTo>
                <a:lnTo>
                  <a:pt x="197133" y="80092"/>
                </a:lnTo>
                <a:lnTo>
                  <a:pt x="237713" y="80092"/>
                </a:lnTo>
                <a:lnTo>
                  <a:pt x="237713" y="99954"/>
                </a:lnTo>
                <a:lnTo>
                  <a:pt x="197133" y="99954"/>
                </a:lnTo>
                <a:lnTo>
                  <a:pt x="197133" y="194570"/>
                </a:lnTo>
                <a:close/>
              </a:path>
              <a:path w="238125" h="262890">
                <a:moveTo>
                  <a:pt x="20717" y="146728"/>
                </a:moveTo>
                <a:lnTo>
                  <a:pt x="0" y="146728"/>
                </a:lnTo>
                <a:lnTo>
                  <a:pt x="0" y="23493"/>
                </a:lnTo>
                <a:lnTo>
                  <a:pt x="119390" y="23493"/>
                </a:lnTo>
                <a:lnTo>
                  <a:pt x="119390" y="43142"/>
                </a:lnTo>
                <a:lnTo>
                  <a:pt x="23493" y="43142"/>
                </a:lnTo>
                <a:lnTo>
                  <a:pt x="23493" y="126865"/>
                </a:lnTo>
                <a:lnTo>
                  <a:pt x="145284" y="126865"/>
                </a:lnTo>
                <a:lnTo>
                  <a:pt x="146942" y="137758"/>
                </a:lnTo>
                <a:lnTo>
                  <a:pt x="119200" y="142253"/>
                </a:lnTo>
                <a:lnTo>
                  <a:pt x="90797" y="145046"/>
                </a:lnTo>
                <a:lnTo>
                  <a:pt x="58911" y="146438"/>
                </a:lnTo>
                <a:lnTo>
                  <a:pt x="20717" y="146728"/>
                </a:lnTo>
                <a:close/>
              </a:path>
              <a:path w="238125" h="262890">
                <a:moveTo>
                  <a:pt x="145284" y="126865"/>
                </a:moveTo>
                <a:lnTo>
                  <a:pt x="23493" y="126865"/>
                </a:lnTo>
                <a:lnTo>
                  <a:pt x="59975" y="126623"/>
                </a:lnTo>
                <a:lnTo>
                  <a:pt x="90450" y="125330"/>
                </a:lnTo>
                <a:lnTo>
                  <a:pt x="117561" y="122615"/>
                </a:lnTo>
                <a:lnTo>
                  <a:pt x="143952" y="118109"/>
                </a:lnTo>
                <a:lnTo>
                  <a:pt x="145284" y="126865"/>
                </a:lnTo>
                <a:close/>
              </a:path>
              <a:path w="238125" h="262890">
                <a:moveTo>
                  <a:pt x="209520" y="262701"/>
                </a:moveTo>
                <a:lnTo>
                  <a:pt x="29046" y="262701"/>
                </a:lnTo>
                <a:lnTo>
                  <a:pt x="29046" y="174921"/>
                </a:lnTo>
                <a:lnTo>
                  <a:pt x="52540" y="174921"/>
                </a:lnTo>
                <a:lnTo>
                  <a:pt x="52540" y="243052"/>
                </a:lnTo>
                <a:lnTo>
                  <a:pt x="209520" y="243052"/>
                </a:lnTo>
                <a:lnTo>
                  <a:pt x="209520" y="2627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2" name="object 292"/>
          <p:cNvSpPr/>
          <p:nvPr/>
        </p:nvSpPr>
        <p:spPr>
          <a:xfrm>
            <a:off x="3200989" y="8488781"/>
            <a:ext cx="230504" cy="268605"/>
          </a:xfrm>
          <a:custGeom>
            <a:avLst/>
            <a:gdLst/>
            <a:ahLst/>
            <a:cxnLst/>
            <a:rect l="l" t="t" r="r" b="b"/>
            <a:pathLst>
              <a:path w="230504" h="268604">
                <a:moveTo>
                  <a:pt x="230024" y="268468"/>
                </a:moveTo>
                <a:lnTo>
                  <a:pt x="207385" y="268468"/>
                </a:lnTo>
                <a:lnTo>
                  <a:pt x="207385" y="0"/>
                </a:lnTo>
                <a:lnTo>
                  <a:pt x="230024" y="0"/>
                </a:lnTo>
                <a:lnTo>
                  <a:pt x="230024" y="268468"/>
                </a:lnTo>
                <a:close/>
              </a:path>
              <a:path w="230504" h="268604">
                <a:moveTo>
                  <a:pt x="175775" y="74752"/>
                </a:moveTo>
                <a:lnTo>
                  <a:pt x="152922" y="74752"/>
                </a:lnTo>
                <a:lnTo>
                  <a:pt x="152922" y="7261"/>
                </a:lnTo>
                <a:lnTo>
                  <a:pt x="175775" y="7261"/>
                </a:lnTo>
                <a:lnTo>
                  <a:pt x="175775" y="74752"/>
                </a:lnTo>
                <a:close/>
              </a:path>
              <a:path w="230504" h="268604">
                <a:moveTo>
                  <a:pt x="14309" y="210375"/>
                </a:moveTo>
                <a:lnTo>
                  <a:pt x="0" y="193288"/>
                </a:lnTo>
                <a:lnTo>
                  <a:pt x="38354" y="164832"/>
                </a:lnTo>
                <a:lnTo>
                  <a:pt x="66236" y="131751"/>
                </a:lnTo>
                <a:lnTo>
                  <a:pt x="84066" y="94625"/>
                </a:lnTo>
                <a:lnTo>
                  <a:pt x="92266" y="54035"/>
                </a:lnTo>
                <a:lnTo>
                  <a:pt x="11960" y="54035"/>
                </a:lnTo>
                <a:lnTo>
                  <a:pt x="11960" y="34172"/>
                </a:lnTo>
                <a:lnTo>
                  <a:pt x="115759" y="34172"/>
                </a:lnTo>
                <a:lnTo>
                  <a:pt x="115537" y="44462"/>
                </a:lnTo>
                <a:lnTo>
                  <a:pt x="114865" y="54662"/>
                </a:lnTo>
                <a:lnTo>
                  <a:pt x="113732" y="64762"/>
                </a:lnTo>
                <a:lnTo>
                  <a:pt x="112128" y="74752"/>
                </a:lnTo>
                <a:lnTo>
                  <a:pt x="175775" y="74752"/>
                </a:lnTo>
                <a:lnTo>
                  <a:pt x="175775" y="94401"/>
                </a:lnTo>
                <a:lnTo>
                  <a:pt x="107536" y="94401"/>
                </a:lnTo>
                <a:lnTo>
                  <a:pt x="94562" y="127449"/>
                </a:lnTo>
                <a:lnTo>
                  <a:pt x="75019" y="158075"/>
                </a:lnTo>
                <a:lnTo>
                  <a:pt x="48429" y="185856"/>
                </a:lnTo>
                <a:lnTo>
                  <a:pt x="14309" y="210375"/>
                </a:lnTo>
                <a:close/>
              </a:path>
              <a:path w="230504" h="268604">
                <a:moveTo>
                  <a:pt x="175775" y="254799"/>
                </a:moveTo>
                <a:lnTo>
                  <a:pt x="152922" y="254799"/>
                </a:lnTo>
                <a:lnTo>
                  <a:pt x="152922" y="161679"/>
                </a:lnTo>
                <a:lnTo>
                  <a:pt x="103158" y="161679"/>
                </a:lnTo>
                <a:lnTo>
                  <a:pt x="103158" y="142029"/>
                </a:lnTo>
                <a:lnTo>
                  <a:pt x="152922" y="142029"/>
                </a:lnTo>
                <a:lnTo>
                  <a:pt x="152922" y="94401"/>
                </a:lnTo>
                <a:lnTo>
                  <a:pt x="175775" y="94401"/>
                </a:lnTo>
                <a:lnTo>
                  <a:pt x="175775" y="254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/>
          <p:nvPr/>
        </p:nvSpPr>
        <p:spPr>
          <a:xfrm>
            <a:off x="3753168" y="8488781"/>
            <a:ext cx="22860" cy="106680"/>
          </a:xfrm>
          <a:custGeom>
            <a:avLst/>
            <a:gdLst/>
            <a:ahLst/>
            <a:cxnLst/>
            <a:rect l="l" t="t" r="r" b="b"/>
            <a:pathLst>
              <a:path w="22860" h="106679">
                <a:moveTo>
                  <a:pt x="22852" y="106362"/>
                </a:moveTo>
                <a:lnTo>
                  <a:pt x="0" y="106362"/>
                </a:lnTo>
                <a:lnTo>
                  <a:pt x="0" y="0"/>
                </a:lnTo>
                <a:lnTo>
                  <a:pt x="22852" y="0"/>
                </a:lnTo>
                <a:lnTo>
                  <a:pt x="22852" y="10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4" name="object 294"/>
          <p:cNvSpPr/>
          <p:nvPr/>
        </p:nvSpPr>
        <p:spPr>
          <a:xfrm>
            <a:off x="3692939" y="8495030"/>
            <a:ext cx="22860" cy="100330"/>
          </a:xfrm>
          <a:custGeom>
            <a:avLst/>
            <a:gdLst/>
            <a:ahLst/>
            <a:cxnLst/>
            <a:rect l="l" t="t" r="r" b="b"/>
            <a:pathLst>
              <a:path w="22860" h="100329">
                <a:moveTo>
                  <a:pt x="0" y="0"/>
                </a:moveTo>
                <a:lnTo>
                  <a:pt x="22639" y="0"/>
                </a:lnTo>
                <a:lnTo>
                  <a:pt x="22639" y="100329"/>
                </a:lnTo>
                <a:lnTo>
                  <a:pt x="0" y="1003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/>
          <p:nvPr/>
        </p:nvSpPr>
        <p:spPr>
          <a:xfrm>
            <a:off x="3692939" y="8595359"/>
            <a:ext cx="83185" cy="19050"/>
          </a:xfrm>
          <a:custGeom>
            <a:avLst/>
            <a:gdLst/>
            <a:ahLst/>
            <a:cxnLst/>
            <a:rect l="l" t="t" r="r" b="b"/>
            <a:pathLst>
              <a:path w="83185" h="19050">
                <a:moveTo>
                  <a:pt x="0" y="0"/>
                </a:moveTo>
                <a:lnTo>
                  <a:pt x="83082" y="0"/>
                </a:lnTo>
                <a:lnTo>
                  <a:pt x="8308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6" name="object 296"/>
          <p:cNvSpPr/>
          <p:nvPr/>
        </p:nvSpPr>
        <p:spPr>
          <a:xfrm>
            <a:off x="3692939" y="8614409"/>
            <a:ext cx="22860" cy="129539"/>
          </a:xfrm>
          <a:custGeom>
            <a:avLst/>
            <a:gdLst/>
            <a:ahLst/>
            <a:cxnLst/>
            <a:rect l="l" t="t" r="r" b="b"/>
            <a:pathLst>
              <a:path w="22860" h="129540">
                <a:moveTo>
                  <a:pt x="0" y="0"/>
                </a:moveTo>
                <a:lnTo>
                  <a:pt x="22639" y="0"/>
                </a:lnTo>
                <a:lnTo>
                  <a:pt x="22639" y="129540"/>
                </a:lnTo>
                <a:lnTo>
                  <a:pt x="0" y="1295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7" name="object 297"/>
          <p:cNvSpPr/>
          <p:nvPr/>
        </p:nvSpPr>
        <p:spPr>
          <a:xfrm>
            <a:off x="3753168" y="8615006"/>
            <a:ext cx="22860" cy="142240"/>
          </a:xfrm>
          <a:custGeom>
            <a:avLst/>
            <a:gdLst/>
            <a:ahLst/>
            <a:cxnLst/>
            <a:rect l="l" t="t" r="r" b="b"/>
            <a:pathLst>
              <a:path w="22860" h="142240">
                <a:moveTo>
                  <a:pt x="22852" y="142243"/>
                </a:moveTo>
                <a:lnTo>
                  <a:pt x="0" y="142243"/>
                </a:lnTo>
                <a:lnTo>
                  <a:pt x="0" y="0"/>
                </a:lnTo>
                <a:lnTo>
                  <a:pt x="22852" y="0"/>
                </a:lnTo>
                <a:lnTo>
                  <a:pt x="22852" y="142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3555821" y="8520430"/>
            <a:ext cx="103505" cy="19050"/>
          </a:xfrm>
          <a:custGeom>
            <a:avLst/>
            <a:gdLst/>
            <a:ahLst/>
            <a:cxnLst/>
            <a:rect l="l" t="t" r="r" b="b"/>
            <a:pathLst>
              <a:path w="103504" h="19050">
                <a:moveTo>
                  <a:pt x="0" y="0"/>
                </a:moveTo>
                <a:lnTo>
                  <a:pt x="102945" y="0"/>
                </a:lnTo>
                <a:lnTo>
                  <a:pt x="10294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3555821" y="8539480"/>
            <a:ext cx="22860" cy="125730"/>
          </a:xfrm>
          <a:custGeom>
            <a:avLst/>
            <a:gdLst/>
            <a:ahLst/>
            <a:cxnLst/>
            <a:rect l="l" t="t" r="r" b="b"/>
            <a:pathLst>
              <a:path w="22860" h="125729">
                <a:moveTo>
                  <a:pt x="0" y="0"/>
                </a:moveTo>
                <a:lnTo>
                  <a:pt x="22425" y="0"/>
                </a:lnTo>
                <a:lnTo>
                  <a:pt x="22425" y="125729"/>
                </a:lnTo>
                <a:lnTo>
                  <a:pt x="0" y="1257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3555821" y="8665209"/>
            <a:ext cx="103505" cy="19050"/>
          </a:xfrm>
          <a:custGeom>
            <a:avLst/>
            <a:gdLst/>
            <a:ahLst/>
            <a:cxnLst/>
            <a:rect l="l" t="t" r="r" b="b"/>
            <a:pathLst>
              <a:path w="103504" h="19050">
                <a:moveTo>
                  <a:pt x="0" y="0"/>
                </a:moveTo>
                <a:lnTo>
                  <a:pt x="102945" y="0"/>
                </a:lnTo>
                <a:lnTo>
                  <a:pt x="10294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/>
          <p:nvPr/>
        </p:nvSpPr>
        <p:spPr>
          <a:xfrm>
            <a:off x="3636340" y="8539186"/>
            <a:ext cx="22860" cy="127000"/>
          </a:xfrm>
          <a:custGeom>
            <a:avLst/>
            <a:gdLst/>
            <a:ahLst/>
            <a:cxnLst/>
            <a:rect l="l" t="t" r="r" b="b"/>
            <a:pathLst>
              <a:path w="22860" h="127000">
                <a:moveTo>
                  <a:pt x="22425" y="126652"/>
                </a:moveTo>
                <a:lnTo>
                  <a:pt x="0" y="126652"/>
                </a:lnTo>
                <a:lnTo>
                  <a:pt x="0" y="0"/>
                </a:lnTo>
                <a:lnTo>
                  <a:pt x="22425" y="0"/>
                </a:lnTo>
                <a:lnTo>
                  <a:pt x="22425" y="126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2" name="object 302"/>
          <p:cNvSpPr/>
          <p:nvPr/>
        </p:nvSpPr>
        <p:spPr>
          <a:xfrm>
            <a:off x="3818737" y="8488567"/>
            <a:ext cx="217804" cy="268605"/>
          </a:xfrm>
          <a:custGeom>
            <a:avLst/>
            <a:gdLst/>
            <a:ahLst/>
            <a:cxnLst/>
            <a:rect l="l" t="t" r="r" b="b"/>
            <a:pathLst>
              <a:path w="217804" h="268604">
                <a:moveTo>
                  <a:pt x="92479" y="33531"/>
                </a:moveTo>
                <a:lnTo>
                  <a:pt x="68558" y="33531"/>
                </a:lnTo>
                <a:lnTo>
                  <a:pt x="68558" y="0"/>
                </a:lnTo>
                <a:lnTo>
                  <a:pt x="92479" y="0"/>
                </a:lnTo>
                <a:lnTo>
                  <a:pt x="92479" y="33531"/>
                </a:lnTo>
                <a:close/>
              </a:path>
              <a:path w="217804" h="268604">
                <a:moveTo>
                  <a:pt x="153776" y="52753"/>
                </a:moveTo>
                <a:lnTo>
                  <a:pt x="6620" y="52753"/>
                </a:lnTo>
                <a:lnTo>
                  <a:pt x="6620" y="33531"/>
                </a:lnTo>
                <a:lnTo>
                  <a:pt x="153776" y="33531"/>
                </a:lnTo>
                <a:lnTo>
                  <a:pt x="153776" y="52753"/>
                </a:lnTo>
                <a:close/>
              </a:path>
              <a:path w="217804" h="268604">
                <a:moveTo>
                  <a:pt x="11960" y="157407"/>
                </a:moveTo>
                <a:lnTo>
                  <a:pt x="0" y="138826"/>
                </a:lnTo>
                <a:lnTo>
                  <a:pt x="27561" y="125704"/>
                </a:lnTo>
                <a:lnTo>
                  <a:pt x="49256" y="106575"/>
                </a:lnTo>
                <a:lnTo>
                  <a:pt x="63462" y="82962"/>
                </a:lnTo>
                <a:lnTo>
                  <a:pt x="68558" y="56384"/>
                </a:lnTo>
                <a:lnTo>
                  <a:pt x="68558" y="52753"/>
                </a:lnTo>
                <a:lnTo>
                  <a:pt x="92052" y="52753"/>
                </a:lnTo>
                <a:lnTo>
                  <a:pt x="92052" y="56384"/>
                </a:lnTo>
                <a:lnTo>
                  <a:pt x="97285" y="80903"/>
                </a:lnTo>
                <a:lnTo>
                  <a:pt x="106035" y="93974"/>
                </a:lnTo>
                <a:lnTo>
                  <a:pt x="80946" y="93974"/>
                </a:lnTo>
                <a:lnTo>
                  <a:pt x="69731" y="114863"/>
                </a:lnTo>
                <a:lnTo>
                  <a:pt x="54102" y="132779"/>
                </a:lnTo>
                <a:lnTo>
                  <a:pt x="34648" y="147150"/>
                </a:lnTo>
                <a:lnTo>
                  <a:pt x="11960" y="157407"/>
                </a:lnTo>
                <a:close/>
              </a:path>
              <a:path w="217804" h="268604">
                <a:moveTo>
                  <a:pt x="150359" y="150573"/>
                </a:moveTo>
                <a:lnTo>
                  <a:pt x="127920" y="141579"/>
                </a:lnTo>
                <a:lnTo>
                  <a:pt x="108444" y="128841"/>
                </a:lnTo>
                <a:lnTo>
                  <a:pt x="92573" y="112819"/>
                </a:lnTo>
                <a:lnTo>
                  <a:pt x="80946" y="93974"/>
                </a:lnTo>
                <a:lnTo>
                  <a:pt x="106035" y="93974"/>
                </a:lnTo>
                <a:lnTo>
                  <a:pt x="111808" y="102597"/>
                </a:lnTo>
                <a:lnTo>
                  <a:pt x="133860" y="120088"/>
                </a:lnTo>
                <a:lnTo>
                  <a:pt x="161679" y="131991"/>
                </a:lnTo>
                <a:lnTo>
                  <a:pt x="150359" y="150573"/>
                </a:lnTo>
                <a:close/>
              </a:path>
              <a:path w="217804" h="268604">
                <a:moveTo>
                  <a:pt x="216355" y="165096"/>
                </a:moveTo>
                <a:lnTo>
                  <a:pt x="192648" y="165096"/>
                </a:lnTo>
                <a:lnTo>
                  <a:pt x="192648" y="427"/>
                </a:lnTo>
                <a:lnTo>
                  <a:pt x="216355" y="427"/>
                </a:lnTo>
                <a:lnTo>
                  <a:pt x="216355" y="165096"/>
                </a:lnTo>
                <a:close/>
              </a:path>
              <a:path w="217804" h="268604">
                <a:moveTo>
                  <a:pt x="126652" y="268041"/>
                </a:moveTo>
                <a:lnTo>
                  <a:pt x="88591" y="264784"/>
                </a:lnTo>
                <a:lnTo>
                  <a:pt x="60042" y="255280"/>
                </a:lnTo>
                <a:lnTo>
                  <a:pt x="42105" y="239929"/>
                </a:lnTo>
                <a:lnTo>
                  <a:pt x="35881" y="219131"/>
                </a:lnTo>
                <a:lnTo>
                  <a:pt x="42105" y="198551"/>
                </a:lnTo>
                <a:lnTo>
                  <a:pt x="60042" y="183277"/>
                </a:lnTo>
                <a:lnTo>
                  <a:pt x="88591" y="173809"/>
                </a:lnTo>
                <a:lnTo>
                  <a:pt x="126652" y="170649"/>
                </a:lnTo>
                <a:lnTo>
                  <a:pt x="164469" y="173809"/>
                </a:lnTo>
                <a:lnTo>
                  <a:pt x="192915" y="183277"/>
                </a:lnTo>
                <a:lnTo>
                  <a:pt x="200164" y="189444"/>
                </a:lnTo>
                <a:lnTo>
                  <a:pt x="126652" y="189444"/>
                </a:lnTo>
                <a:lnTo>
                  <a:pt x="98546" y="191500"/>
                </a:lnTo>
                <a:lnTo>
                  <a:pt x="77529" y="197400"/>
                </a:lnTo>
                <a:lnTo>
                  <a:pt x="64360" y="206744"/>
                </a:lnTo>
                <a:lnTo>
                  <a:pt x="59802" y="219131"/>
                </a:lnTo>
                <a:lnTo>
                  <a:pt x="64360" y="231856"/>
                </a:lnTo>
                <a:lnTo>
                  <a:pt x="77529" y="241317"/>
                </a:lnTo>
                <a:lnTo>
                  <a:pt x="98546" y="247214"/>
                </a:lnTo>
                <a:lnTo>
                  <a:pt x="126652" y="249246"/>
                </a:lnTo>
                <a:lnTo>
                  <a:pt x="199971" y="249246"/>
                </a:lnTo>
                <a:lnTo>
                  <a:pt x="192915" y="255280"/>
                </a:lnTo>
                <a:lnTo>
                  <a:pt x="164469" y="264784"/>
                </a:lnTo>
                <a:lnTo>
                  <a:pt x="126652" y="268041"/>
                </a:lnTo>
                <a:close/>
              </a:path>
              <a:path w="217804" h="268604">
                <a:moveTo>
                  <a:pt x="199971" y="249246"/>
                </a:moveTo>
                <a:lnTo>
                  <a:pt x="126652" y="249246"/>
                </a:lnTo>
                <a:lnTo>
                  <a:pt x="154701" y="247214"/>
                </a:lnTo>
                <a:lnTo>
                  <a:pt x="175802" y="241317"/>
                </a:lnTo>
                <a:lnTo>
                  <a:pt x="189094" y="231856"/>
                </a:lnTo>
                <a:lnTo>
                  <a:pt x="193716" y="219131"/>
                </a:lnTo>
                <a:lnTo>
                  <a:pt x="189094" y="206744"/>
                </a:lnTo>
                <a:lnTo>
                  <a:pt x="175802" y="197400"/>
                </a:lnTo>
                <a:lnTo>
                  <a:pt x="154701" y="191500"/>
                </a:lnTo>
                <a:lnTo>
                  <a:pt x="126652" y="189444"/>
                </a:lnTo>
                <a:lnTo>
                  <a:pt x="200164" y="189444"/>
                </a:lnTo>
                <a:lnTo>
                  <a:pt x="210869" y="198551"/>
                </a:lnTo>
                <a:lnTo>
                  <a:pt x="217209" y="219131"/>
                </a:lnTo>
                <a:lnTo>
                  <a:pt x="210869" y="239929"/>
                </a:lnTo>
                <a:lnTo>
                  <a:pt x="199971" y="249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2241" y="2761843"/>
            <a:ext cx="1582514" cy="454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578354" y="288942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36248" y="907408"/>
            <a:ext cx="166139" cy="1538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31057" y="3366074"/>
            <a:ext cx="347345" cy="408940"/>
          </a:xfrm>
          <a:custGeom>
            <a:avLst/>
            <a:gdLst/>
            <a:ahLst/>
            <a:cxnLst/>
            <a:rect l="l" t="t" r="r" b="b"/>
            <a:pathLst>
              <a:path w="347345" h="408939">
                <a:moveTo>
                  <a:pt x="100584" y="250202"/>
                </a:moveTo>
                <a:lnTo>
                  <a:pt x="58189" y="242370"/>
                </a:lnTo>
                <a:lnTo>
                  <a:pt x="26822" y="219713"/>
                </a:lnTo>
                <a:lnTo>
                  <a:pt x="11760" y="182884"/>
                </a:lnTo>
                <a:lnTo>
                  <a:pt x="11315" y="173926"/>
                </a:lnTo>
                <a:lnTo>
                  <a:pt x="11760" y="164771"/>
                </a:lnTo>
                <a:lnTo>
                  <a:pt x="26822" y="127354"/>
                </a:lnTo>
                <a:lnTo>
                  <a:pt x="58189" y="104644"/>
                </a:lnTo>
                <a:lnTo>
                  <a:pt x="100584" y="96812"/>
                </a:lnTo>
                <a:lnTo>
                  <a:pt x="109673" y="97126"/>
                </a:lnTo>
                <a:lnTo>
                  <a:pt x="150718" y="108023"/>
                </a:lnTo>
                <a:lnTo>
                  <a:pt x="179676" y="133679"/>
                </a:lnTo>
                <a:lnTo>
                  <a:pt x="180153" y="134531"/>
                </a:lnTo>
                <a:lnTo>
                  <a:pt x="94716" y="134531"/>
                </a:lnTo>
                <a:lnTo>
                  <a:pt x="89198" y="135369"/>
                </a:lnTo>
                <a:lnTo>
                  <a:pt x="58185" y="161423"/>
                </a:lnTo>
                <a:lnTo>
                  <a:pt x="56997" y="167220"/>
                </a:lnTo>
                <a:lnTo>
                  <a:pt x="56997" y="180352"/>
                </a:lnTo>
                <a:lnTo>
                  <a:pt x="89198" y="212064"/>
                </a:lnTo>
                <a:lnTo>
                  <a:pt x="94716" y="212902"/>
                </a:lnTo>
                <a:lnTo>
                  <a:pt x="179707" y="212902"/>
                </a:lnTo>
                <a:lnTo>
                  <a:pt x="179387" y="213452"/>
                </a:lnTo>
                <a:lnTo>
                  <a:pt x="150614" y="238991"/>
                </a:lnTo>
                <a:lnTo>
                  <a:pt x="109502" y="249888"/>
                </a:lnTo>
                <a:lnTo>
                  <a:pt x="100584" y="250202"/>
                </a:lnTo>
                <a:close/>
              </a:path>
              <a:path w="347345" h="408939">
                <a:moveTo>
                  <a:pt x="179707" y="212902"/>
                </a:moveTo>
                <a:lnTo>
                  <a:pt x="106172" y="212902"/>
                </a:lnTo>
                <a:lnTo>
                  <a:pt x="111620" y="212064"/>
                </a:lnTo>
                <a:lnTo>
                  <a:pt x="122237" y="208711"/>
                </a:lnTo>
                <a:lnTo>
                  <a:pt x="145008" y="180352"/>
                </a:lnTo>
                <a:lnTo>
                  <a:pt x="145008" y="173926"/>
                </a:lnTo>
                <a:lnTo>
                  <a:pt x="124629" y="139953"/>
                </a:lnTo>
                <a:lnTo>
                  <a:pt x="100584" y="134531"/>
                </a:lnTo>
                <a:lnTo>
                  <a:pt x="180153" y="134531"/>
                </a:lnTo>
                <a:lnTo>
                  <a:pt x="190690" y="173926"/>
                </a:lnTo>
                <a:lnTo>
                  <a:pt x="190232" y="182884"/>
                </a:lnTo>
                <a:lnTo>
                  <a:pt x="188856" y="191319"/>
                </a:lnTo>
                <a:lnTo>
                  <a:pt x="186564" y="199229"/>
                </a:lnTo>
                <a:lnTo>
                  <a:pt x="183356" y="206616"/>
                </a:lnTo>
                <a:lnTo>
                  <a:pt x="179707" y="212902"/>
                </a:lnTo>
                <a:close/>
              </a:path>
              <a:path w="347345" h="408939">
                <a:moveTo>
                  <a:pt x="123215" y="46520"/>
                </a:moveTo>
                <a:lnTo>
                  <a:pt x="75857" y="46520"/>
                </a:lnTo>
                <a:lnTo>
                  <a:pt x="75857" y="0"/>
                </a:lnTo>
                <a:lnTo>
                  <a:pt x="123215" y="0"/>
                </a:lnTo>
                <a:lnTo>
                  <a:pt x="123215" y="46520"/>
                </a:lnTo>
                <a:close/>
              </a:path>
              <a:path w="347345" h="408939">
                <a:moveTo>
                  <a:pt x="198653" y="84658"/>
                </a:moveTo>
                <a:lnTo>
                  <a:pt x="0" y="84658"/>
                </a:lnTo>
                <a:lnTo>
                  <a:pt x="0" y="46520"/>
                </a:lnTo>
                <a:lnTo>
                  <a:pt x="198653" y="46520"/>
                </a:lnTo>
                <a:lnTo>
                  <a:pt x="198653" y="84658"/>
                </a:lnTo>
                <a:close/>
              </a:path>
              <a:path w="347345" h="408939">
                <a:moveTo>
                  <a:pt x="254393" y="251879"/>
                </a:moveTo>
                <a:lnTo>
                  <a:pt x="214998" y="251879"/>
                </a:lnTo>
                <a:lnTo>
                  <a:pt x="214998" y="9639"/>
                </a:lnTo>
                <a:lnTo>
                  <a:pt x="261937" y="9639"/>
                </a:lnTo>
                <a:lnTo>
                  <a:pt x="261937" y="108546"/>
                </a:lnTo>
                <a:lnTo>
                  <a:pt x="347014" y="108546"/>
                </a:lnTo>
                <a:lnTo>
                  <a:pt x="347014" y="149618"/>
                </a:lnTo>
                <a:lnTo>
                  <a:pt x="261937" y="149618"/>
                </a:lnTo>
                <a:lnTo>
                  <a:pt x="261937" y="243497"/>
                </a:lnTo>
                <a:lnTo>
                  <a:pt x="261658" y="247408"/>
                </a:lnTo>
                <a:lnTo>
                  <a:pt x="260400" y="249783"/>
                </a:lnTo>
                <a:lnTo>
                  <a:pt x="255930" y="251460"/>
                </a:lnTo>
                <a:lnTo>
                  <a:pt x="254393" y="251879"/>
                </a:lnTo>
                <a:close/>
              </a:path>
              <a:path w="347345" h="408939">
                <a:moveTo>
                  <a:pt x="347014" y="108546"/>
                </a:moveTo>
                <a:lnTo>
                  <a:pt x="300075" y="108546"/>
                </a:lnTo>
                <a:lnTo>
                  <a:pt x="300075" y="9639"/>
                </a:lnTo>
                <a:lnTo>
                  <a:pt x="347014" y="9639"/>
                </a:lnTo>
                <a:lnTo>
                  <a:pt x="347014" y="108546"/>
                </a:lnTo>
                <a:close/>
              </a:path>
              <a:path w="347345" h="408939">
                <a:moveTo>
                  <a:pt x="339191" y="251879"/>
                </a:moveTo>
                <a:lnTo>
                  <a:pt x="300075" y="251879"/>
                </a:lnTo>
                <a:lnTo>
                  <a:pt x="300075" y="149618"/>
                </a:lnTo>
                <a:lnTo>
                  <a:pt x="347014" y="149618"/>
                </a:lnTo>
                <a:lnTo>
                  <a:pt x="347014" y="243497"/>
                </a:lnTo>
                <a:lnTo>
                  <a:pt x="346735" y="247408"/>
                </a:lnTo>
                <a:lnTo>
                  <a:pt x="345408" y="249783"/>
                </a:lnTo>
                <a:lnTo>
                  <a:pt x="340658" y="251460"/>
                </a:lnTo>
                <a:lnTo>
                  <a:pt x="339191" y="251879"/>
                </a:lnTo>
                <a:close/>
              </a:path>
              <a:path w="347345" h="408939">
                <a:moveTo>
                  <a:pt x="338353" y="408622"/>
                </a:moveTo>
                <a:lnTo>
                  <a:pt x="296722" y="408622"/>
                </a:lnTo>
                <a:lnTo>
                  <a:pt x="296722" y="316560"/>
                </a:lnTo>
                <a:lnTo>
                  <a:pt x="295325" y="315163"/>
                </a:lnTo>
                <a:lnTo>
                  <a:pt x="63284" y="315163"/>
                </a:lnTo>
                <a:lnTo>
                  <a:pt x="63284" y="276186"/>
                </a:lnTo>
                <a:lnTo>
                  <a:pt x="325920" y="276186"/>
                </a:lnTo>
                <a:lnTo>
                  <a:pt x="331927" y="278561"/>
                </a:lnTo>
                <a:lnTo>
                  <a:pt x="341985" y="288061"/>
                </a:lnTo>
                <a:lnTo>
                  <a:pt x="344500" y="294068"/>
                </a:lnTo>
                <a:lnTo>
                  <a:pt x="344500" y="402475"/>
                </a:lnTo>
                <a:lnTo>
                  <a:pt x="343662" y="404431"/>
                </a:lnTo>
                <a:lnTo>
                  <a:pt x="340309" y="407784"/>
                </a:lnTo>
                <a:lnTo>
                  <a:pt x="338353" y="408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96931" y="3375713"/>
            <a:ext cx="344170" cy="400685"/>
          </a:xfrm>
          <a:custGeom>
            <a:avLst/>
            <a:gdLst/>
            <a:ahLst/>
            <a:cxnLst/>
            <a:rect l="l" t="t" r="r" b="b"/>
            <a:pathLst>
              <a:path w="344170" h="400685">
                <a:moveTo>
                  <a:pt x="31432" y="226314"/>
                </a:moveTo>
                <a:lnTo>
                  <a:pt x="0" y="196138"/>
                </a:lnTo>
                <a:lnTo>
                  <a:pt x="9719" y="191266"/>
                </a:lnTo>
                <a:lnTo>
                  <a:pt x="19121" y="186132"/>
                </a:lnTo>
                <a:lnTo>
                  <a:pt x="55583" y="161615"/>
                </a:lnTo>
                <a:lnTo>
                  <a:pt x="84501" y="132330"/>
                </a:lnTo>
                <a:lnTo>
                  <a:pt x="103373" y="90237"/>
                </a:lnTo>
                <a:lnTo>
                  <a:pt x="103936" y="81305"/>
                </a:lnTo>
                <a:lnTo>
                  <a:pt x="103936" y="5448"/>
                </a:lnTo>
                <a:lnTo>
                  <a:pt x="152971" y="5448"/>
                </a:lnTo>
                <a:lnTo>
                  <a:pt x="153038" y="81305"/>
                </a:lnTo>
                <a:lnTo>
                  <a:pt x="168727" y="118382"/>
                </a:lnTo>
                <a:lnTo>
                  <a:pt x="194441" y="142074"/>
                </a:lnTo>
                <a:lnTo>
                  <a:pt x="130759" y="142074"/>
                </a:lnTo>
                <a:lnTo>
                  <a:pt x="102103" y="174397"/>
                </a:lnTo>
                <a:lnTo>
                  <a:pt x="69950" y="202163"/>
                </a:lnTo>
                <a:lnTo>
                  <a:pt x="39513" y="221992"/>
                </a:lnTo>
                <a:lnTo>
                  <a:pt x="31432" y="226314"/>
                </a:lnTo>
                <a:close/>
              </a:path>
              <a:path w="344170" h="400685">
                <a:moveTo>
                  <a:pt x="235115" y="211226"/>
                </a:moveTo>
                <a:lnTo>
                  <a:pt x="198391" y="194881"/>
                </a:lnTo>
                <a:lnTo>
                  <a:pt x="162401" y="172040"/>
                </a:lnTo>
                <a:lnTo>
                  <a:pt x="130759" y="142074"/>
                </a:lnTo>
                <a:lnTo>
                  <a:pt x="194441" y="142074"/>
                </a:lnTo>
                <a:lnTo>
                  <a:pt x="197605" y="144458"/>
                </a:lnTo>
                <a:lnTo>
                  <a:pt x="206197" y="150352"/>
                </a:lnTo>
                <a:lnTo>
                  <a:pt x="243601" y="171202"/>
                </a:lnTo>
                <a:lnTo>
                  <a:pt x="261937" y="179793"/>
                </a:lnTo>
                <a:lnTo>
                  <a:pt x="235115" y="211226"/>
                </a:lnTo>
                <a:close/>
              </a:path>
              <a:path w="344170" h="400685">
                <a:moveTo>
                  <a:pt x="337934" y="227571"/>
                </a:moveTo>
                <a:lnTo>
                  <a:pt x="297141" y="227571"/>
                </a:lnTo>
                <a:lnTo>
                  <a:pt x="297141" y="0"/>
                </a:lnTo>
                <a:lnTo>
                  <a:pt x="344081" y="0"/>
                </a:lnTo>
                <a:lnTo>
                  <a:pt x="344081" y="221424"/>
                </a:lnTo>
                <a:lnTo>
                  <a:pt x="343242" y="223380"/>
                </a:lnTo>
                <a:lnTo>
                  <a:pt x="339890" y="226733"/>
                </a:lnTo>
                <a:lnTo>
                  <a:pt x="337934" y="227571"/>
                </a:lnTo>
                <a:close/>
              </a:path>
              <a:path w="344170" h="400685">
                <a:moveTo>
                  <a:pt x="322148" y="400240"/>
                </a:moveTo>
                <a:lnTo>
                  <a:pt x="87452" y="400240"/>
                </a:lnTo>
                <a:lnTo>
                  <a:pt x="81375" y="397865"/>
                </a:lnTo>
                <a:lnTo>
                  <a:pt x="71596" y="388366"/>
                </a:lnTo>
                <a:lnTo>
                  <a:pt x="69265" y="382638"/>
                </a:lnTo>
                <a:lnTo>
                  <a:pt x="69151" y="251040"/>
                </a:lnTo>
                <a:lnTo>
                  <a:pt x="340728" y="251040"/>
                </a:lnTo>
                <a:lnTo>
                  <a:pt x="340728" y="289598"/>
                </a:lnTo>
                <a:lnTo>
                  <a:pt x="115252" y="289598"/>
                </a:lnTo>
                <a:lnTo>
                  <a:pt x="115252" y="360286"/>
                </a:lnTo>
                <a:lnTo>
                  <a:pt x="116649" y="361683"/>
                </a:lnTo>
                <a:lnTo>
                  <a:pt x="340728" y="361683"/>
                </a:lnTo>
                <a:lnTo>
                  <a:pt x="340728" y="382638"/>
                </a:lnTo>
                <a:lnTo>
                  <a:pt x="338213" y="388715"/>
                </a:lnTo>
                <a:lnTo>
                  <a:pt x="328155" y="397935"/>
                </a:lnTo>
                <a:lnTo>
                  <a:pt x="322148" y="400240"/>
                </a:lnTo>
                <a:close/>
              </a:path>
              <a:path w="344170" h="400685">
                <a:moveTo>
                  <a:pt x="340728" y="361683"/>
                </a:moveTo>
                <a:lnTo>
                  <a:pt x="293230" y="361683"/>
                </a:lnTo>
                <a:lnTo>
                  <a:pt x="294627" y="360286"/>
                </a:lnTo>
                <a:lnTo>
                  <a:pt x="294627" y="289598"/>
                </a:lnTo>
                <a:lnTo>
                  <a:pt x="340728" y="289598"/>
                </a:lnTo>
                <a:lnTo>
                  <a:pt x="340728" y="3616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44264" y="3375713"/>
            <a:ext cx="300355" cy="399415"/>
          </a:xfrm>
          <a:custGeom>
            <a:avLst/>
            <a:gdLst/>
            <a:ahLst/>
            <a:cxnLst/>
            <a:rect l="l" t="t" r="r" b="b"/>
            <a:pathLst>
              <a:path w="300354" h="399414">
                <a:moveTo>
                  <a:pt x="293928" y="398983"/>
                </a:moveTo>
                <a:lnTo>
                  <a:pt x="252298" y="398983"/>
                </a:lnTo>
                <a:lnTo>
                  <a:pt x="252298" y="0"/>
                </a:lnTo>
                <a:lnTo>
                  <a:pt x="300075" y="0"/>
                </a:lnTo>
                <a:lnTo>
                  <a:pt x="300075" y="392836"/>
                </a:lnTo>
                <a:lnTo>
                  <a:pt x="299237" y="394792"/>
                </a:lnTo>
                <a:lnTo>
                  <a:pt x="295884" y="398145"/>
                </a:lnTo>
                <a:lnTo>
                  <a:pt x="293928" y="398983"/>
                </a:lnTo>
                <a:close/>
              </a:path>
              <a:path w="300354" h="399414">
                <a:moveTo>
                  <a:pt x="25565" y="306781"/>
                </a:moveTo>
                <a:lnTo>
                  <a:pt x="18021" y="306781"/>
                </a:lnTo>
                <a:lnTo>
                  <a:pt x="11874" y="304336"/>
                </a:lnTo>
                <a:lnTo>
                  <a:pt x="2374" y="294557"/>
                </a:lnTo>
                <a:lnTo>
                  <a:pt x="0" y="288620"/>
                </a:lnTo>
                <a:lnTo>
                  <a:pt x="0" y="137045"/>
                </a:lnTo>
                <a:lnTo>
                  <a:pt x="137744" y="137045"/>
                </a:lnTo>
                <a:lnTo>
                  <a:pt x="139141" y="135508"/>
                </a:lnTo>
                <a:lnTo>
                  <a:pt x="139141" y="56159"/>
                </a:lnTo>
                <a:lnTo>
                  <a:pt x="0" y="56159"/>
                </a:lnTo>
                <a:lnTo>
                  <a:pt x="0" y="16764"/>
                </a:lnTo>
                <a:lnTo>
                  <a:pt x="186080" y="16764"/>
                </a:lnTo>
                <a:lnTo>
                  <a:pt x="186080" y="158559"/>
                </a:lnTo>
                <a:lnTo>
                  <a:pt x="183635" y="164566"/>
                </a:lnTo>
                <a:lnTo>
                  <a:pt x="173856" y="174066"/>
                </a:lnTo>
                <a:lnTo>
                  <a:pt x="167779" y="176441"/>
                </a:lnTo>
                <a:lnTo>
                  <a:pt x="47358" y="176441"/>
                </a:lnTo>
                <a:lnTo>
                  <a:pt x="47358" y="266407"/>
                </a:lnTo>
                <a:lnTo>
                  <a:pt x="48755" y="267804"/>
                </a:lnTo>
                <a:lnTo>
                  <a:pt x="235534" y="267804"/>
                </a:lnTo>
                <a:lnTo>
                  <a:pt x="235534" y="294208"/>
                </a:lnTo>
                <a:lnTo>
                  <a:pt x="180619" y="300141"/>
                </a:lnTo>
                <a:lnTo>
                  <a:pt x="111585" y="304528"/>
                </a:lnTo>
                <a:lnTo>
                  <a:pt x="67723" y="306191"/>
                </a:lnTo>
                <a:lnTo>
                  <a:pt x="39329" y="306715"/>
                </a:lnTo>
                <a:lnTo>
                  <a:pt x="25565" y="306781"/>
                </a:lnTo>
                <a:close/>
              </a:path>
              <a:path w="300354" h="399414">
                <a:moveTo>
                  <a:pt x="235534" y="267804"/>
                </a:moveTo>
                <a:lnTo>
                  <a:pt x="48755" y="267804"/>
                </a:lnTo>
                <a:lnTo>
                  <a:pt x="62393" y="267765"/>
                </a:lnTo>
                <a:lnTo>
                  <a:pt x="85024" y="267451"/>
                </a:lnTo>
                <a:lnTo>
                  <a:pt x="132645" y="265643"/>
                </a:lnTo>
                <a:lnTo>
                  <a:pt x="191738" y="260889"/>
                </a:lnTo>
                <a:lnTo>
                  <a:pt x="235534" y="255231"/>
                </a:lnTo>
                <a:lnTo>
                  <a:pt x="235534" y="2678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03433" y="3392896"/>
            <a:ext cx="377190" cy="325755"/>
          </a:xfrm>
          <a:custGeom>
            <a:avLst/>
            <a:gdLst/>
            <a:ahLst/>
            <a:cxnLst/>
            <a:rect l="l" t="t" r="r" b="b"/>
            <a:pathLst>
              <a:path w="377189" h="325754">
                <a:moveTo>
                  <a:pt x="42329" y="225894"/>
                </a:moveTo>
                <a:lnTo>
                  <a:pt x="10896" y="192366"/>
                </a:lnTo>
                <a:lnTo>
                  <a:pt x="17418" y="190271"/>
                </a:lnTo>
                <a:lnTo>
                  <a:pt x="24412" y="187756"/>
                </a:lnTo>
                <a:lnTo>
                  <a:pt x="64803" y="169368"/>
                </a:lnTo>
                <a:lnTo>
                  <a:pt x="98763" y="149068"/>
                </a:lnTo>
                <a:lnTo>
                  <a:pt x="129907" y="124787"/>
                </a:lnTo>
                <a:lnTo>
                  <a:pt x="157581" y="90735"/>
                </a:lnTo>
                <a:lnTo>
                  <a:pt x="165544" y="62026"/>
                </a:lnTo>
                <a:lnTo>
                  <a:pt x="165544" y="0"/>
                </a:lnTo>
                <a:lnTo>
                  <a:pt x="213321" y="0"/>
                </a:lnTo>
                <a:lnTo>
                  <a:pt x="213321" y="67056"/>
                </a:lnTo>
                <a:lnTo>
                  <a:pt x="214395" y="73159"/>
                </a:lnTo>
                <a:lnTo>
                  <a:pt x="238009" y="110406"/>
                </a:lnTo>
                <a:lnTo>
                  <a:pt x="257010" y="127825"/>
                </a:lnTo>
                <a:lnTo>
                  <a:pt x="189433" y="127825"/>
                </a:lnTo>
                <a:lnTo>
                  <a:pt x="160724" y="156743"/>
                </a:lnTo>
                <a:lnTo>
                  <a:pt x="122586" y="185451"/>
                </a:lnTo>
                <a:lnTo>
                  <a:pt x="81095" y="209759"/>
                </a:lnTo>
                <a:lnTo>
                  <a:pt x="51352" y="222843"/>
                </a:lnTo>
                <a:lnTo>
                  <a:pt x="42329" y="225894"/>
                </a:lnTo>
                <a:close/>
              </a:path>
              <a:path w="377189" h="325754">
                <a:moveTo>
                  <a:pt x="336118" y="221703"/>
                </a:moveTo>
                <a:lnTo>
                  <a:pt x="299237" y="207664"/>
                </a:lnTo>
                <a:lnTo>
                  <a:pt x="257117" y="184613"/>
                </a:lnTo>
                <a:lnTo>
                  <a:pt x="217722" y="156533"/>
                </a:lnTo>
                <a:lnTo>
                  <a:pt x="189433" y="127825"/>
                </a:lnTo>
                <a:lnTo>
                  <a:pt x="257010" y="127825"/>
                </a:lnTo>
                <a:lnTo>
                  <a:pt x="257694" y="128401"/>
                </a:lnTo>
                <a:lnTo>
                  <a:pt x="265067" y="134151"/>
                </a:lnTo>
                <a:lnTo>
                  <a:pt x="297076" y="155486"/>
                </a:lnTo>
                <a:lnTo>
                  <a:pt x="337794" y="176650"/>
                </a:lnTo>
                <a:lnTo>
                  <a:pt x="366293" y="187337"/>
                </a:lnTo>
                <a:lnTo>
                  <a:pt x="336118" y="221703"/>
                </a:lnTo>
                <a:close/>
              </a:path>
              <a:path w="377189" h="325754">
                <a:moveTo>
                  <a:pt x="371043" y="325640"/>
                </a:moveTo>
                <a:lnTo>
                  <a:pt x="0" y="325640"/>
                </a:lnTo>
                <a:lnTo>
                  <a:pt x="0" y="285407"/>
                </a:lnTo>
                <a:lnTo>
                  <a:pt x="377190" y="285407"/>
                </a:lnTo>
                <a:lnTo>
                  <a:pt x="377190" y="319493"/>
                </a:lnTo>
                <a:lnTo>
                  <a:pt x="376351" y="321449"/>
                </a:lnTo>
                <a:lnTo>
                  <a:pt x="372999" y="324802"/>
                </a:lnTo>
                <a:lnTo>
                  <a:pt x="371043" y="3256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93196" y="3396249"/>
            <a:ext cx="377190" cy="321945"/>
          </a:xfrm>
          <a:custGeom>
            <a:avLst/>
            <a:gdLst/>
            <a:ahLst/>
            <a:cxnLst/>
            <a:rect l="l" t="t" r="r" b="b"/>
            <a:pathLst>
              <a:path w="377189" h="321945">
                <a:moveTo>
                  <a:pt x="369925" y="321868"/>
                </a:moveTo>
                <a:lnTo>
                  <a:pt x="0" y="321868"/>
                </a:lnTo>
                <a:lnTo>
                  <a:pt x="0" y="281216"/>
                </a:lnTo>
                <a:lnTo>
                  <a:pt x="251459" y="281216"/>
                </a:lnTo>
                <a:lnTo>
                  <a:pt x="254157" y="274864"/>
                </a:lnTo>
                <a:lnTo>
                  <a:pt x="268891" y="227440"/>
                </a:lnTo>
                <a:lnTo>
                  <a:pt x="278771" y="176860"/>
                </a:lnTo>
                <a:lnTo>
                  <a:pt x="279539" y="168617"/>
                </a:lnTo>
                <a:lnTo>
                  <a:pt x="279539" y="162191"/>
                </a:lnTo>
                <a:lnTo>
                  <a:pt x="45681" y="162191"/>
                </a:lnTo>
                <a:lnTo>
                  <a:pt x="45681" y="122377"/>
                </a:lnTo>
                <a:lnTo>
                  <a:pt x="282473" y="122377"/>
                </a:lnTo>
                <a:lnTo>
                  <a:pt x="282473" y="41630"/>
                </a:lnTo>
                <a:lnTo>
                  <a:pt x="281076" y="40233"/>
                </a:lnTo>
                <a:lnTo>
                  <a:pt x="49453" y="40233"/>
                </a:lnTo>
                <a:lnTo>
                  <a:pt x="49453" y="0"/>
                </a:lnTo>
                <a:lnTo>
                  <a:pt x="311670" y="0"/>
                </a:lnTo>
                <a:lnTo>
                  <a:pt x="317677" y="2514"/>
                </a:lnTo>
                <a:lnTo>
                  <a:pt x="327736" y="12573"/>
                </a:lnTo>
                <a:lnTo>
                  <a:pt x="330250" y="18440"/>
                </a:lnTo>
                <a:lnTo>
                  <a:pt x="330250" y="116509"/>
                </a:lnTo>
                <a:lnTo>
                  <a:pt x="327945" y="163029"/>
                </a:lnTo>
                <a:lnTo>
                  <a:pt x="321449" y="208083"/>
                </a:lnTo>
                <a:lnTo>
                  <a:pt x="311600" y="248526"/>
                </a:lnTo>
                <a:lnTo>
                  <a:pt x="299237" y="281216"/>
                </a:lnTo>
                <a:lnTo>
                  <a:pt x="377190" y="281216"/>
                </a:lnTo>
                <a:lnTo>
                  <a:pt x="377190" y="313486"/>
                </a:lnTo>
                <a:lnTo>
                  <a:pt x="376910" y="317118"/>
                </a:lnTo>
                <a:lnTo>
                  <a:pt x="375723" y="319424"/>
                </a:lnTo>
                <a:lnTo>
                  <a:pt x="371532" y="321379"/>
                </a:lnTo>
                <a:lnTo>
                  <a:pt x="369925" y="3218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18334" y="3375713"/>
            <a:ext cx="334645" cy="401320"/>
          </a:xfrm>
          <a:custGeom>
            <a:avLst/>
            <a:gdLst/>
            <a:ahLst/>
            <a:cxnLst/>
            <a:rect l="l" t="t" r="r" b="b"/>
            <a:pathLst>
              <a:path w="334645" h="401320">
                <a:moveTo>
                  <a:pt x="305244" y="225056"/>
                </a:moveTo>
                <a:lnTo>
                  <a:pt x="264871" y="225056"/>
                </a:lnTo>
                <a:lnTo>
                  <a:pt x="264871" y="0"/>
                </a:lnTo>
                <a:lnTo>
                  <a:pt x="311391" y="0"/>
                </a:lnTo>
                <a:lnTo>
                  <a:pt x="311391" y="218909"/>
                </a:lnTo>
                <a:lnTo>
                  <a:pt x="310553" y="220865"/>
                </a:lnTo>
                <a:lnTo>
                  <a:pt x="307200" y="224218"/>
                </a:lnTo>
                <a:lnTo>
                  <a:pt x="305244" y="225056"/>
                </a:lnTo>
                <a:close/>
              </a:path>
              <a:path w="334645" h="401320">
                <a:moveTo>
                  <a:pt x="178396" y="201587"/>
                </a:moveTo>
                <a:lnTo>
                  <a:pt x="18859" y="201587"/>
                </a:lnTo>
                <a:lnTo>
                  <a:pt x="12922" y="199142"/>
                </a:lnTo>
                <a:lnTo>
                  <a:pt x="2584" y="189363"/>
                </a:lnTo>
                <a:lnTo>
                  <a:pt x="0" y="183286"/>
                </a:lnTo>
                <a:lnTo>
                  <a:pt x="0" y="10058"/>
                </a:lnTo>
                <a:lnTo>
                  <a:pt x="197396" y="10058"/>
                </a:lnTo>
                <a:lnTo>
                  <a:pt x="197396" y="47777"/>
                </a:lnTo>
                <a:lnTo>
                  <a:pt x="47358" y="47777"/>
                </a:lnTo>
                <a:lnTo>
                  <a:pt x="47358" y="164147"/>
                </a:lnTo>
                <a:lnTo>
                  <a:pt x="48755" y="165544"/>
                </a:lnTo>
                <a:lnTo>
                  <a:pt x="197396" y="165544"/>
                </a:lnTo>
                <a:lnTo>
                  <a:pt x="197396" y="183286"/>
                </a:lnTo>
                <a:lnTo>
                  <a:pt x="194811" y="189363"/>
                </a:lnTo>
                <a:lnTo>
                  <a:pt x="184473" y="199142"/>
                </a:lnTo>
                <a:lnTo>
                  <a:pt x="178396" y="201587"/>
                </a:lnTo>
                <a:close/>
              </a:path>
              <a:path w="334645" h="401320">
                <a:moveTo>
                  <a:pt x="197396" y="165544"/>
                </a:moveTo>
                <a:lnTo>
                  <a:pt x="149059" y="165544"/>
                </a:lnTo>
                <a:lnTo>
                  <a:pt x="150456" y="164147"/>
                </a:lnTo>
                <a:lnTo>
                  <a:pt x="150456" y="47777"/>
                </a:lnTo>
                <a:lnTo>
                  <a:pt x="197396" y="47777"/>
                </a:lnTo>
                <a:lnTo>
                  <a:pt x="197396" y="165544"/>
                </a:lnTo>
                <a:close/>
              </a:path>
              <a:path w="334645" h="401320">
                <a:moveTo>
                  <a:pt x="199910" y="262775"/>
                </a:moveTo>
                <a:lnTo>
                  <a:pt x="151714" y="262775"/>
                </a:lnTo>
                <a:lnTo>
                  <a:pt x="151714" y="217512"/>
                </a:lnTo>
                <a:lnTo>
                  <a:pt x="199910" y="217512"/>
                </a:lnTo>
                <a:lnTo>
                  <a:pt x="199910" y="262775"/>
                </a:lnTo>
                <a:close/>
              </a:path>
              <a:path w="334645" h="401320">
                <a:moveTo>
                  <a:pt x="309016" y="302590"/>
                </a:moveTo>
                <a:lnTo>
                  <a:pt x="36880" y="302590"/>
                </a:lnTo>
                <a:lnTo>
                  <a:pt x="36880" y="262775"/>
                </a:lnTo>
                <a:lnTo>
                  <a:pt x="315163" y="262775"/>
                </a:lnTo>
                <a:lnTo>
                  <a:pt x="315163" y="296443"/>
                </a:lnTo>
                <a:lnTo>
                  <a:pt x="314325" y="298399"/>
                </a:lnTo>
                <a:lnTo>
                  <a:pt x="310972" y="301752"/>
                </a:lnTo>
                <a:lnTo>
                  <a:pt x="309016" y="302590"/>
                </a:lnTo>
                <a:close/>
              </a:path>
              <a:path w="334645" h="401320">
                <a:moveTo>
                  <a:pt x="44424" y="401078"/>
                </a:moveTo>
                <a:lnTo>
                  <a:pt x="15506" y="368808"/>
                </a:lnTo>
                <a:lnTo>
                  <a:pt x="23495" y="366777"/>
                </a:lnTo>
                <a:lnTo>
                  <a:pt x="31956" y="364459"/>
                </a:lnTo>
                <a:lnTo>
                  <a:pt x="69308" y="352410"/>
                </a:lnTo>
                <a:lnTo>
                  <a:pt x="105298" y="336432"/>
                </a:lnTo>
                <a:lnTo>
                  <a:pt x="140149" y="310867"/>
                </a:lnTo>
                <a:lnTo>
                  <a:pt x="146265" y="302590"/>
                </a:lnTo>
                <a:lnTo>
                  <a:pt x="205359" y="302590"/>
                </a:lnTo>
                <a:lnTo>
                  <a:pt x="239253" y="332935"/>
                </a:lnTo>
                <a:lnTo>
                  <a:pt x="242621" y="334860"/>
                </a:lnTo>
                <a:lnTo>
                  <a:pt x="176441" y="334860"/>
                </a:lnTo>
                <a:lnTo>
                  <a:pt x="140490" y="363844"/>
                </a:lnTo>
                <a:lnTo>
                  <a:pt x="105089" y="381341"/>
                </a:lnTo>
                <a:lnTo>
                  <a:pt x="68824" y="394242"/>
                </a:lnTo>
                <a:lnTo>
                  <a:pt x="52164" y="399061"/>
                </a:lnTo>
                <a:lnTo>
                  <a:pt x="44424" y="401078"/>
                </a:lnTo>
                <a:close/>
              </a:path>
              <a:path w="334645" h="401320">
                <a:moveTo>
                  <a:pt x="305523" y="401078"/>
                </a:moveTo>
                <a:lnTo>
                  <a:pt x="268852" y="389763"/>
                </a:lnTo>
                <a:lnTo>
                  <a:pt x="233019" y="374675"/>
                </a:lnTo>
                <a:lnTo>
                  <a:pt x="194121" y="351127"/>
                </a:lnTo>
                <a:lnTo>
                  <a:pt x="176441" y="334860"/>
                </a:lnTo>
                <a:lnTo>
                  <a:pt x="242621" y="334860"/>
                </a:lnTo>
                <a:lnTo>
                  <a:pt x="247478" y="337637"/>
                </a:lnTo>
                <a:lnTo>
                  <a:pt x="256017" y="342051"/>
                </a:lnTo>
                <a:lnTo>
                  <a:pt x="292021" y="356588"/>
                </a:lnTo>
                <a:lnTo>
                  <a:pt x="334022" y="367550"/>
                </a:lnTo>
                <a:lnTo>
                  <a:pt x="305523" y="401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09489" y="3375713"/>
            <a:ext cx="346710" cy="399415"/>
          </a:xfrm>
          <a:custGeom>
            <a:avLst/>
            <a:gdLst/>
            <a:ahLst/>
            <a:cxnLst/>
            <a:rect l="l" t="t" r="r" b="b"/>
            <a:pathLst>
              <a:path w="346710" h="399414">
                <a:moveTo>
                  <a:pt x="18300" y="300774"/>
                </a:moveTo>
                <a:lnTo>
                  <a:pt x="12223" y="298329"/>
                </a:lnTo>
                <a:lnTo>
                  <a:pt x="2444" y="287991"/>
                </a:lnTo>
                <a:lnTo>
                  <a:pt x="0" y="282054"/>
                </a:lnTo>
                <a:lnTo>
                  <a:pt x="0" y="38417"/>
                </a:lnTo>
                <a:lnTo>
                  <a:pt x="2444" y="32410"/>
                </a:lnTo>
                <a:lnTo>
                  <a:pt x="12223" y="22910"/>
                </a:lnTo>
                <a:lnTo>
                  <a:pt x="18300" y="20535"/>
                </a:lnTo>
                <a:lnTo>
                  <a:pt x="161772" y="20535"/>
                </a:lnTo>
                <a:lnTo>
                  <a:pt x="161772" y="59093"/>
                </a:lnTo>
                <a:lnTo>
                  <a:pt x="48336" y="59093"/>
                </a:lnTo>
                <a:lnTo>
                  <a:pt x="46939" y="60490"/>
                </a:lnTo>
                <a:lnTo>
                  <a:pt x="46939" y="260959"/>
                </a:lnTo>
                <a:lnTo>
                  <a:pt x="48336" y="262356"/>
                </a:lnTo>
                <a:lnTo>
                  <a:pt x="51130" y="262356"/>
                </a:lnTo>
                <a:lnTo>
                  <a:pt x="57652" y="262526"/>
                </a:lnTo>
                <a:lnTo>
                  <a:pt x="64227" y="262618"/>
                </a:lnTo>
                <a:lnTo>
                  <a:pt x="187337" y="262631"/>
                </a:lnTo>
                <a:lnTo>
                  <a:pt x="187337" y="291693"/>
                </a:lnTo>
                <a:lnTo>
                  <a:pt x="145191" y="295858"/>
                </a:lnTo>
                <a:lnTo>
                  <a:pt x="88299" y="299512"/>
                </a:lnTo>
                <a:lnTo>
                  <a:pt x="25565" y="300494"/>
                </a:lnTo>
                <a:lnTo>
                  <a:pt x="18300" y="300774"/>
                </a:lnTo>
                <a:close/>
              </a:path>
              <a:path w="346710" h="399414">
                <a:moveTo>
                  <a:pt x="187337" y="262631"/>
                </a:moveTo>
                <a:lnTo>
                  <a:pt x="70854" y="262631"/>
                </a:lnTo>
                <a:lnTo>
                  <a:pt x="77533" y="262566"/>
                </a:lnTo>
                <a:lnTo>
                  <a:pt x="84396" y="262408"/>
                </a:lnTo>
                <a:lnTo>
                  <a:pt x="123686" y="259999"/>
                </a:lnTo>
                <a:lnTo>
                  <a:pt x="187337" y="252717"/>
                </a:lnTo>
                <a:lnTo>
                  <a:pt x="187337" y="262631"/>
                </a:lnTo>
                <a:close/>
              </a:path>
              <a:path w="346710" h="399414">
                <a:moveTo>
                  <a:pt x="245313" y="389343"/>
                </a:moveTo>
                <a:lnTo>
                  <a:pt x="204101" y="389343"/>
                </a:lnTo>
                <a:lnTo>
                  <a:pt x="204101" y="0"/>
                </a:lnTo>
                <a:lnTo>
                  <a:pt x="251460" y="0"/>
                </a:lnTo>
                <a:lnTo>
                  <a:pt x="251460" y="133692"/>
                </a:lnTo>
                <a:lnTo>
                  <a:pt x="346176" y="133692"/>
                </a:lnTo>
                <a:lnTo>
                  <a:pt x="346176" y="173507"/>
                </a:lnTo>
                <a:lnTo>
                  <a:pt x="251460" y="173507"/>
                </a:lnTo>
                <a:lnTo>
                  <a:pt x="251460" y="383197"/>
                </a:lnTo>
                <a:lnTo>
                  <a:pt x="250621" y="385152"/>
                </a:lnTo>
                <a:lnTo>
                  <a:pt x="247269" y="388505"/>
                </a:lnTo>
                <a:lnTo>
                  <a:pt x="245313" y="389343"/>
                </a:lnTo>
                <a:close/>
              </a:path>
              <a:path w="346710" h="399414">
                <a:moveTo>
                  <a:pt x="346176" y="133692"/>
                </a:moveTo>
                <a:lnTo>
                  <a:pt x="298818" y="133692"/>
                </a:lnTo>
                <a:lnTo>
                  <a:pt x="298818" y="0"/>
                </a:lnTo>
                <a:lnTo>
                  <a:pt x="346176" y="0"/>
                </a:lnTo>
                <a:lnTo>
                  <a:pt x="346176" y="133692"/>
                </a:lnTo>
                <a:close/>
              </a:path>
              <a:path w="346710" h="399414">
                <a:moveTo>
                  <a:pt x="340029" y="398983"/>
                </a:moveTo>
                <a:lnTo>
                  <a:pt x="298818" y="398983"/>
                </a:lnTo>
                <a:lnTo>
                  <a:pt x="298818" y="173507"/>
                </a:lnTo>
                <a:lnTo>
                  <a:pt x="346176" y="173507"/>
                </a:lnTo>
                <a:lnTo>
                  <a:pt x="346176" y="392836"/>
                </a:lnTo>
                <a:lnTo>
                  <a:pt x="345338" y="394792"/>
                </a:lnTo>
                <a:lnTo>
                  <a:pt x="341985" y="398145"/>
                </a:lnTo>
                <a:lnTo>
                  <a:pt x="340029" y="398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88356" y="3377808"/>
            <a:ext cx="377825" cy="405765"/>
          </a:xfrm>
          <a:custGeom>
            <a:avLst/>
            <a:gdLst/>
            <a:ahLst/>
            <a:cxnLst/>
            <a:rect l="l" t="t" r="r" b="b"/>
            <a:pathLst>
              <a:path w="377825" h="405764">
                <a:moveTo>
                  <a:pt x="189852" y="155905"/>
                </a:moveTo>
                <a:lnTo>
                  <a:pt x="148361" y="153665"/>
                </a:lnTo>
                <a:lnTo>
                  <a:pt x="100793" y="143004"/>
                </a:lnTo>
                <a:lnTo>
                  <a:pt x="67016" y="121827"/>
                </a:lnTo>
                <a:lnTo>
                  <a:pt x="49872" y="79209"/>
                </a:lnTo>
                <a:lnTo>
                  <a:pt x="50593" y="69282"/>
                </a:lnTo>
                <a:lnTo>
                  <a:pt x="74914" y="29860"/>
                </a:lnTo>
                <a:lnTo>
                  <a:pt x="113314" y="10477"/>
                </a:lnTo>
                <a:lnTo>
                  <a:pt x="162820" y="1152"/>
                </a:lnTo>
                <a:lnTo>
                  <a:pt x="189852" y="0"/>
                </a:lnTo>
                <a:lnTo>
                  <a:pt x="202962" y="288"/>
                </a:lnTo>
                <a:lnTo>
                  <a:pt x="241192" y="4610"/>
                </a:lnTo>
                <a:lnTo>
                  <a:pt x="285407" y="19069"/>
                </a:lnTo>
                <a:lnTo>
                  <a:pt x="311013" y="37719"/>
                </a:lnTo>
                <a:lnTo>
                  <a:pt x="190271" y="37719"/>
                </a:lnTo>
                <a:lnTo>
                  <a:pt x="180789" y="37876"/>
                </a:lnTo>
                <a:lnTo>
                  <a:pt x="138512" y="43429"/>
                </a:lnTo>
                <a:lnTo>
                  <a:pt x="100444" y="66147"/>
                </a:lnTo>
                <a:lnTo>
                  <a:pt x="98069" y="72224"/>
                </a:lnTo>
                <a:lnTo>
                  <a:pt x="98069" y="85636"/>
                </a:lnTo>
                <a:lnTo>
                  <a:pt x="130837" y="110603"/>
                </a:lnTo>
                <a:lnTo>
                  <a:pt x="170888" y="117557"/>
                </a:lnTo>
                <a:lnTo>
                  <a:pt x="189852" y="118186"/>
                </a:lnTo>
                <a:lnTo>
                  <a:pt x="313277" y="118186"/>
                </a:lnTo>
                <a:lnTo>
                  <a:pt x="312242" y="119456"/>
                </a:lnTo>
                <a:lnTo>
                  <a:pt x="279526" y="141145"/>
                </a:lnTo>
                <a:lnTo>
                  <a:pt x="232404" y="153194"/>
                </a:lnTo>
                <a:lnTo>
                  <a:pt x="204638" y="155603"/>
                </a:lnTo>
                <a:lnTo>
                  <a:pt x="189852" y="155905"/>
                </a:lnTo>
                <a:close/>
              </a:path>
              <a:path w="377825" h="405764">
                <a:moveTo>
                  <a:pt x="313277" y="118186"/>
                </a:moveTo>
                <a:lnTo>
                  <a:pt x="189852" y="118186"/>
                </a:lnTo>
                <a:lnTo>
                  <a:pt x="198574" y="118029"/>
                </a:lnTo>
                <a:lnTo>
                  <a:pt x="207140" y="117557"/>
                </a:lnTo>
                <a:lnTo>
                  <a:pt x="246195" y="110603"/>
                </a:lnTo>
                <a:lnTo>
                  <a:pt x="279958" y="85636"/>
                </a:lnTo>
                <a:lnTo>
                  <a:pt x="279958" y="72224"/>
                </a:lnTo>
                <a:lnTo>
                  <a:pt x="246090" y="45537"/>
                </a:lnTo>
                <a:lnTo>
                  <a:pt x="207506" y="38347"/>
                </a:lnTo>
                <a:lnTo>
                  <a:pt x="190271" y="37719"/>
                </a:lnTo>
                <a:lnTo>
                  <a:pt x="311013" y="37719"/>
                </a:lnTo>
                <a:lnTo>
                  <a:pt x="328155" y="79209"/>
                </a:lnTo>
                <a:lnTo>
                  <a:pt x="327513" y="88364"/>
                </a:lnTo>
                <a:lnTo>
                  <a:pt x="325588" y="96969"/>
                </a:lnTo>
                <a:lnTo>
                  <a:pt x="322379" y="105023"/>
                </a:lnTo>
                <a:lnTo>
                  <a:pt x="317844" y="112580"/>
                </a:lnTo>
                <a:lnTo>
                  <a:pt x="313277" y="118186"/>
                </a:lnTo>
                <a:close/>
              </a:path>
              <a:path w="377825" h="405764">
                <a:moveTo>
                  <a:pt x="190271" y="405269"/>
                </a:moveTo>
                <a:lnTo>
                  <a:pt x="151884" y="402794"/>
                </a:lnTo>
                <a:lnTo>
                  <a:pt x="104775" y="391439"/>
                </a:lnTo>
                <a:lnTo>
                  <a:pt x="69007" y="369947"/>
                </a:lnTo>
                <a:lnTo>
                  <a:pt x="50292" y="327317"/>
                </a:lnTo>
                <a:lnTo>
                  <a:pt x="51051" y="317389"/>
                </a:lnTo>
                <a:lnTo>
                  <a:pt x="76538" y="277968"/>
                </a:lnTo>
                <a:lnTo>
                  <a:pt x="115671" y="258584"/>
                </a:lnTo>
                <a:lnTo>
                  <a:pt x="164549" y="249259"/>
                </a:lnTo>
                <a:lnTo>
                  <a:pt x="190271" y="248107"/>
                </a:lnTo>
                <a:lnTo>
                  <a:pt x="202805" y="248408"/>
                </a:lnTo>
                <a:lnTo>
                  <a:pt x="251879" y="255637"/>
                </a:lnTo>
                <a:lnTo>
                  <a:pt x="293225" y="272532"/>
                </a:lnTo>
                <a:lnTo>
                  <a:pt x="311923" y="287921"/>
                </a:lnTo>
                <a:lnTo>
                  <a:pt x="190690" y="287921"/>
                </a:lnTo>
                <a:lnTo>
                  <a:pt x="181588" y="288078"/>
                </a:lnTo>
                <a:lnTo>
                  <a:pt x="140136" y="293579"/>
                </a:lnTo>
                <a:lnTo>
                  <a:pt x="101422" y="315233"/>
                </a:lnTo>
                <a:lnTo>
                  <a:pt x="98907" y="320890"/>
                </a:lnTo>
                <a:lnTo>
                  <a:pt x="98907" y="333743"/>
                </a:lnTo>
                <a:lnTo>
                  <a:pt x="133103" y="358291"/>
                </a:lnTo>
                <a:lnTo>
                  <a:pt x="172616" y="365245"/>
                </a:lnTo>
                <a:lnTo>
                  <a:pt x="190271" y="365874"/>
                </a:lnTo>
                <a:lnTo>
                  <a:pt x="312155" y="365874"/>
                </a:lnTo>
                <a:lnTo>
                  <a:pt x="310278" y="367996"/>
                </a:lnTo>
                <a:lnTo>
                  <a:pt x="276134" y="389985"/>
                </a:lnTo>
                <a:lnTo>
                  <a:pt x="229444" y="402440"/>
                </a:lnTo>
                <a:lnTo>
                  <a:pt x="203564" y="404955"/>
                </a:lnTo>
                <a:lnTo>
                  <a:pt x="190271" y="405269"/>
                </a:lnTo>
                <a:close/>
              </a:path>
              <a:path w="377825" h="405764">
                <a:moveTo>
                  <a:pt x="312155" y="365874"/>
                </a:moveTo>
                <a:lnTo>
                  <a:pt x="190271" y="365874"/>
                </a:lnTo>
                <a:lnTo>
                  <a:pt x="198797" y="365717"/>
                </a:lnTo>
                <a:lnTo>
                  <a:pt x="207192" y="365245"/>
                </a:lnTo>
                <a:lnTo>
                  <a:pt x="245671" y="358291"/>
                </a:lnTo>
                <a:lnTo>
                  <a:pt x="279120" y="333743"/>
                </a:lnTo>
                <a:lnTo>
                  <a:pt x="279120" y="320890"/>
                </a:lnTo>
                <a:lnTo>
                  <a:pt x="245684" y="295622"/>
                </a:lnTo>
                <a:lnTo>
                  <a:pt x="207559" y="288550"/>
                </a:lnTo>
                <a:lnTo>
                  <a:pt x="190690" y="287921"/>
                </a:lnTo>
                <a:lnTo>
                  <a:pt x="311923" y="287921"/>
                </a:lnTo>
                <a:lnTo>
                  <a:pt x="327736" y="327317"/>
                </a:lnTo>
                <a:lnTo>
                  <a:pt x="327028" y="336655"/>
                </a:lnTo>
                <a:lnTo>
                  <a:pt x="324907" y="345390"/>
                </a:lnTo>
                <a:lnTo>
                  <a:pt x="321371" y="353523"/>
                </a:lnTo>
                <a:lnTo>
                  <a:pt x="316420" y="361054"/>
                </a:lnTo>
                <a:lnTo>
                  <a:pt x="312155" y="365874"/>
                </a:lnTo>
                <a:close/>
              </a:path>
              <a:path w="377825" h="405764">
                <a:moveTo>
                  <a:pt x="371462" y="222542"/>
                </a:moveTo>
                <a:lnTo>
                  <a:pt x="0" y="222542"/>
                </a:lnTo>
                <a:lnTo>
                  <a:pt x="0" y="183565"/>
                </a:lnTo>
                <a:lnTo>
                  <a:pt x="377609" y="183565"/>
                </a:lnTo>
                <a:lnTo>
                  <a:pt x="377609" y="216395"/>
                </a:lnTo>
                <a:lnTo>
                  <a:pt x="376770" y="218351"/>
                </a:lnTo>
                <a:lnTo>
                  <a:pt x="373418" y="221703"/>
                </a:lnTo>
                <a:lnTo>
                  <a:pt x="371462" y="2225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61928" y="4884801"/>
            <a:ext cx="421005" cy="495300"/>
          </a:xfrm>
          <a:custGeom>
            <a:avLst/>
            <a:gdLst/>
            <a:ahLst/>
            <a:cxnLst/>
            <a:rect l="l" t="t" r="r" b="b"/>
            <a:pathLst>
              <a:path w="421005" h="495300">
                <a:moveTo>
                  <a:pt x="121919" y="303275"/>
                </a:moveTo>
                <a:lnTo>
                  <a:pt x="80009" y="297179"/>
                </a:lnTo>
                <a:lnTo>
                  <a:pt x="45719" y="279399"/>
                </a:lnTo>
                <a:lnTo>
                  <a:pt x="18573" y="241490"/>
                </a:lnTo>
                <a:lnTo>
                  <a:pt x="13715" y="210819"/>
                </a:lnTo>
                <a:lnTo>
                  <a:pt x="14255" y="199723"/>
                </a:lnTo>
                <a:lnTo>
                  <a:pt x="27050" y="162036"/>
                </a:lnTo>
                <a:lnTo>
                  <a:pt x="61658" y="130936"/>
                </a:lnTo>
                <a:lnTo>
                  <a:pt x="100266" y="118871"/>
                </a:lnTo>
                <a:lnTo>
                  <a:pt x="121919" y="117347"/>
                </a:lnTo>
                <a:lnTo>
                  <a:pt x="132937" y="117728"/>
                </a:lnTo>
                <a:lnTo>
                  <a:pt x="173688" y="126841"/>
                </a:lnTo>
                <a:lnTo>
                  <a:pt x="205978" y="147431"/>
                </a:lnTo>
                <a:lnTo>
                  <a:pt x="218368" y="163067"/>
                </a:lnTo>
                <a:lnTo>
                  <a:pt x="114807" y="163067"/>
                </a:lnTo>
                <a:lnTo>
                  <a:pt x="108119" y="164083"/>
                </a:lnTo>
                <a:lnTo>
                  <a:pt x="70527" y="195664"/>
                </a:lnTo>
                <a:lnTo>
                  <a:pt x="69087" y="202691"/>
                </a:lnTo>
                <a:lnTo>
                  <a:pt x="69087" y="218609"/>
                </a:lnTo>
                <a:lnTo>
                  <a:pt x="95588" y="252983"/>
                </a:lnTo>
                <a:lnTo>
                  <a:pt x="114807" y="258063"/>
                </a:lnTo>
                <a:lnTo>
                  <a:pt x="217826" y="258063"/>
                </a:lnTo>
                <a:lnTo>
                  <a:pt x="217439" y="258730"/>
                </a:lnTo>
                <a:lnTo>
                  <a:pt x="182562" y="289686"/>
                </a:lnTo>
                <a:lnTo>
                  <a:pt x="143319" y="301751"/>
                </a:lnTo>
                <a:lnTo>
                  <a:pt x="132730" y="302894"/>
                </a:lnTo>
                <a:lnTo>
                  <a:pt x="121919" y="303275"/>
                </a:lnTo>
                <a:close/>
              </a:path>
              <a:path w="421005" h="495300">
                <a:moveTo>
                  <a:pt x="217826" y="258063"/>
                </a:moveTo>
                <a:lnTo>
                  <a:pt x="128693" y="258063"/>
                </a:lnTo>
                <a:lnTo>
                  <a:pt x="135297" y="257047"/>
                </a:lnTo>
                <a:lnTo>
                  <a:pt x="148166" y="252983"/>
                </a:lnTo>
                <a:lnTo>
                  <a:pt x="175767" y="218609"/>
                </a:lnTo>
                <a:lnTo>
                  <a:pt x="175767" y="210819"/>
                </a:lnTo>
                <a:lnTo>
                  <a:pt x="159511" y="174751"/>
                </a:lnTo>
                <a:lnTo>
                  <a:pt x="121919" y="163067"/>
                </a:lnTo>
                <a:lnTo>
                  <a:pt x="218368" y="163067"/>
                </a:lnTo>
                <a:lnTo>
                  <a:pt x="230600" y="199723"/>
                </a:lnTo>
                <a:lnTo>
                  <a:pt x="231139" y="210819"/>
                </a:lnTo>
                <a:lnTo>
                  <a:pt x="230584" y="221678"/>
                </a:lnTo>
                <a:lnTo>
                  <a:pt x="228917" y="231901"/>
                </a:lnTo>
                <a:lnTo>
                  <a:pt x="226139" y="241490"/>
                </a:lnTo>
                <a:lnTo>
                  <a:pt x="222249" y="250443"/>
                </a:lnTo>
                <a:lnTo>
                  <a:pt x="217826" y="258063"/>
                </a:lnTo>
                <a:close/>
              </a:path>
              <a:path w="421005" h="495300">
                <a:moveTo>
                  <a:pt x="149351" y="56387"/>
                </a:moveTo>
                <a:lnTo>
                  <a:pt x="91947" y="56387"/>
                </a:lnTo>
                <a:lnTo>
                  <a:pt x="91947" y="0"/>
                </a:lnTo>
                <a:lnTo>
                  <a:pt x="149351" y="0"/>
                </a:lnTo>
                <a:lnTo>
                  <a:pt x="149351" y="56387"/>
                </a:lnTo>
                <a:close/>
              </a:path>
              <a:path w="421005" h="495300">
                <a:moveTo>
                  <a:pt x="240791" y="102615"/>
                </a:moveTo>
                <a:lnTo>
                  <a:pt x="0" y="102615"/>
                </a:lnTo>
                <a:lnTo>
                  <a:pt x="0" y="56387"/>
                </a:lnTo>
                <a:lnTo>
                  <a:pt x="240791" y="56387"/>
                </a:lnTo>
                <a:lnTo>
                  <a:pt x="240791" y="102615"/>
                </a:lnTo>
                <a:close/>
              </a:path>
              <a:path w="421005" h="495300">
                <a:moveTo>
                  <a:pt x="308355" y="305307"/>
                </a:moveTo>
                <a:lnTo>
                  <a:pt x="260603" y="305307"/>
                </a:lnTo>
                <a:lnTo>
                  <a:pt x="260603" y="11683"/>
                </a:lnTo>
                <a:lnTo>
                  <a:pt x="317499" y="11683"/>
                </a:lnTo>
                <a:lnTo>
                  <a:pt x="317499" y="131571"/>
                </a:lnTo>
                <a:lnTo>
                  <a:pt x="420623" y="131571"/>
                </a:lnTo>
                <a:lnTo>
                  <a:pt x="420623" y="181355"/>
                </a:lnTo>
                <a:lnTo>
                  <a:pt x="317499" y="181355"/>
                </a:lnTo>
                <a:lnTo>
                  <a:pt x="317499" y="295147"/>
                </a:lnTo>
                <a:lnTo>
                  <a:pt x="317161" y="299889"/>
                </a:lnTo>
                <a:lnTo>
                  <a:pt x="315637" y="302767"/>
                </a:lnTo>
                <a:lnTo>
                  <a:pt x="310218" y="304799"/>
                </a:lnTo>
                <a:lnTo>
                  <a:pt x="308355" y="305307"/>
                </a:lnTo>
                <a:close/>
              </a:path>
              <a:path w="421005" h="495300">
                <a:moveTo>
                  <a:pt x="420623" y="131571"/>
                </a:moveTo>
                <a:lnTo>
                  <a:pt x="363727" y="131571"/>
                </a:lnTo>
                <a:lnTo>
                  <a:pt x="363727" y="11683"/>
                </a:lnTo>
                <a:lnTo>
                  <a:pt x="420623" y="11683"/>
                </a:lnTo>
                <a:lnTo>
                  <a:pt x="420623" y="131571"/>
                </a:lnTo>
                <a:close/>
              </a:path>
              <a:path w="421005" h="495300">
                <a:moveTo>
                  <a:pt x="411141" y="305307"/>
                </a:moveTo>
                <a:lnTo>
                  <a:pt x="363727" y="305307"/>
                </a:lnTo>
                <a:lnTo>
                  <a:pt x="363727" y="181355"/>
                </a:lnTo>
                <a:lnTo>
                  <a:pt x="420623" y="181355"/>
                </a:lnTo>
                <a:lnTo>
                  <a:pt x="420623" y="295147"/>
                </a:lnTo>
                <a:lnTo>
                  <a:pt x="420285" y="299889"/>
                </a:lnTo>
                <a:lnTo>
                  <a:pt x="418676" y="302767"/>
                </a:lnTo>
                <a:lnTo>
                  <a:pt x="412919" y="304799"/>
                </a:lnTo>
                <a:lnTo>
                  <a:pt x="411141" y="305307"/>
                </a:lnTo>
                <a:close/>
              </a:path>
              <a:path w="421005" h="495300">
                <a:moveTo>
                  <a:pt x="410125" y="495299"/>
                </a:moveTo>
                <a:lnTo>
                  <a:pt x="359663" y="495299"/>
                </a:lnTo>
                <a:lnTo>
                  <a:pt x="359663" y="383709"/>
                </a:lnTo>
                <a:lnTo>
                  <a:pt x="357970" y="382015"/>
                </a:lnTo>
                <a:lnTo>
                  <a:pt x="76707" y="382015"/>
                </a:lnTo>
                <a:lnTo>
                  <a:pt x="76707" y="334771"/>
                </a:lnTo>
                <a:lnTo>
                  <a:pt x="395054" y="334771"/>
                </a:lnTo>
                <a:lnTo>
                  <a:pt x="402335" y="337650"/>
                </a:lnTo>
                <a:lnTo>
                  <a:pt x="414527" y="349165"/>
                </a:lnTo>
                <a:lnTo>
                  <a:pt x="417575" y="356446"/>
                </a:lnTo>
                <a:lnTo>
                  <a:pt x="417575" y="487849"/>
                </a:lnTo>
                <a:lnTo>
                  <a:pt x="416559" y="490219"/>
                </a:lnTo>
                <a:lnTo>
                  <a:pt x="412495" y="494283"/>
                </a:lnTo>
                <a:lnTo>
                  <a:pt x="410125" y="495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05411" y="4896485"/>
            <a:ext cx="417195" cy="485140"/>
          </a:xfrm>
          <a:custGeom>
            <a:avLst/>
            <a:gdLst/>
            <a:ahLst/>
            <a:cxnLst/>
            <a:rect l="l" t="t" r="r" b="b"/>
            <a:pathLst>
              <a:path w="417194" h="485139">
                <a:moveTo>
                  <a:pt x="38099" y="274319"/>
                </a:moveTo>
                <a:lnTo>
                  <a:pt x="0" y="237743"/>
                </a:lnTo>
                <a:lnTo>
                  <a:pt x="11636" y="231917"/>
                </a:lnTo>
                <a:lnTo>
                  <a:pt x="23177" y="225615"/>
                </a:lnTo>
                <a:lnTo>
                  <a:pt x="56975" y="203914"/>
                </a:lnTo>
                <a:lnTo>
                  <a:pt x="86359" y="178815"/>
                </a:lnTo>
                <a:lnTo>
                  <a:pt x="115061" y="140715"/>
                </a:lnTo>
                <a:lnTo>
                  <a:pt x="125983" y="98551"/>
                </a:lnTo>
                <a:lnTo>
                  <a:pt x="125983" y="6603"/>
                </a:lnTo>
                <a:lnTo>
                  <a:pt x="185419" y="6603"/>
                </a:lnTo>
                <a:lnTo>
                  <a:pt x="185500" y="98551"/>
                </a:lnTo>
                <a:lnTo>
                  <a:pt x="197865" y="134873"/>
                </a:lnTo>
                <a:lnTo>
                  <a:pt x="229615" y="167639"/>
                </a:lnTo>
                <a:lnTo>
                  <a:pt x="235685" y="172211"/>
                </a:lnTo>
                <a:lnTo>
                  <a:pt x="158495" y="172211"/>
                </a:lnTo>
                <a:lnTo>
                  <a:pt x="130508" y="204612"/>
                </a:lnTo>
                <a:lnTo>
                  <a:pt x="101328" y="231917"/>
                </a:lnTo>
                <a:lnTo>
                  <a:pt x="66817" y="257651"/>
                </a:lnTo>
                <a:lnTo>
                  <a:pt x="47894" y="269081"/>
                </a:lnTo>
                <a:lnTo>
                  <a:pt x="38099" y="274319"/>
                </a:lnTo>
                <a:close/>
              </a:path>
              <a:path w="417194" h="485139">
                <a:moveTo>
                  <a:pt x="284987" y="256031"/>
                </a:moveTo>
                <a:lnTo>
                  <a:pt x="249681" y="241045"/>
                </a:lnTo>
                <a:lnTo>
                  <a:pt x="213613" y="220217"/>
                </a:lnTo>
                <a:lnTo>
                  <a:pt x="181609" y="196341"/>
                </a:lnTo>
                <a:lnTo>
                  <a:pt x="158495" y="172211"/>
                </a:lnTo>
                <a:lnTo>
                  <a:pt x="235685" y="172211"/>
                </a:lnTo>
                <a:lnTo>
                  <a:pt x="239521" y="175101"/>
                </a:lnTo>
                <a:lnTo>
                  <a:pt x="249935" y="182244"/>
                </a:lnTo>
                <a:lnTo>
                  <a:pt x="283876" y="201739"/>
                </a:lnTo>
                <a:lnTo>
                  <a:pt x="317499" y="217931"/>
                </a:lnTo>
                <a:lnTo>
                  <a:pt x="284987" y="256031"/>
                </a:lnTo>
                <a:close/>
              </a:path>
              <a:path w="417194" h="485139">
                <a:moveTo>
                  <a:pt x="409617" y="275843"/>
                </a:moveTo>
                <a:lnTo>
                  <a:pt x="360171" y="275843"/>
                </a:lnTo>
                <a:lnTo>
                  <a:pt x="360171" y="0"/>
                </a:lnTo>
                <a:lnTo>
                  <a:pt x="417067" y="0"/>
                </a:lnTo>
                <a:lnTo>
                  <a:pt x="417067" y="268393"/>
                </a:lnTo>
                <a:lnTo>
                  <a:pt x="416051" y="270763"/>
                </a:lnTo>
                <a:lnTo>
                  <a:pt x="411987" y="274827"/>
                </a:lnTo>
                <a:lnTo>
                  <a:pt x="409617" y="275843"/>
                </a:lnTo>
                <a:close/>
              </a:path>
              <a:path w="417194" h="485139">
                <a:moveTo>
                  <a:pt x="390482" y="485139"/>
                </a:moveTo>
                <a:lnTo>
                  <a:pt x="106002" y="485139"/>
                </a:lnTo>
                <a:lnTo>
                  <a:pt x="98636" y="482261"/>
                </a:lnTo>
                <a:lnTo>
                  <a:pt x="86783" y="470746"/>
                </a:lnTo>
                <a:lnTo>
                  <a:pt x="83819" y="463465"/>
                </a:lnTo>
                <a:lnTo>
                  <a:pt x="83819" y="304291"/>
                </a:lnTo>
                <a:lnTo>
                  <a:pt x="413003" y="304291"/>
                </a:lnTo>
                <a:lnTo>
                  <a:pt x="413003" y="351027"/>
                </a:lnTo>
                <a:lnTo>
                  <a:pt x="139699" y="351027"/>
                </a:lnTo>
                <a:lnTo>
                  <a:pt x="139699" y="436710"/>
                </a:lnTo>
                <a:lnTo>
                  <a:pt x="141393" y="438403"/>
                </a:lnTo>
                <a:lnTo>
                  <a:pt x="413003" y="438403"/>
                </a:lnTo>
                <a:lnTo>
                  <a:pt x="413003" y="463803"/>
                </a:lnTo>
                <a:lnTo>
                  <a:pt x="409955" y="471169"/>
                </a:lnTo>
                <a:lnTo>
                  <a:pt x="397763" y="482345"/>
                </a:lnTo>
                <a:lnTo>
                  <a:pt x="390482" y="485139"/>
                </a:lnTo>
                <a:close/>
              </a:path>
              <a:path w="417194" h="485139">
                <a:moveTo>
                  <a:pt x="413003" y="438403"/>
                </a:moveTo>
                <a:lnTo>
                  <a:pt x="355430" y="438403"/>
                </a:lnTo>
                <a:lnTo>
                  <a:pt x="357123" y="436710"/>
                </a:lnTo>
                <a:lnTo>
                  <a:pt x="357123" y="351027"/>
                </a:lnTo>
                <a:lnTo>
                  <a:pt x="413003" y="351027"/>
                </a:lnTo>
                <a:lnTo>
                  <a:pt x="413003" y="4384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68651" y="4896485"/>
            <a:ext cx="363855" cy="483870"/>
          </a:xfrm>
          <a:custGeom>
            <a:avLst/>
            <a:gdLst/>
            <a:ahLst/>
            <a:cxnLst/>
            <a:rect l="l" t="t" r="r" b="b"/>
            <a:pathLst>
              <a:path w="363855" h="483870">
                <a:moveTo>
                  <a:pt x="356277" y="483615"/>
                </a:moveTo>
                <a:lnTo>
                  <a:pt x="305815" y="483615"/>
                </a:lnTo>
                <a:lnTo>
                  <a:pt x="305815" y="0"/>
                </a:lnTo>
                <a:lnTo>
                  <a:pt x="363727" y="0"/>
                </a:lnTo>
                <a:lnTo>
                  <a:pt x="363727" y="476165"/>
                </a:lnTo>
                <a:lnTo>
                  <a:pt x="362711" y="478535"/>
                </a:lnTo>
                <a:lnTo>
                  <a:pt x="358647" y="482599"/>
                </a:lnTo>
                <a:lnTo>
                  <a:pt x="356277" y="483615"/>
                </a:lnTo>
                <a:close/>
              </a:path>
              <a:path w="363855" h="483870">
                <a:moveTo>
                  <a:pt x="30987" y="371855"/>
                </a:moveTo>
                <a:lnTo>
                  <a:pt x="21843" y="371855"/>
                </a:lnTo>
                <a:lnTo>
                  <a:pt x="14393" y="368892"/>
                </a:lnTo>
                <a:lnTo>
                  <a:pt x="2878" y="357039"/>
                </a:lnTo>
                <a:lnTo>
                  <a:pt x="0" y="349842"/>
                </a:lnTo>
                <a:lnTo>
                  <a:pt x="0" y="166115"/>
                </a:lnTo>
                <a:lnTo>
                  <a:pt x="166962" y="166115"/>
                </a:lnTo>
                <a:lnTo>
                  <a:pt x="168655" y="164253"/>
                </a:lnTo>
                <a:lnTo>
                  <a:pt x="168655" y="68071"/>
                </a:lnTo>
                <a:lnTo>
                  <a:pt x="0" y="68071"/>
                </a:lnTo>
                <a:lnTo>
                  <a:pt x="0" y="20319"/>
                </a:lnTo>
                <a:lnTo>
                  <a:pt x="225551" y="20319"/>
                </a:lnTo>
                <a:lnTo>
                  <a:pt x="225551" y="192193"/>
                </a:lnTo>
                <a:lnTo>
                  <a:pt x="222588" y="199474"/>
                </a:lnTo>
                <a:lnTo>
                  <a:pt x="210735" y="210989"/>
                </a:lnTo>
                <a:lnTo>
                  <a:pt x="203369" y="213867"/>
                </a:lnTo>
                <a:lnTo>
                  <a:pt x="57403" y="213867"/>
                </a:lnTo>
                <a:lnTo>
                  <a:pt x="57403" y="322918"/>
                </a:lnTo>
                <a:lnTo>
                  <a:pt x="59097" y="324611"/>
                </a:lnTo>
                <a:lnTo>
                  <a:pt x="285495" y="324611"/>
                </a:lnTo>
                <a:lnTo>
                  <a:pt x="285495" y="356615"/>
                </a:lnTo>
                <a:lnTo>
                  <a:pt x="218931" y="363807"/>
                </a:lnTo>
                <a:lnTo>
                  <a:pt x="135254" y="369125"/>
                </a:lnTo>
                <a:lnTo>
                  <a:pt x="82089" y="371141"/>
                </a:lnTo>
                <a:lnTo>
                  <a:pt x="47672" y="371776"/>
                </a:lnTo>
                <a:lnTo>
                  <a:pt x="30987" y="371855"/>
                </a:lnTo>
                <a:close/>
              </a:path>
              <a:path w="363855" h="483870">
                <a:moveTo>
                  <a:pt x="285495" y="324611"/>
                </a:moveTo>
                <a:lnTo>
                  <a:pt x="59097" y="324611"/>
                </a:lnTo>
                <a:lnTo>
                  <a:pt x="75628" y="324564"/>
                </a:lnTo>
                <a:lnTo>
                  <a:pt x="103060" y="324183"/>
                </a:lnTo>
                <a:lnTo>
                  <a:pt x="146303" y="322770"/>
                </a:lnTo>
                <a:lnTo>
                  <a:pt x="204025" y="318833"/>
                </a:lnTo>
                <a:lnTo>
                  <a:pt x="246300" y="314753"/>
                </a:lnTo>
                <a:lnTo>
                  <a:pt x="285495" y="309371"/>
                </a:lnTo>
                <a:lnTo>
                  <a:pt x="285495" y="3246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04007" y="4917313"/>
            <a:ext cx="457200" cy="394970"/>
          </a:xfrm>
          <a:custGeom>
            <a:avLst/>
            <a:gdLst/>
            <a:ahLst/>
            <a:cxnLst/>
            <a:rect l="l" t="t" r="r" b="b"/>
            <a:pathLst>
              <a:path w="457200" h="394970">
                <a:moveTo>
                  <a:pt x="51307" y="273811"/>
                </a:moveTo>
                <a:lnTo>
                  <a:pt x="13207" y="233171"/>
                </a:lnTo>
                <a:lnTo>
                  <a:pt x="21113" y="230631"/>
                </a:lnTo>
                <a:lnTo>
                  <a:pt x="29590" y="227583"/>
                </a:lnTo>
                <a:lnTo>
                  <a:pt x="68325" y="210565"/>
                </a:lnTo>
                <a:lnTo>
                  <a:pt x="109537" y="187324"/>
                </a:lnTo>
                <a:lnTo>
                  <a:pt x="148780" y="159003"/>
                </a:lnTo>
                <a:lnTo>
                  <a:pt x="179831" y="126809"/>
                </a:lnTo>
                <a:lnTo>
                  <a:pt x="198246" y="92773"/>
                </a:lnTo>
                <a:lnTo>
                  <a:pt x="200659" y="75183"/>
                </a:lnTo>
                <a:lnTo>
                  <a:pt x="200659" y="0"/>
                </a:lnTo>
                <a:lnTo>
                  <a:pt x="258571" y="0"/>
                </a:lnTo>
                <a:lnTo>
                  <a:pt x="258571" y="81279"/>
                </a:lnTo>
                <a:lnTo>
                  <a:pt x="259873" y="88677"/>
                </a:lnTo>
                <a:lnTo>
                  <a:pt x="281749" y="126364"/>
                </a:lnTo>
                <a:lnTo>
                  <a:pt x="311527" y="154939"/>
                </a:lnTo>
                <a:lnTo>
                  <a:pt x="229615" y="154939"/>
                </a:lnTo>
                <a:lnTo>
                  <a:pt x="194817" y="189991"/>
                </a:lnTo>
                <a:lnTo>
                  <a:pt x="160718" y="216423"/>
                </a:lnTo>
                <a:lnTo>
                  <a:pt x="123697" y="240410"/>
                </a:lnTo>
                <a:lnTo>
                  <a:pt x="85740" y="260333"/>
                </a:lnTo>
                <a:lnTo>
                  <a:pt x="62245" y="270112"/>
                </a:lnTo>
                <a:lnTo>
                  <a:pt x="51307" y="273811"/>
                </a:lnTo>
                <a:close/>
              </a:path>
              <a:path w="457200" h="394970">
                <a:moveTo>
                  <a:pt x="407415" y="268731"/>
                </a:moveTo>
                <a:lnTo>
                  <a:pt x="362711" y="251713"/>
                </a:lnTo>
                <a:lnTo>
                  <a:pt x="324468" y="231520"/>
                </a:lnTo>
                <a:lnTo>
                  <a:pt x="286892" y="207263"/>
                </a:lnTo>
                <a:lnTo>
                  <a:pt x="253359" y="180689"/>
                </a:lnTo>
                <a:lnTo>
                  <a:pt x="229615" y="154939"/>
                </a:lnTo>
                <a:lnTo>
                  <a:pt x="311527" y="154939"/>
                </a:lnTo>
                <a:lnTo>
                  <a:pt x="312356" y="155638"/>
                </a:lnTo>
                <a:lnTo>
                  <a:pt x="321293" y="162607"/>
                </a:lnTo>
                <a:lnTo>
                  <a:pt x="360092" y="188467"/>
                </a:lnTo>
                <a:lnTo>
                  <a:pt x="399748" y="209740"/>
                </a:lnTo>
                <a:lnTo>
                  <a:pt x="436117" y="224551"/>
                </a:lnTo>
                <a:lnTo>
                  <a:pt x="443991" y="227075"/>
                </a:lnTo>
                <a:lnTo>
                  <a:pt x="407415" y="268731"/>
                </a:lnTo>
                <a:close/>
              </a:path>
              <a:path w="457200" h="394970">
                <a:moveTo>
                  <a:pt x="449749" y="394715"/>
                </a:moveTo>
                <a:lnTo>
                  <a:pt x="0" y="394715"/>
                </a:lnTo>
                <a:lnTo>
                  <a:pt x="0" y="345947"/>
                </a:lnTo>
                <a:lnTo>
                  <a:pt x="457199" y="345947"/>
                </a:lnTo>
                <a:lnTo>
                  <a:pt x="457199" y="387265"/>
                </a:lnTo>
                <a:lnTo>
                  <a:pt x="456183" y="389635"/>
                </a:lnTo>
                <a:lnTo>
                  <a:pt x="452119" y="393699"/>
                </a:lnTo>
                <a:lnTo>
                  <a:pt x="449749" y="394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676447" y="4921377"/>
            <a:ext cx="457200" cy="390525"/>
          </a:xfrm>
          <a:custGeom>
            <a:avLst/>
            <a:gdLst/>
            <a:ahLst/>
            <a:cxnLst/>
            <a:rect l="l" t="t" r="r" b="b"/>
            <a:pathLst>
              <a:path w="457200" h="390525">
                <a:moveTo>
                  <a:pt x="448394" y="390143"/>
                </a:moveTo>
                <a:lnTo>
                  <a:pt x="0" y="390143"/>
                </a:lnTo>
                <a:lnTo>
                  <a:pt x="0" y="340867"/>
                </a:lnTo>
                <a:lnTo>
                  <a:pt x="304799" y="340867"/>
                </a:lnTo>
                <a:lnTo>
                  <a:pt x="308070" y="333168"/>
                </a:lnTo>
                <a:lnTo>
                  <a:pt x="323278" y="285876"/>
                </a:lnTo>
                <a:lnTo>
                  <a:pt x="332739" y="245427"/>
                </a:lnTo>
                <a:lnTo>
                  <a:pt x="338661" y="202850"/>
                </a:lnTo>
                <a:lnTo>
                  <a:pt x="338835" y="196595"/>
                </a:lnTo>
                <a:lnTo>
                  <a:pt x="55371" y="196595"/>
                </a:lnTo>
                <a:lnTo>
                  <a:pt x="55371" y="148335"/>
                </a:lnTo>
                <a:lnTo>
                  <a:pt x="342391" y="148335"/>
                </a:lnTo>
                <a:lnTo>
                  <a:pt x="342391" y="50461"/>
                </a:lnTo>
                <a:lnTo>
                  <a:pt x="340698" y="48767"/>
                </a:lnTo>
                <a:lnTo>
                  <a:pt x="59943" y="48767"/>
                </a:lnTo>
                <a:lnTo>
                  <a:pt x="59943" y="0"/>
                </a:lnTo>
                <a:lnTo>
                  <a:pt x="377782" y="0"/>
                </a:lnTo>
                <a:lnTo>
                  <a:pt x="385063" y="3048"/>
                </a:lnTo>
                <a:lnTo>
                  <a:pt x="397255" y="15239"/>
                </a:lnTo>
                <a:lnTo>
                  <a:pt x="400303" y="22351"/>
                </a:lnTo>
                <a:lnTo>
                  <a:pt x="400303" y="141223"/>
                </a:lnTo>
                <a:lnTo>
                  <a:pt x="398732" y="183419"/>
                </a:lnTo>
                <a:lnTo>
                  <a:pt x="394144" y="225488"/>
                </a:lnTo>
                <a:lnTo>
                  <a:pt x="386984" y="265096"/>
                </a:lnTo>
                <a:lnTo>
                  <a:pt x="374189" y="312292"/>
                </a:lnTo>
                <a:lnTo>
                  <a:pt x="362711" y="340867"/>
                </a:lnTo>
                <a:lnTo>
                  <a:pt x="457199" y="340867"/>
                </a:lnTo>
                <a:lnTo>
                  <a:pt x="457199" y="379983"/>
                </a:lnTo>
                <a:lnTo>
                  <a:pt x="456861" y="384386"/>
                </a:lnTo>
                <a:lnTo>
                  <a:pt x="455421" y="387180"/>
                </a:lnTo>
                <a:lnTo>
                  <a:pt x="450341" y="389551"/>
                </a:lnTo>
                <a:lnTo>
                  <a:pt x="448394" y="390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12853" y="4896485"/>
            <a:ext cx="405130" cy="486409"/>
          </a:xfrm>
          <a:custGeom>
            <a:avLst/>
            <a:gdLst/>
            <a:ahLst/>
            <a:cxnLst/>
            <a:rect l="l" t="t" r="r" b="b"/>
            <a:pathLst>
              <a:path w="405129" h="486410">
                <a:moveTo>
                  <a:pt x="369993" y="272795"/>
                </a:moveTo>
                <a:lnTo>
                  <a:pt x="321055" y="272795"/>
                </a:lnTo>
                <a:lnTo>
                  <a:pt x="321055" y="0"/>
                </a:lnTo>
                <a:lnTo>
                  <a:pt x="377443" y="0"/>
                </a:lnTo>
                <a:lnTo>
                  <a:pt x="377443" y="265345"/>
                </a:lnTo>
                <a:lnTo>
                  <a:pt x="376427" y="267715"/>
                </a:lnTo>
                <a:lnTo>
                  <a:pt x="372363" y="271779"/>
                </a:lnTo>
                <a:lnTo>
                  <a:pt x="369993" y="272795"/>
                </a:lnTo>
                <a:close/>
              </a:path>
              <a:path w="405129" h="486410">
                <a:moveTo>
                  <a:pt x="216238" y="244347"/>
                </a:moveTo>
                <a:lnTo>
                  <a:pt x="22859" y="244347"/>
                </a:lnTo>
                <a:lnTo>
                  <a:pt x="15663" y="241384"/>
                </a:lnTo>
                <a:lnTo>
                  <a:pt x="3132" y="229531"/>
                </a:lnTo>
                <a:lnTo>
                  <a:pt x="0" y="222165"/>
                </a:lnTo>
                <a:lnTo>
                  <a:pt x="0" y="12191"/>
                </a:lnTo>
                <a:lnTo>
                  <a:pt x="239267" y="12191"/>
                </a:lnTo>
                <a:lnTo>
                  <a:pt x="239267" y="57911"/>
                </a:lnTo>
                <a:lnTo>
                  <a:pt x="57403" y="57911"/>
                </a:lnTo>
                <a:lnTo>
                  <a:pt x="57403" y="198966"/>
                </a:lnTo>
                <a:lnTo>
                  <a:pt x="59097" y="200659"/>
                </a:lnTo>
                <a:lnTo>
                  <a:pt x="239267" y="200659"/>
                </a:lnTo>
                <a:lnTo>
                  <a:pt x="239267" y="222165"/>
                </a:lnTo>
                <a:lnTo>
                  <a:pt x="236135" y="229531"/>
                </a:lnTo>
                <a:lnTo>
                  <a:pt x="223604" y="241384"/>
                </a:lnTo>
                <a:lnTo>
                  <a:pt x="216238" y="244347"/>
                </a:lnTo>
                <a:close/>
              </a:path>
              <a:path w="405129" h="486410">
                <a:moveTo>
                  <a:pt x="239267" y="200659"/>
                </a:moveTo>
                <a:lnTo>
                  <a:pt x="180678" y="200659"/>
                </a:lnTo>
                <a:lnTo>
                  <a:pt x="182371" y="198966"/>
                </a:lnTo>
                <a:lnTo>
                  <a:pt x="182371" y="57911"/>
                </a:lnTo>
                <a:lnTo>
                  <a:pt x="239267" y="57911"/>
                </a:lnTo>
                <a:lnTo>
                  <a:pt x="239267" y="200659"/>
                </a:lnTo>
                <a:close/>
              </a:path>
              <a:path w="405129" h="486410">
                <a:moveTo>
                  <a:pt x="242315" y="318515"/>
                </a:moveTo>
                <a:lnTo>
                  <a:pt x="183895" y="318515"/>
                </a:lnTo>
                <a:lnTo>
                  <a:pt x="183895" y="263651"/>
                </a:lnTo>
                <a:lnTo>
                  <a:pt x="242315" y="263651"/>
                </a:lnTo>
                <a:lnTo>
                  <a:pt x="242315" y="318515"/>
                </a:lnTo>
                <a:close/>
              </a:path>
              <a:path w="405129" h="486410">
                <a:moveTo>
                  <a:pt x="374565" y="366775"/>
                </a:moveTo>
                <a:lnTo>
                  <a:pt x="44703" y="366775"/>
                </a:lnTo>
                <a:lnTo>
                  <a:pt x="44703" y="318515"/>
                </a:lnTo>
                <a:lnTo>
                  <a:pt x="382015" y="318515"/>
                </a:lnTo>
                <a:lnTo>
                  <a:pt x="382015" y="359325"/>
                </a:lnTo>
                <a:lnTo>
                  <a:pt x="380999" y="361695"/>
                </a:lnTo>
                <a:lnTo>
                  <a:pt x="376935" y="365759"/>
                </a:lnTo>
                <a:lnTo>
                  <a:pt x="374565" y="366775"/>
                </a:lnTo>
                <a:close/>
              </a:path>
              <a:path w="405129" h="486410">
                <a:moveTo>
                  <a:pt x="53847" y="486155"/>
                </a:moveTo>
                <a:lnTo>
                  <a:pt x="18795" y="447039"/>
                </a:lnTo>
                <a:lnTo>
                  <a:pt x="28479" y="444579"/>
                </a:lnTo>
                <a:lnTo>
                  <a:pt x="38734" y="441769"/>
                </a:lnTo>
                <a:lnTo>
                  <a:pt x="84010" y="427164"/>
                </a:lnTo>
                <a:lnTo>
                  <a:pt x="127634" y="407796"/>
                </a:lnTo>
                <a:lnTo>
                  <a:pt x="163385" y="383539"/>
                </a:lnTo>
                <a:lnTo>
                  <a:pt x="177291" y="366775"/>
                </a:lnTo>
                <a:lnTo>
                  <a:pt x="248919" y="366775"/>
                </a:lnTo>
                <a:lnTo>
                  <a:pt x="280415" y="397509"/>
                </a:lnTo>
                <a:lnTo>
                  <a:pt x="294086" y="405891"/>
                </a:lnTo>
                <a:lnTo>
                  <a:pt x="213867" y="405891"/>
                </a:lnTo>
                <a:lnTo>
                  <a:pt x="180339" y="434847"/>
                </a:lnTo>
                <a:lnTo>
                  <a:pt x="138429" y="457453"/>
                </a:lnTo>
                <a:lnTo>
                  <a:pt x="94233" y="474471"/>
                </a:lnTo>
                <a:lnTo>
                  <a:pt x="63230" y="483710"/>
                </a:lnTo>
                <a:lnTo>
                  <a:pt x="53847" y="486155"/>
                </a:lnTo>
                <a:close/>
              </a:path>
              <a:path w="405129" h="486410">
                <a:moveTo>
                  <a:pt x="370331" y="486155"/>
                </a:moveTo>
                <a:lnTo>
                  <a:pt x="325881" y="472439"/>
                </a:lnTo>
                <a:lnTo>
                  <a:pt x="282447" y="454151"/>
                </a:lnTo>
                <a:lnTo>
                  <a:pt x="243839" y="431799"/>
                </a:lnTo>
                <a:lnTo>
                  <a:pt x="213867" y="405891"/>
                </a:lnTo>
                <a:lnTo>
                  <a:pt x="294086" y="405891"/>
                </a:lnTo>
                <a:lnTo>
                  <a:pt x="299973" y="409257"/>
                </a:lnTo>
                <a:lnTo>
                  <a:pt x="310324" y="414607"/>
                </a:lnTo>
                <a:lnTo>
                  <a:pt x="353964" y="432228"/>
                </a:lnTo>
                <a:lnTo>
                  <a:pt x="395715" y="443563"/>
                </a:lnTo>
                <a:lnTo>
                  <a:pt x="404875" y="445515"/>
                </a:lnTo>
                <a:lnTo>
                  <a:pt x="370331" y="4861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908229" y="4896485"/>
            <a:ext cx="419734" cy="483870"/>
          </a:xfrm>
          <a:custGeom>
            <a:avLst/>
            <a:gdLst/>
            <a:ahLst/>
            <a:cxnLst/>
            <a:rect l="l" t="t" r="r" b="b"/>
            <a:pathLst>
              <a:path w="419735" h="483870">
                <a:moveTo>
                  <a:pt x="22182" y="364574"/>
                </a:moveTo>
                <a:lnTo>
                  <a:pt x="14816" y="361611"/>
                </a:lnTo>
                <a:lnTo>
                  <a:pt x="2963" y="349080"/>
                </a:lnTo>
                <a:lnTo>
                  <a:pt x="0" y="341883"/>
                </a:lnTo>
                <a:lnTo>
                  <a:pt x="0" y="46566"/>
                </a:lnTo>
                <a:lnTo>
                  <a:pt x="2963" y="39285"/>
                </a:lnTo>
                <a:lnTo>
                  <a:pt x="14816" y="27770"/>
                </a:lnTo>
                <a:lnTo>
                  <a:pt x="22182" y="24891"/>
                </a:lnTo>
                <a:lnTo>
                  <a:pt x="196087" y="24891"/>
                </a:lnTo>
                <a:lnTo>
                  <a:pt x="196087" y="71627"/>
                </a:lnTo>
                <a:lnTo>
                  <a:pt x="58589" y="71627"/>
                </a:lnTo>
                <a:lnTo>
                  <a:pt x="56895" y="73321"/>
                </a:lnTo>
                <a:lnTo>
                  <a:pt x="56895" y="316314"/>
                </a:lnTo>
                <a:lnTo>
                  <a:pt x="58589" y="318007"/>
                </a:lnTo>
                <a:lnTo>
                  <a:pt x="61975" y="318007"/>
                </a:lnTo>
                <a:lnTo>
                  <a:pt x="69881" y="318214"/>
                </a:lnTo>
                <a:lnTo>
                  <a:pt x="77850" y="318325"/>
                </a:lnTo>
                <a:lnTo>
                  <a:pt x="227075" y="318341"/>
                </a:lnTo>
                <a:lnTo>
                  <a:pt x="227075" y="353567"/>
                </a:lnTo>
                <a:lnTo>
                  <a:pt x="175990" y="358616"/>
                </a:lnTo>
                <a:lnTo>
                  <a:pt x="131921" y="361902"/>
                </a:lnTo>
                <a:lnTo>
                  <a:pt x="79613" y="363807"/>
                </a:lnTo>
                <a:lnTo>
                  <a:pt x="30987" y="364235"/>
                </a:lnTo>
                <a:lnTo>
                  <a:pt x="22182" y="364574"/>
                </a:lnTo>
                <a:close/>
              </a:path>
              <a:path w="419735" h="483870">
                <a:moveTo>
                  <a:pt x="227075" y="318341"/>
                </a:moveTo>
                <a:lnTo>
                  <a:pt x="85883" y="318341"/>
                </a:lnTo>
                <a:lnTo>
                  <a:pt x="93979" y="318261"/>
                </a:lnTo>
                <a:lnTo>
                  <a:pt x="102298" y="318071"/>
                </a:lnTo>
                <a:lnTo>
                  <a:pt x="149923" y="315150"/>
                </a:lnTo>
                <a:lnTo>
                  <a:pt x="227075" y="306323"/>
                </a:lnTo>
                <a:lnTo>
                  <a:pt x="227075" y="318341"/>
                </a:lnTo>
                <a:close/>
              </a:path>
              <a:path w="419735" h="483870">
                <a:moveTo>
                  <a:pt x="297349" y="471931"/>
                </a:moveTo>
                <a:lnTo>
                  <a:pt x="247395" y="471931"/>
                </a:lnTo>
                <a:lnTo>
                  <a:pt x="247395" y="0"/>
                </a:lnTo>
                <a:lnTo>
                  <a:pt x="304799" y="0"/>
                </a:lnTo>
                <a:lnTo>
                  <a:pt x="304799" y="162051"/>
                </a:lnTo>
                <a:lnTo>
                  <a:pt x="419607" y="162051"/>
                </a:lnTo>
                <a:lnTo>
                  <a:pt x="419607" y="210311"/>
                </a:lnTo>
                <a:lnTo>
                  <a:pt x="304799" y="210311"/>
                </a:lnTo>
                <a:lnTo>
                  <a:pt x="304799" y="464481"/>
                </a:lnTo>
                <a:lnTo>
                  <a:pt x="303783" y="466851"/>
                </a:lnTo>
                <a:lnTo>
                  <a:pt x="299719" y="470915"/>
                </a:lnTo>
                <a:lnTo>
                  <a:pt x="297349" y="471931"/>
                </a:lnTo>
                <a:close/>
              </a:path>
              <a:path w="419735" h="483870">
                <a:moveTo>
                  <a:pt x="419607" y="162051"/>
                </a:moveTo>
                <a:lnTo>
                  <a:pt x="362203" y="162051"/>
                </a:lnTo>
                <a:lnTo>
                  <a:pt x="362203" y="0"/>
                </a:lnTo>
                <a:lnTo>
                  <a:pt x="419607" y="0"/>
                </a:lnTo>
                <a:lnTo>
                  <a:pt x="419607" y="162051"/>
                </a:lnTo>
                <a:close/>
              </a:path>
              <a:path w="419735" h="483870">
                <a:moveTo>
                  <a:pt x="412157" y="483615"/>
                </a:moveTo>
                <a:lnTo>
                  <a:pt x="362203" y="483615"/>
                </a:lnTo>
                <a:lnTo>
                  <a:pt x="362203" y="210311"/>
                </a:lnTo>
                <a:lnTo>
                  <a:pt x="419607" y="210311"/>
                </a:lnTo>
                <a:lnTo>
                  <a:pt x="419607" y="476165"/>
                </a:lnTo>
                <a:lnTo>
                  <a:pt x="418591" y="478535"/>
                </a:lnTo>
                <a:lnTo>
                  <a:pt x="414527" y="482599"/>
                </a:lnTo>
                <a:lnTo>
                  <a:pt x="412157" y="483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67460" y="4899025"/>
            <a:ext cx="457834" cy="491490"/>
          </a:xfrm>
          <a:custGeom>
            <a:avLst/>
            <a:gdLst/>
            <a:ahLst/>
            <a:cxnLst/>
            <a:rect l="l" t="t" r="r" b="b"/>
            <a:pathLst>
              <a:path w="457835" h="491489">
                <a:moveTo>
                  <a:pt x="230123" y="188975"/>
                </a:moveTo>
                <a:lnTo>
                  <a:pt x="179831" y="186261"/>
                </a:lnTo>
                <a:lnTo>
                  <a:pt x="135127" y="177736"/>
                </a:lnTo>
                <a:lnTo>
                  <a:pt x="99393" y="162147"/>
                </a:lnTo>
                <a:lnTo>
                  <a:pt x="68024" y="129825"/>
                </a:lnTo>
                <a:lnTo>
                  <a:pt x="60451" y="96011"/>
                </a:lnTo>
                <a:lnTo>
                  <a:pt x="61325" y="83978"/>
                </a:lnTo>
                <a:lnTo>
                  <a:pt x="82010" y="44100"/>
                </a:lnTo>
                <a:lnTo>
                  <a:pt x="124253" y="17398"/>
                </a:lnTo>
                <a:lnTo>
                  <a:pt x="166115" y="5587"/>
                </a:lnTo>
                <a:lnTo>
                  <a:pt x="213550" y="349"/>
                </a:lnTo>
                <a:lnTo>
                  <a:pt x="230123" y="0"/>
                </a:lnTo>
                <a:lnTo>
                  <a:pt x="246014" y="349"/>
                </a:lnTo>
                <a:lnTo>
                  <a:pt x="292353" y="5587"/>
                </a:lnTo>
                <a:lnTo>
                  <a:pt x="333835" y="17541"/>
                </a:lnTo>
                <a:lnTo>
                  <a:pt x="367029" y="36575"/>
                </a:lnTo>
                <a:lnTo>
                  <a:pt x="376986" y="45719"/>
                </a:lnTo>
                <a:lnTo>
                  <a:pt x="230631" y="45719"/>
                </a:lnTo>
                <a:lnTo>
                  <a:pt x="219138" y="45910"/>
                </a:lnTo>
                <a:lnTo>
                  <a:pt x="177101" y="50498"/>
                </a:lnTo>
                <a:lnTo>
                  <a:pt x="137794" y="65277"/>
                </a:lnTo>
                <a:lnTo>
                  <a:pt x="118871" y="87545"/>
                </a:lnTo>
                <a:lnTo>
                  <a:pt x="118871" y="103801"/>
                </a:lnTo>
                <a:lnTo>
                  <a:pt x="150875" y="131317"/>
                </a:lnTo>
                <a:lnTo>
                  <a:pt x="196310" y="141541"/>
                </a:lnTo>
                <a:lnTo>
                  <a:pt x="230123" y="143255"/>
                </a:lnTo>
                <a:lnTo>
                  <a:pt x="379730" y="143255"/>
                </a:lnTo>
                <a:lnTo>
                  <a:pt x="378475" y="144795"/>
                </a:lnTo>
                <a:lnTo>
                  <a:pt x="338819" y="171084"/>
                </a:lnTo>
                <a:lnTo>
                  <a:pt x="297433" y="183133"/>
                </a:lnTo>
                <a:lnTo>
                  <a:pt x="248046" y="188610"/>
                </a:lnTo>
                <a:lnTo>
                  <a:pt x="230123" y="188975"/>
                </a:lnTo>
                <a:close/>
              </a:path>
              <a:path w="457835" h="491489">
                <a:moveTo>
                  <a:pt x="379730" y="143255"/>
                </a:moveTo>
                <a:lnTo>
                  <a:pt x="230123" y="143255"/>
                </a:lnTo>
                <a:lnTo>
                  <a:pt x="240696" y="143065"/>
                </a:lnTo>
                <a:lnTo>
                  <a:pt x="251078" y="142493"/>
                </a:lnTo>
                <a:lnTo>
                  <a:pt x="289940" y="136461"/>
                </a:lnTo>
                <a:lnTo>
                  <a:pt x="325611" y="120840"/>
                </a:lnTo>
                <a:lnTo>
                  <a:pt x="339343" y="103801"/>
                </a:lnTo>
                <a:lnTo>
                  <a:pt x="339343" y="87545"/>
                </a:lnTo>
                <a:lnTo>
                  <a:pt x="306069" y="58165"/>
                </a:lnTo>
                <a:lnTo>
                  <a:pt x="261635" y="47434"/>
                </a:lnTo>
                <a:lnTo>
                  <a:pt x="230631" y="45719"/>
                </a:lnTo>
                <a:lnTo>
                  <a:pt x="376986" y="45719"/>
                </a:lnTo>
                <a:lnTo>
                  <a:pt x="396874" y="83994"/>
                </a:lnTo>
                <a:lnTo>
                  <a:pt x="397763" y="96011"/>
                </a:lnTo>
                <a:lnTo>
                  <a:pt x="396985" y="107108"/>
                </a:lnTo>
                <a:lnTo>
                  <a:pt x="394652" y="117538"/>
                </a:lnTo>
                <a:lnTo>
                  <a:pt x="390762" y="127301"/>
                </a:lnTo>
                <a:lnTo>
                  <a:pt x="385266" y="136461"/>
                </a:lnTo>
                <a:lnTo>
                  <a:pt x="379730" y="143255"/>
                </a:lnTo>
                <a:close/>
              </a:path>
              <a:path w="457835" h="491489">
                <a:moveTo>
                  <a:pt x="230631" y="491235"/>
                </a:moveTo>
                <a:lnTo>
                  <a:pt x="184102" y="488235"/>
                </a:lnTo>
                <a:lnTo>
                  <a:pt x="140207" y="479043"/>
                </a:lnTo>
                <a:lnTo>
                  <a:pt x="103076" y="463025"/>
                </a:lnTo>
                <a:lnTo>
                  <a:pt x="69246" y="430561"/>
                </a:lnTo>
                <a:lnTo>
                  <a:pt x="60959" y="396747"/>
                </a:lnTo>
                <a:lnTo>
                  <a:pt x="61880" y="384714"/>
                </a:lnTo>
                <a:lnTo>
                  <a:pt x="83645" y="344836"/>
                </a:lnTo>
                <a:lnTo>
                  <a:pt x="126999" y="318134"/>
                </a:lnTo>
                <a:lnTo>
                  <a:pt x="168909" y="306323"/>
                </a:lnTo>
                <a:lnTo>
                  <a:pt x="214963" y="301085"/>
                </a:lnTo>
                <a:lnTo>
                  <a:pt x="230631" y="300735"/>
                </a:lnTo>
                <a:lnTo>
                  <a:pt x="245824" y="301100"/>
                </a:lnTo>
                <a:lnTo>
                  <a:pt x="290829" y="306577"/>
                </a:lnTo>
                <a:lnTo>
                  <a:pt x="331977" y="318626"/>
                </a:lnTo>
                <a:lnTo>
                  <a:pt x="365569" y="337375"/>
                </a:lnTo>
                <a:lnTo>
                  <a:pt x="378088" y="348995"/>
                </a:lnTo>
                <a:lnTo>
                  <a:pt x="231139" y="348995"/>
                </a:lnTo>
                <a:lnTo>
                  <a:pt x="220106" y="349186"/>
                </a:lnTo>
                <a:lnTo>
                  <a:pt x="178990" y="353758"/>
                </a:lnTo>
                <a:lnTo>
                  <a:pt x="139699" y="367982"/>
                </a:lnTo>
                <a:lnTo>
                  <a:pt x="119887" y="388958"/>
                </a:lnTo>
                <a:lnTo>
                  <a:pt x="119887" y="404537"/>
                </a:lnTo>
                <a:lnTo>
                  <a:pt x="153415" y="431545"/>
                </a:lnTo>
                <a:lnTo>
                  <a:pt x="198866" y="441769"/>
                </a:lnTo>
                <a:lnTo>
                  <a:pt x="230631" y="443483"/>
                </a:lnTo>
                <a:lnTo>
                  <a:pt x="378370" y="443483"/>
                </a:lnTo>
                <a:lnTo>
                  <a:pt x="376094" y="446055"/>
                </a:lnTo>
                <a:lnTo>
                  <a:pt x="334708" y="472709"/>
                </a:lnTo>
                <a:lnTo>
                  <a:pt x="293369" y="485139"/>
                </a:lnTo>
                <a:lnTo>
                  <a:pt x="246744" y="490854"/>
                </a:lnTo>
                <a:lnTo>
                  <a:pt x="230631" y="491235"/>
                </a:lnTo>
                <a:close/>
              </a:path>
              <a:path w="457835" h="491489">
                <a:moveTo>
                  <a:pt x="378370" y="443483"/>
                </a:moveTo>
                <a:lnTo>
                  <a:pt x="230631" y="443483"/>
                </a:lnTo>
                <a:lnTo>
                  <a:pt x="240966" y="443293"/>
                </a:lnTo>
                <a:lnTo>
                  <a:pt x="251142" y="442721"/>
                </a:lnTo>
                <a:lnTo>
                  <a:pt x="289432" y="436689"/>
                </a:lnTo>
                <a:lnTo>
                  <a:pt x="324611" y="421211"/>
                </a:lnTo>
                <a:lnTo>
                  <a:pt x="338327" y="404537"/>
                </a:lnTo>
                <a:lnTo>
                  <a:pt x="338327" y="388958"/>
                </a:lnTo>
                <a:lnTo>
                  <a:pt x="305561" y="361187"/>
                </a:lnTo>
                <a:lnTo>
                  <a:pt x="261524" y="350710"/>
                </a:lnTo>
                <a:lnTo>
                  <a:pt x="231139" y="348995"/>
                </a:lnTo>
                <a:lnTo>
                  <a:pt x="378088" y="348995"/>
                </a:lnTo>
                <a:lnTo>
                  <a:pt x="396335" y="384730"/>
                </a:lnTo>
                <a:lnTo>
                  <a:pt x="397255" y="396747"/>
                </a:lnTo>
                <a:lnTo>
                  <a:pt x="396398" y="408066"/>
                </a:lnTo>
                <a:lnTo>
                  <a:pt x="393826" y="418655"/>
                </a:lnTo>
                <a:lnTo>
                  <a:pt x="389540" y="428513"/>
                </a:lnTo>
                <a:lnTo>
                  <a:pt x="383539" y="437641"/>
                </a:lnTo>
                <a:lnTo>
                  <a:pt x="378370" y="443483"/>
                </a:lnTo>
                <a:close/>
              </a:path>
              <a:path w="457835" h="491489">
                <a:moveTo>
                  <a:pt x="450257" y="269747"/>
                </a:moveTo>
                <a:lnTo>
                  <a:pt x="0" y="269747"/>
                </a:lnTo>
                <a:lnTo>
                  <a:pt x="0" y="222503"/>
                </a:lnTo>
                <a:lnTo>
                  <a:pt x="457707" y="222503"/>
                </a:lnTo>
                <a:lnTo>
                  <a:pt x="457707" y="262297"/>
                </a:lnTo>
                <a:lnTo>
                  <a:pt x="456691" y="264667"/>
                </a:lnTo>
                <a:lnTo>
                  <a:pt x="452627" y="268731"/>
                </a:lnTo>
                <a:lnTo>
                  <a:pt x="450257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06315" y="4549345"/>
            <a:ext cx="2691765" cy="582295"/>
          </a:xfrm>
          <a:custGeom>
            <a:avLst/>
            <a:gdLst/>
            <a:ahLst/>
            <a:cxnLst/>
            <a:rect l="l" t="t" r="r" b="b"/>
            <a:pathLst>
              <a:path w="2691765" h="582295">
                <a:moveTo>
                  <a:pt x="2691398" y="582255"/>
                </a:moveTo>
                <a:lnTo>
                  <a:pt x="0" y="582255"/>
                </a:lnTo>
                <a:lnTo>
                  <a:pt x="0" y="0"/>
                </a:lnTo>
                <a:lnTo>
                  <a:pt x="2691398" y="0"/>
                </a:lnTo>
                <a:lnTo>
                  <a:pt x="2691398" y="582255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097713" y="4549345"/>
            <a:ext cx="1811655" cy="582295"/>
          </a:xfrm>
          <a:custGeom>
            <a:avLst/>
            <a:gdLst/>
            <a:ahLst/>
            <a:cxnLst/>
            <a:rect l="l" t="t" r="r" b="b"/>
            <a:pathLst>
              <a:path w="1811654" h="582295">
                <a:moveTo>
                  <a:pt x="1811654" y="582255"/>
                </a:moveTo>
                <a:lnTo>
                  <a:pt x="0" y="582255"/>
                </a:lnTo>
                <a:lnTo>
                  <a:pt x="0" y="0"/>
                </a:lnTo>
                <a:lnTo>
                  <a:pt x="1811654" y="0"/>
                </a:lnTo>
                <a:lnTo>
                  <a:pt x="1811654" y="582255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909368" y="4549345"/>
            <a:ext cx="2971800" cy="582295"/>
          </a:xfrm>
          <a:custGeom>
            <a:avLst/>
            <a:gdLst/>
            <a:ahLst/>
            <a:cxnLst/>
            <a:rect l="l" t="t" r="r" b="b"/>
            <a:pathLst>
              <a:path w="2971800" h="582295">
                <a:moveTo>
                  <a:pt x="2971316" y="582255"/>
                </a:moveTo>
                <a:lnTo>
                  <a:pt x="0" y="582255"/>
                </a:lnTo>
                <a:lnTo>
                  <a:pt x="0" y="0"/>
                </a:lnTo>
                <a:lnTo>
                  <a:pt x="2971316" y="0"/>
                </a:lnTo>
                <a:lnTo>
                  <a:pt x="2971316" y="582255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06315" y="5131601"/>
            <a:ext cx="2691765" cy="4020185"/>
          </a:xfrm>
          <a:custGeom>
            <a:avLst/>
            <a:gdLst/>
            <a:ahLst/>
            <a:cxnLst/>
            <a:rect l="l" t="t" r="r" b="b"/>
            <a:pathLst>
              <a:path w="2691765" h="4020184">
                <a:moveTo>
                  <a:pt x="2691398" y="4019901"/>
                </a:moveTo>
                <a:lnTo>
                  <a:pt x="0" y="4019901"/>
                </a:lnTo>
                <a:lnTo>
                  <a:pt x="0" y="0"/>
                </a:lnTo>
                <a:lnTo>
                  <a:pt x="2691398" y="0"/>
                </a:lnTo>
                <a:lnTo>
                  <a:pt x="2691398" y="4019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097713" y="5131601"/>
            <a:ext cx="1811655" cy="4020185"/>
          </a:xfrm>
          <a:custGeom>
            <a:avLst/>
            <a:gdLst/>
            <a:ahLst/>
            <a:cxnLst/>
            <a:rect l="l" t="t" r="r" b="b"/>
            <a:pathLst>
              <a:path w="1811654" h="4020184">
                <a:moveTo>
                  <a:pt x="1811654" y="4019901"/>
                </a:moveTo>
                <a:lnTo>
                  <a:pt x="0" y="4019901"/>
                </a:lnTo>
                <a:lnTo>
                  <a:pt x="0" y="0"/>
                </a:lnTo>
                <a:lnTo>
                  <a:pt x="1811654" y="0"/>
                </a:lnTo>
                <a:lnTo>
                  <a:pt x="1811654" y="4019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909368" y="5131601"/>
            <a:ext cx="2971800" cy="4020185"/>
          </a:xfrm>
          <a:custGeom>
            <a:avLst/>
            <a:gdLst/>
            <a:ahLst/>
            <a:cxnLst/>
            <a:rect l="l" t="t" r="r" b="b"/>
            <a:pathLst>
              <a:path w="2971800" h="4020184">
                <a:moveTo>
                  <a:pt x="2971316" y="4019901"/>
                </a:moveTo>
                <a:lnTo>
                  <a:pt x="0" y="4019901"/>
                </a:lnTo>
                <a:lnTo>
                  <a:pt x="0" y="0"/>
                </a:lnTo>
                <a:lnTo>
                  <a:pt x="2971316" y="0"/>
                </a:lnTo>
                <a:lnTo>
                  <a:pt x="2971316" y="4019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451783" y="4715124"/>
            <a:ext cx="163292" cy="2045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61312" y="4717605"/>
            <a:ext cx="181561" cy="1930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877833" y="4718733"/>
            <a:ext cx="181561" cy="1919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804452" y="4716477"/>
            <a:ext cx="181561" cy="2065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019619" y="4717605"/>
            <a:ext cx="184268" cy="2029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411108" y="4714899"/>
            <a:ext cx="184268" cy="210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201579" y="4715124"/>
            <a:ext cx="167803" cy="2045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902143" y="5428741"/>
            <a:ext cx="158515" cy="19093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110760" y="5431995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60" h="20320">
                <a:moveTo>
                  <a:pt x="0" y="0"/>
                </a:moveTo>
                <a:lnTo>
                  <a:pt x="149674" y="0"/>
                </a:lnTo>
                <a:lnTo>
                  <a:pt x="149674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110760" y="5452316"/>
            <a:ext cx="23495" cy="64769"/>
          </a:xfrm>
          <a:custGeom>
            <a:avLst/>
            <a:gdLst/>
            <a:ahLst/>
            <a:cxnLst/>
            <a:rect l="l" t="t" r="r" b="b"/>
            <a:pathLst>
              <a:path w="23494" h="64770">
                <a:moveTo>
                  <a:pt x="0" y="0"/>
                </a:moveTo>
                <a:lnTo>
                  <a:pt x="22945" y="0"/>
                </a:lnTo>
                <a:lnTo>
                  <a:pt x="22945" y="64770"/>
                </a:lnTo>
                <a:lnTo>
                  <a:pt x="0" y="6477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110760" y="5517085"/>
            <a:ext cx="151765" cy="20320"/>
          </a:xfrm>
          <a:custGeom>
            <a:avLst/>
            <a:gdLst/>
            <a:ahLst/>
            <a:cxnLst/>
            <a:rect l="l" t="t" r="r" b="b"/>
            <a:pathLst>
              <a:path w="151764" h="20320">
                <a:moveTo>
                  <a:pt x="0" y="0"/>
                </a:moveTo>
                <a:lnTo>
                  <a:pt x="151147" y="0"/>
                </a:lnTo>
                <a:lnTo>
                  <a:pt x="151147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174756" y="5537405"/>
            <a:ext cx="22860" cy="54610"/>
          </a:xfrm>
          <a:custGeom>
            <a:avLst/>
            <a:gdLst/>
            <a:ahLst/>
            <a:cxnLst/>
            <a:rect l="l" t="t" r="r" b="b"/>
            <a:pathLst>
              <a:path w="22860" h="54610">
                <a:moveTo>
                  <a:pt x="0" y="0"/>
                </a:moveTo>
                <a:lnTo>
                  <a:pt x="22735" y="0"/>
                </a:lnTo>
                <a:lnTo>
                  <a:pt x="22735" y="54609"/>
                </a:lnTo>
                <a:lnTo>
                  <a:pt x="0" y="5460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100866" y="5592016"/>
            <a:ext cx="169545" cy="19050"/>
          </a:xfrm>
          <a:custGeom>
            <a:avLst/>
            <a:gdLst/>
            <a:ahLst/>
            <a:cxnLst/>
            <a:rect l="l" t="t" r="r" b="b"/>
            <a:pathLst>
              <a:path w="169544" h="19050">
                <a:moveTo>
                  <a:pt x="0" y="0"/>
                </a:moveTo>
                <a:lnTo>
                  <a:pt x="169462" y="0"/>
                </a:lnTo>
                <a:lnTo>
                  <a:pt x="16946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69274" y="5428741"/>
            <a:ext cx="156620" cy="19093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570313" y="5428741"/>
            <a:ext cx="154726" cy="19093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774720" y="5428741"/>
            <a:ext cx="152410" cy="19093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041250" y="5430725"/>
            <a:ext cx="23495" cy="86360"/>
          </a:xfrm>
          <a:custGeom>
            <a:avLst/>
            <a:gdLst/>
            <a:ahLst/>
            <a:cxnLst/>
            <a:rect l="l" t="t" r="r" b="b"/>
            <a:pathLst>
              <a:path w="23494" h="86360">
                <a:moveTo>
                  <a:pt x="0" y="0"/>
                </a:moveTo>
                <a:lnTo>
                  <a:pt x="22945" y="0"/>
                </a:lnTo>
                <a:lnTo>
                  <a:pt x="22945" y="86359"/>
                </a:lnTo>
                <a:lnTo>
                  <a:pt x="0" y="8635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041250" y="5517085"/>
            <a:ext cx="151765" cy="20320"/>
          </a:xfrm>
          <a:custGeom>
            <a:avLst/>
            <a:gdLst/>
            <a:ahLst/>
            <a:cxnLst/>
            <a:rect l="l" t="t" r="r" b="b"/>
            <a:pathLst>
              <a:path w="151764" h="20320">
                <a:moveTo>
                  <a:pt x="0" y="0"/>
                </a:moveTo>
                <a:lnTo>
                  <a:pt x="151147" y="0"/>
                </a:lnTo>
                <a:lnTo>
                  <a:pt x="151147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105246" y="5537405"/>
            <a:ext cx="22860" cy="54610"/>
          </a:xfrm>
          <a:custGeom>
            <a:avLst/>
            <a:gdLst/>
            <a:ahLst/>
            <a:cxnLst/>
            <a:rect l="l" t="t" r="r" b="b"/>
            <a:pathLst>
              <a:path w="22860" h="54610">
                <a:moveTo>
                  <a:pt x="0" y="0"/>
                </a:moveTo>
                <a:lnTo>
                  <a:pt x="22735" y="0"/>
                </a:lnTo>
                <a:lnTo>
                  <a:pt x="22735" y="54609"/>
                </a:lnTo>
                <a:lnTo>
                  <a:pt x="0" y="5460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031356" y="5592016"/>
            <a:ext cx="169545" cy="19050"/>
          </a:xfrm>
          <a:custGeom>
            <a:avLst/>
            <a:gdLst/>
            <a:ahLst/>
            <a:cxnLst/>
            <a:rect l="l" t="t" r="r" b="b"/>
            <a:pathLst>
              <a:path w="169544" h="19050">
                <a:moveTo>
                  <a:pt x="0" y="0"/>
                </a:moveTo>
                <a:lnTo>
                  <a:pt x="169462" y="0"/>
                </a:lnTo>
                <a:lnTo>
                  <a:pt x="16946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233448" y="5422005"/>
            <a:ext cx="169462" cy="20082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436171" y="5423268"/>
            <a:ext cx="183566" cy="19640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828950" y="5429455"/>
            <a:ext cx="22860" cy="41910"/>
          </a:xfrm>
          <a:custGeom>
            <a:avLst/>
            <a:gdLst/>
            <a:ahLst/>
            <a:cxnLst/>
            <a:rect l="l" t="t" r="r" b="b"/>
            <a:pathLst>
              <a:path w="22860" h="41910">
                <a:moveTo>
                  <a:pt x="0" y="0"/>
                </a:moveTo>
                <a:lnTo>
                  <a:pt x="22735" y="0"/>
                </a:lnTo>
                <a:lnTo>
                  <a:pt x="22735" y="41909"/>
                </a:lnTo>
                <a:lnTo>
                  <a:pt x="0" y="4190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828950" y="5471366"/>
            <a:ext cx="148590" cy="19050"/>
          </a:xfrm>
          <a:custGeom>
            <a:avLst/>
            <a:gdLst/>
            <a:ahLst/>
            <a:cxnLst/>
            <a:rect l="l" t="t" r="r" b="b"/>
            <a:pathLst>
              <a:path w="148589" h="19050">
                <a:moveTo>
                  <a:pt x="0" y="0"/>
                </a:moveTo>
                <a:lnTo>
                  <a:pt x="147989" y="0"/>
                </a:lnTo>
                <a:lnTo>
                  <a:pt x="14798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890630" y="5490843"/>
            <a:ext cx="22860" cy="22225"/>
          </a:xfrm>
          <a:custGeom>
            <a:avLst/>
            <a:gdLst/>
            <a:ahLst/>
            <a:cxnLst/>
            <a:rect l="l" t="t" r="r" b="b"/>
            <a:pathLst>
              <a:path w="22860" h="22225">
                <a:moveTo>
                  <a:pt x="22735" y="21893"/>
                </a:moveTo>
                <a:lnTo>
                  <a:pt x="0" y="21893"/>
                </a:lnTo>
                <a:lnTo>
                  <a:pt x="0" y="0"/>
                </a:lnTo>
                <a:lnTo>
                  <a:pt x="22735" y="0"/>
                </a:lnTo>
                <a:lnTo>
                  <a:pt x="22735" y="2189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816319" y="5512736"/>
            <a:ext cx="172085" cy="20320"/>
          </a:xfrm>
          <a:custGeom>
            <a:avLst/>
            <a:gdLst/>
            <a:ahLst/>
            <a:cxnLst/>
            <a:rect l="l" t="t" r="r" b="b"/>
            <a:pathLst>
              <a:path w="172085" h="20320">
                <a:moveTo>
                  <a:pt x="171988" y="19998"/>
                </a:moveTo>
                <a:lnTo>
                  <a:pt x="0" y="19998"/>
                </a:lnTo>
                <a:lnTo>
                  <a:pt x="0" y="0"/>
                </a:lnTo>
                <a:lnTo>
                  <a:pt x="171988" y="0"/>
                </a:lnTo>
                <a:lnTo>
                  <a:pt x="171988" y="1999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828950" y="5551049"/>
            <a:ext cx="147320" cy="19685"/>
          </a:xfrm>
          <a:custGeom>
            <a:avLst/>
            <a:gdLst/>
            <a:ahLst/>
            <a:cxnLst/>
            <a:rect l="l" t="t" r="r" b="b"/>
            <a:pathLst>
              <a:path w="147320" h="19685">
                <a:moveTo>
                  <a:pt x="146937" y="19367"/>
                </a:moveTo>
                <a:lnTo>
                  <a:pt x="0" y="19367"/>
                </a:lnTo>
                <a:lnTo>
                  <a:pt x="0" y="0"/>
                </a:lnTo>
                <a:lnTo>
                  <a:pt x="146937" y="0"/>
                </a:lnTo>
                <a:lnTo>
                  <a:pt x="146937" y="19367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855895" y="5570416"/>
            <a:ext cx="22860" cy="32384"/>
          </a:xfrm>
          <a:custGeom>
            <a:avLst/>
            <a:gdLst/>
            <a:ahLst/>
            <a:cxnLst/>
            <a:rect l="l" t="t" r="r" b="b"/>
            <a:pathLst>
              <a:path w="22860" h="32385">
                <a:moveTo>
                  <a:pt x="22524" y="31787"/>
                </a:moveTo>
                <a:lnTo>
                  <a:pt x="0" y="31787"/>
                </a:lnTo>
                <a:lnTo>
                  <a:pt x="0" y="0"/>
                </a:lnTo>
                <a:lnTo>
                  <a:pt x="22524" y="0"/>
                </a:lnTo>
                <a:lnTo>
                  <a:pt x="22524" y="31787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926838" y="5570425"/>
            <a:ext cx="22860" cy="21590"/>
          </a:xfrm>
          <a:custGeom>
            <a:avLst/>
            <a:gdLst/>
            <a:ahLst/>
            <a:cxnLst/>
            <a:rect l="l" t="t" r="r" b="b"/>
            <a:pathLst>
              <a:path w="22860" h="21589">
                <a:moveTo>
                  <a:pt x="0" y="0"/>
                </a:moveTo>
                <a:lnTo>
                  <a:pt x="22524" y="0"/>
                </a:lnTo>
                <a:lnTo>
                  <a:pt x="22524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926440" y="5592016"/>
            <a:ext cx="22860" cy="6350"/>
          </a:xfrm>
          <a:custGeom>
            <a:avLst/>
            <a:gdLst/>
            <a:ahLst/>
            <a:cxnLst/>
            <a:rect l="l" t="t" r="r" b="b"/>
            <a:pathLst>
              <a:path w="22860" h="6350">
                <a:moveTo>
                  <a:pt x="0" y="0"/>
                </a:moveTo>
                <a:lnTo>
                  <a:pt x="22326" y="0"/>
                </a:lnTo>
                <a:lnTo>
                  <a:pt x="22326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925480" y="5598366"/>
            <a:ext cx="22225" cy="3810"/>
          </a:xfrm>
          <a:custGeom>
            <a:avLst/>
            <a:gdLst/>
            <a:ahLst/>
            <a:cxnLst/>
            <a:rect l="l" t="t" r="r" b="b"/>
            <a:pathLst>
              <a:path w="22225" h="3810">
                <a:moveTo>
                  <a:pt x="0" y="0"/>
                </a:moveTo>
                <a:lnTo>
                  <a:pt x="22000" y="0"/>
                </a:lnTo>
                <a:lnTo>
                  <a:pt x="22000" y="3810"/>
                </a:lnTo>
                <a:lnTo>
                  <a:pt x="0" y="38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825371" y="5602203"/>
            <a:ext cx="153670" cy="19685"/>
          </a:xfrm>
          <a:custGeom>
            <a:avLst/>
            <a:gdLst/>
            <a:ahLst/>
            <a:cxnLst/>
            <a:rect l="l" t="t" r="r" b="b"/>
            <a:pathLst>
              <a:path w="153670" h="19685">
                <a:moveTo>
                  <a:pt x="153673" y="19367"/>
                </a:moveTo>
                <a:lnTo>
                  <a:pt x="0" y="19367"/>
                </a:lnTo>
                <a:lnTo>
                  <a:pt x="0" y="0"/>
                </a:lnTo>
                <a:lnTo>
                  <a:pt x="153673" y="0"/>
                </a:lnTo>
                <a:lnTo>
                  <a:pt x="153673" y="19367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018410" y="5428531"/>
            <a:ext cx="171988" cy="19303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950806" y="5305770"/>
            <a:ext cx="171988" cy="1995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156265" y="5307033"/>
            <a:ext cx="156831" cy="19640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411832" y="540429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6139" y="25261"/>
                </a:moveTo>
                <a:lnTo>
                  <a:pt x="9122" y="25261"/>
                </a:lnTo>
                <a:lnTo>
                  <a:pt x="6139" y="23998"/>
                </a:lnTo>
                <a:lnTo>
                  <a:pt x="1227" y="18946"/>
                </a:lnTo>
                <a:lnTo>
                  <a:pt x="0" y="15998"/>
                </a:lnTo>
                <a:lnTo>
                  <a:pt x="0" y="9122"/>
                </a:lnTo>
                <a:lnTo>
                  <a:pt x="1227" y="6139"/>
                </a:lnTo>
                <a:lnTo>
                  <a:pt x="6139" y="1227"/>
                </a:lnTo>
                <a:lnTo>
                  <a:pt x="9122" y="0"/>
                </a:lnTo>
                <a:lnTo>
                  <a:pt x="15858" y="0"/>
                </a:lnTo>
                <a:lnTo>
                  <a:pt x="18770" y="1192"/>
                </a:lnTo>
                <a:lnTo>
                  <a:pt x="23963" y="5964"/>
                </a:lnTo>
                <a:lnTo>
                  <a:pt x="25261" y="8981"/>
                </a:lnTo>
                <a:lnTo>
                  <a:pt x="25261" y="16139"/>
                </a:lnTo>
                <a:lnTo>
                  <a:pt x="24033" y="19121"/>
                </a:lnTo>
                <a:lnTo>
                  <a:pt x="19121" y="2403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530468" y="5312507"/>
            <a:ext cx="153673" cy="19093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726034" y="5314822"/>
            <a:ext cx="171988" cy="18946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927494" y="5312507"/>
            <a:ext cx="160831" cy="19093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133164" y="5312507"/>
            <a:ext cx="157673" cy="19282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399563" y="5312507"/>
            <a:ext cx="158726" cy="19535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601865" y="5312507"/>
            <a:ext cx="153673" cy="19093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870057" y="5463023"/>
            <a:ext cx="27305" cy="55244"/>
          </a:xfrm>
          <a:custGeom>
            <a:avLst/>
            <a:gdLst/>
            <a:ahLst/>
            <a:cxnLst/>
            <a:rect l="l" t="t" r="r" b="b"/>
            <a:pathLst>
              <a:path w="27304" h="55245">
                <a:moveTo>
                  <a:pt x="0" y="54943"/>
                </a:moveTo>
                <a:lnTo>
                  <a:pt x="0" y="43365"/>
                </a:lnTo>
                <a:lnTo>
                  <a:pt x="9262" y="42944"/>
                </a:lnTo>
                <a:lnTo>
                  <a:pt x="13683" y="37892"/>
                </a:lnTo>
                <a:lnTo>
                  <a:pt x="13683" y="27787"/>
                </a:lnTo>
                <a:lnTo>
                  <a:pt x="842" y="27787"/>
                </a:lnTo>
                <a:lnTo>
                  <a:pt x="842" y="0"/>
                </a:lnTo>
                <a:lnTo>
                  <a:pt x="26735" y="0"/>
                </a:lnTo>
                <a:lnTo>
                  <a:pt x="26735" y="29892"/>
                </a:lnTo>
                <a:lnTo>
                  <a:pt x="24955" y="40023"/>
                </a:lnTo>
                <a:lnTo>
                  <a:pt x="19761" y="47628"/>
                </a:lnTo>
                <a:lnTo>
                  <a:pt x="11370" y="52628"/>
                </a:lnTo>
                <a:lnTo>
                  <a:pt x="0" y="5494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999944" y="5312507"/>
            <a:ext cx="166725" cy="19535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200983" y="5312507"/>
            <a:ext cx="164620" cy="19177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8465925" y="5315875"/>
            <a:ext cx="169462" cy="17914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8677910" y="5316425"/>
            <a:ext cx="149860" cy="19050"/>
          </a:xfrm>
          <a:custGeom>
            <a:avLst/>
            <a:gdLst/>
            <a:ahLst/>
            <a:cxnLst/>
            <a:rect l="l" t="t" r="r" b="b"/>
            <a:pathLst>
              <a:path w="149859" h="19050">
                <a:moveTo>
                  <a:pt x="0" y="0"/>
                </a:moveTo>
                <a:lnTo>
                  <a:pt x="149674" y="0"/>
                </a:lnTo>
                <a:lnTo>
                  <a:pt x="14967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8804638" y="5335475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0" y="0"/>
                </a:moveTo>
                <a:lnTo>
                  <a:pt x="22945" y="0"/>
                </a:lnTo>
                <a:lnTo>
                  <a:pt x="22945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8677910" y="5367225"/>
            <a:ext cx="149860" cy="19050"/>
          </a:xfrm>
          <a:custGeom>
            <a:avLst/>
            <a:gdLst/>
            <a:ahLst/>
            <a:cxnLst/>
            <a:rect l="l" t="t" r="r" b="b"/>
            <a:pathLst>
              <a:path w="149859" h="19050">
                <a:moveTo>
                  <a:pt x="0" y="0"/>
                </a:moveTo>
                <a:lnTo>
                  <a:pt x="149674" y="0"/>
                </a:lnTo>
                <a:lnTo>
                  <a:pt x="14967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8677910" y="5386275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0" y="0"/>
                </a:moveTo>
                <a:lnTo>
                  <a:pt x="22945" y="0"/>
                </a:lnTo>
                <a:lnTo>
                  <a:pt x="22945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677910" y="5418025"/>
            <a:ext cx="152400" cy="19050"/>
          </a:xfrm>
          <a:custGeom>
            <a:avLst/>
            <a:gdLst/>
            <a:ahLst/>
            <a:cxnLst/>
            <a:rect l="l" t="t" r="r" b="b"/>
            <a:pathLst>
              <a:path w="152400" h="19050">
                <a:moveTo>
                  <a:pt x="0" y="0"/>
                </a:moveTo>
                <a:lnTo>
                  <a:pt x="151989" y="0"/>
                </a:lnTo>
                <a:lnTo>
                  <a:pt x="151989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8741905" y="5437075"/>
            <a:ext cx="22860" cy="38100"/>
          </a:xfrm>
          <a:custGeom>
            <a:avLst/>
            <a:gdLst/>
            <a:ahLst/>
            <a:cxnLst/>
            <a:rect l="l" t="t" r="r" b="b"/>
            <a:pathLst>
              <a:path w="22859" h="38100">
                <a:moveTo>
                  <a:pt x="0" y="0"/>
                </a:moveTo>
                <a:lnTo>
                  <a:pt x="22735" y="0"/>
                </a:lnTo>
                <a:lnTo>
                  <a:pt x="22735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668016" y="5475175"/>
            <a:ext cx="169545" cy="20320"/>
          </a:xfrm>
          <a:custGeom>
            <a:avLst/>
            <a:gdLst/>
            <a:ahLst/>
            <a:cxnLst/>
            <a:rect l="l" t="t" r="r" b="b"/>
            <a:pathLst>
              <a:path w="169545" h="20320">
                <a:moveTo>
                  <a:pt x="0" y="0"/>
                </a:moveTo>
                <a:lnTo>
                  <a:pt x="169462" y="0"/>
                </a:lnTo>
                <a:lnTo>
                  <a:pt x="169462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204860" y="5544976"/>
            <a:ext cx="166093" cy="19093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411163" y="5547292"/>
            <a:ext cx="169462" cy="18019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514247" y="6658816"/>
            <a:ext cx="68580" cy="16510"/>
          </a:xfrm>
          <a:custGeom>
            <a:avLst/>
            <a:gdLst/>
            <a:ahLst/>
            <a:cxnLst/>
            <a:rect l="l" t="t" r="r" b="b"/>
            <a:pathLst>
              <a:path w="68580" h="16509">
                <a:moveTo>
                  <a:pt x="0" y="0"/>
                </a:moveTo>
                <a:lnTo>
                  <a:pt x="68403" y="0"/>
                </a:lnTo>
                <a:lnTo>
                  <a:pt x="68403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514247" y="6675325"/>
            <a:ext cx="19050" cy="116839"/>
          </a:xfrm>
          <a:custGeom>
            <a:avLst/>
            <a:gdLst/>
            <a:ahLst/>
            <a:cxnLst/>
            <a:rect l="l" t="t" r="r" b="b"/>
            <a:pathLst>
              <a:path w="19050" h="116840">
                <a:moveTo>
                  <a:pt x="0" y="0"/>
                </a:moveTo>
                <a:lnTo>
                  <a:pt x="18674" y="0"/>
                </a:lnTo>
                <a:lnTo>
                  <a:pt x="18674" y="116839"/>
                </a:lnTo>
                <a:lnTo>
                  <a:pt x="0" y="1168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608040" y="6661431"/>
            <a:ext cx="171428" cy="19450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813250" y="6658913"/>
            <a:ext cx="156320" cy="19345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004821" y="6717665"/>
            <a:ext cx="103863" cy="12295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135753" y="6660172"/>
            <a:ext cx="156320" cy="19031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379151" y="6721045"/>
            <a:ext cx="19050" cy="116839"/>
          </a:xfrm>
          <a:custGeom>
            <a:avLst/>
            <a:gdLst/>
            <a:ahLst/>
            <a:cxnLst/>
            <a:rect l="l" t="t" r="r" b="b"/>
            <a:pathLst>
              <a:path w="19050" h="116840">
                <a:moveTo>
                  <a:pt x="0" y="0"/>
                </a:moveTo>
                <a:lnTo>
                  <a:pt x="18674" y="0"/>
                </a:lnTo>
                <a:lnTo>
                  <a:pt x="18674" y="116840"/>
                </a:lnTo>
                <a:lnTo>
                  <a:pt x="0" y="1168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329422" y="6837885"/>
            <a:ext cx="68580" cy="16510"/>
          </a:xfrm>
          <a:custGeom>
            <a:avLst/>
            <a:gdLst/>
            <a:ahLst/>
            <a:cxnLst/>
            <a:rect l="l" t="t" r="r" b="b"/>
            <a:pathLst>
              <a:path w="68580" h="16509">
                <a:moveTo>
                  <a:pt x="0" y="0"/>
                </a:moveTo>
                <a:lnTo>
                  <a:pt x="68403" y="0"/>
                </a:lnTo>
                <a:lnTo>
                  <a:pt x="68403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449023" y="6660172"/>
            <a:ext cx="157789" cy="190312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708873" y="6653458"/>
            <a:ext cx="171428" cy="20017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907369" y="6660172"/>
            <a:ext cx="185696" cy="191151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176250" y="6658913"/>
            <a:ext cx="160726" cy="195977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377683" y="6658913"/>
            <a:ext cx="156320" cy="194718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635863" y="6654717"/>
            <a:ext cx="384401" cy="20017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4817014" y="6252756"/>
            <a:ext cx="171428" cy="19345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017818" y="6250448"/>
            <a:ext cx="183388" cy="191151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983799" y="6134511"/>
            <a:ext cx="157999" cy="190312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6182924" y="6129056"/>
            <a:ext cx="160307" cy="195767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445720" y="6134511"/>
            <a:ext cx="157159" cy="193459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645474" y="6127797"/>
            <a:ext cx="168910" cy="200174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907641" y="6136819"/>
            <a:ext cx="168910" cy="191151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7107186" y="6134511"/>
            <a:ext cx="183388" cy="191151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7382571" y="6136845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4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7382571" y="6155895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39">
                <a:moveTo>
                  <a:pt x="0" y="0"/>
                </a:moveTo>
                <a:lnTo>
                  <a:pt x="22661" y="0"/>
                </a:lnTo>
                <a:lnTo>
                  <a:pt x="22661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7382571" y="6171135"/>
            <a:ext cx="144145" cy="17780"/>
          </a:xfrm>
          <a:custGeom>
            <a:avLst/>
            <a:gdLst/>
            <a:ahLst/>
            <a:cxnLst/>
            <a:rect l="l" t="t" r="r" b="b"/>
            <a:pathLst>
              <a:path w="144145" h="17779">
                <a:moveTo>
                  <a:pt x="0" y="0"/>
                </a:moveTo>
                <a:lnTo>
                  <a:pt x="143940" y="0"/>
                </a:lnTo>
                <a:lnTo>
                  <a:pt x="143940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7382571" y="6188916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39">
                <a:moveTo>
                  <a:pt x="0" y="0"/>
                </a:moveTo>
                <a:lnTo>
                  <a:pt x="22661" y="0"/>
                </a:lnTo>
                <a:lnTo>
                  <a:pt x="22661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7382571" y="6204155"/>
            <a:ext cx="147955" cy="19050"/>
          </a:xfrm>
          <a:custGeom>
            <a:avLst/>
            <a:gdLst/>
            <a:ahLst/>
            <a:cxnLst/>
            <a:rect l="l" t="t" r="r" b="b"/>
            <a:pathLst>
              <a:path w="147954" h="19050">
                <a:moveTo>
                  <a:pt x="0" y="0"/>
                </a:moveTo>
                <a:lnTo>
                  <a:pt x="147507" y="0"/>
                </a:lnTo>
                <a:lnTo>
                  <a:pt x="147507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7369982" y="6238585"/>
            <a:ext cx="171450" cy="19685"/>
          </a:xfrm>
          <a:custGeom>
            <a:avLst/>
            <a:gdLst/>
            <a:ahLst/>
            <a:cxnLst/>
            <a:rect l="l" t="t" r="r" b="b"/>
            <a:pathLst>
              <a:path w="171450" h="19685">
                <a:moveTo>
                  <a:pt x="171428" y="19304"/>
                </a:moveTo>
                <a:lnTo>
                  <a:pt x="0" y="19304"/>
                </a:lnTo>
                <a:lnTo>
                  <a:pt x="0" y="0"/>
                </a:lnTo>
                <a:lnTo>
                  <a:pt x="171428" y="0"/>
                </a:lnTo>
                <a:lnTo>
                  <a:pt x="171428" y="193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7381313" y="6275275"/>
            <a:ext cx="147955" cy="19050"/>
          </a:xfrm>
          <a:custGeom>
            <a:avLst/>
            <a:gdLst/>
            <a:ahLst/>
            <a:cxnLst/>
            <a:rect l="l" t="t" r="r" b="b"/>
            <a:pathLst>
              <a:path w="147954" h="19050">
                <a:moveTo>
                  <a:pt x="0" y="0"/>
                </a:moveTo>
                <a:lnTo>
                  <a:pt x="147717" y="0"/>
                </a:lnTo>
                <a:lnTo>
                  <a:pt x="14771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7506159" y="6294325"/>
            <a:ext cx="23495" cy="33020"/>
          </a:xfrm>
          <a:custGeom>
            <a:avLst/>
            <a:gdLst/>
            <a:ahLst/>
            <a:cxnLst/>
            <a:rect l="l" t="t" r="r" b="b"/>
            <a:pathLst>
              <a:path w="23495" h="33020">
                <a:moveTo>
                  <a:pt x="0" y="0"/>
                </a:moveTo>
                <a:lnTo>
                  <a:pt x="22871" y="0"/>
                </a:lnTo>
                <a:lnTo>
                  <a:pt x="22871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7573303" y="6129056"/>
            <a:ext cx="369713" cy="195767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8037045" y="6129056"/>
            <a:ext cx="182758" cy="195767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8373605" y="6134511"/>
            <a:ext cx="23495" cy="19685"/>
          </a:xfrm>
          <a:custGeom>
            <a:avLst/>
            <a:gdLst/>
            <a:ahLst/>
            <a:cxnLst/>
            <a:rect l="l" t="t" r="r" b="b"/>
            <a:pathLst>
              <a:path w="23495" h="19685">
                <a:moveTo>
                  <a:pt x="22871" y="19304"/>
                </a:moveTo>
                <a:lnTo>
                  <a:pt x="0" y="19304"/>
                </a:lnTo>
                <a:lnTo>
                  <a:pt x="0" y="0"/>
                </a:lnTo>
                <a:lnTo>
                  <a:pt x="22871" y="0"/>
                </a:lnTo>
                <a:lnTo>
                  <a:pt x="22871" y="193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8242674" y="6136845"/>
            <a:ext cx="22860" cy="25400"/>
          </a:xfrm>
          <a:custGeom>
            <a:avLst/>
            <a:gdLst/>
            <a:ahLst/>
            <a:cxnLst/>
            <a:rect l="l" t="t" r="r" b="b"/>
            <a:pathLst>
              <a:path w="22859" h="25400">
                <a:moveTo>
                  <a:pt x="0" y="0"/>
                </a:moveTo>
                <a:lnTo>
                  <a:pt x="22241" y="0"/>
                </a:lnTo>
                <a:lnTo>
                  <a:pt x="22241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8242674" y="6162245"/>
            <a:ext cx="154305" cy="10160"/>
          </a:xfrm>
          <a:custGeom>
            <a:avLst/>
            <a:gdLst/>
            <a:ahLst/>
            <a:cxnLst/>
            <a:rect l="l" t="t" r="r" b="b"/>
            <a:pathLst>
              <a:path w="154304" h="10160">
                <a:moveTo>
                  <a:pt x="0" y="0"/>
                </a:moveTo>
                <a:lnTo>
                  <a:pt x="153802" y="0"/>
                </a:lnTo>
                <a:lnTo>
                  <a:pt x="153802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8242674" y="6172405"/>
            <a:ext cx="92710" cy="8890"/>
          </a:xfrm>
          <a:custGeom>
            <a:avLst/>
            <a:gdLst/>
            <a:ahLst/>
            <a:cxnLst/>
            <a:rect l="l" t="t" r="r" b="b"/>
            <a:pathLst>
              <a:path w="92709" h="8889">
                <a:moveTo>
                  <a:pt x="0" y="0"/>
                </a:moveTo>
                <a:lnTo>
                  <a:pt x="92113" y="0"/>
                </a:lnTo>
                <a:lnTo>
                  <a:pt x="92113" y="8889"/>
                </a:lnTo>
                <a:lnTo>
                  <a:pt x="0" y="88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8242674" y="6181295"/>
            <a:ext cx="22860" cy="25400"/>
          </a:xfrm>
          <a:custGeom>
            <a:avLst/>
            <a:gdLst/>
            <a:ahLst/>
            <a:cxnLst/>
            <a:rect l="l" t="t" r="r" b="b"/>
            <a:pathLst>
              <a:path w="22859" h="25400">
                <a:moveTo>
                  <a:pt x="0" y="0"/>
                </a:moveTo>
                <a:lnTo>
                  <a:pt x="22241" y="0"/>
                </a:lnTo>
                <a:lnTo>
                  <a:pt x="22241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8242674" y="6206695"/>
            <a:ext cx="154305" cy="2540"/>
          </a:xfrm>
          <a:custGeom>
            <a:avLst/>
            <a:gdLst/>
            <a:ahLst/>
            <a:cxnLst/>
            <a:rect l="l" t="t" r="r" b="b"/>
            <a:pathLst>
              <a:path w="154304" h="2539">
                <a:moveTo>
                  <a:pt x="0" y="0"/>
                </a:moveTo>
                <a:lnTo>
                  <a:pt x="153802" y="0"/>
                </a:lnTo>
                <a:lnTo>
                  <a:pt x="153802" y="2539"/>
                </a:lnTo>
                <a:lnTo>
                  <a:pt x="0" y="25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8242674" y="6209235"/>
            <a:ext cx="92710" cy="15240"/>
          </a:xfrm>
          <a:custGeom>
            <a:avLst/>
            <a:gdLst/>
            <a:ahLst/>
            <a:cxnLst/>
            <a:rect l="l" t="t" r="r" b="b"/>
            <a:pathLst>
              <a:path w="92709" h="15239">
                <a:moveTo>
                  <a:pt x="0" y="0"/>
                </a:moveTo>
                <a:lnTo>
                  <a:pt x="92113" y="0"/>
                </a:lnTo>
                <a:lnTo>
                  <a:pt x="92113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8312336" y="6136845"/>
            <a:ext cx="22860" cy="16510"/>
          </a:xfrm>
          <a:custGeom>
            <a:avLst/>
            <a:gdLst/>
            <a:ahLst/>
            <a:cxnLst/>
            <a:rect l="l" t="t" r="r" b="b"/>
            <a:pathLst>
              <a:path w="22859" h="16510">
                <a:moveTo>
                  <a:pt x="0" y="0"/>
                </a:moveTo>
                <a:lnTo>
                  <a:pt x="22451" y="0"/>
                </a:lnTo>
                <a:lnTo>
                  <a:pt x="22451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8312336" y="6153355"/>
            <a:ext cx="84455" cy="8890"/>
          </a:xfrm>
          <a:custGeom>
            <a:avLst/>
            <a:gdLst/>
            <a:ahLst/>
            <a:cxnLst/>
            <a:rect l="l" t="t" r="r" b="b"/>
            <a:pathLst>
              <a:path w="84454" h="8889">
                <a:moveTo>
                  <a:pt x="0" y="0"/>
                </a:moveTo>
                <a:lnTo>
                  <a:pt x="84140" y="0"/>
                </a:lnTo>
                <a:lnTo>
                  <a:pt x="84140" y="8889"/>
                </a:lnTo>
                <a:lnTo>
                  <a:pt x="0" y="88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8373605" y="6172490"/>
            <a:ext cx="23495" cy="18415"/>
          </a:xfrm>
          <a:custGeom>
            <a:avLst/>
            <a:gdLst/>
            <a:ahLst/>
            <a:cxnLst/>
            <a:rect l="l" t="t" r="r" b="b"/>
            <a:pathLst>
              <a:path w="23495" h="18414">
                <a:moveTo>
                  <a:pt x="22871" y="18254"/>
                </a:moveTo>
                <a:lnTo>
                  <a:pt x="0" y="18254"/>
                </a:lnTo>
                <a:lnTo>
                  <a:pt x="0" y="0"/>
                </a:lnTo>
                <a:lnTo>
                  <a:pt x="22871" y="0"/>
                </a:lnTo>
                <a:lnTo>
                  <a:pt x="22871" y="1825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8312336" y="6181295"/>
            <a:ext cx="22860" cy="8890"/>
          </a:xfrm>
          <a:custGeom>
            <a:avLst/>
            <a:gdLst/>
            <a:ahLst/>
            <a:cxnLst/>
            <a:rect l="l" t="t" r="r" b="b"/>
            <a:pathLst>
              <a:path w="22859" h="8889">
                <a:moveTo>
                  <a:pt x="0" y="0"/>
                </a:moveTo>
                <a:lnTo>
                  <a:pt x="22451" y="0"/>
                </a:lnTo>
                <a:lnTo>
                  <a:pt x="22451" y="8889"/>
                </a:lnTo>
                <a:lnTo>
                  <a:pt x="0" y="88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8312336" y="6190185"/>
            <a:ext cx="84455" cy="16510"/>
          </a:xfrm>
          <a:custGeom>
            <a:avLst/>
            <a:gdLst/>
            <a:ahLst/>
            <a:cxnLst/>
            <a:rect l="l" t="t" r="r" b="b"/>
            <a:pathLst>
              <a:path w="84454" h="16510">
                <a:moveTo>
                  <a:pt x="0" y="0"/>
                </a:moveTo>
                <a:lnTo>
                  <a:pt x="84140" y="0"/>
                </a:lnTo>
                <a:lnTo>
                  <a:pt x="84140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8373605" y="6209419"/>
            <a:ext cx="23495" cy="20955"/>
          </a:xfrm>
          <a:custGeom>
            <a:avLst/>
            <a:gdLst/>
            <a:ahLst/>
            <a:cxnLst/>
            <a:rect l="l" t="t" r="r" b="b"/>
            <a:pathLst>
              <a:path w="23495" h="20954">
                <a:moveTo>
                  <a:pt x="22871" y="20562"/>
                </a:moveTo>
                <a:lnTo>
                  <a:pt x="0" y="20562"/>
                </a:lnTo>
                <a:lnTo>
                  <a:pt x="0" y="0"/>
                </a:lnTo>
                <a:lnTo>
                  <a:pt x="22871" y="0"/>
                </a:lnTo>
                <a:lnTo>
                  <a:pt x="22871" y="2056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8254214" y="6240985"/>
            <a:ext cx="142875" cy="17780"/>
          </a:xfrm>
          <a:custGeom>
            <a:avLst/>
            <a:gdLst/>
            <a:ahLst/>
            <a:cxnLst/>
            <a:rect l="l" t="t" r="r" b="b"/>
            <a:pathLst>
              <a:path w="142875" h="17779">
                <a:moveTo>
                  <a:pt x="0" y="0"/>
                </a:moveTo>
                <a:lnTo>
                  <a:pt x="142262" y="0"/>
                </a:lnTo>
                <a:lnTo>
                  <a:pt x="142262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8373605" y="6258766"/>
            <a:ext cx="23495" cy="16510"/>
          </a:xfrm>
          <a:custGeom>
            <a:avLst/>
            <a:gdLst/>
            <a:ahLst/>
            <a:cxnLst/>
            <a:rect l="l" t="t" r="r" b="b"/>
            <a:pathLst>
              <a:path w="23495" h="16510">
                <a:moveTo>
                  <a:pt x="0" y="0"/>
                </a:moveTo>
                <a:lnTo>
                  <a:pt x="22871" y="0"/>
                </a:lnTo>
                <a:lnTo>
                  <a:pt x="22871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8254214" y="6275275"/>
            <a:ext cx="142875" cy="17780"/>
          </a:xfrm>
          <a:custGeom>
            <a:avLst/>
            <a:gdLst/>
            <a:ahLst/>
            <a:cxnLst/>
            <a:rect l="l" t="t" r="r" b="b"/>
            <a:pathLst>
              <a:path w="142875" h="17779">
                <a:moveTo>
                  <a:pt x="0" y="0"/>
                </a:moveTo>
                <a:lnTo>
                  <a:pt x="142262" y="0"/>
                </a:lnTo>
                <a:lnTo>
                  <a:pt x="142262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8254214" y="6293055"/>
            <a:ext cx="23495" cy="15240"/>
          </a:xfrm>
          <a:custGeom>
            <a:avLst/>
            <a:gdLst/>
            <a:ahLst/>
            <a:cxnLst/>
            <a:rect l="l" t="t" r="r" b="b"/>
            <a:pathLst>
              <a:path w="23495" h="15239">
                <a:moveTo>
                  <a:pt x="0" y="0"/>
                </a:moveTo>
                <a:lnTo>
                  <a:pt x="22871" y="0"/>
                </a:lnTo>
                <a:lnTo>
                  <a:pt x="22871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8254214" y="6308295"/>
            <a:ext cx="144780" cy="19050"/>
          </a:xfrm>
          <a:custGeom>
            <a:avLst/>
            <a:gdLst/>
            <a:ahLst/>
            <a:cxnLst/>
            <a:rect l="l" t="t" r="r" b="b"/>
            <a:pathLst>
              <a:path w="144779" h="19050">
                <a:moveTo>
                  <a:pt x="0" y="0"/>
                </a:moveTo>
                <a:lnTo>
                  <a:pt x="144570" y="0"/>
                </a:lnTo>
                <a:lnTo>
                  <a:pt x="14457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8510622" y="6284327"/>
            <a:ext cx="26034" cy="27940"/>
          </a:xfrm>
          <a:custGeom>
            <a:avLst/>
            <a:gdLst/>
            <a:ahLst/>
            <a:cxnLst/>
            <a:rect l="l" t="t" r="r" b="b"/>
            <a:pathLst>
              <a:path w="26034" h="27939">
                <a:moveTo>
                  <a:pt x="26018" y="27906"/>
                </a:moveTo>
                <a:lnTo>
                  <a:pt x="0" y="27906"/>
                </a:lnTo>
                <a:lnTo>
                  <a:pt x="0" y="0"/>
                </a:lnTo>
                <a:lnTo>
                  <a:pt x="26018" y="0"/>
                </a:lnTo>
                <a:lnTo>
                  <a:pt x="26018" y="27906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8643022" y="6133252"/>
            <a:ext cx="159677" cy="192410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6648553" y="6366385"/>
            <a:ext cx="158208" cy="190312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6911628" y="6366385"/>
            <a:ext cx="367615" cy="195767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7575123" y="6365126"/>
            <a:ext cx="158628" cy="193459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7308619" y="6366385"/>
            <a:ext cx="165133" cy="194718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7778235" y="6366385"/>
            <a:ext cx="154222" cy="190312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7986802" y="6369255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4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7986802" y="6388305"/>
            <a:ext cx="22860" cy="27940"/>
          </a:xfrm>
          <a:custGeom>
            <a:avLst/>
            <a:gdLst/>
            <a:ahLst/>
            <a:cxnLst/>
            <a:rect l="l" t="t" r="r" b="b"/>
            <a:pathLst>
              <a:path w="22859" h="27939">
                <a:moveTo>
                  <a:pt x="0" y="0"/>
                </a:moveTo>
                <a:lnTo>
                  <a:pt x="22661" y="0"/>
                </a:lnTo>
                <a:lnTo>
                  <a:pt x="22661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7986802" y="6416245"/>
            <a:ext cx="147955" cy="19050"/>
          </a:xfrm>
          <a:custGeom>
            <a:avLst/>
            <a:gdLst/>
            <a:ahLst/>
            <a:cxnLst/>
            <a:rect l="l" t="t" r="r" b="b"/>
            <a:pathLst>
              <a:path w="147954" h="19050">
                <a:moveTo>
                  <a:pt x="0" y="0"/>
                </a:moveTo>
                <a:lnTo>
                  <a:pt x="147507" y="0"/>
                </a:lnTo>
                <a:lnTo>
                  <a:pt x="14750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7974213" y="6452834"/>
            <a:ext cx="171450" cy="19685"/>
          </a:xfrm>
          <a:custGeom>
            <a:avLst/>
            <a:gdLst/>
            <a:ahLst/>
            <a:cxnLst/>
            <a:rect l="l" t="t" r="r" b="b"/>
            <a:pathLst>
              <a:path w="171450" h="19685">
                <a:moveTo>
                  <a:pt x="171428" y="19513"/>
                </a:moveTo>
                <a:lnTo>
                  <a:pt x="0" y="19513"/>
                </a:lnTo>
                <a:lnTo>
                  <a:pt x="0" y="0"/>
                </a:lnTo>
                <a:lnTo>
                  <a:pt x="171428" y="0"/>
                </a:lnTo>
                <a:lnTo>
                  <a:pt x="171428" y="1951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8048491" y="6472347"/>
            <a:ext cx="22860" cy="20955"/>
          </a:xfrm>
          <a:custGeom>
            <a:avLst/>
            <a:gdLst/>
            <a:ahLst/>
            <a:cxnLst/>
            <a:rect l="l" t="t" r="r" b="b"/>
            <a:pathLst>
              <a:path w="22859" h="20954">
                <a:moveTo>
                  <a:pt x="22451" y="20353"/>
                </a:moveTo>
                <a:lnTo>
                  <a:pt x="0" y="20353"/>
                </a:lnTo>
                <a:lnTo>
                  <a:pt x="0" y="0"/>
                </a:lnTo>
                <a:lnTo>
                  <a:pt x="22451" y="0"/>
                </a:lnTo>
                <a:lnTo>
                  <a:pt x="22451" y="2035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7986802" y="6492445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4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7986802" y="6511495"/>
            <a:ext cx="22860" cy="27940"/>
          </a:xfrm>
          <a:custGeom>
            <a:avLst/>
            <a:gdLst/>
            <a:ahLst/>
            <a:cxnLst/>
            <a:rect l="l" t="t" r="r" b="b"/>
            <a:pathLst>
              <a:path w="22859" h="27940">
                <a:moveTo>
                  <a:pt x="0" y="0"/>
                </a:moveTo>
                <a:lnTo>
                  <a:pt x="22661" y="0"/>
                </a:lnTo>
                <a:lnTo>
                  <a:pt x="22661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7986802" y="6539435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4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8110390" y="6512005"/>
            <a:ext cx="23495" cy="27940"/>
          </a:xfrm>
          <a:custGeom>
            <a:avLst/>
            <a:gdLst/>
            <a:ahLst/>
            <a:cxnLst/>
            <a:rect l="l" t="t" r="r" b="b"/>
            <a:pathLst>
              <a:path w="23495" h="27940">
                <a:moveTo>
                  <a:pt x="22871" y="27487"/>
                </a:moveTo>
                <a:lnTo>
                  <a:pt x="0" y="27487"/>
                </a:lnTo>
                <a:lnTo>
                  <a:pt x="0" y="0"/>
                </a:lnTo>
                <a:lnTo>
                  <a:pt x="22871" y="0"/>
                </a:lnTo>
                <a:lnTo>
                  <a:pt x="22871" y="27487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4829604" y="7071566"/>
            <a:ext cx="22860" cy="40640"/>
          </a:xfrm>
          <a:custGeom>
            <a:avLst/>
            <a:gdLst/>
            <a:ahLst/>
            <a:cxnLst/>
            <a:rect l="l" t="t" r="r" b="b"/>
            <a:pathLst>
              <a:path w="22860" h="40640">
                <a:moveTo>
                  <a:pt x="0" y="0"/>
                </a:moveTo>
                <a:lnTo>
                  <a:pt x="22661" y="0"/>
                </a:lnTo>
                <a:lnTo>
                  <a:pt x="22661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4829604" y="7112206"/>
            <a:ext cx="147955" cy="19050"/>
          </a:xfrm>
          <a:custGeom>
            <a:avLst/>
            <a:gdLst/>
            <a:ahLst/>
            <a:cxnLst/>
            <a:rect l="l" t="t" r="r" b="b"/>
            <a:pathLst>
              <a:path w="147954" h="19050">
                <a:moveTo>
                  <a:pt x="0" y="0"/>
                </a:moveTo>
                <a:lnTo>
                  <a:pt x="147507" y="0"/>
                </a:lnTo>
                <a:lnTo>
                  <a:pt x="14750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4891083" y="7131868"/>
            <a:ext cx="22860" cy="22225"/>
          </a:xfrm>
          <a:custGeom>
            <a:avLst/>
            <a:gdLst/>
            <a:ahLst/>
            <a:cxnLst/>
            <a:rect l="l" t="t" r="r" b="b"/>
            <a:pathLst>
              <a:path w="22860" h="22225">
                <a:moveTo>
                  <a:pt x="22661" y="21821"/>
                </a:moveTo>
                <a:lnTo>
                  <a:pt x="0" y="21821"/>
                </a:lnTo>
                <a:lnTo>
                  <a:pt x="0" y="0"/>
                </a:lnTo>
                <a:lnTo>
                  <a:pt x="22661" y="0"/>
                </a:lnTo>
                <a:lnTo>
                  <a:pt x="22661" y="2182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4817014" y="7153690"/>
            <a:ext cx="171450" cy="20320"/>
          </a:xfrm>
          <a:custGeom>
            <a:avLst/>
            <a:gdLst/>
            <a:ahLst/>
            <a:cxnLst/>
            <a:rect l="l" t="t" r="r" b="b"/>
            <a:pathLst>
              <a:path w="171450" h="20320">
                <a:moveTo>
                  <a:pt x="171428" y="19933"/>
                </a:moveTo>
                <a:lnTo>
                  <a:pt x="0" y="19933"/>
                </a:lnTo>
                <a:lnTo>
                  <a:pt x="0" y="0"/>
                </a:lnTo>
                <a:lnTo>
                  <a:pt x="171428" y="0"/>
                </a:lnTo>
                <a:lnTo>
                  <a:pt x="171428" y="1993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4829604" y="7191878"/>
            <a:ext cx="146685" cy="19685"/>
          </a:xfrm>
          <a:custGeom>
            <a:avLst/>
            <a:gdLst/>
            <a:ahLst/>
            <a:cxnLst/>
            <a:rect l="l" t="t" r="r" b="b"/>
            <a:pathLst>
              <a:path w="146685" h="19684">
                <a:moveTo>
                  <a:pt x="146458" y="19304"/>
                </a:moveTo>
                <a:lnTo>
                  <a:pt x="0" y="19304"/>
                </a:lnTo>
                <a:lnTo>
                  <a:pt x="0" y="0"/>
                </a:lnTo>
                <a:lnTo>
                  <a:pt x="146458" y="0"/>
                </a:lnTo>
                <a:lnTo>
                  <a:pt x="146458" y="193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4856462" y="7211182"/>
            <a:ext cx="22860" cy="31750"/>
          </a:xfrm>
          <a:custGeom>
            <a:avLst/>
            <a:gdLst/>
            <a:ahLst/>
            <a:cxnLst/>
            <a:rect l="l" t="t" r="r" b="b"/>
            <a:pathLst>
              <a:path w="22860" h="31750">
                <a:moveTo>
                  <a:pt x="22451" y="31683"/>
                </a:moveTo>
                <a:lnTo>
                  <a:pt x="0" y="31683"/>
                </a:lnTo>
                <a:lnTo>
                  <a:pt x="0" y="0"/>
                </a:lnTo>
                <a:lnTo>
                  <a:pt x="22451" y="0"/>
                </a:lnTo>
                <a:lnTo>
                  <a:pt x="22451" y="31683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4927173" y="7211266"/>
            <a:ext cx="22860" cy="21590"/>
          </a:xfrm>
          <a:custGeom>
            <a:avLst/>
            <a:gdLst/>
            <a:ahLst/>
            <a:cxnLst/>
            <a:rect l="l" t="t" r="r" b="b"/>
            <a:pathLst>
              <a:path w="22860" h="21590">
                <a:moveTo>
                  <a:pt x="0" y="0"/>
                </a:moveTo>
                <a:lnTo>
                  <a:pt x="22451" y="0"/>
                </a:lnTo>
                <a:lnTo>
                  <a:pt x="22451" y="21590"/>
                </a:lnTo>
                <a:lnTo>
                  <a:pt x="0" y="2159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4926756" y="7232856"/>
            <a:ext cx="22860" cy="6350"/>
          </a:xfrm>
          <a:custGeom>
            <a:avLst/>
            <a:gdLst/>
            <a:ahLst/>
            <a:cxnLst/>
            <a:rect l="l" t="t" r="r" b="b"/>
            <a:pathLst>
              <a:path w="22860" h="6350">
                <a:moveTo>
                  <a:pt x="0" y="0"/>
                </a:moveTo>
                <a:lnTo>
                  <a:pt x="22242" y="0"/>
                </a:lnTo>
                <a:lnTo>
                  <a:pt x="22242" y="6349"/>
                </a:lnTo>
                <a:lnTo>
                  <a:pt x="0" y="63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4925772" y="7239206"/>
            <a:ext cx="22225" cy="3810"/>
          </a:xfrm>
          <a:custGeom>
            <a:avLst/>
            <a:gdLst/>
            <a:ahLst/>
            <a:cxnLst/>
            <a:rect l="l" t="t" r="r" b="b"/>
            <a:pathLst>
              <a:path w="22225" h="3809">
                <a:moveTo>
                  <a:pt x="0" y="0"/>
                </a:moveTo>
                <a:lnTo>
                  <a:pt x="21919" y="0"/>
                </a:lnTo>
                <a:lnTo>
                  <a:pt x="21919" y="3810"/>
                </a:lnTo>
                <a:lnTo>
                  <a:pt x="0" y="38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4826037" y="7242866"/>
            <a:ext cx="153670" cy="19685"/>
          </a:xfrm>
          <a:custGeom>
            <a:avLst/>
            <a:gdLst/>
            <a:ahLst/>
            <a:cxnLst/>
            <a:rect l="l" t="t" r="r" b="b"/>
            <a:pathLst>
              <a:path w="153670" h="19684">
                <a:moveTo>
                  <a:pt x="153173" y="19304"/>
                </a:moveTo>
                <a:lnTo>
                  <a:pt x="0" y="19304"/>
                </a:lnTo>
                <a:lnTo>
                  <a:pt x="0" y="0"/>
                </a:lnTo>
                <a:lnTo>
                  <a:pt x="153173" y="0"/>
                </a:lnTo>
                <a:lnTo>
                  <a:pt x="153173" y="1930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5018447" y="7069759"/>
            <a:ext cx="171428" cy="192410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5968207" y="6954032"/>
            <a:ext cx="179611" cy="190312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6169640" y="6954032"/>
            <a:ext cx="366356" cy="190312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6579850" y="6955995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4" h="19050">
                <a:moveTo>
                  <a:pt x="0" y="0"/>
                </a:moveTo>
                <a:lnTo>
                  <a:pt x="146458" y="0"/>
                </a:lnTo>
                <a:lnTo>
                  <a:pt x="1464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6579850" y="6975045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40">
                <a:moveTo>
                  <a:pt x="0" y="0"/>
                </a:moveTo>
                <a:lnTo>
                  <a:pt x="22661" y="0"/>
                </a:lnTo>
                <a:lnTo>
                  <a:pt x="22661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6579850" y="6990285"/>
            <a:ext cx="144145" cy="17780"/>
          </a:xfrm>
          <a:custGeom>
            <a:avLst/>
            <a:gdLst/>
            <a:ahLst/>
            <a:cxnLst/>
            <a:rect l="l" t="t" r="r" b="b"/>
            <a:pathLst>
              <a:path w="144145" h="17779">
                <a:moveTo>
                  <a:pt x="0" y="0"/>
                </a:moveTo>
                <a:lnTo>
                  <a:pt x="143940" y="0"/>
                </a:lnTo>
                <a:lnTo>
                  <a:pt x="143940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6579850" y="7008066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40">
                <a:moveTo>
                  <a:pt x="0" y="0"/>
                </a:moveTo>
                <a:lnTo>
                  <a:pt x="22661" y="0"/>
                </a:lnTo>
                <a:lnTo>
                  <a:pt x="22661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6579850" y="7023306"/>
            <a:ext cx="147955" cy="19050"/>
          </a:xfrm>
          <a:custGeom>
            <a:avLst/>
            <a:gdLst/>
            <a:ahLst/>
            <a:cxnLst/>
            <a:rect l="l" t="t" r="r" b="b"/>
            <a:pathLst>
              <a:path w="147954" h="19050">
                <a:moveTo>
                  <a:pt x="0" y="0"/>
                </a:moveTo>
                <a:lnTo>
                  <a:pt x="147507" y="0"/>
                </a:lnTo>
                <a:lnTo>
                  <a:pt x="14750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6641329" y="7042369"/>
            <a:ext cx="22860" cy="17145"/>
          </a:xfrm>
          <a:custGeom>
            <a:avLst/>
            <a:gdLst/>
            <a:ahLst/>
            <a:cxnLst/>
            <a:rect l="l" t="t" r="r" b="b"/>
            <a:pathLst>
              <a:path w="22859" h="17145">
                <a:moveTo>
                  <a:pt x="22661" y="16995"/>
                </a:moveTo>
                <a:lnTo>
                  <a:pt x="0" y="16995"/>
                </a:lnTo>
                <a:lnTo>
                  <a:pt x="0" y="0"/>
                </a:lnTo>
                <a:lnTo>
                  <a:pt x="22661" y="0"/>
                </a:lnTo>
                <a:lnTo>
                  <a:pt x="22661" y="16995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6567261" y="7059365"/>
            <a:ext cx="171450" cy="19685"/>
          </a:xfrm>
          <a:custGeom>
            <a:avLst/>
            <a:gdLst/>
            <a:ahLst/>
            <a:cxnLst/>
            <a:rect l="l" t="t" r="r" b="b"/>
            <a:pathLst>
              <a:path w="171450" h="19684">
                <a:moveTo>
                  <a:pt x="171428" y="19094"/>
                </a:moveTo>
                <a:lnTo>
                  <a:pt x="0" y="19094"/>
                </a:lnTo>
                <a:lnTo>
                  <a:pt x="0" y="0"/>
                </a:lnTo>
                <a:lnTo>
                  <a:pt x="171428" y="0"/>
                </a:lnTo>
                <a:lnTo>
                  <a:pt x="171428" y="1909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6578591" y="7094425"/>
            <a:ext cx="147955" cy="19050"/>
          </a:xfrm>
          <a:custGeom>
            <a:avLst/>
            <a:gdLst/>
            <a:ahLst/>
            <a:cxnLst/>
            <a:rect l="l" t="t" r="r" b="b"/>
            <a:pathLst>
              <a:path w="147954" h="19050">
                <a:moveTo>
                  <a:pt x="0" y="0"/>
                </a:moveTo>
                <a:lnTo>
                  <a:pt x="147717" y="0"/>
                </a:lnTo>
                <a:lnTo>
                  <a:pt x="147717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6703438" y="7113475"/>
            <a:ext cx="23495" cy="34290"/>
          </a:xfrm>
          <a:custGeom>
            <a:avLst/>
            <a:gdLst/>
            <a:ahLst/>
            <a:cxnLst/>
            <a:rect l="l" t="t" r="r" b="b"/>
            <a:pathLst>
              <a:path w="23495" h="34290">
                <a:moveTo>
                  <a:pt x="0" y="0"/>
                </a:moveTo>
                <a:lnTo>
                  <a:pt x="22871" y="0"/>
                </a:lnTo>
                <a:lnTo>
                  <a:pt x="22871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6829543" y="7025582"/>
            <a:ext cx="50165" cy="48895"/>
          </a:xfrm>
          <a:custGeom>
            <a:avLst/>
            <a:gdLst/>
            <a:ahLst/>
            <a:cxnLst/>
            <a:rect l="l" t="t" r="r" b="b"/>
            <a:pathLst>
              <a:path w="50165" h="48895">
                <a:moveTo>
                  <a:pt x="25179" y="48889"/>
                </a:moveTo>
                <a:lnTo>
                  <a:pt x="15314" y="46942"/>
                </a:lnTo>
                <a:lnTo>
                  <a:pt x="7317" y="41650"/>
                </a:lnTo>
                <a:lnTo>
                  <a:pt x="1957" y="33841"/>
                </a:lnTo>
                <a:lnTo>
                  <a:pt x="0" y="24339"/>
                </a:lnTo>
                <a:lnTo>
                  <a:pt x="1957" y="14959"/>
                </a:lnTo>
                <a:lnTo>
                  <a:pt x="7317" y="7212"/>
                </a:lnTo>
                <a:lnTo>
                  <a:pt x="15314" y="1944"/>
                </a:lnTo>
                <a:lnTo>
                  <a:pt x="25179" y="0"/>
                </a:lnTo>
                <a:lnTo>
                  <a:pt x="34890" y="1944"/>
                </a:lnTo>
                <a:lnTo>
                  <a:pt x="42752" y="7212"/>
                </a:lnTo>
                <a:lnTo>
                  <a:pt x="48017" y="14959"/>
                </a:lnTo>
                <a:lnTo>
                  <a:pt x="49938" y="24339"/>
                </a:lnTo>
                <a:lnTo>
                  <a:pt x="48017" y="33841"/>
                </a:lnTo>
                <a:lnTo>
                  <a:pt x="42752" y="41650"/>
                </a:lnTo>
                <a:lnTo>
                  <a:pt x="34890" y="46942"/>
                </a:lnTo>
                <a:lnTo>
                  <a:pt x="25179" y="48889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6957328" y="6967251"/>
            <a:ext cx="272774" cy="164503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7250034" y="6964523"/>
            <a:ext cx="113725" cy="169959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7450310" y="6954032"/>
            <a:ext cx="160517" cy="191151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7648596" y="6948576"/>
            <a:ext cx="183178" cy="197656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7922629" y="7104057"/>
            <a:ext cx="26670" cy="55244"/>
          </a:xfrm>
          <a:custGeom>
            <a:avLst/>
            <a:gdLst/>
            <a:ahLst/>
            <a:cxnLst/>
            <a:rect l="l" t="t" r="r" b="b"/>
            <a:pathLst>
              <a:path w="26670" h="55245">
                <a:moveTo>
                  <a:pt x="0" y="54764"/>
                </a:moveTo>
                <a:lnTo>
                  <a:pt x="0" y="43224"/>
                </a:lnTo>
                <a:lnTo>
                  <a:pt x="9232" y="42804"/>
                </a:lnTo>
                <a:lnTo>
                  <a:pt x="13638" y="37768"/>
                </a:lnTo>
                <a:lnTo>
                  <a:pt x="13638" y="27697"/>
                </a:lnTo>
                <a:lnTo>
                  <a:pt x="839" y="27697"/>
                </a:lnTo>
                <a:lnTo>
                  <a:pt x="839" y="0"/>
                </a:lnTo>
                <a:lnTo>
                  <a:pt x="26647" y="0"/>
                </a:lnTo>
                <a:lnTo>
                  <a:pt x="26647" y="29795"/>
                </a:lnTo>
                <a:lnTo>
                  <a:pt x="24874" y="39893"/>
                </a:lnTo>
                <a:lnTo>
                  <a:pt x="19697" y="47473"/>
                </a:lnTo>
                <a:lnTo>
                  <a:pt x="11333" y="52456"/>
                </a:lnTo>
                <a:lnTo>
                  <a:pt x="0" y="5476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8056918" y="6954032"/>
            <a:ext cx="367615" cy="193459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8515387" y="7025582"/>
            <a:ext cx="50165" cy="48895"/>
          </a:xfrm>
          <a:custGeom>
            <a:avLst/>
            <a:gdLst/>
            <a:ahLst/>
            <a:cxnLst/>
            <a:rect l="l" t="t" r="r" b="b"/>
            <a:pathLst>
              <a:path w="50165" h="48895">
                <a:moveTo>
                  <a:pt x="25179" y="48889"/>
                </a:moveTo>
                <a:lnTo>
                  <a:pt x="15314" y="46942"/>
                </a:lnTo>
                <a:lnTo>
                  <a:pt x="7317" y="41650"/>
                </a:lnTo>
                <a:lnTo>
                  <a:pt x="1957" y="33841"/>
                </a:lnTo>
                <a:lnTo>
                  <a:pt x="0" y="24339"/>
                </a:lnTo>
                <a:lnTo>
                  <a:pt x="1957" y="14959"/>
                </a:lnTo>
                <a:lnTo>
                  <a:pt x="7317" y="7212"/>
                </a:lnTo>
                <a:lnTo>
                  <a:pt x="15314" y="1944"/>
                </a:lnTo>
                <a:lnTo>
                  <a:pt x="25179" y="0"/>
                </a:lnTo>
                <a:lnTo>
                  <a:pt x="34890" y="1944"/>
                </a:lnTo>
                <a:lnTo>
                  <a:pt x="42752" y="7212"/>
                </a:lnTo>
                <a:lnTo>
                  <a:pt x="48017" y="14959"/>
                </a:lnTo>
                <a:lnTo>
                  <a:pt x="49938" y="24339"/>
                </a:lnTo>
                <a:lnTo>
                  <a:pt x="48017" y="33841"/>
                </a:lnTo>
                <a:lnTo>
                  <a:pt x="42752" y="41650"/>
                </a:lnTo>
                <a:lnTo>
                  <a:pt x="34890" y="46942"/>
                </a:lnTo>
                <a:lnTo>
                  <a:pt x="25179" y="48889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8655972" y="6947317"/>
            <a:ext cx="171428" cy="20017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7107476" y="7180450"/>
            <a:ext cx="160517" cy="197656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7315833" y="7185906"/>
            <a:ext cx="156110" cy="190312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7512440" y="7180450"/>
            <a:ext cx="164923" cy="200174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2190214" y="7861689"/>
            <a:ext cx="139065" cy="165100"/>
          </a:xfrm>
          <a:custGeom>
            <a:avLst/>
            <a:gdLst/>
            <a:ahLst/>
            <a:cxnLst/>
            <a:rect l="l" t="t" r="r" b="b"/>
            <a:pathLst>
              <a:path w="139064" h="165100">
                <a:moveTo>
                  <a:pt x="25261" y="165041"/>
                </a:moveTo>
                <a:lnTo>
                  <a:pt x="0" y="165041"/>
                </a:lnTo>
                <a:lnTo>
                  <a:pt x="54943" y="0"/>
                </a:lnTo>
                <a:lnTo>
                  <a:pt x="83783" y="0"/>
                </a:lnTo>
                <a:lnTo>
                  <a:pt x="91874" y="24208"/>
                </a:lnTo>
                <a:lnTo>
                  <a:pt x="69468" y="24208"/>
                </a:lnTo>
                <a:lnTo>
                  <a:pt x="43365" y="107150"/>
                </a:lnTo>
                <a:lnTo>
                  <a:pt x="119591" y="107150"/>
                </a:lnTo>
                <a:lnTo>
                  <a:pt x="126697" y="128412"/>
                </a:lnTo>
                <a:lnTo>
                  <a:pt x="36839" y="128412"/>
                </a:lnTo>
                <a:lnTo>
                  <a:pt x="25261" y="165041"/>
                </a:lnTo>
                <a:close/>
              </a:path>
              <a:path w="139064" h="165100">
                <a:moveTo>
                  <a:pt x="119591" y="107150"/>
                </a:moveTo>
                <a:lnTo>
                  <a:pt x="95361" y="107150"/>
                </a:lnTo>
                <a:lnTo>
                  <a:pt x="69468" y="24208"/>
                </a:lnTo>
                <a:lnTo>
                  <a:pt x="91874" y="24208"/>
                </a:lnTo>
                <a:lnTo>
                  <a:pt x="119591" y="107150"/>
                </a:lnTo>
                <a:close/>
              </a:path>
              <a:path w="139064" h="165100">
                <a:moveTo>
                  <a:pt x="138937" y="165041"/>
                </a:moveTo>
                <a:lnTo>
                  <a:pt x="113676" y="165041"/>
                </a:lnTo>
                <a:lnTo>
                  <a:pt x="102098" y="128412"/>
                </a:lnTo>
                <a:lnTo>
                  <a:pt x="126697" y="128412"/>
                </a:lnTo>
                <a:lnTo>
                  <a:pt x="138937" y="16504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2346204" y="7861689"/>
            <a:ext cx="24765" cy="165100"/>
          </a:xfrm>
          <a:custGeom>
            <a:avLst/>
            <a:gdLst/>
            <a:ahLst/>
            <a:cxnLst/>
            <a:rect l="l" t="t" r="r" b="b"/>
            <a:pathLst>
              <a:path w="24764" h="165100">
                <a:moveTo>
                  <a:pt x="24419" y="165041"/>
                </a:moveTo>
                <a:lnTo>
                  <a:pt x="0" y="165041"/>
                </a:lnTo>
                <a:lnTo>
                  <a:pt x="0" y="0"/>
                </a:lnTo>
                <a:lnTo>
                  <a:pt x="24419" y="0"/>
                </a:lnTo>
                <a:lnTo>
                  <a:pt x="24419" y="165041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2663215" y="7841691"/>
            <a:ext cx="171988" cy="199565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2462386" y="7841691"/>
            <a:ext cx="169462" cy="200828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2927772" y="7849690"/>
            <a:ext cx="169462" cy="181250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3139758" y="7851345"/>
            <a:ext cx="149860" cy="19050"/>
          </a:xfrm>
          <a:custGeom>
            <a:avLst/>
            <a:gdLst/>
            <a:ahLst/>
            <a:cxnLst/>
            <a:rect l="l" t="t" r="r" b="b"/>
            <a:pathLst>
              <a:path w="149860" h="19050">
                <a:moveTo>
                  <a:pt x="0" y="0"/>
                </a:moveTo>
                <a:lnTo>
                  <a:pt x="149674" y="0"/>
                </a:lnTo>
                <a:lnTo>
                  <a:pt x="14967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3266486" y="7870395"/>
            <a:ext cx="23495" cy="22860"/>
          </a:xfrm>
          <a:custGeom>
            <a:avLst/>
            <a:gdLst/>
            <a:ahLst/>
            <a:cxnLst/>
            <a:rect l="l" t="t" r="r" b="b"/>
            <a:pathLst>
              <a:path w="23495" h="22859">
                <a:moveTo>
                  <a:pt x="0" y="0"/>
                </a:moveTo>
                <a:lnTo>
                  <a:pt x="22945" y="0"/>
                </a:lnTo>
                <a:lnTo>
                  <a:pt x="22945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3139758" y="7893256"/>
            <a:ext cx="149860" cy="20320"/>
          </a:xfrm>
          <a:custGeom>
            <a:avLst/>
            <a:gdLst/>
            <a:ahLst/>
            <a:cxnLst/>
            <a:rect l="l" t="t" r="r" b="b"/>
            <a:pathLst>
              <a:path w="149860" h="20320">
                <a:moveTo>
                  <a:pt x="0" y="0"/>
                </a:moveTo>
                <a:lnTo>
                  <a:pt x="149674" y="0"/>
                </a:lnTo>
                <a:lnTo>
                  <a:pt x="149674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3139758" y="7913575"/>
            <a:ext cx="23495" cy="22860"/>
          </a:xfrm>
          <a:custGeom>
            <a:avLst/>
            <a:gdLst/>
            <a:ahLst/>
            <a:cxnLst/>
            <a:rect l="l" t="t" r="r" b="b"/>
            <a:pathLst>
              <a:path w="23494" h="22859">
                <a:moveTo>
                  <a:pt x="0" y="0"/>
                </a:moveTo>
                <a:lnTo>
                  <a:pt x="22945" y="0"/>
                </a:lnTo>
                <a:lnTo>
                  <a:pt x="22945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3139758" y="7936435"/>
            <a:ext cx="152400" cy="20320"/>
          </a:xfrm>
          <a:custGeom>
            <a:avLst/>
            <a:gdLst/>
            <a:ahLst/>
            <a:cxnLst/>
            <a:rect l="l" t="t" r="r" b="b"/>
            <a:pathLst>
              <a:path w="152400" h="20320">
                <a:moveTo>
                  <a:pt x="0" y="0"/>
                </a:moveTo>
                <a:lnTo>
                  <a:pt x="151989" y="0"/>
                </a:lnTo>
                <a:lnTo>
                  <a:pt x="151989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3129863" y="7978313"/>
            <a:ext cx="169545" cy="20320"/>
          </a:xfrm>
          <a:custGeom>
            <a:avLst/>
            <a:gdLst/>
            <a:ahLst/>
            <a:cxnLst/>
            <a:rect l="l" t="t" r="r" b="b"/>
            <a:pathLst>
              <a:path w="169545" h="20320">
                <a:moveTo>
                  <a:pt x="169462" y="19998"/>
                </a:moveTo>
                <a:lnTo>
                  <a:pt x="0" y="19998"/>
                </a:lnTo>
                <a:lnTo>
                  <a:pt x="0" y="0"/>
                </a:lnTo>
                <a:lnTo>
                  <a:pt x="169462" y="0"/>
                </a:lnTo>
                <a:lnTo>
                  <a:pt x="169462" y="1999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3167124" y="7998311"/>
            <a:ext cx="22860" cy="43180"/>
          </a:xfrm>
          <a:custGeom>
            <a:avLst/>
            <a:gdLst/>
            <a:ahLst/>
            <a:cxnLst/>
            <a:rect l="l" t="t" r="r" b="b"/>
            <a:pathLst>
              <a:path w="22860" h="43179">
                <a:moveTo>
                  <a:pt x="22524" y="42944"/>
                </a:moveTo>
                <a:lnTo>
                  <a:pt x="0" y="42944"/>
                </a:lnTo>
                <a:lnTo>
                  <a:pt x="0" y="0"/>
                </a:lnTo>
                <a:lnTo>
                  <a:pt x="22524" y="0"/>
                </a:lnTo>
                <a:lnTo>
                  <a:pt x="22524" y="4294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3240382" y="7998311"/>
            <a:ext cx="22860" cy="43180"/>
          </a:xfrm>
          <a:custGeom>
            <a:avLst/>
            <a:gdLst/>
            <a:ahLst/>
            <a:cxnLst/>
            <a:rect l="l" t="t" r="r" b="b"/>
            <a:pathLst>
              <a:path w="22860" h="43179">
                <a:moveTo>
                  <a:pt x="22524" y="42944"/>
                </a:moveTo>
                <a:lnTo>
                  <a:pt x="0" y="42944"/>
                </a:lnTo>
                <a:lnTo>
                  <a:pt x="0" y="0"/>
                </a:lnTo>
                <a:lnTo>
                  <a:pt x="22524" y="0"/>
                </a:lnTo>
                <a:lnTo>
                  <a:pt x="22524" y="4294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4816319" y="7850743"/>
            <a:ext cx="171988" cy="194092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5017779" y="7848427"/>
            <a:ext cx="183987" cy="191776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6239104" y="7858952"/>
            <a:ext cx="106519" cy="170514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6370043" y="7842953"/>
            <a:ext cx="376816" cy="200828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6836286" y="7848217"/>
            <a:ext cx="375763" cy="196618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7244258" y="7848427"/>
            <a:ext cx="183355" cy="190934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7505105" y="7842953"/>
            <a:ext cx="183777" cy="199565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7711196" y="7847164"/>
            <a:ext cx="160199" cy="193039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7972447" y="7848427"/>
            <a:ext cx="161041" cy="192829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8173907" y="7849690"/>
            <a:ext cx="169462" cy="192829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8376630" y="7842953"/>
            <a:ext cx="183566" cy="196407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1779444" y="8628811"/>
            <a:ext cx="157999" cy="190312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1978569" y="8623355"/>
            <a:ext cx="160307" cy="195767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2246191" y="8632395"/>
            <a:ext cx="92075" cy="20320"/>
          </a:xfrm>
          <a:custGeom>
            <a:avLst/>
            <a:gdLst/>
            <a:ahLst/>
            <a:cxnLst/>
            <a:rect l="l" t="t" r="r" b="b"/>
            <a:pathLst>
              <a:path w="92075" h="20320">
                <a:moveTo>
                  <a:pt x="0" y="0"/>
                </a:moveTo>
                <a:lnTo>
                  <a:pt x="91903" y="0"/>
                </a:lnTo>
                <a:lnTo>
                  <a:pt x="91903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2246191" y="8652716"/>
            <a:ext cx="22860" cy="133350"/>
          </a:xfrm>
          <a:custGeom>
            <a:avLst/>
            <a:gdLst/>
            <a:ahLst/>
            <a:cxnLst/>
            <a:rect l="l" t="t" r="r" b="b"/>
            <a:pathLst>
              <a:path w="22860" h="133350">
                <a:moveTo>
                  <a:pt x="0" y="0"/>
                </a:moveTo>
                <a:lnTo>
                  <a:pt x="22661" y="0"/>
                </a:lnTo>
                <a:lnTo>
                  <a:pt x="22661" y="133349"/>
                </a:lnTo>
                <a:lnTo>
                  <a:pt x="0" y="1333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2246191" y="8786066"/>
            <a:ext cx="92075" cy="20320"/>
          </a:xfrm>
          <a:custGeom>
            <a:avLst/>
            <a:gdLst/>
            <a:ahLst/>
            <a:cxnLst/>
            <a:rect l="l" t="t" r="r" b="b"/>
            <a:pathLst>
              <a:path w="92075" h="20320">
                <a:moveTo>
                  <a:pt x="0" y="0"/>
                </a:moveTo>
                <a:lnTo>
                  <a:pt x="91903" y="0"/>
                </a:lnTo>
                <a:lnTo>
                  <a:pt x="91903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2315434" y="8652311"/>
            <a:ext cx="22860" cy="134620"/>
          </a:xfrm>
          <a:custGeom>
            <a:avLst/>
            <a:gdLst/>
            <a:ahLst/>
            <a:cxnLst/>
            <a:rect l="l" t="t" r="r" b="b"/>
            <a:pathLst>
              <a:path w="22860" h="134620">
                <a:moveTo>
                  <a:pt x="22661" y="134288"/>
                </a:moveTo>
                <a:lnTo>
                  <a:pt x="0" y="134288"/>
                </a:lnTo>
                <a:lnTo>
                  <a:pt x="0" y="0"/>
                </a:lnTo>
                <a:lnTo>
                  <a:pt x="22661" y="0"/>
                </a:lnTo>
                <a:lnTo>
                  <a:pt x="22661" y="13428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2375235" y="8628811"/>
            <a:ext cx="23495" cy="190500"/>
          </a:xfrm>
          <a:custGeom>
            <a:avLst/>
            <a:gdLst/>
            <a:ahLst/>
            <a:cxnLst/>
            <a:rect l="l" t="t" r="r" b="b"/>
            <a:pathLst>
              <a:path w="23494" h="190500">
                <a:moveTo>
                  <a:pt x="22871" y="190312"/>
                </a:moveTo>
                <a:lnTo>
                  <a:pt x="0" y="190312"/>
                </a:lnTo>
                <a:lnTo>
                  <a:pt x="0" y="0"/>
                </a:lnTo>
                <a:lnTo>
                  <a:pt x="22871" y="0"/>
                </a:lnTo>
                <a:lnTo>
                  <a:pt x="22871" y="190312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2443638" y="8628585"/>
            <a:ext cx="364258" cy="194944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2902762" y="8628811"/>
            <a:ext cx="160307" cy="190312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3171082" y="8628811"/>
            <a:ext cx="154222" cy="19031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3367060" y="8628601"/>
            <a:ext cx="171428" cy="195977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3624550" y="8639302"/>
            <a:ext cx="108899" cy="169959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4485791" y="8631118"/>
            <a:ext cx="168910" cy="191151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4687224" y="8632168"/>
            <a:ext cx="168910" cy="178562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4890336" y="8628811"/>
            <a:ext cx="157159" cy="193459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5153124" y="8628811"/>
            <a:ext cx="360481" cy="193459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6212946" y="8628811"/>
            <a:ext cx="162615" cy="194718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6411861" y="8628811"/>
            <a:ext cx="160307" cy="190312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6674657" y="8631118"/>
            <a:ext cx="171428" cy="193459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6888680" y="8631125"/>
            <a:ext cx="146685" cy="19050"/>
          </a:xfrm>
          <a:custGeom>
            <a:avLst/>
            <a:gdLst/>
            <a:ahLst/>
            <a:cxnLst/>
            <a:rect l="l" t="t" r="r" b="b"/>
            <a:pathLst>
              <a:path w="146684" h="19050">
                <a:moveTo>
                  <a:pt x="0" y="0"/>
                </a:moveTo>
                <a:lnTo>
                  <a:pt x="146458" y="0"/>
                </a:lnTo>
                <a:lnTo>
                  <a:pt x="146458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7012268" y="8650175"/>
            <a:ext cx="23495" cy="15240"/>
          </a:xfrm>
          <a:custGeom>
            <a:avLst/>
            <a:gdLst/>
            <a:ahLst/>
            <a:cxnLst/>
            <a:rect l="l" t="t" r="r" b="b"/>
            <a:pathLst>
              <a:path w="23495" h="15240">
                <a:moveTo>
                  <a:pt x="0" y="0"/>
                </a:moveTo>
                <a:lnTo>
                  <a:pt x="22871" y="0"/>
                </a:lnTo>
                <a:lnTo>
                  <a:pt x="22871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6888680" y="8665416"/>
            <a:ext cx="146685" cy="17780"/>
          </a:xfrm>
          <a:custGeom>
            <a:avLst/>
            <a:gdLst/>
            <a:ahLst/>
            <a:cxnLst/>
            <a:rect l="l" t="t" r="r" b="b"/>
            <a:pathLst>
              <a:path w="146684" h="17779">
                <a:moveTo>
                  <a:pt x="0" y="0"/>
                </a:moveTo>
                <a:lnTo>
                  <a:pt x="146458" y="0"/>
                </a:lnTo>
                <a:lnTo>
                  <a:pt x="146458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6888680" y="8683195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40">
                <a:moveTo>
                  <a:pt x="0" y="0"/>
                </a:moveTo>
                <a:lnTo>
                  <a:pt x="22661" y="0"/>
                </a:lnTo>
                <a:lnTo>
                  <a:pt x="22661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6888680" y="8698435"/>
            <a:ext cx="147955" cy="19050"/>
          </a:xfrm>
          <a:custGeom>
            <a:avLst/>
            <a:gdLst/>
            <a:ahLst/>
            <a:cxnLst/>
            <a:rect l="l" t="t" r="r" b="b"/>
            <a:pathLst>
              <a:path w="147954" h="19050">
                <a:moveTo>
                  <a:pt x="0" y="0"/>
                </a:moveTo>
                <a:lnTo>
                  <a:pt x="147507" y="0"/>
                </a:lnTo>
                <a:lnTo>
                  <a:pt x="14750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6950159" y="8717147"/>
            <a:ext cx="22860" cy="17145"/>
          </a:xfrm>
          <a:custGeom>
            <a:avLst/>
            <a:gdLst/>
            <a:ahLst/>
            <a:cxnLst/>
            <a:rect l="l" t="t" r="r" b="b"/>
            <a:pathLst>
              <a:path w="22859" h="17145">
                <a:moveTo>
                  <a:pt x="22661" y="16995"/>
                </a:moveTo>
                <a:lnTo>
                  <a:pt x="0" y="16995"/>
                </a:lnTo>
                <a:lnTo>
                  <a:pt x="0" y="0"/>
                </a:lnTo>
                <a:lnTo>
                  <a:pt x="22661" y="0"/>
                </a:lnTo>
                <a:lnTo>
                  <a:pt x="22661" y="16995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6876090" y="8734143"/>
            <a:ext cx="171450" cy="19685"/>
          </a:xfrm>
          <a:custGeom>
            <a:avLst/>
            <a:gdLst/>
            <a:ahLst/>
            <a:cxnLst/>
            <a:rect l="l" t="t" r="r" b="b"/>
            <a:pathLst>
              <a:path w="171450" h="19684">
                <a:moveTo>
                  <a:pt x="171428" y="19094"/>
                </a:moveTo>
                <a:lnTo>
                  <a:pt x="0" y="19094"/>
                </a:lnTo>
                <a:lnTo>
                  <a:pt x="0" y="0"/>
                </a:lnTo>
                <a:lnTo>
                  <a:pt x="171428" y="0"/>
                </a:lnTo>
                <a:lnTo>
                  <a:pt x="171428" y="1909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6887421" y="8769556"/>
            <a:ext cx="147955" cy="19050"/>
          </a:xfrm>
          <a:custGeom>
            <a:avLst/>
            <a:gdLst/>
            <a:ahLst/>
            <a:cxnLst/>
            <a:rect l="l" t="t" r="r" b="b"/>
            <a:pathLst>
              <a:path w="147954" h="19050">
                <a:moveTo>
                  <a:pt x="0" y="0"/>
                </a:moveTo>
                <a:lnTo>
                  <a:pt x="147717" y="0"/>
                </a:lnTo>
                <a:lnTo>
                  <a:pt x="14771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7012268" y="8788606"/>
            <a:ext cx="23495" cy="34290"/>
          </a:xfrm>
          <a:custGeom>
            <a:avLst/>
            <a:gdLst/>
            <a:ahLst/>
            <a:cxnLst/>
            <a:rect l="l" t="t" r="r" b="b"/>
            <a:pathLst>
              <a:path w="23495" h="34290">
                <a:moveTo>
                  <a:pt x="0" y="0"/>
                </a:moveTo>
                <a:lnTo>
                  <a:pt x="22871" y="0"/>
                </a:lnTo>
                <a:lnTo>
                  <a:pt x="22871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7139516" y="8628811"/>
            <a:ext cx="168910" cy="192410"/>
          </a:xfrm>
          <a:prstGeom prst="rect">
            <a:avLst/>
          </a:prstGeom>
          <a:blipFill>
            <a:blip r:embed="rId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7350811" y="8632395"/>
            <a:ext cx="149225" cy="20320"/>
          </a:xfrm>
          <a:custGeom>
            <a:avLst/>
            <a:gdLst/>
            <a:ahLst/>
            <a:cxnLst/>
            <a:rect l="l" t="t" r="r" b="b"/>
            <a:pathLst>
              <a:path w="149225" h="20320">
                <a:moveTo>
                  <a:pt x="0" y="0"/>
                </a:moveTo>
                <a:lnTo>
                  <a:pt x="149186" y="0"/>
                </a:lnTo>
                <a:lnTo>
                  <a:pt x="14918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7350811" y="8652716"/>
            <a:ext cx="23495" cy="64769"/>
          </a:xfrm>
          <a:custGeom>
            <a:avLst/>
            <a:gdLst/>
            <a:ahLst/>
            <a:cxnLst/>
            <a:rect l="l" t="t" r="r" b="b"/>
            <a:pathLst>
              <a:path w="23495" h="64770">
                <a:moveTo>
                  <a:pt x="0" y="0"/>
                </a:moveTo>
                <a:lnTo>
                  <a:pt x="22871" y="0"/>
                </a:lnTo>
                <a:lnTo>
                  <a:pt x="22871" y="64769"/>
                </a:lnTo>
                <a:lnTo>
                  <a:pt x="0" y="64769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7350811" y="8717485"/>
            <a:ext cx="151130" cy="19050"/>
          </a:xfrm>
          <a:custGeom>
            <a:avLst/>
            <a:gdLst/>
            <a:ahLst/>
            <a:cxnLst/>
            <a:rect l="l" t="t" r="r" b="b"/>
            <a:pathLst>
              <a:path w="151129" h="19050">
                <a:moveTo>
                  <a:pt x="0" y="0"/>
                </a:moveTo>
                <a:lnTo>
                  <a:pt x="150655" y="0"/>
                </a:lnTo>
                <a:lnTo>
                  <a:pt x="15065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7414597" y="8736535"/>
            <a:ext cx="22860" cy="54610"/>
          </a:xfrm>
          <a:custGeom>
            <a:avLst/>
            <a:gdLst/>
            <a:ahLst/>
            <a:cxnLst/>
            <a:rect l="l" t="t" r="r" b="b"/>
            <a:pathLst>
              <a:path w="22859" h="54609">
                <a:moveTo>
                  <a:pt x="0" y="0"/>
                </a:moveTo>
                <a:lnTo>
                  <a:pt x="22661" y="0"/>
                </a:lnTo>
                <a:lnTo>
                  <a:pt x="22661" y="54610"/>
                </a:lnTo>
                <a:lnTo>
                  <a:pt x="0" y="5461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7340948" y="8791145"/>
            <a:ext cx="168910" cy="19050"/>
          </a:xfrm>
          <a:custGeom>
            <a:avLst/>
            <a:gdLst/>
            <a:ahLst/>
            <a:cxnLst/>
            <a:rect l="l" t="t" r="r" b="b"/>
            <a:pathLst>
              <a:path w="168909" h="19050">
                <a:moveTo>
                  <a:pt x="0" y="0"/>
                </a:moveTo>
                <a:lnTo>
                  <a:pt x="168910" y="0"/>
                </a:lnTo>
                <a:lnTo>
                  <a:pt x="16891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7613513" y="8778837"/>
            <a:ext cx="26670" cy="55244"/>
          </a:xfrm>
          <a:custGeom>
            <a:avLst/>
            <a:gdLst/>
            <a:ahLst/>
            <a:cxnLst/>
            <a:rect l="l" t="t" r="r" b="b"/>
            <a:pathLst>
              <a:path w="26670" h="55245">
                <a:moveTo>
                  <a:pt x="0" y="54764"/>
                </a:moveTo>
                <a:lnTo>
                  <a:pt x="0" y="43224"/>
                </a:lnTo>
                <a:lnTo>
                  <a:pt x="9232" y="42804"/>
                </a:lnTo>
                <a:lnTo>
                  <a:pt x="13638" y="37768"/>
                </a:lnTo>
                <a:lnTo>
                  <a:pt x="13638" y="27697"/>
                </a:lnTo>
                <a:lnTo>
                  <a:pt x="839" y="27697"/>
                </a:lnTo>
                <a:lnTo>
                  <a:pt x="839" y="0"/>
                </a:lnTo>
                <a:lnTo>
                  <a:pt x="26647" y="0"/>
                </a:lnTo>
                <a:lnTo>
                  <a:pt x="26647" y="29795"/>
                </a:lnTo>
                <a:lnTo>
                  <a:pt x="24874" y="39893"/>
                </a:lnTo>
                <a:lnTo>
                  <a:pt x="19697" y="47473"/>
                </a:lnTo>
                <a:lnTo>
                  <a:pt x="11333" y="52456"/>
                </a:lnTo>
                <a:lnTo>
                  <a:pt x="0" y="54764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7746962" y="8628811"/>
            <a:ext cx="158208" cy="190312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7946927" y="8628811"/>
            <a:ext cx="159467" cy="192200"/>
          </a:xfrm>
          <a:prstGeom prst="rect">
            <a:avLst/>
          </a:prstGeom>
          <a:blipFill>
            <a:blip r:embed="rId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8207479" y="8627552"/>
            <a:ext cx="181080" cy="193459"/>
          </a:xfrm>
          <a:prstGeom prst="rect">
            <a:avLst/>
          </a:prstGeom>
          <a:blipFill>
            <a:blip r:embed="rId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8413529" y="8628811"/>
            <a:ext cx="153802" cy="192200"/>
          </a:xfrm>
          <a:prstGeom prst="rect">
            <a:avLst/>
          </a:prstGeom>
          <a:blipFill>
            <a:blip r:embed="rId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1401552" y="4549345"/>
            <a:ext cx="7484109" cy="0"/>
          </a:xfrm>
          <a:custGeom>
            <a:avLst/>
            <a:gdLst/>
            <a:ahLst/>
            <a:cxnLst/>
            <a:rect l="l" t="t" r="r" b="b"/>
            <a:pathLst>
              <a:path w="7484109" h="0">
                <a:moveTo>
                  <a:pt x="0" y="0"/>
                </a:moveTo>
                <a:lnTo>
                  <a:pt x="7483894" y="0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1406315" y="5131601"/>
            <a:ext cx="7474584" cy="0"/>
          </a:xfrm>
          <a:custGeom>
            <a:avLst/>
            <a:gdLst/>
            <a:ahLst/>
            <a:cxnLst/>
            <a:rect l="l" t="t" r="r" b="b"/>
            <a:pathLst>
              <a:path w="7474584" h="0">
                <a:moveTo>
                  <a:pt x="0" y="0"/>
                </a:moveTo>
                <a:lnTo>
                  <a:pt x="7474369" y="0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1406315" y="5953619"/>
            <a:ext cx="7474584" cy="0"/>
          </a:xfrm>
          <a:custGeom>
            <a:avLst/>
            <a:gdLst/>
            <a:ahLst/>
            <a:cxnLst/>
            <a:rect l="l" t="t" r="r" b="b"/>
            <a:pathLst>
              <a:path w="7474584" h="0">
                <a:moveTo>
                  <a:pt x="0" y="0"/>
                </a:moveTo>
                <a:lnTo>
                  <a:pt x="7474369" y="0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1406315" y="7592660"/>
            <a:ext cx="7474584" cy="0"/>
          </a:xfrm>
          <a:custGeom>
            <a:avLst/>
            <a:gdLst/>
            <a:ahLst/>
            <a:cxnLst/>
            <a:rect l="l" t="t" r="r" b="b"/>
            <a:pathLst>
              <a:path w="7474584" h="0">
                <a:moveTo>
                  <a:pt x="0" y="0"/>
                </a:moveTo>
                <a:lnTo>
                  <a:pt x="7474369" y="0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4097713" y="6773140"/>
            <a:ext cx="4783455" cy="0"/>
          </a:xfrm>
          <a:custGeom>
            <a:avLst/>
            <a:gdLst/>
            <a:ahLst/>
            <a:cxnLst/>
            <a:rect l="l" t="t" r="r" b="b"/>
            <a:pathLst>
              <a:path w="4783455" h="0">
                <a:moveTo>
                  <a:pt x="0" y="0"/>
                </a:moveTo>
                <a:lnTo>
                  <a:pt x="4782971" y="0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1406315" y="8331982"/>
            <a:ext cx="7474584" cy="0"/>
          </a:xfrm>
          <a:custGeom>
            <a:avLst/>
            <a:gdLst/>
            <a:ahLst/>
            <a:cxnLst/>
            <a:rect l="l" t="t" r="r" b="b"/>
            <a:pathLst>
              <a:path w="7474584" h="0">
                <a:moveTo>
                  <a:pt x="0" y="0"/>
                </a:moveTo>
                <a:lnTo>
                  <a:pt x="7474369" y="0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1401552" y="9151502"/>
            <a:ext cx="7484109" cy="0"/>
          </a:xfrm>
          <a:custGeom>
            <a:avLst/>
            <a:gdLst/>
            <a:ahLst/>
            <a:cxnLst/>
            <a:rect l="l" t="t" r="r" b="b"/>
            <a:pathLst>
              <a:path w="7484109" h="0">
                <a:moveTo>
                  <a:pt x="0" y="0"/>
                </a:moveTo>
                <a:lnTo>
                  <a:pt x="7483894" y="0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1406315" y="4554108"/>
            <a:ext cx="0" cy="4592955"/>
          </a:xfrm>
          <a:custGeom>
            <a:avLst/>
            <a:gdLst/>
            <a:ahLst/>
            <a:cxnLst/>
            <a:rect l="l" t="t" r="r" b="b"/>
            <a:pathLst>
              <a:path w="0" h="4592955">
                <a:moveTo>
                  <a:pt x="0" y="0"/>
                </a:moveTo>
                <a:lnTo>
                  <a:pt x="0" y="4592631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4097713" y="4549345"/>
            <a:ext cx="0" cy="4602480"/>
          </a:xfrm>
          <a:custGeom>
            <a:avLst/>
            <a:gdLst/>
            <a:ahLst/>
            <a:cxnLst/>
            <a:rect l="l" t="t" r="r" b="b"/>
            <a:pathLst>
              <a:path w="0" h="4602480">
                <a:moveTo>
                  <a:pt x="0" y="0"/>
                </a:moveTo>
                <a:lnTo>
                  <a:pt x="0" y="4602156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5909367" y="4549345"/>
            <a:ext cx="0" cy="4602480"/>
          </a:xfrm>
          <a:custGeom>
            <a:avLst/>
            <a:gdLst/>
            <a:ahLst/>
            <a:cxnLst/>
            <a:rect l="l" t="t" r="r" b="b"/>
            <a:pathLst>
              <a:path w="0" h="4602480">
                <a:moveTo>
                  <a:pt x="0" y="0"/>
                </a:moveTo>
                <a:lnTo>
                  <a:pt x="0" y="4602156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8880684" y="4554108"/>
            <a:ext cx="0" cy="4592955"/>
          </a:xfrm>
          <a:custGeom>
            <a:avLst/>
            <a:gdLst/>
            <a:ahLst/>
            <a:cxnLst/>
            <a:rect l="l" t="t" r="r" b="b"/>
            <a:pathLst>
              <a:path w="0" h="4592955">
                <a:moveTo>
                  <a:pt x="0" y="0"/>
                </a:moveTo>
                <a:lnTo>
                  <a:pt x="0" y="4592631"/>
                </a:lnTo>
              </a:path>
            </a:pathLst>
          </a:custGeom>
          <a:ln w="9525">
            <a:solidFill>
              <a:srgbClr val="787878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2026-08-16T08:18:12Z</dcterms:created>
  <dcterms:modified xsi:type="dcterms:W3CDTF">2026-08-16T08:18:12Z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2026-08-16T00:00:00Z</vt:filetime>
  </property>
</Properties>
</file>